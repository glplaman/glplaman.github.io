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56" r:id="rId4"/>
    <p:sldId id="257" r:id="rId5"/>
    <p:sldId id="258" r:id="rId6"/>
    <p:sldId id="259" r:id="rId7"/>
    <p:sldId id="260" r:id="rId8"/>
    <p:sldId id="265" r:id="rId9"/>
    <p:sldId id="266" r:id="rId10"/>
    <p:sldId id="263" r:id="rId11"/>
    <p:sldId id="261" r:id="rId12"/>
    <p:sldId id="264" r:id="rId13"/>
    <p:sldId id="262" r:id="rId14"/>
    <p:sldId id="268" r:id="rId15"/>
    <p:sldId id="269" r:id="rId16"/>
    <p:sldId id="270" r:id="rId17"/>
    <p:sldId id="275" r:id="rId18"/>
    <p:sldId id="271" r:id="rId19"/>
    <p:sldId id="272" r:id="rId20"/>
    <p:sldId id="276" r:id="rId21"/>
    <p:sldId id="277" r:id="rId22"/>
    <p:sldId id="278" r:id="rId23"/>
    <p:sldId id="283" r:id="rId24"/>
    <p:sldId id="284" r:id="rId25"/>
    <p:sldId id="285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9A0A47-597E-4513-8327-DEE7DF92587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AF37697C-0616-4F3F-A17A-38D2D8DFEBD0}">
      <dgm:prSet custT="1"/>
      <dgm:spPr/>
      <dgm:t>
        <a:bodyPr/>
        <a:lstStyle/>
        <a:p>
          <a:r>
            <a:rPr lang="zh-CN" altLang="en-US" sz="1050" dirty="0"/>
            <a:t>概要设计说明书</a:t>
          </a:r>
        </a:p>
      </dgm:t>
    </dgm:pt>
    <dgm:pt modelId="{AACDFE2A-A740-4631-980F-ABFDA1F05102}" type="parTrans" cxnId="{D08F657B-32EC-4C30-B3B2-63D81D2082D8}">
      <dgm:prSet/>
      <dgm:spPr/>
      <dgm:t>
        <a:bodyPr/>
        <a:lstStyle/>
        <a:p>
          <a:endParaRPr lang="zh-CN" altLang="en-US" sz="1050"/>
        </a:p>
      </dgm:t>
    </dgm:pt>
    <dgm:pt modelId="{3DEA6424-49BC-4315-9BD0-3861CF161DDB}" type="sibTrans" cxnId="{D08F657B-32EC-4C30-B3B2-63D81D2082D8}">
      <dgm:prSet/>
      <dgm:spPr/>
      <dgm:t>
        <a:bodyPr/>
        <a:lstStyle/>
        <a:p>
          <a:endParaRPr lang="zh-CN" altLang="en-US" sz="1050"/>
        </a:p>
      </dgm:t>
    </dgm:pt>
    <dgm:pt modelId="{5DF44FA1-5104-4F86-9F8C-BC07D505D37F}">
      <dgm:prSet custT="1"/>
      <dgm:spPr/>
      <dgm:t>
        <a:bodyPr/>
        <a:lstStyle/>
        <a:p>
          <a:r>
            <a:rPr lang="zh-CN" altLang="en-US" sz="1050" dirty="0"/>
            <a:t>引言</a:t>
          </a:r>
        </a:p>
      </dgm:t>
    </dgm:pt>
    <dgm:pt modelId="{5D81EAEF-FB9F-4A86-8418-3467B207FA4F}" type="parTrans" cxnId="{B7FE43BE-2FA1-4F39-96A7-C26BF9B3F550}">
      <dgm:prSet/>
      <dgm:spPr/>
      <dgm:t>
        <a:bodyPr/>
        <a:lstStyle/>
        <a:p>
          <a:endParaRPr lang="zh-CN" altLang="en-US" sz="1050"/>
        </a:p>
      </dgm:t>
    </dgm:pt>
    <dgm:pt modelId="{92802FCD-1080-4A15-8D7C-911AF9F1E8EA}" type="sibTrans" cxnId="{B7FE43BE-2FA1-4F39-96A7-C26BF9B3F550}">
      <dgm:prSet/>
      <dgm:spPr/>
      <dgm:t>
        <a:bodyPr/>
        <a:lstStyle/>
        <a:p>
          <a:endParaRPr lang="zh-CN" altLang="en-US" sz="1050"/>
        </a:p>
      </dgm:t>
    </dgm:pt>
    <dgm:pt modelId="{E9693A9A-38D2-49C6-8011-17827CD93856}">
      <dgm:prSet custT="1"/>
      <dgm:spPr/>
      <dgm:t>
        <a:bodyPr/>
        <a:lstStyle/>
        <a:p>
          <a:r>
            <a:rPr lang="zh-CN" altLang="en-US" sz="1050" dirty="0"/>
            <a:t>编写目的</a:t>
          </a:r>
        </a:p>
      </dgm:t>
    </dgm:pt>
    <dgm:pt modelId="{C2ABDABF-E7E9-45C0-8FEB-345F108A60BD}" type="parTrans" cxnId="{BABBCB94-8486-4D44-9FAC-74DE141A5E6C}">
      <dgm:prSet/>
      <dgm:spPr/>
      <dgm:t>
        <a:bodyPr/>
        <a:lstStyle/>
        <a:p>
          <a:endParaRPr lang="zh-CN" altLang="en-US" sz="1050"/>
        </a:p>
      </dgm:t>
    </dgm:pt>
    <dgm:pt modelId="{6F1DE746-4E18-4955-B797-3E1A70E2408C}" type="sibTrans" cxnId="{BABBCB94-8486-4D44-9FAC-74DE141A5E6C}">
      <dgm:prSet/>
      <dgm:spPr/>
      <dgm:t>
        <a:bodyPr/>
        <a:lstStyle/>
        <a:p>
          <a:endParaRPr lang="zh-CN" altLang="en-US" sz="1050"/>
        </a:p>
      </dgm:t>
    </dgm:pt>
    <dgm:pt modelId="{9B84C657-0CDE-4B9A-88EF-5CB963A3FC7D}">
      <dgm:prSet custT="1"/>
      <dgm:spPr/>
      <dgm:t>
        <a:bodyPr/>
        <a:lstStyle/>
        <a:p>
          <a:r>
            <a:rPr lang="zh-CN" altLang="en-US" sz="1050" dirty="0"/>
            <a:t>背景说明</a:t>
          </a:r>
        </a:p>
      </dgm:t>
    </dgm:pt>
    <dgm:pt modelId="{755ED0CD-A135-4D56-9219-3461981F97D7}" type="parTrans" cxnId="{33074470-501D-4D88-BBE1-5179ED0B1836}">
      <dgm:prSet/>
      <dgm:spPr/>
      <dgm:t>
        <a:bodyPr/>
        <a:lstStyle/>
        <a:p>
          <a:endParaRPr lang="zh-CN" altLang="en-US" sz="1050"/>
        </a:p>
      </dgm:t>
    </dgm:pt>
    <dgm:pt modelId="{8AC35B48-BE73-47B4-A24D-C1E9D78C0770}" type="sibTrans" cxnId="{33074470-501D-4D88-BBE1-5179ED0B1836}">
      <dgm:prSet/>
      <dgm:spPr/>
      <dgm:t>
        <a:bodyPr/>
        <a:lstStyle/>
        <a:p>
          <a:endParaRPr lang="zh-CN" altLang="en-US" sz="1050"/>
        </a:p>
      </dgm:t>
    </dgm:pt>
    <dgm:pt modelId="{1D32054F-A708-4AEA-A67D-68AA5E9571AC}">
      <dgm:prSet custT="1"/>
      <dgm:spPr/>
      <dgm:t>
        <a:bodyPr/>
        <a:lstStyle/>
        <a:p>
          <a:r>
            <a:rPr lang="zh-CN" altLang="en-US" sz="1050" dirty="0"/>
            <a:t>定义</a:t>
          </a:r>
        </a:p>
      </dgm:t>
    </dgm:pt>
    <dgm:pt modelId="{ABCB39A3-DD88-451E-9A80-D350892E400A}" type="parTrans" cxnId="{DEFE193E-F082-484E-ADB2-6C6EC469B7F5}">
      <dgm:prSet/>
      <dgm:spPr/>
      <dgm:t>
        <a:bodyPr/>
        <a:lstStyle/>
        <a:p>
          <a:endParaRPr lang="zh-CN" altLang="en-US" sz="1050"/>
        </a:p>
      </dgm:t>
    </dgm:pt>
    <dgm:pt modelId="{83684D9E-3DE5-42F9-BBD9-1558BD974DFB}" type="sibTrans" cxnId="{DEFE193E-F082-484E-ADB2-6C6EC469B7F5}">
      <dgm:prSet/>
      <dgm:spPr/>
      <dgm:t>
        <a:bodyPr/>
        <a:lstStyle/>
        <a:p>
          <a:endParaRPr lang="zh-CN" altLang="en-US" sz="1050"/>
        </a:p>
      </dgm:t>
    </dgm:pt>
    <dgm:pt modelId="{8E8B1CFD-46CF-45E7-96CE-D50C772A2E07}">
      <dgm:prSet custT="1"/>
      <dgm:spPr/>
      <dgm:t>
        <a:bodyPr/>
        <a:lstStyle/>
        <a:p>
          <a:r>
            <a:rPr lang="zh-CN" altLang="en-US" sz="1050" dirty="0"/>
            <a:t>参考资料</a:t>
          </a:r>
        </a:p>
      </dgm:t>
    </dgm:pt>
    <dgm:pt modelId="{E6241DD9-6A38-4717-BC35-AB6852947C59}" type="parTrans" cxnId="{8E73B827-0BCD-4FA9-9B85-93ACB86F88DE}">
      <dgm:prSet/>
      <dgm:spPr/>
      <dgm:t>
        <a:bodyPr/>
        <a:lstStyle/>
        <a:p>
          <a:endParaRPr lang="zh-CN" altLang="en-US" sz="1050"/>
        </a:p>
      </dgm:t>
    </dgm:pt>
    <dgm:pt modelId="{5B4454C5-573A-4055-9D1E-F11C607E5263}" type="sibTrans" cxnId="{8E73B827-0BCD-4FA9-9B85-93ACB86F88DE}">
      <dgm:prSet/>
      <dgm:spPr/>
      <dgm:t>
        <a:bodyPr/>
        <a:lstStyle/>
        <a:p>
          <a:endParaRPr lang="zh-CN" altLang="en-US" sz="1050"/>
        </a:p>
      </dgm:t>
    </dgm:pt>
    <dgm:pt modelId="{3455E979-99A8-434D-80BE-3C0C5DDA5055}">
      <dgm:prSet custT="1"/>
      <dgm:spPr/>
      <dgm:t>
        <a:bodyPr/>
        <a:lstStyle/>
        <a:p>
          <a:r>
            <a:rPr lang="zh-CN" altLang="en-US" sz="1050" dirty="0"/>
            <a:t>总体设计</a:t>
          </a:r>
        </a:p>
      </dgm:t>
    </dgm:pt>
    <dgm:pt modelId="{841A96F0-7150-4CAA-B5F8-74D27B4FCA1E}" type="parTrans" cxnId="{96DAD918-C07E-444E-88DC-19383D165C35}">
      <dgm:prSet/>
      <dgm:spPr/>
      <dgm:t>
        <a:bodyPr/>
        <a:lstStyle/>
        <a:p>
          <a:endParaRPr lang="zh-CN" altLang="en-US" sz="1050"/>
        </a:p>
      </dgm:t>
    </dgm:pt>
    <dgm:pt modelId="{1BE1CDE3-D52C-4564-9C1A-8A3393A7CDBA}" type="sibTrans" cxnId="{96DAD918-C07E-444E-88DC-19383D165C35}">
      <dgm:prSet/>
      <dgm:spPr/>
      <dgm:t>
        <a:bodyPr/>
        <a:lstStyle/>
        <a:p>
          <a:endParaRPr lang="zh-CN" altLang="en-US" sz="1050"/>
        </a:p>
      </dgm:t>
    </dgm:pt>
    <dgm:pt modelId="{617E7ABE-9F79-499D-BCD3-E445EE7BCE88}">
      <dgm:prSet custT="1"/>
      <dgm:spPr/>
      <dgm:t>
        <a:bodyPr/>
        <a:lstStyle/>
        <a:p>
          <a:r>
            <a:rPr lang="zh-CN" altLang="en-US" sz="1050" dirty="0"/>
            <a:t>需求规定</a:t>
          </a:r>
        </a:p>
      </dgm:t>
    </dgm:pt>
    <dgm:pt modelId="{0FAE65AA-7CC9-41D8-8491-8915F6A3CE48}" type="parTrans" cxnId="{D763EE27-8EB7-4E47-A76F-D177C5404DEF}">
      <dgm:prSet/>
      <dgm:spPr/>
      <dgm:t>
        <a:bodyPr/>
        <a:lstStyle/>
        <a:p>
          <a:endParaRPr lang="zh-CN" altLang="en-US" sz="1050"/>
        </a:p>
      </dgm:t>
    </dgm:pt>
    <dgm:pt modelId="{853C13DF-CDB2-4D78-A227-29C58929A413}" type="sibTrans" cxnId="{D763EE27-8EB7-4E47-A76F-D177C5404DEF}">
      <dgm:prSet/>
      <dgm:spPr/>
      <dgm:t>
        <a:bodyPr/>
        <a:lstStyle/>
        <a:p>
          <a:endParaRPr lang="zh-CN" altLang="en-US" sz="1050"/>
        </a:p>
      </dgm:t>
    </dgm:pt>
    <dgm:pt modelId="{2FCFFF75-308A-412B-B691-9F2C3E5E43FC}">
      <dgm:prSet custT="1"/>
      <dgm:spPr/>
      <dgm:t>
        <a:bodyPr/>
        <a:lstStyle/>
        <a:p>
          <a:r>
            <a:rPr lang="zh-CN" altLang="en-US" sz="1050" dirty="0"/>
            <a:t>运行环境</a:t>
          </a:r>
        </a:p>
      </dgm:t>
    </dgm:pt>
    <dgm:pt modelId="{B6715088-E8C5-4790-B9FB-01BCF74F9ACA}" type="parTrans" cxnId="{7489908D-F13B-4367-AAF8-09A3A86F0211}">
      <dgm:prSet/>
      <dgm:spPr/>
      <dgm:t>
        <a:bodyPr/>
        <a:lstStyle/>
        <a:p>
          <a:endParaRPr lang="zh-CN" altLang="en-US" sz="1050"/>
        </a:p>
      </dgm:t>
    </dgm:pt>
    <dgm:pt modelId="{8D76B9C8-C0D5-4294-AF9A-73A535E1BA37}" type="sibTrans" cxnId="{7489908D-F13B-4367-AAF8-09A3A86F0211}">
      <dgm:prSet/>
      <dgm:spPr/>
      <dgm:t>
        <a:bodyPr/>
        <a:lstStyle/>
        <a:p>
          <a:endParaRPr lang="zh-CN" altLang="en-US" sz="1050"/>
        </a:p>
      </dgm:t>
    </dgm:pt>
    <dgm:pt modelId="{B74E28CE-8E73-4959-AAB5-E97E79E712D3}">
      <dgm:prSet custT="1"/>
      <dgm:spPr/>
      <dgm:t>
        <a:bodyPr/>
        <a:lstStyle/>
        <a:p>
          <a:r>
            <a:rPr lang="zh-CN" altLang="en-US" sz="1050" dirty="0"/>
            <a:t>基本设计概念和处理流程</a:t>
          </a:r>
        </a:p>
      </dgm:t>
    </dgm:pt>
    <dgm:pt modelId="{5939079A-90B1-4646-9927-8A8BB8A9BBD6}" type="parTrans" cxnId="{54308E7A-4DA1-4921-8E76-2CC6C41B06DF}">
      <dgm:prSet/>
      <dgm:spPr/>
      <dgm:t>
        <a:bodyPr/>
        <a:lstStyle/>
        <a:p>
          <a:endParaRPr lang="zh-CN" altLang="en-US" sz="1050"/>
        </a:p>
      </dgm:t>
    </dgm:pt>
    <dgm:pt modelId="{AEE8F90A-8652-4F94-AD75-7B089772FF24}" type="sibTrans" cxnId="{54308E7A-4DA1-4921-8E76-2CC6C41B06DF}">
      <dgm:prSet/>
      <dgm:spPr/>
      <dgm:t>
        <a:bodyPr/>
        <a:lstStyle/>
        <a:p>
          <a:endParaRPr lang="zh-CN" altLang="en-US" sz="1050"/>
        </a:p>
      </dgm:t>
    </dgm:pt>
    <dgm:pt modelId="{65160397-AFFE-484B-970D-CCB67D7C8FF2}">
      <dgm:prSet custT="1"/>
      <dgm:spPr/>
      <dgm:t>
        <a:bodyPr/>
        <a:lstStyle/>
        <a:p>
          <a:r>
            <a:rPr lang="zh-CN" altLang="en-US" sz="1050" dirty="0"/>
            <a:t>结构</a:t>
          </a:r>
        </a:p>
      </dgm:t>
    </dgm:pt>
    <dgm:pt modelId="{D9BA632D-3C57-4483-A8A8-543E09AF8B74}" type="parTrans" cxnId="{28D3B832-AF60-46FE-999C-33435D730CCC}">
      <dgm:prSet/>
      <dgm:spPr/>
      <dgm:t>
        <a:bodyPr/>
        <a:lstStyle/>
        <a:p>
          <a:endParaRPr lang="zh-CN" altLang="en-US" sz="1050"/>
        </a:p>
      </dgm:t>
    </dgm:pt>
    <dgm:pt modelId="{C9CC61D9-DEC1-4E97-978E-1A0C2CCB0D8A}" type="sibTrans" cxnId="{28D3B832-AF60-46FE-999C-33435D730CCC}">
      <dgm:prSet/>
      <dgm:spPr/>
      <dgm:t>
        <a:bodyPr/>
        <a:lstStyle/>
        <a:p>
          <a:endParaRPr lang="zh-CN" altLang="en-US" sz="1050"/>
        </a:p>
      </dgm:t>
    </dgm:pt>
    <dgm:pt modelId="{E2F849A2-D800-4A05-A657-60F1616E4CDE}">
      <dgm:prSet custT="1"/>
      <dgm:spPr/>
      <dgm:t>
        <a:bodyPr/>
        <a:lstStyle/>
        <a:p>
          <a:r>
            <a:rPr lang="zh-CN" altLang="en-US" sz="1050" dirty="0"/>
            <a:t>功能需求与程序的关系</a:t>
          </a:r>
        </a:p>
      </dgm:t>
    </dgm:pt>
    <dgm:pt modelId="{9E43363D-C989-4E06-A611-498653CABEA4}" type="parTrans" cxnId="{8E531A19-669E-4D0F-9E19-44954AB3E29C}">
      <dgm:prSet/>
      <dgm:spPr/>
      <dgm:t>
        <a:bodyPr/>
        <a:lstStyle/>
        <a:p>
          <a:endParaRPr lang="zh-CN" altLang="en-US" sz="1050"/>
        </a:p>
      </dgm:t>
    </dgm:pt>
    <dgm:pt modelId="{89930653-1252-4D9D-B8AB-F54EE0DE96D4}" type="sibTrans" cxnId="{8E531A19-669E-4D0F-9E19-44954AB3E29C}">
      <dgm:prSet/>
      <dgm:spPr/>
      <dgm:t>
        <a:bodyPr/>
        <a:lstStyle/>
        <a:p>
          <a:endParaRPr lang="zh-CN" altLang="en-US" sz="1050"/>
        </a:p>
      </dgm:t>
    </dgm:pt>
    <dgm:pt modelId="{11C961D4-CA2D-48D6-B65B-37FAB80A22FB}">
      <dgm:prSet custT="1"/>
      <dgm:spPr/>
      <dgm:t>
        <a:bodyPr/>
        <a:lstStyle/>
        <a:p>
          <a:r>
            <a:rPr lang="zh-CN" altLang="en-US" sz="1050" dirty="0"/>
            <a:t>人工处理过程</a:t>
          </a:r>
        </a:p>
      </dgm:t>
    </dgm:pt>
    <dgm:pt modelId="{919CBBF2-B830-47B5-ACF5-119588B097A2}" type="parTrans" cxnId="{5171BA22-F540-45DC-8199-5FB8EAF7CAD4}">
      <dgm:prSet/>
      <dgm:spPr/>
      <dgm:t>
        <a:bodyPr/>
        <a:lstStyle/>
        <a:p>
          <a:endParaRPr lang="zh-CN" altLang="en-US" sz="1050"/>
        </a:p>
      </dgm:t>
    </dgm:pt>
    <dgm:pt modelId="{45DCB3CB-288D-4F8C-90FC-7DA88A8FF922}" type="sibTrans" cxnId="{5171BA22-F540-45DC-8199-5FB8EAF7CAD4}">
      <dgm:prSet/>
      <dgm:spPr/>
      <dgm:t>
        <a:bodyPr/>
        <a:lstStyle/>
        <a:p>
          <a:endParaRPr lang="zh-CN" altLang="en-US" sz="1050"/>
        </a:p>
      </dgm:t>
    </dgm:pt>
    <dgm:pt modelId="{100A6681-24A9-405B-9579-7ED70E535DCE}">
      <dgm:prSet custT="1"/>
      <dgm:spPr/>
      <dgm:t>
        <a:bodyPr/>
        <a:lstStyle/>
        <a:p>
          <a:r>
            <a:rPr lang="zh-CN" altLang="en-US" sz="1050" dirty="0"/>
            <a:t>尚未解决的问题</a:t>
          </a:r>
        </a:p>
      </dgm:t>
    </dgm:pt>
    <dgm:pt modelId="{AF7C35EA-4421-4994-ADCB-AAD460737E60}" type="parTrans" cxnId="{FCD48E3C-D5A1-4317-A13A-94320F5FEDB5}">
      <dgm:prSet/>
      <dgm:spPr/>
      <dgm:t>
        <a:bodyPr/>
        <a:lstStyle/>
        <a:p>
          <a:endParaRPr lang="zh-CN" altLang="en-US" sz="1050"/>
        </a:p>
      </dgm:t>
    </dgm:pt>
    <dgm:pt modelId="{7B8F5DC9-9FCB-4791-B88B-12810D935A81}" type="sibTrans" cxnId="{FCD48E3C-D5A1-4317-A13A-94320F5FEDB5}">
      <dgm:prSet/>
      <dgm:spPr/>
      <dgm:t>
        <a:bodyPr/>
        <a:lstStyle/>
        <a:p>
          <a:endParaRPr lang="zh-CN" altLang="en-US" sz="1050"/>
        </a:p>
      </dgm:t>
    </dgm:pt>
    <dgm:pt modelId="{027265CB-D428-4F30-9354-C3C80F5554C2}">
      <dgm:prSet custT="1"/>
      <dgm:spPr/>
      <dgm:t>
        <a:bodyPr/>
        <a:lstStyle/>
        <a:p>
          <a:r>
            <a:rPr lang="zh-CN" altLang="en-US" sz="1050" dirty="0"/>
            <a:t>接口设计</a:t>
          </a:r>
        </a:p>
      </dgm:t>
    </dgm:pt>
    <dgm:pt modelId="{5FFFF966-42D7-4D00-9068-BAE53A6124D9}" type="parTrans" cxnId="{EA8484A3-7055-4D27-B7EC-34027BBEB77D}">
      <dgm:prSet/>
      <dgm:spPr/>
      <dgm:t>
        <a:bodyPr/>
        <a:lstStyle/>
        <a:p>
          <a:endParaRPr lang="zh-CN" altLang="en-US" sz="1050"/>
        </a:p>
      </dgm:t>
    </dgm:pt>
    <dgm:pt modelId="{36863C01-FED1-4B6C-BD91-BEEF376189AD}" type="sibTrans" cxnId="{EA8484A3-7055-4D27-B7EC-34027BBEB77D}">
      <dgm:prSet/>
      <dgm:spPr/>
      <dgm:t>
        <a:bodyPr/>
        <a:lstStyle/>
        <a:p>
          <a:endParaRPr lang="zh-CN" altLang="en-US" sz="1050"/>
        </a:p>
      </dgm:t>
    </dgm:pt>
    <dgm:pt modelId="{2B0F7E0E-9C88-43C7-805D-1C41AE76FC52}">
      <dgm:prSet custT="1"/>
      <dgm:spPr/>
      <dgm:t>
        <a:bodyPr/>
        <a:lstStyle/>
        <a:p>
          <a:r>
            <a:rPr lang="zh-CN" altLang="en-US" sz="1050" dirty="0"/>
            <a:t>用户接口</a:t>
          </a:r>
        </a:p>
      </dgm:t>
    </dgm:pt>
    <dgm:pt modelId="{D77A5B7A-5443-48F6-B260-5AB89D451A4B}" type="parTrans" cxnId="{1163BDA2-82C3-42DC-B161-D0444EBB7054}">
      <dgm:prSet/>
      <dgm:spPr/>
      <dgm:t>
        <a:bodyPr/>
        <a:lstStyle/>
        <a:p>
          <a:endParaRPr lang="zh-CN" altLang="en-US" sz="1050"/>
        </a:p>
      </dgm:t>
    </dgm:pt>
    <dgm:pt modelId="{6ECD97C4-6D84-423A-B573-243D6667ED4C}" type="sibTrans" cxnId="{1163BDA2-82C3-42DC-B161-D0444EBB7054}">
      <dgm:prSet/>
      <dgm:spPr/>
      <dgm:t>
        <a:bodyPr/>
        <a:lstStyle/>
        <a:p>
          <a:endParaRPr lang="zh-CN" altLang="en-US" sz="1050"/>
        </a:p>
      </dgm:t>
    </dgm:pt>
    <dgm:pt modelId="{A624E27C-DB45-4852-945C-21C2582993BC}">
      <dgm:prSet custT="1"/>
      <dgm:spPr/>
      <dgm:t>
        <a:bodyPr/>
        <a:lstStyle/>
        <a:p>
          <a:r>
            <a:rPr lang="zh-CN" altLang="en-US" sz="1050" dirty="0"/>
            <a:t>外部接口</a:t>
          </a:r>
        </a:p>
      </dgm:t>
    </dgm:pt>
    <dgm:pt modelId="{E037EB66-A58B-4768-9E13-7C1D1EBFAFC6}" type="parTrans" cxnId="{F5006AFD-98E8-4355-BEF2-33955ECFC7FE}">
      <dgm:prSet/>
      <dgm:spPr/>
      <dgm:t>
        <a:bodyPr/>
        <a:lstStyle/>
        <a:p>
          <a:endParaRPr lang="zh-CN" altLang="en-US" sz="1050"/>
        </a:p>
      </dgm:t>
    </dgm:pt>
    <dgm:pt modelId="{7C09F195-DEDC-40B5-B3D2-91BD0D4EF34D}" type="sibTrans" cxnId="{F5006AFD-98E8-4355-BEF2-33955ECFC7FE}">
      <dgm:prSet/>
      <dgm:spPr/>
      <dgm:t>
        <a:bodyPr/>
        <a:lstStyle/>
        <a:p>
          <a:endParaRPr lang="zh-CN" altLang="en-US" sz="1050"/>
        </a:p>
      </dgm:t>
    </dgm:pt>
    <dgm:pt modelId="{EFB01FDA-8DF2-4FA6-A6A5-1A08C4A72D92}">
      <dgm:prSet custT="1"/>
      <dgm:spPr/>
      <dgm:t>
        <a:bodyPr/>
        <a:lstStyle/>
        <a:p>
          <a:r>
            <a:rPr lang="zh-CN" altLang="en-US" sz="1050" dirty="0"/>
            <a:t>内部接口</a:t>
          </a:r>
        </a:p>
      </dgm:t>
    </dgm:pt>
    <dgm:pt modelId="{C5D0645B-4182-4931-8BCB-29BF38A6C2AF}" type="parTrans" cxnId="{D2152F03-09B1-45FA-9BDE-AB3E5DBFDFAE}">
      <dgm:prSet/>
      <dgm:spPr/>
      <dgm:t>
        <a:bodyPr/>
        <a:lstStyle/>
        <a:p>
          <a:endParaRPr lang="zh-CN" altLang="en-US" sz="1050"/>
        </a:p>
      </dgm:t>
    </dgm:pt>
    <dgm:pt modelId="{4A406E11-29DC-4078-96CC-22C5F09383A8}" type="sibTrans" cxnId="{D2152F03-09B1-45FA-9BDE-AB3E5DBFDFAE}">
      <dgm:prSet/>
      <dgm:spPr/>
      <dgm:t>
        <a:bodyPr/>
        <a:lstStyle/>
        <a:p>
          <a:endParaRPr lang="zh-CN" altLang="en-US" sz="1050"/>
        </a:p>
      </dgm:t>
    </dgm:pt>
    <dgm:pt modelId="{6104FAED-CDB6-4992-A5B5-E82EC8EF5CB4}">
      <dgm:prSet custT="1"/>
      <dgm:spPr/>
      <dgm:t>
        <a:bodyPr/>
        <a:lstStyle/>
        <a:p>
          <a:r>
            <a:rPr lang="zh-CN" altLang="en-US" sz="1050" dirty="0"/>
            <a:t>运行设计</a:t>
          </a:r>
        </a:p>
      </dgm:t>
    </dgm:pt>
    <dgm:pt modelId="{50A45D2E-259D-49C0-A7F3-5F0C4F91387E}" type="parTrans" cxnId="{425A39DD-8E5D-4E0D-B6C3-32BA2032132E}">
      <dgm:prSet/>
      <dgm:spPr/>
      <dgm:t>
        <a:bodyPr/>
        <a:lstStyle/>
        <a:p>
          <a:endParaRPr lang="zh-CN" altLang="en-US" sz="1050"/>
        </a:p>
      </dgm:t>
    </dgm:pt>
    <dgm:pt modelId="{8840E0D9-7222-4DF7-95C3-64CF2D860595}" type="sibTrans" cxnId="{425A39DD-8E5D-4E0D-B6C3-32BA2032132E}">
      <dgm:prSet/>
      <dgm:spPr/>
      <dgm:t>
        <a:bodyPr/>
        <a:lstStyle/>
        <a:p>
          <a:endParaRPr lang="zh-CN" altLang="en-US" sz="1050"/>
        </a:p>
      </dgm:t>
    </dgm:pt>
    <dgm:pt modelId="{954761B2-B8A9-4337-8063-AE4569B452ED}">
      <dgm:prSet custT="1"/>
      <dgm:spPr/>
      <dgm:t>
        <a:bodyPr/>
        <a:lstStyle/>
        <a:p>
          <a:r>
            <a:rPr lang="zh-CN" altLang="en-US" sz="1050" dirty="0"/>
            <a:t>运行模块组合</a:t>
          </a:r>
        </a:p>
      </dgm:t>
    </dgm:pt>
    <dgm:pt modelId="{4E56A1B9-0E0F-4745-8495-ED932723A85C}" type="parTrans" cxnId="{9DB32DBB-3330-48B4-AF2A-73B9D5D13B28}">
      <dgm:prSet/>
      <dgm:spPr/>
      <dgm:t>
        <a:bodyPr/>
        <a:lstStyle/>
        <a:p>
          <a:endParaRPr lang="zh-CN" altLang="en-US" sz="1050"/>
        </a:p>
      </dgm:t>
    </dgm:pt>
    <dgm:pt modelId="{9B7A4A24-11AC-4272-90CD-8985EAEBA525}" type="sibTrans" cxnId="{9DB32DBB-3330-48B4-AF2A-73B9D5D13B28}">
      <dgm:prSet/>
      <dgm:spPr/>
      <dgm:t>
        <a:bodyPr/>
        <a:lstStyle/>
        <a:p>
          <a:endParaRPr lang="zh-CN" altLang="en-US" sz="1050"/>
        </a:p>
      </dgm:t>
    </dgm:pt>
    <dgm:pt modelId="{06193E77-61C9-4280-9A3B-2CD392FC0E79}">
      <dgm:prSet custT="1"/>
      <dgm:spPr/>
      <dgm:t>
        <a:bodyPr/>
        <a:lstStyle/>
        <a:p>
          <a:r>
            <a:rPr lang="zh-CN" altLang="en-US" sz="1050" dirty="0"/>
            <a:t>运行控制</a:t>
          </a:r>
        </a:p>
      </dgm:t>
    </dgm:pt>
    <dgm:pt modelId="{E5D44E87-419E-47DD-9610-EAB6CE16D0A0}" type="parTrans" cxnId="{6075E2AF-B21A-4F21-9F6B-04F3412CC825}">
      <dgm:prSet/>
      <dgm:spPr/>
      <dgm:t>
        <a:bodyPr/>
        <a:lstStyle/>
        <a:p>
          <a:endParaRPr lang="zh-CN" altLang="en-US" sz="1050"/>
        </a:p>
      </dgm:t>
    </dgm:pt>
    <dgm:pt modelId="{DE12A42E-36DD-4CF0-85C5-57BDBF6EBF4A}" type="sibTrans" cxnId="{6075E2AF-B21A-4F21-9F6B-04F3412CC825}">
      <dgm:prSet/>
      <dgm:spPr/>
      <dgm:t>
        <a:bodyPr/>
        <a:lstStyle/>
        <a:p>
          <a:endParaRPr lang="zh-CN" altLang="en-US" sz="1050"/>
        </a:p>
      </dgm:t>
    </dgm:pt>
    <dgm:pt modelId="{6A27283B-146B-478C-8806-FA84F140A365}">
      <dgm:prSet custT="1"/>
      <dgm:spPr/>
      <dgm:t>
        <a:bodyPr/>
        <a:lstStyle/>
        <a:p>
          <a:r>
            <a:rPr lang="zh-CN" altLang="en-US" sz="1050" dirty="0"/>
            <a:t>运行时间</a:t>
          </a:r>
        </a:p>
      </dgm:t>
    </dgm:pt>
    <dgm:pt modelId="{B1E8CB50-EEA3-49D8-9F3A-3B7772D7C568}" type="parTrans" cxnId="{F22EBDFD-4F38-4FE9-8608-AB54B2E309E8}">
      <dgm:prSet/>
      <dgm:spPr/>
      <dgm:t>
        <a:bodyPr/>
        <a:lstStyle/>
        <a:p>
          <a:endParaRPr lang="zh-CN" altLang="en-US" sz="1050"/>
        </a:p>
      </dgm:t>
    </dgm:pt>
    <dgm:pt modelId="{F57B7C27-C7F5-4480-8D4A-59A10326EDF1}" type="sibTrans" cxnId="{F22EBDFD-4F38-4FE9-8608-AB54B2E309E8}">
      <dgm:prSet/>
      <dgm:spPr/>
      <dgm:t>
        <a:bodyPr/>
        <a:lstStyle/>
        <a:p>
          <a:endParaRPr lang="zh-CN" altLang="en-US" sz="1050"/>
        </a:p>
      </dgm:t>
    </dgm:pt>
    <dgm:pt modelId="{EE8C4E2B-93F4-4076-9526-FA0336D0BFB1}">
      <dgm:prSet custT="1"/>
      <dgm:spPr/>
      <dgm:t>
        <a:bodyPr/>
        <a:lstStyle/>
        <a:p>
          <a:r>
            <a:rPr lang="zh-CN" altLang="en-US" sz="1050" dirty="0"/>
            <a:t>系统数据结构设计</a:t>
          </a:r>
        </a:p>
      </dgm:t>
    </dgm:pt>
    <dgm:pt modelId="{E9850D55-1B4E-42CE-85B9-CBB5BB613BDA}" type="parTrans" cxnId="{9144EF26-ED3B-42DA-B30E-BE4AE6A86DC1}">
      <dgm:prSet/>
      <dgm:spPr/>
      <dgm:t>
        <a:bodyPr/>
        <a:lstStyle/>
        <a:p>
          <a:endParaRPr lang="zh-CN" altLang="en-US" sz="1050"/>
        </a:p>
      </dgm:t>
    </dgm:pt>
    <dgm:pt modelId="{59E89E7C-8F36-4BB6-9036-2D767AB5AEA1}" type="sibTrans" cxnId="{9144EF26-ED3B-42DA-B30E-BE4AE6A86DC1}">
      <dgm:prSet/>
      <dgm:spPr/>
      <dgm:t>
        <a:bodyPr/>
        <a:lstStyle/>
        <a:p>
          <a:endParaRPr lang="zh-CN" altLang="en-US" sz="1050"/>
        </a:p>
      </dgm:t>
    </dgm:pt>
    <dgm:pt modelId="{A5795CEE-C092-4C5D-8919-31402F08C0C9}">
      <dgm:prSet custT="1"/>
      <dgm:spPr/>
      <dgm:t>
        <a:bodyPr/>
        <a:lstStyle/>
        <a:p>
          <a:r>
            <a:rPr lang="zh-CN" altLang="en-US" sz="1050" dirty="0"/>
            <a:t>逻辑结构设计要点</a:t>
          </a:r>
        </a:p>
      </dgm:t>
    </dgm:pt>
    <dgm:pt modelId="{287727BC-7B7C-426B-BA61-6F74B140054B}" type="parTrans" cxnId="{45262A07-A791-45C8-8791-9F9812D2A1A6}">
      <dgm:prSet/>
      <dgm:spPr/>
      <dgm:t>
        <a:bodyPr/>
        <a:lstStyle/>
        <a:p>
          <a:endParaRPr lang="zh-CN" altLang="en-US" sz="1050"/>
        </a:p>
      </dgm:t>
    </dgm:pt>
    <dgm:pt modelId="{41500C12-63D8-4E24-AAB9-82709F053F09}" type="sibTrans" cxnId="{45262A07-A791-45C8-8791-9F9812D2A1A6}">
      <dgm:prSet/>
      <dgm:spPr/>
      <dgm:t>
        <a:bodyPr/>
        <a:lstStyle/>
        <a:p>
          <a:endParaRPr lang="zh-CN" altLang="en-US" sz="1050"/>
        </a:p>
      </dgm:t>
    </dgm:pt>
    <dgm:pt modelId="{2B64199E-20F1-43E8-9A49-5E342CD70ADC}">
      <dgm:prSet custT="1"/>
      <dgm:spPr/>
      <dgm:t>
        <a:bodyPr/>
        <a:lstStyle/>
        <a:p>
          <a:r>
            <a:rPr lang="zh-CN" altLang="en-US" sz="1050" dirty="0"/>
            <a:t>物理结构设计要点</a:t>
          </a:r>
        </a:p>
      </dgm:t>
    </dgm:pt>
    <dgm:pt modelId="{5B516BFA-8C01-474A-BD45-67E1B252070D}" type="parTrans" cxnId="{6FF4070F-D40E-4953-A2A9-6CB8888A20FC}">
      <dgm:prSet/>
      <dgm:spPr/>
      <dgm:t>
        <a:bodyPr/>
        <a:lstStyle/>
        <a:p>
          <a:endParaRPr lang="zh-CN" altLang="en-US" sz="1050"/>
        </a:p>
      </dgm:t>
    </dgm:pt>
    <dgm:pt modelId="{5FAC2CFB-7DD3-4756-A811-46A7DE7BBA35}" type="sibTrans" cxnId="{6FF4070F-D40E-4953-A2A9-6CB8888A20FC}">
      <dgm:prSet/>
      <dgm:spPr/>
      <dgm:t>
        <a:bodyPr/>
        <a:lstStyle/>
        <a:p>
          <a:endParaRPr lang="zh-CN" altLang="en-US" sz="1050"/>
        </a:p>
      </dgm:t>
    </dgm:pt>
    <dgm:pt modelId="{B809733C-D924-4F41-9E7C-D308A97D7781}">
      <dgm:prSet custT="1"/>
      <dgm:spPr/>
      <dgm:t>
        <a:bodyPr/>
        <a:lstStyle/>
        <a:p>
          <a:r>
            <a:rPr lang="zh-CN" altLang="en-US" sz="1050" dirty="0"/>
            <a:t>数据结构和程序的关系</a:t>
          </a:r>
        </a:p>
      </dgm:t>
    </dgm:pt>
    <dgm:pt modelId="{36CE71ED-98AA-43FF-B8FB-86EDD83865A7}" type="parTrans" cxnId="{25E178A3-6EB2-4725-8F1B-7C982DC24F23}">
      <dgm:prSet/>
      <dgm:spPr/>
      <dgm:t>
        <a:bodyPr/>
        <a:lstStyle/>
        <a:p>
          <a:endParaRPr lang="zh-CN" altLang="en-US" sz="1050"/>
        </a:p>
      </dgm:t>
    </dgm:pt>
    <dgm:pt modelId="{968B736D-CCDC-4EAC-AA1C-832F3D753A2F}" type="sibTrans" cxnId="{25E178A3-6EB2-4725-8F1B-7C982DC24F23}">
      <dgm:prSet/>
      <dgm:spPr/>
      <dgm:t>
        <a:bodyPr/>
        <a:lstStyle/>
        <a:p>
          <a:endParaRPr lang="zh-CN" altLang="en-US" sz="1050"/>
        </a:p>
      </dgm:t>
    </dgm:pt>
    <dgm:pt modelId="{713019BF-E01E-4216-9262-004A0ABE3E96}">
      <dgm:prSet custT="1"/>
      <dgm:spPr/>
      <dgm:t>
        <a:bodyPr/>
        <a:lstStyle/>
        <a:p>
          <a:r>
            <a:rPr lang="zh-CN" altLang="en-US" sz="1050" dirty="0"/>
            <a:t>系统出错处理设计</a:t>
          </a:r>
        </a:p>
      </dgm:t>
    </dgm:pt>
    <dgm:pt modelId="{CC585711-A02A-4B35-B61B-33D69923D337}" type="parTrans" cxnId="{31B7D5EE-AA07-476F-89B9-A2A30CF0B4BB}">
      <dgm:prSet/>
      <dgm:spPr/>
      <dgm:t>
        <a:bodyPr/>
        <a:lstStyle/>
        <a:p>
          <a:endParaRPr lang="zh-CN" altLang="en-US" sz="1050"/>
        </a:p>
      </dgm:t>
    </dgm:pt>
    <dgm:pt modelId="{E22ADE62-19E3-4962-AE33-43388A15B947}" type="sibTrans" cxnId="{31B7D5EE-AA07-476F-89B9-A2A30CF0B4BB}">
      <dgm:prSet/>
      <dgm:spPr/>
      <dgm:t>
        <a:bodyPr/>
        <a:lstStyle/>
        <a:p>
          <a:endParaRPr lang="zh-CN" altLang="en-US" sz="1050"/>
        </a:p>
      </dgm:t>
    </dgm:pt>
    <dgm:pt modelId="{78A06D1E-C407-4062-83AA-A9E48E61149C}">
      <dgm:prSet custT="1"/>
      <dgm:spPr/>
      <dgm:t>
        <a:bodyPr/>
        <a:lstStyle/>
        <a:p>
          <a:r>
            <a:rPr lang="zh-CN" altLang="en-US" sz="1050" dirty="0"/>
            <a:t>出错信息</a:t>
          </a:r>
        </a:p>
      </dgm:t>
    </dgm:pt>
    <dgm:pt modelId="{EE6278A1-BD76-4603-B90B-41C8DBE99CC9}" type="parTrans" cxnId="{FD68ACBF-E9B9-4AC2-98F0-53CB33E56E05}">
      <dgm:prSet/>
      <dgm:spPr/>
      <dgm:t>
        <a:bodyPr/>
        <a:lstStyle/>
        <a:p>
          <a:endParaRPr lang="zh-CN" altLang="en-US" sz="1050"/>
        </a:p>
      </dgm:t>
    </dgm:pt>
    <dgm:pt modelId="{E6692411-781D-4DBA-A807-55BAF0AC379C}" type="sibTrans" cxnId="{FD68ACBF-E9B9-4AC2-98F0-53CB33E56E05}">
      <dgm:prSet/>
      <dgm:spPr/>
      <dgm:t>
        <a:bodyPr/>
        <a:lstStyle/>
        <a:p>
          <a:endParaRPr lang="zh-CN" altLang="en-US" sz="1050"/>
        </a:p>
      </dgm:t>
    </dgm:pt>
    <dgm:pt modelId="{49CE211F-ECD3-4354-96F4-21DB663F0BE2}">
      <dgm:prSet custT="1"/>
      <dgm:spPr/>
      <dgm:t>
        <a:bodyPr/>
        <a:lstStyle/>
        <a:p>
          <a:r>
            <a:rPr lang="zh-CN" altLang="en-US" sz="1050" dirty="0"/>
            <a:t>补救措施</a:t>
          </a:r>
        </a:p>
      </dgm:t>
    </dgm:pt>
    <dgm:pt modelId="{3122B5F7-2B07-4697-8F4E-02F792EE4668}" type="parTrans" cxnId="{F08F2697-C629-4F03-B0C3-2810C7578952}">
      <dgm:prSet/>
      <dgm:spPr/>
      <dgm:t>
        <a:bodyPr/>
        <a:lstStyle/>
        <a:p>
          <a:endParaRPr lang="zh-CN" altLang="en-US" sz="1050"/>
        </a:p>
      </dgm:t>
    </dgm:pt>
    <dgm:pt modelId="{57608AAF-44B8-48A9-93CB-3485F7ED4E1A}" type="sibTrans" cxnId="{F08F2697-C629-4F03-B0C3-2810C7578952}">
      <dgm:prSet/>
      <dgm:spPr/>
      <dgm:t>
        <a:bodyPr/>
        <a:lstStyle/>
        <a:p>
          <a:endParaRPr lang="zh-CN" altLang="en-US" sz="1050"/>
        </a:p>
      </dgm:t>
    </dgm:pt>
    <dgm:pt modelId="{8A62A3BA-F10C-4D04-86FE-CC709A5DC04F}">
      <dgm:prSet custT="1"/>
      <dgm:spPr/>
      <dgm:t>
        <a:bodyPr/>
        <a:lstStyle/>
        <a:p>
          <a:r>
            <a:rPr lang="zh-CN" altLang="en-US" sz="1050" dirty="0"/>
            <a:t>后备技术</a:t>
          </a:r>
        </a:p>
      </dgm:t>
    </dgm:pt>
    <dgm:pt modelId="{9C97282F-F2CB-4E56-92C2-F83E1640F1BF}" type="parTrans" cxnId="{585A5CA1-7268-46A0-BCB4-96B4A5F1C06E}">
      <dgm:prSet/>
      <dgm:spPr/>
      <dgm:t>
        <a:bodyPr/>
        <a:lstStyle/>
        <a:p>
          <a:endParaRPr lang="zh-CN" altLang="en-US" sz="1050"/>
        </a:p>
      </dgm:t>
    </dgm:pt>
    <dgm:pt modelId="{83721A62-2B83-470B-915B-E5A2473727FE}" type="sibTrans" cxnId="{585A5CA1-7268-46A0-BCB4-96B4A5F1C06E}">
      <dgm:prSet/>
      <dgm:spPr/>
      <dgm:t>
        <a:bodyPr/>
        <a:lstStyle/>
        <a:p>
          <a:endParaRPr lang="zh-CN" altLang="en-US" sz="1050"/>
        </a:p>
      </dgm:t>
    </dgm:pt>
    <dgm:pt modelId="{4279D85D-0507-480C-AD13-93B83CB21524}">
      <dgm:prSet custT="1"/>
      <dgm:spPr/>
      <dgm:t>
        <a:bodyPr/>
        <a:lstStyle/>
        <a:p>
          <a:r>
            <a:rPr lang="zh-CN" altLang="en-US" sz="1050" dirty="0"/>
            <a:t>降低效果技术</a:t>
          </a:r>
        </a:p>
      </dgm:t>
    </dgm:pt>
    <dgm:pt modelId="{47C34424-4930-428D-B591-F572FFE0BB3B}" type="parTrans" cxnId="{FBA28F05-1AEA-4F41-B5CB-B40EF8730836}">
      <dgm:prSet/>
      <dgm:spPr/>
      <dgm:t>
        <a:bodyPr/>
        <a:lstStyle/>
        <a:p>
          <a:endParaRPr lang="zh-CN" altLang="en-US" sz="1050"/>
        </a:p>
      </dgm:t>
    </dgm:pt>
    <dgm:pt modelId="{3899ACF7-A728-4FFB-A20B-71C475703D61}" type="sibTrans" cxnId="{FBA28F05-1AEA-4F41-B5CB-B40EF8730836}">
      <dgm:prSet/>
      <dgm:spPr/>
      <dgm:t>
        <a:bodyPr/>
        <a:lstStyle/>
        <a:p>
          <a:endParaRPr lang="zh-CN" altLang="en-US" sz="1050"/>
        </a:p>
      </dgm:t>
    </dgm:pt>
    <dgm:pt modelId="{86575414-6453-4216-A705-9DE86BC8BB68}">
      <dgm:prSet custT="1"/>
      <dgm:spPr/>
      <dgm:t>
        <a:bodyPr/>
        <a:lstStyle/>
        <a:p>
          <a:r>
            <a:rPr lang="zh-CN" altLang="en-US" sz="1050" dirty="0"/>
            <a:t>恢复及再启动技术</a:t>
          </a:r>
        </a:p>
      </dgm:t>
    </dgm:pt>
    <dgm:pt modelId="{99528AF9-D05C-4C36-B908-A1FB0008590A}" type="parTrans" cxnId="{49FFB123-1B75-494A-81BF-004C11FBA89E}">
      <dgm:prSet/>
      <dgm:spPr/>
      <dgm:t>
        <a:bodyPr/>
        <a:lstStyle/>
        <a:p>
          <a:endParaRPr lang="zh-CN" altLang="en-US" sz="1050"/>
        </a:p>
      </dgm:t>
    </dgm:pt>
    <dgm:pt modelId="{EB4D7FE7-ED4F-467D-A1E5-A4151193AE19}" type="sibTrans" cxnId="{49FFB123-1B75-494A-81BF-004C11FBA89E}">
      <dgm:prSet/>
      <dgm:spPr/>
      <dgm:t>
        <a:bodyPr/>
        <a:lstStyle/>
        <a:p>
          <a:endParaRPr lang="zh-CN" altLang="en-US" sz="1050"/>
        </a:p>
      </dgm:t>
    </dgm:pt>
    <dgm:pt modelId="{7C31B97B-5BDB-4FA4-B98D-05A2AAEC27E3}">
      <dgm:prSet custT="1"/>
      <dgm:spPr/>
      <dgm:t>
        <a:bodyPr/>
        <a:lstStyle/>
        <a:p>
          <a:r>
            <a:rPr lang="zh-CN" altLang="en-US" sz="1050" dirty="0"/>
            <a:t>系统维护设计</a:t>
          </a:r>
        </a:p>
      </dgm:t>
    </dgm:pt>
    <dgm:pt modelId="{180BE3FA-0417-4707-A755-428170525016}" type="parTrans" cxnId="{D39F3D2C-2999-41F3-9C55-CA7B605882B9}">
      <dgm:prSet/>
      <dgm:spPr/>
      <dgm:t>
        <a:bodyPr/>
        <a:lstStyle/>
        <a:p>
          <a:endParaRPr lang="zh-CN" altLang="en-US" sz="1050"/>
        </a:p>
      </dgm:t>
    </dgm:pt>
    <dgm:pt modelId="{B38F2D79-0FD9-4A30-BC26-A9C07EE2FF39}" type="sibTrans" cxnId="{D39F3D2C-2999-41F3-9C55-CA7B605882B9}">
      <dgm:prSet/>
      <dgm:spPr/>
      <dgm:t>
        <a:bodyPr/>
        <a:lstStyle/>
        <a:p>
          <a:endParaRPr lang="zh-CN" altLang="en-US" sz="1050"/>
        </a:p>
      </dgm:t>
    </dgm:pt>
    <dgm:pt modelId="{2D8A82D0-E435-4711-BB78-B568E0DFD232}" type="pres">
      <dgm:prSet presAssocID="{639A0A47-597E-4513-8327-DEE7DF92587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099724-7A3D-4B5F-8E46-AD2D8D8257AB}" type="pres">
      <dgm:prSet presAssocID="{AF37697C-0616-4F3F-A17A-38D2D8DFEBD0}" presName="hierRoot1" presStyleCnt="0">
        <dgm:presLayoutVars>
          <dgm:hierBranch val="init"/>
        </dgm:presLayoutVars>
      </dgm:prSet>
      <dgm:spPr/>
    </dgm:pt>
    <dgm:pt modelId="{9D5EFD78-72B5-4D21-B15E-AEE58AB3F6A9}" type="pres">
      <dgm:prSet presAssocID="{AF37697C-0616-4F3F-A17A-38D2D8DFEBD0}" presName="rootComposite1" presStyleCnt="0"/>
      <dgm:spPr/>
    </dgm:pt>
    <dgm:pt modelId="{EA5520AC-5EA5-4BDC-B5C1-70FD0147A126}" type="pres">
      <dgm:prSet presAssocID="{AF37697C-0616-4F3F-A17A-38D2D8DFEBD0}" presName="rootText1" presStyleLbl="node0" presStyleIdx="0" presStyleCnt="1" custScaleX="109285" custScaleY="54935">
        <dgm:presLayoutVars>
          <dgm:chPref val="3"/>
        </dgm:presLayoutVars>
      </dgm:prSet>
      <dgm:spPr/>
    </dgm:pt>
    <dgm:pt modelId="{35CC161A-D7AE-4FBF-ADDB-4D00EFF88CAB}" type="pres">
      <dgm:prSet presAssocID="{AF37697C-0616-4F3F-A17A-38D2D8DFEBD0}" presName="rootConnector1" presStyleLbl="node1" presStyleIdx="0" presStyleCnt="0"/>
      <dgm:spPr/>
    </dgm:pt>
    <dgm:pt modelId="{F2C20CEB-83FC-43AC-A797-EB34796FE88F}" type="pres">
      <dgm:prSet presAssocID="{AF37697C-0616-4F3F-A17A-38D2D8DFEBD0}" presName="hierChild2" presStyleCnt="0"/>
      <dgm:spPr/>
    </dgm:pt>
    <dgm:pt modelId="{3DF27527-1D18-4DCF-B37A-B0843EBCBDC7}" type="pres">
      <dgm:prSet presAssocID="{5D81EAEF-FB9F-4A86-8418-3467B207FA4F}" presName="Name37" presStyleLbl="parChTrans1D2" presStyleIdx="0" presStyleCnt="6"/>
      <dgm:spPr/>
    </dgm:pt>
    <dgm:pt modelId="{16598540-F4CA-4DB1-A741-07772069D68A}" type="pres">
      <dgm:prSet presAssocID="{5DF44FA1-5104-4F86-9F8C-BC07D505D37F}" presName="hierRoot2" presStyleCnt="0">
        <dgm:presLayoutVars>
          <dgm:hierBranch val="init"/>
        </dgm:presLayoutVars>
      </dgm:prSet>
      <dgm:spPr/>
    </dgm:pt>
    <dgm:pt modelId="{B2A132B2-35A6-4838-B27F-CD107EFBB324}" type="pres">
      <dgm:prSet presAssocID="{5DF44FA1-5104-4F86-9F8C-BC07D505D37F}" presName="rootComposite" presStyleCnt="0"/>
      <dgm:spPr/>
    </dgm:pt>
    <dgm:pt modelId="{20593AF1-A0CB-4313-8490-61D184CB7145}" type="pres">
      <dgm:prSet presAssocID="{5DF44FA1-5104-4F86-9F8C-BC07D505D37F}" presName="rootText" presStyleLbl="node2" presStyleIdx="0" presStyleCnt="6" custScaleY="57076">
        <dgm:presLayoutVars>
          <dgm:chPref val="3"/>
        </dgm:presLayoutVars>
      </dgm:prSet>
      <dgm:spPr/>
    </dgm:pt>
    <dgm:pt modelId="{4E4B6468-8A42-457E-B4CB-8AE57679B55C}" type="pres">
      <dgm:prSet presAssocID="{5DF44FA1-5104-4F86-9F8C-BC07D505D37F}" presName="rootConnector" presStyleLbl="node2" presStyleIdx="0" presStyleCnt="6"/>
      <dgm:spPr/>
    </dgm:pt>
    <dgm:pt modelId="{13B2D379-C822-4AC6-86C2-38EADB535BCD}" type="pres">
      <dgm:prSet presAssocID="{5DF44FA1-5104-4F86-9F8C-BC07D505D37F}" presName="hierChild4" presStyleCnt="0"/>
      <dgm:spPr/>
    </dgm:pt>
    <dgm:pt modelId="{84BE70BE-61FE-431E-8FF1-0E3BD6F6D490}" type="pres">
      <dgm:prSet presAssocID="{C2ABDABF-E7E9-45C0-8FEB-345F108A60BD}" presName="Name37" presStyleLbl="parChTrans1D3" presStyleIdx="0" presStyleCnt="23"/>
      <dgm:spPr/>
    </dgm:pt>
    <dgm:pt modelId="{83E12DD0-FBF8-4D37-AFB8-7413F834CF6E}" type="pres">
      <dgm:prSet presAssocID="{E9693A9A-38D2-49C6-8011-17827CD93856}" presName="hierRoot2" presStyleCnt="0">
        <dgm:presLayoutVars>
          <dgm:hierBranch val="init"/>
        </dgm:presLayoutVars>
      </dgm:prSet>
      <dgm:spPr/>
    </dgm:pt>
    <dgm:pt modelId="{AA6F99B1-A698-415D-9EB5-B05A9811FDD2}" type="pres">
      <dgm:prSet presAssocID="{E9693A9A-38D2-49C6-8011-17827CD93856}" presName="rootComposite" presStyleCnt="0"/>
      <dgm:spPr/>
    </dgm:pt>
    <dgm:pt modelId="{E1DE2FC5-9CDB-4767-9EA7-500138323F8D}" type="pres">
      <dgm:prSet presAssocID="{E9693A9A-38D2-49C6-8011-17827CD93856}" presName="rootText" presStyleLbl="node3" presStyleIdx="0" presStyleCnt="23" custScaleX="89894" custScaleY="50432" custLinFactNeighborX="-5288">
        <dgm:presLayoutVars>
          <dgm:chPref val="3"/>
        </dgm:presLayoutVars>
      </dgm:prSet>
      <dgm:spPr/>
    </dgm:pt>
    <dgm:pt modelId="{768705BB-EBCF-4014-A6EB-F6AEDFD47AEC}" type="pres">
      <dgm:prSet presAssocID="{E9693A9A-38D2-49C6-8011-17827CD93856}" presName="rootConnector" presStyleLbl="node3" presStyleIdx="0" presStyleCnt="23"/>
      <dgm:spPr/>
    </dgm:pt>
    <dgm:pt modelId="{C8991475-C058-4D83-832F-5AF5C2E23A80}" type="pres">
      <dgm:prSet presAssocID="{E9693A9A-38D2-49C6-8011-17827CD93856}" presName="hierChild4" presStyleCnt="0"/>
      <dgm:spPr/>
    </dgm:pt>
    <dgm:pt modelId="{0F4A4966-43DD-43C2-A989-0B0425C4040B}" type="pres">
      <dgm:prSet presAssocID="{E9693A9A-38D2-49C6-8011-17827CD93856}" presName="hierChild5" presStyleCnt="0"/>
      <dgm:spPr/>
    </dgm:pt>
    <dgm:pt modelId="{DD14A479-BADF-45D2-A817-1B1B3A7E2DAE}" type="pres">
      <dgm:prSet presAssocID="{755ED0CD-A135-4D56-9219-3461981F97D7}" presName="Name37" presStyleLbl="parChTrans1D3" presStyleIdx="1" presStyleCnt="23"/>
      <dgm:spPr/>
    </dgm:pt>
    <dgm:pt modelId="{15A403EB-9176-4709-B51B-DEC00E7A8971}" type="pres">
      <dgm:prSet presAssocID="{9B84C657-0CDE-4B9A-88EF-5CB963A3FC7D}" presName="hierRoot2" presStyleCnt="0">
        <dgm:presLayoutVars>
          <dgm:hierBranch val="init"/>
        </dgm:presLayoutVars>
      </dgm:prSet>
      <dgm:spPr/>
    </dgm:pt>
    <dgm:pt modelId="{95F32F25-01E0-4C83-AEC8-991486B805E4}" type="pres">
      <dgm:prSet presAssocID="{9B84C657-0CDE-4B9A-88EF-5CB963A3FC7D}" presName="rootComposite" presStyleCnt="0"/>
      <dgm:spPr/>
    </dgm:pt>
    <dgm:pt modelId="{631D3DE8-A5E1-41A1-8D54-E5BEDA5208AD}" type="pres">
      <dgm:prSet presAssocID="{9B84C657-0CDE-4B9A-88EF-5CB963A3FC7D}" presName="rootText" presStyleLbl="node3" presStyleIdx="1" presStyleCnt="23" custScaleX="89894" custScaleY="50432" custLinFactNeighborX="-5288">
        <dgm:presLayoutVars>
          <dgm:chPref val="3"/>
        </dgm:presLayoutVars>
      </dgm:prSet>
      <dgm:spPr/>
    </dgm:pt>
    <dgm:pt modelId="{8CFFBA49-87BD-43FC-AAC9-5FDFF464A25E}" type="pres">
      <dgm:prSet presAssocID="{9B84C657-0CDE-4B9A-88EF-5CB963A3FC7D}" presName="rootConnector" presStyleLbl="node3" presStyleIdx="1" presStyleCnt="23"/>
      <dgm:spPr/>
    </dgm:pt>
    <dgm:pt modelId="{ECA4F8E6-97A2-4C0C-892E-8CEE2F3A7343}" type="pres">
      <dgm:prSet presAssocID="{9B84C657-0CDE-4B9A-88EF-5CB963A3FC7D}" presName="hierChild4" presStyleCnt="0"/>
      <dgm:spPr/>
    </dgm:pt>
    <dgm:pt modelId="{7043B62E-0CC0-42C3-9B72-86AFC03F6272}" type="pres">
      <dgm:prSet presAssocID="{9B84C657-0CDE-4B9A-88EF-5CB963A3FC7D}" presName="hierChild5" presStyleCnt="0"/>
      <dgm:spPr/>
    </dgm:pt>
    <dgm:pt modelId="{49D4B913-C055-43BD-B882-82396B539CBB}" type="pres">
      <dgm:prSet presAssocID="{ABCB39A3-DD88-451E-9A80-D350892E400A}" presName="Name37" presStyleLbl="parChTrans1D3" presStyleIdx="2" presStyleCnt="23"/>
      <dgm:spPr/>
    </dgm:pt>
    <dgm:pt modelId="{1A71BE03-173D-445A-92F8-5D3FC5231046}" type="pres">
      <dgm:prSet presAssocID="{1D32054F-A708-4AEA-A67D-68AA5E9571AC}" presName="hierRoot2" presStyleCnt="0">
        <dgm:presLayoutVars>
          <dgm:hierBranch val="init"/>
        </dgm:presLayoutVars>
      </dgm:prSet>
      <dgm:spPr/>
    </dgm:pt>
    <dgm:pt modelId="{A861F09E-D4BD-4CE3-86A8-EFF89D843FC6}" type="pres">
      <dgm:prSet presAssocID="{1D32054F-A708-4AEA-A67D-68AA5E9571AC}" presName="rootComposite" presStyleCnt="0"/>
      <dgm:spPr/>
    </dgm:pt>
    <dgm:pt modelId="{19635511-5D84-48C7-94E8-4D9E5F29D2E0}" type="pres">
      <dgm:prSet presAssocID="{1D32054F-A708-4AEA-A67D-68AA5E9571AC}" presName="rootText" presStyleLbl="node3" presStyleIdx="2" presStyleCnt="23" custScaleX="89894" custScaleY="49941" custLinFactNeighborX="-5288">
        <dgm:presLayoutVars>
          <dgm:chPref val="3"/>
        </dgm:presLayoutVars>
      </dgm:prSet>
      <dgm:spPr/>
    </dgm:pt>
    <dgm:pt modelId="{05B94657-FDAE-466A-98D9-9B0CD6E17ECB}" type="pres">
      <dgm:prSet presAssocID="{1D32054F-A708-4AEA-A67D-68AA5E9571AC}" presName="rootConnector" presStyleLbl="node3" presStyleIdx="2" presStyleCnt="23"/>
      <dgm:spPr/>
    </dgm:pt>
    <dgm:pt modelId="{F03BAD6F-A8BB-4D01-8F06-0DC5381BBA72}" type="pres">
      <dgm:prSet presAssocID="{1D32054F-A708-4AEA-A67D-68AA5E9571AC}" presName="hierChild4" presStyleCnt="0"/>
      <dgm:spPr/>
    </dgm:pt>
    <dgm:pt modelId="{5AC13D20-A6D0-4251-94E7-AF61456FD162}" type="pres">
      <dgm:prSet presAssocID="{1D32054F-A708-4AEA-A67D-68AA5E9571AC}" presName="hierChild5" presStyleCnt="0"/>
      <dgm:spPr/>
    </dgm:pt>
    <dgm:pt modelId="{3CB1A45C-D0C7-44B4-88F1-2F7BDF8232F1}" type="pres">
      <dgm:prSet presAssocID="{E6241DD9-6A38-4717-BC35-AB6852947C59}" presName="Name37" presStyleLbl="parChTrans1D3" presStyleIdx="3" presStyleCnt="23"/>
      <dgm:spPr/>
    </dgm:pt>
    <dgm:pt modelId="{7FE4B70F-F8B0-41B0-984D-DD0852108B78}" type="pres">
      <dgm:prSet presAssocID="{8E8B1CFD-46CF-45E7-96CE-D50C772A2E07}" presName="hierRoot2" presStyleCnt="0">
        <dgm:presLayoutVars>
          <dgm:hierBranch val="init"/>
        </dgm:presLayoutVars>
      </dgm:prSet>
      <dgm:spPr/>
    </dgm:pt>
    <dgm:pt modelId="{2E1E3D0B-3161-4A89-9413-572FA41C931E}" type="pres">
      <dgm:prSet presAssocID="{8E8B1CFD-46CF-45E7-96CE-D50C772A2E07}" presName="rootComposite" presStyleCnt="0"/>
      <dgm:spPr/>
    </dgm:pt>
    <dgm:pt modelId="{B04B838A-CB6F-44E7-BB90-744DD9F7A634}" type="pres">
      <dgm:prSet presAssocID="{8E8B1CFD-46CF-45E7-96CE-D50C772A2E07}" presName="rootText" presStyleLbl="node3" presStyleIdx="3" presStyleCnt="23" custScaleX="89894" custScaleY="49941" custLinFactNeighborX="-5288">
        <dgm:presLayoutVars>
          <dgm:chPref val="3"/>
        </dgm:presLayoutVars>
      </dgm:prSet>
      <dgm:spPr/>
    </dgm:pt>
    <dgm:pt modelId="{DE881796-9FA6-4372-AC47-691A384F8F0F}" type="pres">
      <dgm:prSet presAssocID="{8E8B1CFD-46CF-45E7-96CE-D50C772A2E07}" presName="rootConnector" presStyleLbl="node3" presStyleIdx="3" presStyleCnt="23"/>
      <dgm:spPr/>
    </dgm:pt>
    <dgm:pt modelId="{1C2414C3-B429-42BD-B7A2-98D6698644BE}" type="pres">
      <dgm:prSet presAssocID="{8E8B1CFD-46CF-45E7-96CE-D50C772A2E07}" presName="hierChild4" presStyleCnt="0"/>
      <dgm:spPr/>
    </dgm:pt>
    <dgm:pt modelId="{F6186EBA-6CE0-4F08-9B39-A895C44E9A0A}" type="pres">
      <dgm:prSet presAssocID="{8E8B1CFD-46CF-45E7-96CE-D50C772A2E07}" presName="hierChild5" presStyleCnt="0"/>
      <dgm:spPr/>
    </dgm:pt>
    <dgm:pt modelId="{B2B3B24F-7C61-4645-BEA7-74349F4E3BBA}" type="pres">
      <dgm:prSet presAssocID="{5DF44FA1-5104-4F86-9F8C-BC07D505D37F}" presName="hierChild5" presStyleCnt="0"/>
      <dgm:spPr/>
    </dgm:pt>
    <dgm:pt modelId="{46616698-2C3D-4E40-A937-F69F444F15FF}" type="pres">
      <dgm:prSet presAssocID="{841A96F0-7150-4CAA-B5F8-74D27B4FCA1E}" presName="Name37" presStyleLbl="parChTrans1D2" presStyleIdx="1" presStyleCnt="6"/>
      <dgm:spPr/>
    </dgm:pt>
    <dgm:pt modelId="{C70E5563-F747-4A06-BE29-10938029ECDC}" type="pres">
      <dgm:prSet presAssocID="{3455E979-99A8-434D-80BE-3C0C5DDA5055}" presName="hierRoot2" presStyleCnt="0">
        <dgm:presLayoutVars>
          <dgm:hierBranch val="init"/>
        </dgm:presLayoutVars>
      </dgm:prSet>
      <dgm:spPr/>
    </dgm:pt>
    <dgm:pt modelId="{5BB7E925-239E-4CB0-A415-AECD9C95A533}" type="pres">
      <dgm:prSet presAssocID="{3455E979-99A8-434D-80BE-3C0C5DDA5055}" presName="rootComposite" presStyleCnt="0"/>
      <dgm:spPr/>
    </dgm:pt>
    <dgm:pt modelId="{2BA5AC3E-00A9-4558-BEEF-1E9E3F3991E9}" type="pres">
      <dgm:prSet presAssocID="{3455E979-99A8-434D-80BE-3C0C5DDA5055}" presName="rootText" presStyleLbl="node2" presStyleIdx="1" presStyleCnt="6" custScaleY="57076">
        <dgm:presLayoutVars>
          <dgm:chPref val="3"/>
        </dgm:presLayoutVars>
      </dgm:prSet>
      <dgm:spPr/>
    </dgm:pt>
    <dgm:pt modelId="{AB2CD70B-3486-4D4A-ABE1-F14850182D0A}" type="pres">
      <dgm:prSet presAssocID="{3455E979-99A8-434D-80BE-3C0C5DDA5055}" presName="rootConnector" presStyleLbl="node2" presStyleIdx="1" presStyleCnt="6"/>
      <dgm:spPr/>
    </dgm:pt>
    <dgm:pt modelId="{8B7070D8-6736-451F-8B98-94489474B2B0}" type="pres">
      <dgm:prSet presAssocID="{3455E979-99A8-434D-80BE-3C0C5DDA5055}" presName="hierChild4" presStyleCnt="0"/>
      <dgm:spPr/>
    </dgm:pt>
    <dgm:pt modelId="{E6A0B167-33F3-469F-92CF-BBA283E2876A}" type="pres">
      <dgm:prSet presAssocID="{0FAE65AA-7CC9-41D8-8491-8915F6A3CE48}" presName="Name37" presStyleLbl="parChTrans1D3" presStyleIdx="4" presStyleCnt="23"/>
      <dgm:spPr/>
    </dgm:pt>
    <dgm:pt modelId="{D1260D4C-3883-4639-ACB7-3B207E89821D}" type="pres">
      <dgm:prSet presAssocID="{617E7ABE-9F79-499D-BCD3-E445EE7BCE88}" presName="hierRoot2" presStyleCnt="0">
        <dgm:presLayoutVars>
          <dgm:hierBranch val="init"/>
        </dgm:presLayoutVars>
      </dgm:prSet>
      <dgm:spPr/>
    </dgm:pt>
    <dgm:pt modelId="{BACE8791-F8AB-42D1-BE5F-3E731278EB65}" type="pres">
      <dgm:prSet presAssocID="{617E7ABE-9F79-499D-BCD3-E445EE7BCE88}" presName="rootComposite" presStyleCnt="0"/>
      <dgm:spPr/>
    </dgm:pt>
    <dgm:pt modelId="{B4B4B469-BBDE-4BE1-B0D6-C9E07BD8E3B5}" type="pres">
      <dgm:prSet presAssocID="{617E7ABE-9F79-499D-BCD3-E445EE7BCE88}" presName="rootText" presStyleLbl="node3" presStyleIdx="4" presStyleCnt="23" custScaleX="89894" custScaleY="50432" custLinFactNeighborX="-5288">
        <dgm:presLayoutVars>
          <dgm:chPref val="3"/>
        </dgm:presLayoutVars>
      </dgm:prSet>
      <dgm:spPr/>
    </dgm:pt>
    <dgm:pt modelId="{77F901BA-C4AD-4642-962D-63957504B0F6}" type="pres">
      <dgm:prSet presAssocID="{617E7ABE-9F79-499D-BCD3-E445EE7BCE88}" presName="rootConnector" presStyleLbl="node3" presStyleIdx="4" presStyleCnt="23"/>
      <dgm:spPr/>
    </dgm:pt>
    <dgm:pt modelId="{7AFB06DB-CB9E-4EB0-A514-7241CBE6281F}" type="pres">
      <dgm:prSet presAssocID="{617E7ABE-9F79-499D-BCD3-E445EE7BCE88}" presName="hierChild4" presStyleCnt="0"/>
      <dgm:spPr/>
    </dgm:pt>
    <dgm:pt modelId="{88C87677-1DC4-4326-9166-97E864B3901E}" type="pres">
      <dgm:prSet presAssocID="{617E7ABE-9F79-499D-BCD3-E445EE7BCE88}" presName="hierChild5" presStyleCnt="0"/>
      <dgm:spPr/>
    </dgm:pt>
    <dgm:pt modelId="{779F59AD-7DFB-44BB-B997-481A6F575872}" type="pres">
      <dgm:prSet presAssocID="{B6715088-E8C5-4790-B9FB-01BCF74F9ACA}" presName="Name37" presStyleLbl="parChTrans1D3" presStyleIdx="5" presStyleCnt="23"/>
      <dgm:spPr/>
    </dgm:pt>
    <dgm:pt modelId="{88B6E7C3-DF22-433E-97A1-834ABAEB5B3B}" type="pres">
      <dgm:prSet presAssocID="{2FCFFF75-308A-412B-B691-9F2C3E5E43FC}" presName="hierRoot2" presStyleCnt="0">
        <dgm:presLayoutVars>
          <dgm:hierBranch val="init"/>
        </dgm:presLayoutVars>
      </dgm:prSet>
      <dgm:spPr/>
    </dgm:pt>
    <dgm:pt modelId="{A1102B75-ED6D-4C95-837C-25A1B513B811}" type="pres">
      <dgm:prSet presAssocID="{2FCFFF75-308A-412B-B691-9F2C3E5E43FC}" presName="rootComposite" presStyleCnt="0"/>
      <dgm:spPr/>
    </dgm:pt>
    <dgm:pt modelId="{103A3429-EC2A-4817-B9DB-90FA4774E98E}" type="pres">
      <dgm:prSet presAssocID="{2FCFFF75-308A-412B-B691-9F2C3E5E43FC}" presName="rootText" presStyleLbl="node3" presStyleIdx="5" presStyleCnt="23" custScaleX="89894" custScaleY="50432" custLinFactNeighborX="-5288">
        <dgm:presLayoutVars>
          <dgm:chPref val="3"/>
        </dgm:presLayoutVars>
      </dgm:prSet>
      <dgm:spPr/>
    </dgm:pt>
    <dgm:pt modelId="{EAD5C562-2F95-41AD-8CEF-E5BD226986E9}" type="pres">
      <dgm:prSet presAssocID="{2FCFFF75-308A-412B-B691-9F2C3E5E43FC}" presName="rootConnector" presStyleLbl="node3" presStyleIdx="5" presStyleCnt="23"/>
      <dgm:spPr/>
    </dgm:pt>
    <dgm:pt modelId="{6B4FCE4B-BE78-4681-975E-BFAA50FE1D1B}" type="pres">
      <dgm:prSet presAssocID="{2FCFFF75-308A-412B-B691-9F2C3E5E43FC}" presName="hierChild4" presStyleCnt="0"/>
      <dgm:spPr/>
    </dgm:pt>
    <dgm:pt modelId="{715AA2AF-C9E3-47ED-8D1F-EB286EEE0572}" type="pres">
      <dgm:prSet presAssocID="{2FCFFF75-308A-412B-B691-9F2C3E5E43FC}" presName="hierChild5" presStyleCnt="0"/>
      <dgm:spPr/>
    </dgm:pt>
    <dgm:pt modelId="{BAF607EE-8A9B-4CD9-8918-3C4CC16771AC}" type="pres">
      <dgm:prSet presAssocID="{5939079A-90B1-4646-9927-8A8BB8A9BBD6}" presName="Name37" presStyleLbl="parChTrans1D3" presStyleIdx="6" presStyleCnt="23"/>
      <dgm:spPr/>
    </dgm:pt>
    <dgm:pt modelId="{5DC979F3-D7B7-44C3-ACEB-95F5875F456F}" type="pres">
      <dgm:prSet presAssocID="{B74E28CE-8E73-4959-AAB5-E97E79E712D3}" presName="hierRoot2" presStyleCnt="0">
        <dgm:presLayoutVars>
          <dgm:hierBranch val="init"/>
        </dgm:presLayoutVars>
      </dgm:prSet>
      <dgm:spPr/>
    </dgm:pt>
    <dgm:pt modelId="{BC027A8D-DBAC-488C-BB25-A8D27CFAEB72}" type="pres">
      <dgm:prSet presAssocID="{B74E28CE-8E73-4959-AAB5-E97E79E712D3}" presName="rootComposite" presStyleCnt="0"/>
      <dgm:spPr/>
    </dgm:pt>
    <dgm:pt modelId="{F200E86B-D495-487D-A9E1-461DF6A2EFF3}" type="pres">
      <dgm:prSet presAssocID="{B74E28CE-8E73-4959-AAB5-E97E79E712D3}" presName="rootText" presStyleLbl="node3" presStyleIdx="6" presStyleCnt="23" custScaleX="89960" custLinFactNeighborX="-5288">
        <dgm:presLayoutVars>
          <dgm:chPref val="3"/>
        </dgm:presLayoutVars>
      </dgm:prSet>
      <dgm:spPr/>
    </dgm:pt>
    <dgm:pt modelId="{589E8BFE-F87A-4D5B-9C03-CF20A8897965}" type="pres">
      <dgm:prSet presAssocID="{B74E28CE-8E73-4959-AAB5-E97E79E712D3}" presName="rootConnector" presStyleLbl="node3" presStyleIdx="6" presStyleCnt="23"/>
      <dgm:spPr/>
    </dgm:pt>
    <dgm:pt modelId="{BE51CABA-81AF-49B2-97F2-B25A23AD90E1}" type="pres">
      <dgm:prSet presAssocID="{B74E28CE-8E73-4959-AAB5-E97E79E712D3}" presName="hierChild4" presStyleCnt="0"/>
      <dgm:spPr/>
    </dgm:pt>
    <dgm:pt modelId="{3DFD3A0D-BB99-4D21-B9AD-EF42796A63E0}" type="pres">
      <dgm:prSet presAssocID="{B74E28CE-8E73-4959-AAB5-E97E79E712D3}" presName="hierChild5" presStyleCnt="0"/>
      <dgm:spPr/>
    </dgm:pt>
    <dgm:pt modelId="{74DEB1F9-7BA1-4439-AA9F-E9FDE46BA40F}" type="pres">
      <dgm:prSet presAssocID="{D9BA632D-3C57-4483-A8A8-543E09AF8B74}" presName="Name37" presStyleLbl="parChTrans1D3" presStyleIdx="7" presStyleCnt="23"/>
      <dgm:spPr/>
    </dgm:pt>
    <dgm:pt modelId="{964CC8D7-6FC1-460F-B99C-7D5CFE6D70CC}" type="pres">
      <dgm:prSet presAssocID="{65160397-AFFE-484B-970D-CCB67D7C8FF2}" presName="hierRoot2" presStyleCnt="0">
        <dgm:presLayoutVars>
          <dgm:hierBranch val="init"/>
        </dgm:presLayoutVars>
      </dgm:prSet>
      <dgm:spPr/>
    </dgm:pt>
    <dgm:pt modelId="{33EA4650-FBFF-46AD-B852-F1D6D5350394}" type="pres">
      <dgm:prSet presAssocID="{65160397-AFFE-484B-970D-CCB67D7C8FF2}" presName="rootComposite" presStyleCnt="0"/>
      <dgm:spPr/>
    </dgm:pt>
    <dgm:pt modelId="{36860771-D045-43C6-841B-13650D975DD8}" type="pres">
      <dgm:prSet presAssocID="{65160397-AFFE-484B-970D-CCB67D7C8FF2}" presName="rootText" presStyleLbl="node3" presStyleIdx="7" presStyleCnt="23" custScaleX="89960" custScaleY="50205" custLinFactNeighborX="-5288">
        <dgm:presLayoutVars>
          <dgm:chPref val="3"/>
        </dgm:presLayoutVars>
      </dgm:prSet>
      <dgm:spPr/>
    </dgm:pt>
    <dgm:pt modelId="{54022064-A5E1-4E24-94FF-3F29BD4F5A40}" type="pres">
      <dgm:prSet presAssocID="{65160397-AFFE-484B-970D-CCB67D7C8FF2}" presName="rootConnector" presStyleLbl="node3" presStyleIdx="7" presStyleCnt="23"/>
      <dgm:spPr/>
    </dgm:pt>
    <dgm:pt modelId="{554284FC-9F5F-406D-8540-51692F64B29B}" type="pres">
      <dgm:prSet presAssocID="{65160397-AFFE-484B-970D-CCB67D7C8FF2}" presName="hierChild4" presStyleCnt="0"/>
      <dgm:spPr/>
    </dgm:pt>
    <dgm:pt modelId="{5EE7CE1D-BA7F-4AE0-A9FD-9717CBAAF009}" type="pres">
      <dgm:prSet presAssocID="{65160397-AFFE-484B-970D-CCB67D7C8FF2}" presName="hierChild5" presStyleCnt="0"/>
      <dgm:spPr/>
    </dgm:pt>
    <dgm:pt modelId="{84D23A0C-AC61-4578-A513-18723C7566B3}" type="pres">
      <dgm:prSet presAssocID="{9E43363D-C989-4E06-A611-498653CABEA4}" presName="Name37" presStyleLbl="parChTrans1D3" presStyleIdx="8" presStyleCnt="23"/>
      <dgm:spPr/>
    </dgm:pt>
    <dgm:pt modelId="{679D0AB3-9441-4AE4-8D59-BC0253400D29}" type="pres">
      <dgm:prSet presAssocID="{E2F849A2-D800-4A05-A657-60F1616E4CDE}" presName="hierRoot2" presStyleCnt="0">
        <dgm:presLayoutVars>
          <dgm:hierBranch val="init"/>
        </dgm:presLayoutVars>
      </dgm:prSet>
      <dgm:spPr/>
    </dgm:pt>
    <dgm:pt modelId="{45B19393-6B25-4518-8552-BAC10E96C1CB}" type="pres">
      <dgm:prSet presAssocID="{E2F849A2-D800-4A05-A657-60F1616E4CDE}" presName="rootComposite" presStyleCnt="0"/>
      <dgm:spPr/>
    </dgm:pt>
    <dgm:pt modelId="{0AD60280-4C6D-46E3-941C-535D92DD9191}" type="pres">
      <dgm:prSet presAssocID="{E2F849A2-D800-4A05-A657-60F1616E4CDE}" presName="rootText" presStyleLbl="node3" presStyleIdx="8" presStyleCnt="23" custScaleX="89960" custLinFactNeighborX="-5288">
        <dgm:presLayoutVars>
          <dgm:chPref val="3"/>
        </dgm:presLayoutVars>
      </dgm:prSet>
      <dgm:spPr/>
    </dgm:pt>
    <dgm:pt modelId="{30CC0DDE-960F-405F-AFB3-42999872AFED}" type="pres">
      <dgm:prSet presAssocID="{E2F849A2-D800-4A05-A657-60F1616E4CDE}" presName="rootConnector" presStyleLbl="node3" presStyleIdx="8" presStyleCnt="23"/>
      <dgm:spPr/>
    </dgm:pt>
    <dgm:pt modelId="{E22C975E-9541-41C4-8E74-50CF3A133163}" type="pres">
      <dgm:prSet presAssocID="{E2F849A2-D800-4A05-A657-60F1616E4CDE}" presName="hierChild4" presStyleCnt="0"/>
      <dgm:spPr/>
    </dgm:pt>
    <dgm:pt modelId="{3E34EF0B-29DE-465A-B4F2-193B90F62EDA}" type="pres">
      <dgm:prSet presAssocID="{E2F849A2-D800-4A05-A657-60F1616E4CDE}" presName="hierChild5" presStyleCnt="0"/>
      <dgm:spPr/>
    </dgm:pt>
    <dgm:pt modelId="{E5434CB6-DDAD-4C94-BA77-0EBC2ACD9290}" type="pres">
      <dgm:prSet presAssocID="{919CBBF2-B830-47B5-ACF5-119588B097A2}" presName="Name37" presStyleLbl="parChTrans1D3" presStyleIdx="9" presStyleCnt="23"/>
      <dgm:spPr/>
    </dgm:pt>
    <dgm:pt modelId="{FDAB0EDA-03FE-4B86-95E6-B38F6860F898}" type="pres">
      <dgm:prSet presAssocID="{11C961D4-CA2D-48D6-B65B-37FAB80A22FB}" presName="hierRoot2" presStyleCnt="0">
        <dgm:presLayoutVars>
          <dgm:hierBranch val="init"/>
        </dgm:presLayoutVars>
      </dgm:prSet>
      <dgm:spPr/>
    </dgm:pt>
    <dgm:pt modelId="{E1C1DCE1-D2B2-449D-965D-D3332AC487D8}" type="pres">
      <dgm:prSet presAssocID="{11C961D4-CA2D-48D6-B65B-37FAB80A22FB}" presName="rootComposite" presStyleCnt="0"/>
      <dgm:spPr/>
    </dgm:pt>
    <dgm:pt modelId="{4A9855AB-1BB7-4A73-8B25-28630D858663}" type="pres">
      <dgm:prSet presAssocID="{11C961D4-CA2D-48D6-B65B-37FAB80A22FB}" presName="rootText" presStyleLbl="node3" presStyleIdx="9" presStyleCnt="23" custScaleX="89960" custScaleY="50345" custLinFactNeighborX="-5288">
        <dgm:presLayoutVars>
          <dgm:chPref val="3"/>
        </dgm:presLayoutVars>
      </dgm:prSet>
      <dgm:spPr/>
    </dgm:pt>
    <dgm:pt modelId="{D71B7196-79F3-41B8-84D8-FC90F1FD5296}" type="pres">
      <dgm:prSet presAssocID="{11C961D4-CA2D-48D6-B65B-37FAB80A22FB}" presName="rootConnector" presStyleLbl="node3" presStyleIdx="9" presStyleCnt="23"/>
      <dgm:spPr/>
    </dgm:pt>
    <dgm:pt modelId="{4C6A7FD8-AA4B-47E0-A69A-E1A5516B6C8A}" type="pres">
      <dgm:prSet presAssocID="{11C961D4-CA2D-48D6-B65B-37FAB80A22FB}" presName="hierChild4" presStyleCnt="0"/>
      <dgm:spPr/>
    </dgm:pt>
    <dgm:pt modelId="{9F0DB318-7FFE-444D-8E4A-B1A2CF0474E4}" type="pres">
      <dgm:prSet presAssocID="{11C961D4-CA2D-48D6-B65B-37FAB80A22FB}" presName="hierChild5" presStyleCnt="0"/>
      <dgm:spPr/>
    </dgm:pt>
    <dgm:pt modelId="{AAB308D5-C1D0-4E7F-8698-73E6A0A859AA}" type="pres">
      <dgm:prSet presAssocID="{AF7C35EA-4421-4994-ADCB-AAD460737E60}" presName="Name37" presStyleLbl="parChTrans1D3" presStyleIdx="10" presStyleCnt="23"/>
      <dgm:spPr/>
    </dgm:pt>
    <dgm:pt modelId="{F663DDD1-0B68-461E-A80A-7B008D961164}" type="pres">
      <dgm:prSet presAssocID="{100A6681-24A9-405B-9579-7ED70E535DCE}" presName="hierRoot2" presStyleCnt="0">
        <dgm:presLayoutVars>
          <dgm:hierBranch val="init"/>
        </dgm:presLayoutVars>
      </dgm:prSet>
      <dgm:spPr/>
    </dgm:pt>
    <dgm:pt modelId="{3E993CB0-2556-47B3-8118-F415057F20C8}" type="pres">
      <dgm:prSet presAssocID="{100A6681-24A9-405B-9579-7ED70E535DCE}" presName="rootComposite" presStyleCnt="0"/>
      <dgm:spPr/>
    </dgm:pt>
    <dgm:pt modelId="{FD8036B7-091E-47DE-9045-ABB470C34A2B}" type="pres">
      <dgm:prSet presAssocID="{100A6681-24A9-405B-9579-7ED70E535DCE}" presName="rootText" presStyleLbl="node3" presStyleIdx="10" presStyleCnt="23" custScaleX="89960" custScaleY="53558" custLinFactNeighborX="-5288">
        <dgm:presLayoutVars>
          <dgm:chPref val="3"/>
        </dgm:presLayoutVars>
      </dgm:prSet>
      <dgm:spPr/>
    </dgm:pt>
    <dgm:pt modelId="{4B2E7A2D-CE1A-4426-9D05-7DCF125973D6}" type="pres">
      <dgm:prSet presAssocID="{100A6681-24A9-405B-9579-7ED70E535DCE}" presName="rootConnector" presStyleLbl="node3" presStyleIdx="10" presStyleCnt="23"/>
      <dgm:spPr/>
    </dgm:pt>
    <dgm:pt modelId="{33BA3818-97D8-4956-B2B3-F016523C325B}" type="pres">
      <dgm:prSet presAssocID="{100A6681-24A9-405B-9579-7ED70E535DCE}" presName="hierChild4" presStyleCnt="0"/>
      <dgm:spPr/>
    </dgm:pt>
    <dgm:pt modelId="{25754A3E-5806-4F8C-8A81-A015DCCBE93D}" type="pres">
      <dgm:prSet presAssocID="{100A6681-24A9-405B-9579-7ED70E535DCE}" presName="hierChild5" presStyleCnt="0"/>
      <dgm:spPr/>
    </dgm:pt>
    <dgm:pt modelId="{673BA3E3-C974-4E54-871F-2149FE4F51E3}" type="pres">
      <dgm:prSet presAssocID="{3455E979-99A8-434D-80BE-3C0C5DDA5055}" presName="hierChild5" presStyleCnt="0"/>
      <dgm:spPr/>
    </dgm:pt>
    <dgm:pt modelId="{F4F7184C-C202-4FC8-B6DA-5C9958F14024}" type="pres">
      <dgm:prSet presAssocID="{5FFFF966-42D7-4D00-9068-BAE53A6124D9}" presName="Name37" presStyleLbl="parChTrans1D2" presStyleIdx="2" presStyleCnt="6"/>
      <dgm:spPr/>
    </dgm:pt>
    <dgm:pt modelId="{049FB5B1-AB35-4130-9F35-ADAC8C5B31FF}" type="pres">
      <dgm:prSet presAssocID="{027265CB-D428-4F30-9354-C3C80F5554C2}" presName="hierRoot2" presStyleCnt="0">
        <dgm:presLayoutVars>
          <dgm:hierBranch val="init"/>
        </dgm:presLayoutVars>
      </dgm:prSet>
      <dgm:spPr/>
    </dgm:pt>
    <dgm:pt modelId="{E3D27488-5B2E-4D61-B499-E7B0F52688C9}" type="pres">
      <dgm:prSet presAssocID="{027265CB-D428-4F30-9354-C3C80F5554C2}" presName="rootComposite" presStyleCnt="0"/>
      <dgm:spPr/>
    </dgm:pt>
    <dgm:pt modelId="{FC88BD61-F9BF-4011-AC8D-AA6AD2B13D38}" type="pres">
      <dgm:prSet presAssocID="{027265CB-D428-4F30-9354-C3C80F5554C2}" presName="rootText" presStyleLbl="node2" presStyleIdx="2" presStyleCnt="6" custScaleY="57076">
        <dgm:presLayoutVars>
          <dgm:chPref val="3"/>
        </dgm:presLayoutVars>
      </dgm:prSet>
      <dgm:spPr/>
    </dgm:pt>
    <dgm:pt modelId="{66F12EE0-3B0F-4CFF-AF34-B89019856EC3}" type="pres">
      <dgm:prSet presAssocID="{027265CB-D428-4F30-9354-C3C80F5554C2}" presName="rootConnector" presStyleLbl="node2" presStyleIdx="2" presStyleCnt="6"/>
      <dgm:spPr/>
    </dgm:pt>
    <dgm:pt modelId="{5C9A8BB6-DC8D-435B-9E8C-D67BE5D36999}" type="pres">
      <dgm:prSet presAssocID="{027265CB-D428-4F30-9354-C3C80F5554C2}" presName="hierChild4" presStyleCnt="0"/>
      <dgm:spPr/>
    </dgm:pt>
    <dgm:pt modelId="{BAC0629A-90AF-4E95-89DB-7E875418BDB5}" type="pres">
      <dgm:prSet presAssocID="{D77A5B7A-5443-48F6-B260-5AB89D451A4B}" presName="Name37" presStyleLbl="parChTrans1D3" presStyleIdx="11" presStyleCnt="23"/>
      <dgm:spPr/>
    </dgm:pt>
    <dgm:pt modelId="{7AE6132B-B0C2-4958-840A-FFB274CDA575}" type="pres">
      <dgm:prSet presAssocID="{2B0F7E0E-9C88-43C7-805D-1C41AE76FC52}" presName="hierRoot2" presStyleCnt="0">
        <dgm:presLayoutVars>
          <dgm:hierBranch val="init"/>
        </dgm:presLayoutVars>
      </dgm:prSet>
      <dgm:spPr/>
    </dgm:pt>
    <dgm:pt modelId="{64FEE5A9-0BA8-4838-B365-1CA7FC669AF5}" type="pres">
      <dgm:prSet presAssocID="{2B0F7E0E-9C88-43C7-805D-1C41AE76FC52}" presName="rootComposite" presStyleCnt="0"/>
      <dgm:spPr/>
    </dgm:pt>
    <dgm:pt modelId="{A48910E0-67CE-4A97-9740-07C4ABE4FA3B}" type="pres">
      <dgm:prSet presAssocID="{2B0F7E0E-9C88-43C7-805D-1C41AE76FC52}" presName="rootText" presStyleLbl="node3" presStyleIdx="11" presStyleCnt="23" custScaleX="82852" custScaleY="54643" custLinFactNeighborX="-5784">
        <dgm:presLayoutVars>
          <dgm:chPref val="3"/>
        </dgm:presLayoutVars>
      </dgm:prSet>
      <dgm:spPr/>
    </dgm:pt>
    <dgm:pt modelId="{31A098B9-029A-46FE-A4EA-356A142E7889}" type="pres">
      <dgm:prSet presAssocID="{2B0F7E0E-9C88-43C7-805D-1C41AE76FC52}" presName="rootConnector" presStyleLbl="node3" presStyleIdx="11" presStyleCnt="23"/>
      <dgm:spPr/>
    </dgm:pt>
    <dgm:pt modelId="{2745F0D8-3C0F-4ED8-A68B-374D962D63BA}" type="pres">
      <dgm:prSet presAssocID="{2B0F7E0E-9C88-43C7-805D-1C41AE76FC52}" presName="hierChild4" presStyleCnt="0"/>
      <dgm:spPr/>
    </dgm:pt>
    <dgm:pt modelId="{620C5C29-7BC9-42EA-9834-1EF449C67169}" type="pres">
      <dgm:prSet presAssocID="{2B0F7E0E-9C88-43C7-805D-1C41AE76FC52}" presName="hierChild5" presStyleCnt="0"/>
      <dgm:spPr/>
    </dgm:pt>
    <dgm:pt modelId="{63909FB9-6232-4999-93C4-F3E16B75973F}" type="pres">
      <dgm:prSet presAssocID="{E037EB66-A58B-4768-9E13-7C1D1EBFAFC6}" presName="Name37" presStyleLbl="parChTrans1D3" presStyleIdx="12" presStyleCnt="23"/>
      <dgm:spPr/>
    </dgm:pt>
    <dgm:pt modelId="{95C5EFBD-0CB2-4541-A3E6-58AA56A20C1D}" type="pres">
      <dgm:prSet presAssocID="{A624E27C-DB45-4852-945C-21C2582993BC}" presName="hierRoot2" presStyleCnt="0">
        <dgm:presLayoutVars>
          <dgm:hierBranch val="init"/>
        </dgm:presLayoutVars>
      </dgm:prSet>
      <dgm:spPr/>
    </dgm:pt>
    <dgm:pt modelId="{5B3C382B-8337-4243-B62E-1AC3C8A9D9EC}" type="pres">
      <dgm:prSet presAssocID="{A624E27C-DB45-4852-945C-21C2582993BC}" presName="rootComposite" presStyleCnt="0"/>
      <dgm:spPr/>
    </dgm:pt>
    <dgm:pt modelId="{0CD1AB7C-D57F-4DA3-A5F9-677F2E38F778}" type="pres">
      <dgm:prSet presAssocID="{A624E27C-DB45-4852-945C-21C2582993BC}" presName="rootText" presStyleLbl="node3" presStyleIdx="12" presStyleCnt="23" custScaleX="82852" custScaleY="54643" custLinFactNeighborX="-5784">
        <dgm:presLayoutVars>
          <dgm:chPref val="3"/>
        </dgm:presLayoutVars>
      </dgm:prSet>
      <dgm:spPr/>
    </dgm:pt>
    <dgm:pt modelId="{EE800C07-2116-40D7-9799-DAA74B6DE078}" type="pres">
      <dgm:prSet presAssocID="{A624E27C-DB45-4852-945C-21C2582993BC}" presName="rootConnector" presStyleLbl="node3" presStyleIdx="12" presStyleCnt="23"/>
      <dgm:spPr/>
    </dgm:pt>
    <dgm:pt modelId="{168FFF37-1E2C-4D1A-9E84-502E80E7B8A6}" type="pres">
      <dgm:prSet presAssocID="{A624E27C-DB45-4852-945C-21C2582993BC}" presName="hierChild4" presStyleCnt="0"/>
      <dgm:spPr/>
    </dgm:pt>
    <dgm:pt modelId="{D7D3E9D7-8B18-4B9A-B5E6-07CAE6EE713B}" type="pres">
      <dgm:prSet presAssocID="{A624E27C-DB45-4852-945C-21C2582993BC}" presName="hierChild5" presStyleCnt="0"/>
      <dgm:spPr/>
    </dgm:pt>
    <dgm:pt modelId="{641EA38E-1216-4D62-B6F8-72D280BDABD4}" type="pres">
      <dgm:prSet presAssocID="{C5D0645B-4182-4931-8BCB-29BF38A6C2AF}" presName="Name37" presStyleLbl="parChTrans1D3" presStyleIdx="13" presStyleCnt="23"/>
      <dgm:spPr/>
    </dgm:pt>
    <dgm:pt modelId="{60E60F0D-B61D-4D19-A771-D18D6C6BE997}" type="pres">
      <dgm:prSet presAssocID="{EFB01FDA-8DF2-4FA6-A6A5-1A08C4A72D92}" presName="hierRoot2" presStyleCnt="0">
        <dgm:presLayoutVars>
          <dgm:hierBranch val="init"/>
        </dgm:presLayoutVars>
      </dgm:prSet>
      <dgm:spPr/>
    </dgm:pt>
    <dgm:pt modelId="{0A87E83A-CFBF-4770-A5E1-00D8BA479EB9}" type="pres">
      <dgm:prSet presAssocID="{EFB01FDA-8DF2-4FA6-A6A5-1A08C4A72D92}" presName="rootComposite" presStyleCnt="0"/>
      <dgm:spPr/>
    </dgm:pt>
    <dgm:pt modelId="{CDF6376F-85D1-44A9-B2F7-3A72365338B8}" type="pres">
      <dgm:prSet presAssocID="{EFB01FDA-8DF2-4FA6-A6A5-1A08C4A72D92}" presName="rootText" presStyleLbl="node3" presStyleIdx="13" presStyleCnt="23" custScaleX="82852" custScaleY="54643" custLinFactNeighborX="-5784">
        <dgm:presLayoutVars>
          <dgm:chPref val="3"/>
        </dgm:presLayoutVars>
      </dgm:prSet>
      <dgm:spPr/>
    </dgm:pt>
    <dgm:pt modelId="{BDB13385-147E-4C45-BEB9-670C1DC97D00}" type="pres">
      <dgm:prSet presAssocID="{EFB01FDA-8DF2-4FA6-A6A5-1A08C4A72D92}" presName="rootConnector" presStyleLbl="node3" presStyleIdx="13" presStyleCnt="23"/>
      <dgm:spPr/>
    </dgm:pt>
    <dgm:pt modelId="{0CD1C61C-0454-4ADF-9853-2569F66BDFBF}" type="pres">
      <dgm:prSet presAssocID="{EFB01FDA-8DF2-4FA6-A6A5-1A08C4A72D92}" presName="hierChild4" presStyleCnt="0"/>
      <dgm:spPr/>
    </dgm:pt>
    <dgm:pt modelId="{12AE9507-B4FB-464B-A928-DB04F0DF0134}" type="pres">
      <dgm:prSet presAssocID="{EFB01FDA-8DF2-4FA6-A6A5-1A08C4A72D92}" presName="hierChild5" presStyleCnt="0"/>
      <dgm:spPr/>
    </dgm:pt>
    <dgm:pt modelId="{3266249E-8614-4437-A1C1-B8FA3C35AB09}" type="pres">
      <dgm:prSet presAssocID="{027265CB-D428-4F30-9354-C3C80F5554C2}" presName="hierChild5" presStyleCnt="0"/>
      <dgm:spPr/>
    </dgm:pt>
    <dgm:pt modelId="{A0DDEB07-9856-4A35-9FA6-654857A9D7C4}" type="pres">
      <dgm:prSet presAssocID="{50A45D2E-259D-49C0-A7F3-5F0C4F91387E}" presName="Name37" presStyleLbl="parChTrans1D2" presStyleIdx="3" presStyleCnt="6"/>
      <dgm:spPr/>
    </dgm:pt>
    <dgm:pt modelId="{5E4B26AA-2414-440B-9967-5E0BC65F617C}" type="pres">
      <dgm:prSet presAssocID="{6104FAED-CDB6-4992-A5B5-E82EC8EF5CB4}" presName="hierRoot2" presStyleCnt="0">
        <dgm:presLayoutVars>
          <dgm:hierBranch val="init"/>
        </dgm:presLayoutVars>
      </dgm:prSet>
      <dgm:spPr/>
    </dgm:pt>
    <dgm:pt modelId="{6055F4EC-DAA0-4F99-BAAD-64248300BEE4}" type="pres">
      <dgm:prSet presAssocID="{6104FAED-CDB6-4992-A5B5-E82EC8EF5CB4}" presName="rootComposite" presStyleCnt="0"/>
      <dgm:spPr/>
    </dgm:pt>
    <dgm:pt modelId="{E9EE4542-D680-40B4-B2BE-CAA350EB1CA7}" type="pres">
      <dgm:prSet presAssocID="{6104FAED-CDB6-4992-A5B5-E82EC8EF5CB4}" presName="rootText" presStyleLbl="node2" presStyleIdx="3" presStyleCnt="6" custScaleY="57076">
        <dgm:presLayoutVars>
          <dgm:chPref val="3"/>
        </dgm:presLayoutVars>
      </dgm:prSet>
      <dgm:spPr/>
    </dgm:pt>
    <dgm:pt modelId="{1337431B-37DE-4226-9E3E-6D343F014B31}" type="pres">
      <dgm:prSet presAssocID="{6104FAED-CDB6-4992-A5B5-E82EC8EF5CB4}" presName="rootConnector" presStyleLbl="node2" presStyleIdx="3" presStyleCnt="6"/>
      <dgm:spPr/>
    </dgm:pt>
    <dgm:pt modelId="{E36E538E-1207-4770-A4E7-6A3E8BFEEA74}" type="pres">
      <dgm:prSet presAssocID="{6104FAED-CDB6-4992-A5B5-E82EC8EF5CB4}" presName="hierChild4" presStyleCnt="0"/>
      <dgm:spPr/>
    </dgm:pt>
    <dgm:pt modelId="{A73D4BBF-45C9-4EF9-913A-641A3B5EB372}" type="pres">
      <dgm:prSet presAssocID="{4E56A1B9-0E0F-4745-8495-ED932723A85C}" presName="Name37" presStyleLbl="parChTrans1D3" presStyleIdx="14" presStyleCnt="23"/>
      <dgm:spPr/>
    </dgm:pt>
    <dgm:pt modelId="{4FC18A74-557A-402D-A83A-1D9945E1673F}" type="pres">
      <dgm:prSet presAssocID="{954761B2-B8A9-4337-8063-AE4569B452ED}" presName="hierRoot2" presStyleCnt="0">
        <dgm:presLayoutVars>
          <dgm:hierBranch val="init"/>
        </dgm:presLayoutVars>
      </dgm:prSet>
      <dgm:spPr/>
    </dgm:pt>
    <dgm:pt modelId="{972B80DA-994E-4588-B053-4DE13F76184D}" type="pres">
      <dgm:prSet presAssocID="{954761B2-B8A9-4337-8063-AE4569B452ED}" presName="rootComposite" presStyleCnt="0"/>
      <dgm:spPr/>
    </dgm:pt>
    <dgm:pt modelId="{4AD619AD-12E6-43FC-828C-FC301D713E0A}" type="pres">
      <dgm:prSet presAssocID="{954761B2-B8A9-4337-8063-AE4569B452ED}" presName="rootText" presStyleLbl="node3" presStyleIdx="14" presStyleCnt="23" custScaleX="82852" custScaleY="54643" custLinFactNeighborX="-5784">
        <dgm:presLayoutVars>
          <dgm:chPref val="3"/>
        </dgm:presLayoutVars>
      </dgm:prSet>
      <dgm:spPr/>
    </dgm:pt>
    <dgm:pt modelId="{582B36A5-AC40-45C5-AFA2-C3BC283FADAE}" type="pres">
      <dgm:prSet presAssocID="{954761B2-B8A9-4337-8063-AE4569B452ED}" presName="rootConnector" presStyleLbl="node3" presStyleIdx="14" presStyleCnt="23"/>
      <dgm:spPr/>
    </dgm:pt>
    <dgm:pt modelId="{72338FAF-C439-417D-86F4-CD9CB2257AF4}" type="pres">
      <dgm:prSet presAssocID="{954761B2-B8A9-4337-8063-AE4569B452ED}" presName="hierChild4" presStyleCnt="0"/>
      <dgm:spPr/>
    </dgm:pt>
    <dgm:pt modelId="{540A14E3-2B16-48BD-8600-E7ECAD4CDB38}" type="pres">
      <dgm:prSet presAssocID="{954761B2-B8A9-4337-8063-AE4569B452ED}" presName="hierChild5" presStyleCnt="0"/>
      <dgm:spPr/>
    </dgm:pt>
    <dgm:pt modelId="{097F2163-0978-42AD-9844-09FF27D665D6}" type="pres">
      <dgm:prSet presAssocID="{E5D44E87-419E-47DD-9610-EAB6CE16D0A0}" presName="Name37" presStyleLbl="parChTrans1D3" presStyleIdx="15" presStyleCnt="23"/>
      <dgm:spPr/>
    </dgm:pt>
    <dgm:pt modelId="{9D9BB1E3-EB55-4B47-A0C8-65ACA7290F44}" type="pres">
      <dgm:prSet presAssocID="{06193E77-61C9-4280-9A3B-2CD392FC0E79}" presName="hierRoot2" presStyleCnt="0">
        <dgm:presLayoutVars>
          <dgm:hierBranch val="init"/>
        </dgm:presLayoutVars>
      </dgm:prSet>
      <dgm:spPr/>
    </dgm:pt>
    <dgm:pt modelId="{1AA61D25-4A40-46F4-A177-063C2472A336}" type="pres">
      <dgm:prSet presAssocID="{06193E77-61C9-4280-9A3B-2CD392FC0E79}" presName="rootComposite" presStyleCnt="0"/>
      <dgm:spPr/>
    </dgm:pt>
    <dgm:pt modelId="{662B79C1-B793-4190-AE9A-842575A0181B}" type="pres">
      <dgm:prSet presAssocID="{06193E77-61C9-4280-9A3B-2CD392FC0E79}" presName="rootText" presStyleLbl="node3" presStyleIdx="15" presStyleCnt="23" custScaleX="82852" custScaleY="54643" custLinFactNeighborX="-5784">
        <dgm:presLayoutVars>
          <dgm:chPref val="3"/>
        </dgm:presLayoutVars>
      </dgm:prSet>
      <dgm:spPr/>
    </dgm:pt>
    <dgm:pt modelId="{A3525ECE-5A3C-4C0A-A38C-50C4B5A0FEFD}" type="pres">
      <dgm:prSet presAssocID="{06193E77-61C9-4280-9A3B-2CD392FC0E79}" presName="rootConnector" presStyleLbl="node3" presStyleIdx="15" presStyleCnt="23"/>
      <dgm:spPr/>
    </dgm:pt>
    <dgm:pt modelId="{F2CB6370-DB04-43EC-9273-5E224C09A19C}" type="pres">
      <dgm:prSet presAssocID="{06193E77-61C9-4280-9A3B-2CD392FC0E79}" presName="hierChild4" presStyleCnt="0"/>
      <dgm:spPr/>
    </dgm:pt>
    <dgm:pt modelId="{AB08EE32-1913-4F4B-934E-86C04546EC8F}" type="pres">
      <dgm:prSet presAssocID="{06193E77-61C9-4280-9A3B-2CD392FC0E79}" presName="hierChild5" presStyleCnt="0"/>
      <dgm:spPr/>
    </dgm:pt>
    <dgm:pt modelId="{F08C143D-CD87-4583-BCE5-1228DBFDAF0F}" type="pres">
      <dgm:prSet presAssocID="{B1E8CB50-EEA3-49D8-9F3A-3B7772D7C568}" presName="Name37" presStyleLbl="parChTrans1D3" presStyleIdx="16" presStyleCnt="23"/>
      <dgm:spPr/>
    </dgm:pt>
    <dgm:pt modelId="{F564574B-B97A-4FA1-A00C-2D034DDE4941}" type="pres">
      <dgm:prSet presAssocID="{6A27283B-146B-478C-8806-FA84F140A365}" presName="hierRoot2" presStyleCnt="0">
        <dgm:presLayoutVars>
          <dgm:hierBranch val="init"/>
        </dgm:presLayoutVars>
      </dgm:prSet>
      <dgm:spPr/>
    </dgm:pt>
    <dgm:pt modelId="{8CB0DC73-8A54-4260-B1EC-516394C599AE}" type="pres">
      <dgm:prSet presAssocID="{6A27283B-146B-478C-8806-FA84F140A365}" presName="rootComposite" presStyleCnt="0"/>
      <dgm:spPr/>
    </dgm:pt>
    <dgm:pt modelId="{27905CDB-CBE7-4E82-8B6E-EFF9E422E5A3}" type="pres">
      <dgm:prSet presAssocID="{6A27283B-146B-478C-8806-FA84F140A365}" presName="rootText" presStyleLbl="node3" presStyleIdx="16" presStyleCnt="23" custScaleX="82852" custScaleY="54643" custLinFactNeighborX="-5784">
        <dgm:presLayoutVars>
          <dgm:chPref val="3"/>
        </dgm:presLayoutVars>
      </dgm:prSet>
      <dgm:spPr/>
    </dgm:pt>
    <dgm:pt modelId="{01996410-AC76-4EA3-BC3B-6A1768975241}" type="pres">
      <dgm:prSet presAssocID="{6A27283B-146B-478C-8806-FA84F140A365}" presName="rootConnector" presStyleLbl="node3" presStyleIdx="16" presStyleCnt="23"/>
      <dgm:spPr/>
    </dgm:pt>
    <dgm:pt modelId="{62236CE9-27ED-4B9A-B5D8-DBCEB30EA4C3}" type="pres">
      <dgm:prSet presAssocID="{6A27283B-146B-478C-8806-FA84F140A365}" presName="hierChild4" presStyleCnt="0"/>
      <dgm:spPr/>
    </dgm:pt>
    <dgm:pt modelId="{F7B43C34-48A8-4F84-9F51-E19171D8926E}" type="pres">
      <dgm:prSet presAssocID="{6A27283B-146B-478C-8806-FA84F140A365}" presName="hierChild5" presStyleCnt="0"/>
      <dgm:spPr/>
    </dgm:pt>
    <dgm:pt modelId="{5F365B80-3F63-47EC-8BCF-82BB2CCD854A}" type="pres">
      <dgm:prSet presAssocID="{6104FAED-CDB6-4992-A5B5-E82EC8EF5CB4}" presName="hierChild5" presStyleCnt="0"/>
      <dgm:spPr/>
    </dgm:pt>
    <dgm:pt modelId="{0AE38DB8-64F0-4008-8E50-8DA16230186A}" type="pres">
      <dgm:prSet presAssocID="{E9850D55-1B4E-42CE-85B9-CBB5BB613BDA}" presName="Name37" presStyleLbl="parChTrans1D2" presStyleIdx="4" presStyleCnt="6"/>
      <dgm:spPr/>
    </dgm:pt>
    <dgm:pt modelId="{1DD4BBC2-413E-4AA4-BE3B-7D859D95091A}" type="pres">
      <dgm:prSet presAssocID="{EE8C4E2B-93F4-4076-9526-FA0336D0BFB1}" presName="hierRoot2" presStyleCnt="0">
        <dgm:presLayoutVars>
          <dgm:hierBranch val="init"/>
        </dgm:presLayoutVars>
      </dgm:prSet>
      <dgm:spPr/>
    </dgm:pt>
    <dgm:pt modelId="{43211438-5662-437E-8039-4DF1F734BE26}" type="pres">
      <dgm:prSet presAssocID="{EE8C4E2B-93F4-4076-9526-FA0336D0BFB1}" presName="rootComposite" presStyleCnt="0"/>
      <dgm:spPr/>
    </dgm:pt>
    <dgm:pt modelId="{215E55EC-E820-4F12-8978-0010106389B3}" type="pres">
      <dgm:prSet presAssocID="{EE8C4E2B-93F4-4076-9526-FA0336D0BFB1}" presName="rootText" presStyleLbl="node2" presStyleIdx="4" presStyleCnt="6" custScaleX="117643" custScaleY="57076">
        <dgm:presLayoutVars>
          <dgm:chPref val="3"/>
        </dgm:presLayoutVars>
      </dgm:prSet>
      <dgm:spPr/>
    </dgm:pt>
    <dgm:pt modelId="{E707E745-09F3-4F3F-8941-272E3EF3E319}" type="pres">
      <dgm:prSet presAssocID="{EE8C4E2B-93F4-4076-9526-FA0336D0BFB1}" presName="rootConnector" presStyleLbl="node2" presStyleIdx="4" presStyleCnt="6"/>
      <dgm:spPr/>
    </dgm:pt>
    <dgm:pt modelId="{D34B6AF6-8F87-4AE4-A616-AE06490BECAA}" type="pres">
      <dgm:prSet presAssocID="{EE8C4E2B-93F4-4076-9526-FA0336D0BFB1}" presName="hierChild4" presStyleCnt="0"/>
      <dgm:spPr/>
    </dgm:pt>
    <dgm:pt modelId="{11BC3DCE-624B-4E89-8CFB-100AC423B9B5}" type="pres">
      <dgm:prSet presAssocID="{287727BC-7B7C-426B-BA61-6F74B140054B}" presName="Name37" presStyleLbl="parChTrans1D3" presStyleIdx="17" presStyleCnt="23"/>
      <dgm:spPr/>
    </dgm:pt>
    <dgm:pt modelId="{AEE2EF5C-8AA5-475C-8F5C-52F506FC4ED2}" type="pres">
      <dgm:prSet presAssocID="{A5795CEE-C092-4C5D-8919-31402F08C0C9}" presName="hierRoot2" presStyleCnt="0">
        <dgm:presLayoutVars>
          <dgm:hierBranch val="init"/>
        </dgm:presLayoutVars>
      </dgm:prSet>
      <dgm:spPr/>
    </dgm:pt>
    <dgm:pt modelId="{50EC8443-F997-490A-BADF-F6C276946D1E}" type="pres">
      <dgm:prSet presAssocID="{A5795CEE-C092-4C5D-8919-31402F08C0C9}" presName="rootComposite" presStyleCnt="0"/>
      <dgm:spPr/>
    </dgm:pt>
    <dgm:pt modelId="{E03F6685-02F0-4FB8-87C1-E574293219AD}" type="pres">
      <dgm:prSet presAssocID="{A5795CEE-C092-4C5D-8919-31402F08C0C9}" presName="rootText" presStyleLbl="node3" presStyleIdx="17" presStyleCnt="23" custScaleX="112442" custScaleY="54643" custLinFactNeighborX="-5784">
        <dgm:presLayoutVars>
          <dgm:chPref val="3"/>
        </dgm:presLayoutVars>
      </dgm:prSet>
      <dgm:spPr/>
    </dgm:pt>
    <dgm:pt modelId="{7E170EF9-31DE-4A57-85A6-2803CFFEA40C}" type="pres">
      <dgm:prSet presAssocID="{A5795CEE-C092-4C5D-8919-31402F08C0C9}" presName="rootConnector" presStyleLbl="node3" presStyleIdx="17" presStyleCnt="23"/>
      <dgm:spPr/>
    </dgm:pt>
    <dgm:pt modelId="{152AE0AB-88B6-45AF-915A-95DBDBB5F41E}" type="pres">
      <dgm:prSet presAssocID="{A5795CEE-C092-4C5D-8919-31402F08C0C9}" presName="hierChild4" presStyleCnt="0"/>
      <dgm:spPr/>
    </dgm:pt>
    <dgm:pt modelId="{B3427AF3-2959-4467-A2B3-14AB2EF9FA90}" type="pres">
      <dgm:prSet presAssocID="{A5795CEE-C092-4C5D-8919-31402F08C0C9}" presName="hierChild5" presStyleCnt="0"/>
      <dgm:spPr/>
    </dgm:pt>
    <dgm:pt modelId="{490D377B-3090-4FE9-A1BC-74FE9185A361}" type="pres">
      <dgm:prSet presAssocID="{5B516BFA-8C01-474A-BD45-67E1B252070D}" presName="Name37" presStyleLbl="parChTrans1D3" presStyleIdx="18" presStyleCnt="23"/>
      <dgm:spPr/>
    </dgm:pt>
    <dgm:pt modelId="{F74F0D04-CE06-4D1F-A45D-A6A802071F21}" type="pres">
      <dgm:prSet presAssocID="{2B64199E-20F1-43E8-9A49-5E342CD70ADC}" presName="hierRoot2" presStyleCnt="0">
        <dgm:presLayoutVars>
          <dgm:hierBranch val="init"/>
        </dgm:presLayoutVars>
      </dgm:prSet>
      <dgm:spPr/>
    </dgm:pt>
    <dgm:pt modelId="{770E46A0-9363-4D03-A964-AADC7E1F88E0}" type="pres">
      <dgm:prSet presAssocID="{2B64199E-20F1-43E8-9A49-5E342CD70ADC}" presName="rootComposite" presStyleCnt="0"/>
      <dgm:spPr/>
    </dgm:pt>
    <dgm:pt modelId="{05175D22-F355-4132-92F3-7651B471C162}" type="pres">
      <dgm:prSet presAssocID="{2B64199E-20F1-43E8-9A49-5E342CD70ADC}" presName="rootText" presStyleLbl="node3" presStyleIdx="18" presStyleCnt="23" custScaleX="112442" custScaleY="54643" custLinFactNeighborX="-5784">
        <dgm:presLayoutVars>
          <dgm:chPref val="3"/>
        </dgm:presLayoutVars>
      </dgm:prSet>
      <dgm:spPr/>
    </dgm:pt>
    <dgm:pt modelId="{84F2ED1F-EF7C-41BE-ABEA-C8CE1FB5EC1D}" type="pres">
      <dgm:prSet presAssocID="{2B64199E-20F1-43E8-9A49-5E342CD70ADC}" presName="rootConnector" presStyleLbl="node3" presStyleIdx="18" presStyleCnt="23"/>
      <dgm:spPr/>
    </dgm:pt>
    <dgm:pt modelId="{E56CE398-580E-4C5B-8F56-247575418775}" type="pres">
      <dgm:prSet presAssocID="{2B64199E-20F1-43E8-9A49-5E342CD70ADC}" presName="hierChild4" presStyleCnt="0"/>
      <dgm:spPr/>
    </dgm:pt>
    <dgm:pt modelId="{4E1170F7-A071-453B-A876-156041BADFB5}" type="pres">
      <dgm:prSet presAssocID="{2B64199E-20F1-43E8-9A49-5E342CD70ADC}" presName="hierChild5" presStyleCnt="0"/>
      <dgm:spPr/>
    </dgm:pt>
    <dgm:pt modelId="{76C61AC7-FAF2-4F4D-94D0-00F1D42BFB3B}" type="pres">
      <dgm:prSet presAssocID="{36CE71ED-98AA-43FF-B8FB-86EDD83865A7}" presName="Name37" presStyleLbl="parChTrans1D3" presStyleIdx="19" presStyleCnt="23"/>
      <dgm:spPr/>
    </dgm:pt>
    <dgm:pt modelId="{610AE5B8-B202-48AF-A1B8-7E4ACEF0E62F}" type="pres">
      <dgm:prSet presAssocID="{B809733C-D924-4F41-9E7C-D308A97D7781}" presName="hierRoot2" presStyleCnt="0">
        <dgm:presLayoutVars>
          <dgm:hierBranch val="init"/>
        </dgm:presLayoutVars>
      </dgm:prSet>
      <dgm:spPr/>
    </dgm:pt>
    <dgm:pt modelId="{AD2C1B52-6CE1-4027-A940-B35AEA9AE795}" type="pres">
      <dgm:prSet presAssocID="{B809733C-D924-4F41-9E7C-D308A97D7781}" presName="rootComposite" presStyleCnt="0"/>
      <dgm:spPr/>
    </dgm:pt>
    <dgm:pt modelId="{116F527C-03FA-4098-9C76-62A4458ABAD8}" type="pres">
      <dgm:prSet presAssocID="{B809733C-D924-4F41-9E7C-D308A97D7781}" presName="rootText" presStyleLbl="node3" presStyleIdx="19" presStyleCnt="23" custScaleX="112442" custScaleY="54643" custLinFactNeighborX="-5784">
        <dgm:presLayoutVars>
          <dgm:chPref val="3"/>
        </dgm:presLayoutVars>
      </dgm:prSet>
      <dgm:spPr/>
    </dgm:pt>
    <dgm:pt modelId="{BCF8D6EB-2846-4C05-827B-04990F8193C9}" type="pres">
      <dgm:prSet presAssocID="{B809733C-D924-4F41-9E7C-D308A97D7781}" presName="rootConnector" presStyleLbl="node3" presStyleIdx="19" presStyleCnt="23"/>
      <dgm:spPr/>
    </dgm:pt>
    <dgm:pt modelId="{B8F3C793-BEE1-4344-8250-9AA11F8CBD73}" type="pres">
      <dgm:prSet presAssocID="{B809733C-D924-4F41-9E7C-D308A97D7781}" presName="hierChild4" presStyleCnt="0"/>
      <dgm:spPr/>
    </dgm:pt>
    <dgm:pt modelId="{D33E21A1-B372-4DE1-A207-DA3938B821BB}" type="pres">
      <dgm:prSet presAssocID="{B809733C-D924-4F41-9E7C-D308A97D7781}" presName="hierChild5" presStyleCnt="0"/>
      <dgm:spPr/>
    </dgm:pt>
    <dgm:pt modelId="{7F9A0CB7-FA69-4829-9CCF-56CFB9D7B6A7}" type="pres">
      <dgm:prSet presAssocID="{EE8C4E2B-93F4-4076-9526-FA0336D0BFB1}" presName="hierChild5" presStyleCnt="0"/>
      <dgm:spPr/>
    </dgm:pt>
    <dgm:pt modelId="{DBC84876-D002-4CC4-91D7-4692DA25035A}" type="pres">
      <dgm:prSet presAssocID="{CC585711-A02A-4B35-B61B-33D69923D337}" presName="Name37" presStyleLbl="parChTrans1D2" presStyleIdx="5" presStyleCnt="6"/>
      <dgm:spPr/>
    </dgm:pt>
    <dgm:pt modelId="{D6AD757D-3153-46EB-927E-06D93FF194CC}" type="pres">
      <dgm:prSet presAssocID="{713019BF-E01E-4216-9262-004A0ABE3E96}" presName="hierRoot2" presStyleCnt="0">
        <dgm:presLayoutVars>
          <dgm:hierBranch val="r"/>
        </dgm:presLayoutVars>
      </dgm:prSet>
      <dgm:spPr/>
    </dgm:pt>
    <dgm:pt modelId="{94F20D30-5D12-4866-BD67-2F623F34B3A1}" type="pres">
      <dgm:prSet presAssocID="{713019BF-E01E-4216-9262-004A0ABE3E96}" presName="rootComposite" presStyleCnt="0"/>
      <dgm:spPr/>
    </dgm:pt>
    <dgm:pt modelId="{02A4F2C5-3587-4E26-A0CD-F7A371CCC42C}" type="pres">
      <dgm:prSet presAssocID="{713019BF-E01E-4216-9262-004A0ABE3E96}" presName="rootText" presStyleLbl="node2" presStyleIdx="5" presStyleCnt="6" custScaleX="117643" custScaleY="57076" custLinFactNeighborX="13014">
        <dgm:presLayoutVars>
          <dgm:chPref val="3"/>
        </dgm:presLayoutVars>
      </dgm:prSet>
      <dgm:spPr/>
    </dgm:pt>
    <dgm:pt modelId="{DB4D43DF-7026-48DA-9642-6E9F601A219C}" type="pres">
      <dgm:prSet presAssocID="{713019BF-E01E-4216-9262-004A0ABE3E96}" presName="rootConnector" presStyleLbl="node2" presStyleIdx="5" presStyleCnt="6"/>
      <dgm:spPr/>
    </dgm:pt>
    <dgm:pt modelId="{31DA53F6-D9E3-4E27-AFFD-7383D1C584D5}" type="pres">
      <dgm:prSet presAssocID="{713019BF-E01E-4216-9262-004A0ABE3E96}" presName="hierChild4" presStyleCnt="0"/>
      <dgm:spPr/>
    </dgm:pt>
    <dgm:pt modelId="{613F586F-92C7-401B-B924-3487D372D271}" type="pres">
      <dgm:prSet presAssocID="{EE6278A1-BD76-4603-B90B-41C8DBE99CC9}" presName="Name50" presStyleLbl="parChTrans1D3" presStyleIdx="20" presStyleCnt="23"/>
      <dgm:spPr/>
    </dgm:pt>
    <dgm:pt modelId="{3E9A296E-7C87-4AA2-A757-158B86989BA4}" type="pres">
      <dgm:prSet presAssocID="{78A06D1E-C407-4062-83AA-A9E48E61149C}" presName="hierRoot2" presStyleCnt="0">
        <dgm:presLayoutVars>
          <dgm:hierBranch val="r"/>
        </dgm:presLayoutVars>
      </dgm:prSet>
      <dgm:spPr/>
    </dgm:pt>
    <dgm:pt modelId="{799567D5-4714-4383-B4FD-4B87C9D74D8A}" type="pres">
      <dgm:prSet presAssocID="{78A06D1E-C407-4062-83AA-A9E48E61149C}" presName="rootComposite" presStyleCnt="0"/>
      <dgm:spPr/>
    </dgm:pt>
    <dgm:pt modelId="{984F2473-B7FB-4A55-B222-4FC40BB14C64}" type="pres">
      <dgm:prSet presAssocID="{78A06D1E-C407-4062-83AA-A9E48E61149C}" presName="rootText" presStyleLbl="node3" presStyleIdx="20" presStyleCnt="23" custScaleX="82852" custScaleY="54643" custLinFactNeighborX="7230">
        <dgm:presLayoutVars>
          <dgm:chPref val="3"/>
        </dgm:presLayoutVars>
      </dgm:prSet>
      <dgm:spPr/>
    </dgm:pt>
    <dgm:pt modelId="{27672E79-3886-4EFB-98C6-F264EB49EF4D}" type="pres">
      <dgm:prSet presAssocID="{78A06D1E-C407-4062-83AA-A9E48E61149C}" presName="rootConnector" presStyleLbl="node3" presStyleIdx="20" presStyleCnt="23"/>
      <dgm:spPr/>
    </dgm:pt>
    <dgm:pt modelId="{348706A3-F73B-4AF9-8D1D-D35032C8DA3B}" type="pres">
      <dgm:prSet presAssocID="{78A06D1E-C407-4062-83AA-A9E48E61149C}" presName="hierChild4" presStyleCnt="0"/>
      <dgm:spPr/>
    </dgm:pt>
    <dgm:pt modelId="{E5497D31-C999-4252-AE1A-FA2D7B244552}" type="pres">
      <dgm:prSet presAssocID="{78A06D1E-C407-4062-83AA-A9E48E61149C}" presName="hierChild5" presStyleCnt="0"/>
      <dgm:spPr/>
    </dgm:pt>
    <dgm:pt modelId="{1848DBEF-0A74-4D1D-A689-F2D5AFEC5247}" type="pres">
      <dgm:prSet presAssocID="{3122B5F7-2B07-4697-8F4E-02F792EE4668}" presName="Name50" presStyleLbl="parChTrans1D3" presStyleIdx="21" presStyleCnt="23"/>
      <dgm:spPr/>
    </dgm:pt>
    <dgm:pt modelId="{1C244F0C-E003-4AD3-AE93-ABFCBC899308}" type="pres">
      <dgm:prSet presAssocID="{49CE211F-ECD3-4354-96F4-21DB663F0BE2}" presName="hierRoot2" presStyleCnt="0">
        <dgm:presLayoutVars>
          <dgm:hierBranch val="r"/>
        </dgm:presLayoutVars>
      </dgm:prSet>
      <dgm:spPr/>
    </dgm:pt>
    <dgm:pt modelId="{E289059F-CB66-4701-BEA7-977DEF357C47}" type="pres">
      <dgm:prSet presAssocID="{49CE211F-ECD3-4354-96F4-21DB663F0BE2}" presName="rootComposite" presStyleCnt="0"/>
      <dgm:spPr/>
    </dgm:pt>
    <dgm:pt modelId="{35C6D898-6D67-4D20-A17C-99DFBF049FBB}" type="pres">
      <dgm:prSet presAssocID="{49CE211F-ECD3-4354-96F4-21DB663F0BE2}" presName="rootText" presStyleLbl="node3" presStyleIdx="21" presStyleCnt="23" custScaleX="82852" custScaleY="54643" custLinFactNeighborX="7230">
        <dgm:presLayoutVars>
          <dgm:chPref val="3"/>
        </dgm:presLayoutVars>
      </dgm:prSet>
      <dgm:spPr/>
    </dgm:pt>
    <dgm:pt modelId="{4566B3C0-82A6-4A3D-B129-44E96161ECBA}" type="pres">
      <dgm:prSet presAssocID="{49CE211F-ECD3-4354-96F4-21DB663F0BE2}" presName="rootConnector" presStyleLbl="node3" presStyleIdx="21" presStyleCnt="23"/>
      <dgm:spPr/>
    </dgm:pt>
    <dgm:pt modelId="{EA3CB09E-7BBE-473C-BD76-2038AF29D25B}" type="pres">
      <dgm:prSet presAssocID="{49CE211F-ECD3-4354-96F4-21DB663F0BE2}" presName="hierChild4" presStyleCnt="0"/>
      <dgm:spPr/>
    </dgm:pt>
    <dgm:pt modelId="{5AB7A491-AA7C-41DA-AD4F-FFC79A7A6DAA}" type="pres">
      <dgm:prSet presAssocID="{9C97282F-F2CB-4E56-92C2-F83E1640F1BF}" presName="Name50" presStyleLbl="parChTrans1D4" presStyleIdx="0" presStyleCnt="3"/>
      <dgm:spPr/>
    </dgm:pt>
    <dgm:pt modelId="{A8154DF0-75C3-47E9-A8C6-D67B61E5C906}" type="pres">
      <dgm:prSet presAssocID="{8A62A3BA-F10C-4D04-86FE-CC709A5DC04F}" presName="hierRoot2" presStyleCnt="0">
        <dgm:presLayoutVars>
          <dgm:hierBranch val="r"/>
        </dgm:presLayoutVars>
      </dgm:prSet>
      <dgm:spPr/>
    </dgm:pt>
    <dgm:pt modelId="{2286CC1C-3B4D-42CD-BE39-B9DB09526716}" type="pres">
      <dgm:prSet presAssocID="{8A62A3BA-F10C-4D04-86FE-CC709A5DC04F}" presName="rootComposite" presStyleCnt="0"/>
      <dgm:spPr/>
    </dgm:pt>
    <dgm:pt modelId="{FD215D27-F263-4CEA-A9A1-9CCB1BC98049}" type="pres">
      <dgm:prSet presAssocID="{8A62A3BA-F10C-4D04-86FE-CC709A5DC04F}" presName="rootText" presStyleLbl="node4" presStyleIdx="0" presStyleCnt="3" custScaleX="100606" custScaleY="54643" custLinFactNeighborX="7230">
        <dgm:presLayoutVars>
          <dgm:chPref val="3"/>
        </dgm:presLayoutVars>
      </dgm:prSet>
      <dgm:spPr/>
    </dgm:pt>
    <dgm:pt modelId="{B8BF50D4-3667-44B8-8CFC-6E3E657A23DB}" type="pres">
      <dgm:prSet presAssocID="{8A62A3BA-F10C-4D04-86FE-CC709A5DC04F}" presName="rootConnector" presStyleLbl="node4" presStyleIdx="0" presStyleCnt="3"/>
      <dgm:spPr/>
    </dgm:pt>
    <dgm:pt modelId="{04CE08AF-B01E-4432-8F97-5B2F4613A146}" type="pres">
      <dgm:prSet presAssocID="{8A62A3BA-F10C-4D04-86FE-CC709A5DC04F}" presName="hierChild4" presStyleCnt="0"/>
      <dgm:spPr/>
    </dgm:pt>
    <dgm:pt modelId="{9E0F39B6-C12F-4C31-BEF4-08BD38DE1CE4}" type="pres">
      <dgm:prSet presAssocID="{8A62A3BA-F10C-4D04-86FE-CC709A5DC04F}" presName="hierChild5" presStyleCnt="0"/>
      <dgm:spPr/>
    </dgm:pt>
    <dgm:pt modelId="{9937BAC4-19B5-4AE7-854C-2F3544A60981}" type="pres">
      <dgm:prSet presAssocID="{47C34424-4930-428D-B591-F572FFE0BB3B}" presName="Name50" presStyleLbl="parChTrans1D4" presStyleIdx="1" presStyleCnt="3"/>
      <dgm:spPr/>
    </dgm:pt>
    <dgm:pt modelId="{C3DEA9D9-19B9-4C7F-9527-AB7DD47F4334}" type="pres">
      <dgm:prSet presAssocID="{4279D85D-0507-480C-AD13-93B83CB21524}" presName="hierRoot2" presStyleCnt="0">
        <dgm:presLayoutVars>
          <dgm:hierBranch val="r"/>
        </dgm:presLayoutVars>
      </dgm:prSet>
      <dgm:spPr/>
    </dgm:pt>
    <dgm:pt modelId="{CB1A1222-C94C-49A7-A455-1E1E1226F6F9}" type="pres">
      <dgm:prSet presAssocID="{4279D85D-0507-480C-AD13-93B83CB21524}" presName="rootComposite" presStyleCnt="0"/>
      <dgm:spPr/>
    </dgm:pt>
    <dgm:pt modelId="{FBF27287-B1A4-4850-A7B5-8214634DF4C8}" type="pres">
      <dgm:prSet presAssocID="{4279D85D-0507-480C-AD13-93B83CB21524}" presName="rootText" presStyleLbl="node4" presStyleIdx="1" presStyleCnt="3" custScaleX="100606" custScaleY="54643" custLinFactNeighborX="7230">
        <dgm:presLayoutVars>
          <dgm:chPref val="3"/>
        </dgm:presLayoutVars>
      </dgm:prSet>
      <dgm:spPr/>
    </dgm:pt>
    <dgm:pt modelId="{D1F2DDF1-34E3-4266-B5B1-7248D0F033CF}" type="pres">
      <dgm:prSet presAssocID="{4279D85D-0507-480C-AD13-93B83CB21524}" presName="rootConnector" presStyleLbl="node4" presStyleIdx="1" presStyleCnt="3"/>
      <dgm:spPr/>
    </dgm:pt>
    <dgm:pt modelId="{910C524B-A10D-476B-8C10-D076CB96509C}" type="pres">
      <dgm:prSet presAssocID="{4279D85D-0507-480C-AD13-93B83CB21524}" presName="hierChild4" presStyleCnt="0"/>
      <dgm:spPr/>
    </dgm:pt>
    <dgm:pt modelId="{BB38BDC5-6F27-4572-A438-B8DC717EEBBF}" type="pres">
      <dgm:prSet presAssocID="{4279D85D-0507-480C-AD13-93B83CB21524}" presName="hierChild5" presStyleCnt="0"/>
      <dgm:spPr/>
    </dgm:pt>
    <dgm:pt modelId="{206C0019-9892-464B-8C28-7975DCD1131D}" type="pres">
      <dgm:prSet presAssocID="{99528AF9-D05C-4C36-B908-A1FB0008590A}" presName="Name50" presStyleLbl="parChTrans1D4" presStyleIdx="2" presStyleCnt="3"/>
      <dgm:spPr/>
    </dgm:pt>
    <dgm:pt modelId="{8DCF11A1-DAFA-4F7B-8754-D40F34216C21}" type="pres">
      <dgm:prSet presAssocID="{86575414-6453-4216-A705-9DE86BC8BB68}" presName="hierRoot2" presStyleCnt="0">
        <dgm:presLayoutVars>
          <dgm:hierBranch val="r"/>
        </dgm:presLayoutVars>
      </dgm:prSet>
      <dgm:spPr/>
    </dgm:pt>
    <dgm:pt modelId="{C8FD2253-BE51-4CD1-A4FF-DF19078DBD34}" type="pres">
      <dgm:prSet presAssocID="{86575414-6453-4216-A705-9DE86BC8BB68}" presName="rootComposite" presStyleCnt="0"/>
      <dgm:spPr/>
    </dgm:pt>
    <dgm:pt modelId="{36F3D6AC-5B85-43C1-BBC1-0A02BF2524CD}" type="pres">
      <dgm:prSet presAssocID="{86575414-6453-4216-A705-9DE86BC8BB68}" presName="rootText" presStyleLbl="node4" presStyleIdx="2" presStyleCnt="3" custScaleX="100606" custScaleY="54643" custLinFactNeighborX="7230">
        <dgm:presLayoutVars>
          <dgm:chPref val="3"/>
        </dgm:presLayoutVars>
      </dgm:prSet>
      <dgm:spPr/>
    </dgm:pt>
    <dgm:pt modelId="{7DA920E3-415E-43A1-965E-B24B2260DDE8}" type="pres">
      <dgm:prSet presAssocID="{86575414-6453-4216-A705-9DE86BC8BB68}" presName="rootConnector" presStyleLbl="node4" presStyleIdx="2" presStyleCnt="3"/>
      <dgm:spPr/>
    </dgm:pt>
    <dgm:pt modelId="{15A1C11C-4366-4077-A96F-CA29AC5820E6}" type="pres">
      <dgm:prSet presAssocID="{86575414-6453-4216-A705-9DE86BC8BB68}" presName="hierChild4" presStyleCnt="0"/>
      <dgm:spPr/>
    </dgm:pt>
    <dgm:pt modelId="{A960CA32-85DB-452B-9960-E17D0E134A07}" type="pres">
      <dgm:prSet presAssocID="{86575414-6453-4216-A705-9DE86BC8BB68}" presName="hierChild5" presStyleCnt="0"/>
      <dgm:spPr/>
    </dgm:pt>
    <dgm:pt modelId="{3EEFBAAC-2D1F-4409-AA7F-1CDEF243829D}" type="pres">
      <dgm:prSet presAssocID="{49CE211F-ECD3-4354-96F4-21DB663F0BE2}" presName="hierChild5" presStyleCnt="0"/>
      <dgm:spPr/>
    </dgm:pt>
    <dgm:pt modelId="{A3CEE17D-9FAF-407C-9477-AE4C9F140E71}" type="pres">
      <dgm:prSet presAssocID="{180BE3FA-0417-4707-A755-428170525016}" presName="Name50" presStyleLbl="parChTrans1D3" presStyleIdx="22" presStyleCnt="23"/>
      <dgm:spPr/>
    </dgm:pt>
    <dgm:pt modelId="{A4E8C75B-AB75-4273-A70B-6378EAD34534}" type="pres">
      <dgm:prSet presAssocID="{7C31B97B-5BDB-4FA4-B98D-05A2AAEC27E3}" presName="hierRoot2" presStyleCnt="0">
        <dgm:presLayoutVars>
          <dgm:hierBranch val="init"/>
        </dgm:presLayoutVars>
      </dgm:prSet>
      <dgm:spPr/>
    </dgm:pt>
    <dgm:pt modelId="{27A6A955-4D9B-489C-80F0-1A82E92C57B8}" type="pres">
      <dgm:prSet presAssocID="{7C31B97B-5BDB-4FA4-B98D-05A2AAEC27E3}" presName="rootComposite" presStyleCnt="0"/>
      <dgm:spPr/>
    </dgm:pt>
    <dgm:pt modelId="{FD57F1AA-B708-4C4D-BE00-013B63B9F192}" type="pres">
      <dgm:prSet presAssocID="{7C31B97B-5BDB-4FA4-B98D-05A2AAEC27E3}" presName="rootText" presStyleLbl="node3" presStyleIdx="22" presStyleCnt="23" custScaleX="82852" custScaleY="54643" custLinFactNeighborX="7230">
        <dgm:presLayoutVars>
          <dgm:chPref val="3"/>
        </dgm:presLayoutVars>
      </dgm:prSet>
      <dgm:spPr/>
    </dgm:pt>
    <dgm:pt modelId="{5CF1C5DB-3F08-437E-AF10-2437DFF4610E}" type="pres">
      <dgm:prSet presAssocID="{7C31B97B-5BDB-4FA4-B98D-05A2AAEC27E3}" presName="rootConnector" presStyleLbl="node3" presStyleIdx="22" presStyleCnt="23"/>
      <dgm:spPr/>
    </dgm:pt>
    <dgm:pt modelId="{AF7FA904-8C78-4F87-97F2-BD90F5BD1242}" type="pres">
      <dgm:prSet presAssocID="{7C31B97B-5BDB-4FA4-B98D-05A2AAEC27E3}" presName="hierChild4" presStyleCnt="0"/>
      <dgm:spPr/>
    </dgm:pt>
    <dgm:pt modelId="{41DBEA6C-B444-44C4-889B-9476DF01D94E}" type="pres">
      <dgm:prSet presAssocID="{7C31B97B-5BDB-4FA4-B98D-05A2AAEC27E3}" presName="hierChild5" presStyleCnt="0"/>
      <dgm:spPr/>
    </dgm:pt>
    <dgm:pt modelId="{BF7C2B4C-77C4-4C30-86BE-1B6E3A6FCDA7}" type="pres">
      <dgm:prSet presAssocID="{713019BF-E01E-4216-9262-004A0ABE3E96}" presName="hierChild5" presStyleCnt="0"/>
      <dgm:spPr/>
    </dgm:pt>
    <dgm:pt modelId="{A616AE3A-3FB4-4DB5-AB68-286707585CC2}" type="pres">
      <dgm:prSet presAssocID="{AF37697C-0616-4F3F-A17A-38D2D8DFEBD0}" presName="hierChild3" presStyleCnt="0"/>
      <dgm:spPr/>
    </dgm:pt>
  </dgm:ptLst>
  <dgm:cxnLst>
    <dgm:cxn modelId="{D2152F03-09B1-45FA-9BDE-AB3E5DBFDFAE}" srcId="{027265CB-D428-4F30-9354-C3C80F5554C2}" destId="{EFB01FDA-8DF2-4FA6-A6A5-1A08C4A72D92}" srcOrd="2" destOrd="0" parTransId="{C5D0645B-4182-4931-8BCB-29BF38A6C2AF}" sibTransId="{4A406E11-29DC-4078-96CC-22C5F09383A8}"/>
    <dgm:cxn modelId="{22CF3804-89D4-470D-A32D-10638980C991}" type="presOf" srcId="{287727BC-7B7C-426B-BA61-6F74B140054B}" destId="{11BC3DCE-624B-4E89-8CFB-100AC423B9B5}" srcOrd="0" destOrd="0" presId="urn:microsoft.com/office/officeart/2005/8/layout/orgChart1"/>
    <dgm:cxn modelId="{3FE58E04-7580-4E02-8869-18CC875FAE86}" type="presOf" srcId="{D77A5B7A-5443-48F6-B260-5AB89D451A4B}" destId="{BAC0629A-90AF-4E95-89DB-7E875418BDB5}" srcOrd="0" destOrd="0" presId="urn:microsoft.com/office/officeart/2005/8/layout/orgChart1"/>
    <dgm:cxn modelId="{FBA28F05-1AEA-4F41-B5CB-B40EF8730836}" srcId="{49CE211F-ECD3-4354-96F4-21DB663F0BE2}" destId="{4279D85D-0507-480C-AD13-93B83CB21524}" srcOrd="1" destOrd="0" parTransId="{47C34424-4930-428D-B591-F572FFE0BB3B}" sibTransId="{3899ACF7-A728-4FFB-A20B-71C475703D61}"/>
    <dgm:cxn modelId="{45262A07-A791-45C8-8791-9F9812D2A1A6}" srcId="{EE8C4E2B-93F4-4076-9526-FA0336D0BFB1}" destId="{A5795CEE-C092-4C5D-8919-31402F08C0C9}" srcOrd="0" destOrd="0" parTransId="{287727BC-7B7C-426B-BA61-6F74B140054B}" sibTransId="{41500C12-63D8-4E24-AAB9-82709F053F09}"/>
    <dgm:cxn modelId="{B23AF608-CF32-4934-A75E-0DC085C4C8F7}" type="presOf" srcId="{B809733C-D924-4F41-9E7C-D308A97D7781}" destId="{116F527C-03FA-4098-9C76-62A4458ABAD8}" srcOrd="0" destOrd="0" presId="urn:microsoft.com/office/officeart/2005/8/layout/orgChart1"/>
    <dgm:cxn modelId="{6FF4070F-D40E-4953-A2A9-6CB8888A20FC}" srcId="{EE8C4E2B-93F4-4076-9526-FA0336D0BFB1}" destId="{2B64199E-20F1-43E8-9A49-5E342CD70ADC}" srcOrd="1" destOrd="0" parTransId="{5B516BFA-8C01-474A-BD45-67E1B252070D}" sibTransId="{5FAC2CFB-7DD3-4756-A811-46A7DE7BBA35}"/>
    <dgm:cxn modelId="{FA4E5B13-644A-463C-89F1-6FD381B573A5}" type="presOf" srcId="{6104FAED-CDB6-4992-A5B5-E82EC8EF5CB4}" destId="{E9EE4542-D680-40B4-B2BE-CAA350EB1CA7}" srcOrd="0" destOrd="0" presId="urn:microsoft.com/office/officeart/2005/8/layout/orgChart1"/>
    <dgm:cxn modelId="{90596713-3208-4585-ADC3-F05FD4AF7708}" type="presOf" srcId="{027265CB-D428-4F30-9354-C3C80F5554C2}" destId="{66F12EE0-3B0F-4CFF-AF34-B89019856EC3}" srcOrd="1" destOrd="0" presId="urn:microsoft.com/office/officeart/2005/8/layout/orgChart1"/>
    <dgm:cxn modelId="{DEB22A14-72CC-4F63-BBAA-13395EF03368}" type="presOf" srcId="{50A45D2E-259D-49C0-A7F3-5F0C4F91387E}" destId="{A0DDEB07-9856-4A35-9FA6-654857A9D7C4}" srcOrd="0" destOrd="0" presId="urn:microsoft.com/office/officeart/2005/8/layout/orgChart1"/>
    <dgm:cxn modelId="{85826F14-C97A-40A9-A188-B0C988C2C1D7}" type="presOf" srcId="{11C961D4-CA2D-48D6-B65B-37FAB80A22FB}" destId="{4A9855AB-1BB7-4A73-8B25-28630D858663}" srcOrd="0" destOrd="0" presId="urn:microsoft.com/office/officeart/2005/8/layout/orgChart1"/>
    <dgm:cxn modelId="{5D148C14-FF8E-4917-9E66-985586CE72C3}" type="presOf" srcId="{2B64199E-20F1-43E8-9A49-5E342CD70ADC}" destId="{84F2ED1F-EF7C-41BE-ABEA-C8CE1FB5EC1D}" srcOrd="1" destOrd="0" presId="urn:microsoft.com/office/officeart/2005/8/layout/orgChart1"/>
    <dgm:cxn modelId="{4BD35916-CF58-4CFA-AEA3-9B1A26D153A8}" type="presOf" srcId="{ABCB39A3-DD88-451E-9A80-D350892E400A}" destId="{49D4B913-C055-43BD-B882-82396B539CBB}" srcOrd="0" destOrd="0" presId="urn:microsoft.com/office/officeart/2005/8/layout/orgChart1"/>
    <dgm:cxn modelId="{DA0E9C16-03A2-4C64-866F-FE9003F27A20}" type="presOf" srcId="{B1E8CB50-EEA3-49D8-9F3A-3B7772D7C568}" destId="{F08C143D-CD87-4583-BCE5-1228DBFDAF0F}" srcOrd="0" destOrd="0" presId="urn:microsoft.com/office/officeart/2005/8/layout/orgChart1"/>
    <dgm:cxn modelId="{96DAD918-C07E-444E-88DC-19383D165C35}" srcId="{AF37697C-0616-4F3F-A17A-38D2D8DFEBD0}" destId="{3455E979-99A8-434D-80BE-3C0C5DDA5055}" srcOrd="1" destOrd="0" parTransId="{841A96F0-7150-4CAA-B5F8-74D27B4FCA1E}" sibTransId="{1BE1CDE3-D52C-4564-9C1A-8A3393A7CDBA}"/>
    <dgm:cxn modelId="{8E531A19-669E-4D0F-9E19-44954AB3E29C}" srcId="{3455E979-99A8-434D-80BE-3C0C5DDA5055}" destId="{E2F849A2-D800-4A05-A657-60F1616E4CDE}" srcOrd="4" destOrd="0" parTransId="{9E43363D-C989-4E06-A611-498653CABEA4}" sibTransId="{89930653-1252-4D9D-B8AB-F54EE0DE96D4}"/>
    <dgm:cxn modelId="{3AB70B1F-C3EF-440F-AF3B-CFA424238AE4}" type="presOf" srcId="{639A0A47-597E-4513-8327-DEE7DF92587F}" destId="{2D8A82D0-E435-4711-BB78-B568E0DFD232}" srcOrd="0" destOrd="0" presId="urn:microsoft.com/office/officeart/2005/8/layout/orgChart1"/>
    <dgm:cxn modelId="{65E93120-6435-41CA-9F94-F75569D676E6}" type="presOf" srcId="{755ED0CD-A135-4D56-9219-3461981F97D7}" destId="{DD14A479-BADF-45D2-A817-1B1B3A7E2DAE}" srcOrd="0" destOrd="0" presId="urn:microsoft.com/office/officeart/2005/8/layout/orgChart1"/>
    <dgm:cxn modelId="{5171BA22-F540-45DC-8199-5FB8EAF7CAD4}" srcId="{3455E979-99A8-434D-80BE-3C0C5DDA5055}" destId="{11C961D4-CA2D-48D6-B65B-37FAB80A22FB}" srcOrd="5" destOrd="0" parTransId="{919CBBF2-B830-47B5-ACF5-119588B097A2}" sibTransId="{45DCB3CB-288D-4F8C-90FC-7DA88A8FF922}"/>
    <dgm:cxn modelId="{49FFB123-1B75-494A-81BF-004C11FBA89E}" srcId="{49CE211F-ECD3-4354-96F4-21DB663F0BE2}" destId="{86575414-6453-4216-A705-9DE86BC8BB68}" srcOrd="2" destOrd="0" parTransId="{99528AF9-D05C-4C36-B908-A1FB0008590A}" sibTransId="{EB4D7FE7-ED4F-467D-A1E5-A4151193AE19}"/>
    <dgm:cxn modelId="{A700D423-B0C5-4F72-8A99-1180E9AAFFF1}" type="presOf" srcId="{B74E28CE-8E73-4959-AAB5-E97E79E712D3}" destId="{589E8BFE-F87A-4D5B-9C03-CF20A8897965}" srcOrd="1" destOrd="0" presId="urn:microsoft.com/office/officeart/2005/8/layout/orgChart1"/>
    <dgm:cxn modelId="{2DB1D723-9A81-49F2-A4EF-1C62683C55BE}" type="presOf" srcId="{AF7C35EA-4421-4994-ADCB-AAD460737E60}" destId="{AAB308D5-C1D0-4E7F-8698-73E6A0A859AA}" srcOrd="0" destOrd="0" presId="urn:microsoft.com/office/officeart/2005/8/layout/orgChart1"/>
    <dgm:cxn modelId="{D127C525-99BF-4914-8912-C1E8FBFD4070}" type="presOf" srcId="{EE8C4E2B-93F4-4076-9526-FA0336D0BFB1}" destId="{E707E745-09F3-4F3F-8941-272E3EF3E319}" srcOrd="1" destOrd="0" presId="urn:microsoft.com/office/officeart/2005/8/layout/orgChart1"/>
    <dgm:cxn modelId="{9144EF26-ED3B-42DA-B30E-BE4AE6A86DC1}" srcId="{AF37697C-0616-4F3F-A17A-38D2D8DFEBD0}" destId="{EE8C4E2B-93F4-4076-9526-FA0336D0BFB1}" srcOrd="4" destOrd="0" parTransId="{E9850D55-1B4E-42CE-85B9-CBB5BB613BDA}" sibTransId="{59E89E7C-8F36-4BB6-9036-2D767AB5AEA1}"/>
    <dgm:cxn modelId="{8E73B827-0BCD-4FA9-9B85-93ACB86F88DE}" srcId="{5DF44FA1-5104-4F86-9F8C-BC07D505D37F}" destId="{8E8B1CFD-46CF-45E7-96CE-D50C772A2E07}" srcOrd="3" destOrd="0" parTransId="{E6241DD9-6A38-4717-BC35-AB6852947C59}" sibTransId="{5B4454C5-573A-4055-9D1E-F11C607E5263}"/>
    <dgm:cxn modelId="{D763EE27-8EB7-4E47-A76F-D177C5404DEF}" srcId="{3455E979-99A8-434D-80BE-3C0C5DDA5055}" destId="{617E7ABE-9F79-499D-BCD3-E445EE7BCE88}" srcOrd="0" destOrd="0" parTransId="{0FAE65AA-7CC9-41D8-8491-8915F6A3CE48}" sibTransId="{853C13DF-CDB2-4D78-A227-29C58929A413}"/>
    <dgm:cxn modelId="{71BDDA29-F68A-4C74-BA5D-14AC70AC4298}" type="presOf" srcId="{06193E77-61C9-4280-9A3B-2CD392FC0E79}" destId="{A3525ECE-5A3C-4C0A-A38C-50C4B5A0FEFD}" srcOrd="1" destOrd="0" presId="urn:microsoft.com/office/officeart/2005/8/layout/orgChart1"/>
    <dgm:cxn modelId="{A121512B-9EBB-40E8-8BAB-A121497033D9}" type="presOf" srcId="{617E7ABE-9F79-499D-BCD3-E445EE7BCE88}" destId="{77F901BA-C4AD-4642-962D-63957504B0F6}" srcOrd="1" destOrd="0" presId="urn:microsoft.com/office/officeart/2005/8/layout/orgChart1"/>
    <dgm:cxn modelId="{D39F3D2C-2999-41F3-9C55-CA7B605882B9}" srcId="{713019BF-E01E-4216-9262-004A0ABE3E96}" destId="{7C31B97B-5BDB-4FA4-B98D-05A2AAEC27E3}" srcOrd="2" destOrd="0" parTransId="{180BE3FA-0417-4707-A755-428170525016}" sibTransId="{B38F2D79-0FD9-4A30-BC26-A9C07EE2FF39}"/>
    <dgm:cxn modelId="{E002BC2C-CCA9-49E8-9E13-CAF29E1A47A3}" type="presOf" srcId="{3122B5F7-2B07-4697-8F4E-02F792EE4668}" destId="{1848DBEF-0A74-4D1D-A689-F2D5AFEC5247}" srcOrd="0" destOrd="0" presId="urn:microsoft.com/office/officeart/2005/8/layout/orgChart1"/>
    <dgm:cxn modelId="{8550062D-4312-4CE6-830F-F37A5D0E755C}" type="presOf" srcId="{919CBBF2-B830-47B5-ACF5-119588B097A2}" destId="{E5434CB6-DDAD-4C94-BA77-0EBC2ACD9290}" srcOrd="0" destOrd="0" presId="urn:microsoft.com/office/officeart/2005/8/layout/orgChart1"/>
    <dgm:cxn modelId="{134A3E2D-070F-4C8F-873C-8E13ECE2AA43}" type="presOf" srcId="{A624E27C-DB45-4852-945C-21C2582993BC}" destId="{0CD1AB7C-D57F-4DA3-A5F9-677F2E38F778}" srcOrd="0" destOrd="0" presId="urn:microsoft.com/office/officeart/2005/8/layout/orgChart1"/>
    <dgm:cxn modelId="{E0D1C02F-7880-4F8C-9ADE-EAEE82004629}" type="presOf" srcId="{B74E28CE-8E73-4959-AAB5-E97E79E712D3}" destId="{F200E86B-D495-487D-A9E1-461DF6A2EFF3}" srcOrd="0" destOrd="0" presId="urn:microsoft.com/office/officeart/2005/8/layout/orgChart1"/>
    <dgm:cxn modelId="{28D3B832-AF60-46FE-999C-33435D730CCC}" srcId="{3455E979-99A8-434D-80BE-3C0C5DDA5055}" destId="{65160397-AFFE-484B-970D-CCB67D7C8FF2}" srcOrd="3" destOrd="0" parTransId="{D9BA632D-3C57-4483-A8A8-543E09AF8B74}" sibTransId="{C9CC61D9-DEC1-4E97-978E-1A0C2CCB0D8A}"/>
    <dgm:cxn modelId="{B24A7035-1511-4198-BAE1-5D21B1CB08AC}" type="presOf" srcId="{7C31B97B-5BDB-4FA4-B98D-05A2AAEC27E3}" destId="{FD57F1AA-B708-4C4D-BE00-013B63B9F192}" srcOrd="0" destOrd="0" presId="urn:microsoft.com/office/officeart/2005/8/layout/orgChart1"/>
    <dgm:cxn modelId="{66FC8136-4B07-4356-8BAC-9ED4B4665D70}" type="presOf" srcId="{6A27283B-146B-478C-8806-FA84F140A365}" destId="{01996410-AC76-4EA3-BC3B-6A1768975241}" srcOrd="1" destOrd="0" presId="urn:microsoft.com/office/officeart/2005/8/layout/orgChart1"/>
    <dgm:cxn modelId="{FCD48E3C-D5A1-4317-A13A-94320F5FEDB5}" srcId="{3455E979-99A8-434D-80BE-3C0C5DDA5055}" destId="{100A6681-24A9-405B-9579-7ED70E535DCE}" srcOrd="6" destOrd="0" parTransId="{AF7C35EA-4421-4994-ADCB-AAD460737E60}" sibTransId="{7B8F5DC9-9FCB-4791-B88B-12810D935A81}"/>
    <dgm:cxn modelId="{D1E6AE3D-E582-42AE-975C-3AC3F74CE4EB}" type="presOf" srcId="{2B0F7E0E-9C88-43C7-805D-1C41AE76FC52}" destId="{31A098B9-029A-46FE-A4EA-356A142E7889}" srcOrd="1" destOrd="0" presId="urn:microsoft.com/office/officeart/2005/8/layout/orgChart1"/>
    <dgm:cxn modelId="{DEFE193E-F082-484E-ADB2-6C6EC469B7F5}" srcId="{5DF44FA1-5104-4F86-9F8C-BC07D505D37F}" destId="{1D32054F-A708-4AEA-A67D-68AA5E9571AC}" srcOrd="2" destOrd="0" parTransId="{ABCB39A3-DD88-451E-9A80-D350892E400A}" sibTransId="{83684D9E-3DE5-42F9-BBD9-1558BD974DFB}"/>
    <dgm:cxn modelId="{6BD9675C-14BA-4FE2-A084-DE7E5959B065}" type="presOf" srcId="{4279D85D-0507-480C-AD13-93B83CB21524}" destId="{D1F2DDF1-34E3-4266-B5B1-7248D0F033CF}" srcOrd="1" destOrd="0" presId="urn:microsoft.com/office/officeart/2005/8/layout/orgChart1"/>
    <dgm:cxn modelId="{24501941-5AFE-40E5-926A-05B656A2569C}" type="presOf" srcId="{100A6681-24A9-405B-9579-7ED70E535DCE}" destId="{FD8036B7-091E-47DE-9045-ABB470C34A2B}" srcOrd="0" destOrd="0" presId="urn:microsoft.com/office/officeart/2005/8/layout/orgChart1"/>
    <dgm:cxn modelId="{0AC09A61-D524-4442-96C9-7622FA8C33B9}" type="presOf" srcId="{E2F849A2-D800-4A05-A657-60F1616E4CDE}" destId="{0AD60280-4C6D-46E3-941C-535D92DD9191}" srcOrd="0" destOrd="0" presId="urn:microsoft.com/office/officeart/2005/8/layout/orgChart1"/>
    <dgm:cxn modelId="{D473FF42-7761-4D08-A33F-C0FEF7950910}" type="presOf" srcId="{2FCFFF75-308A-412B-B691-9F2C3E5E43FC}" destId="{EAD5C562-2F95-41AD-8CEF-E5BD226986E9}" srcOrd="1" destOrd="0" presId="urn:microsoft.com/office/officeart/2005/8/layout/orgChart1"/>
    <dgm:cxn modelId="{26FDB763-2377-4CD5-A41F-393E4B99CA90}" type="presOf" srcId="{E6241DD9-6A38-4717-BC35-AB6852947C59}" destId="{3CB1A45C-D0C7-44B4-88F1-2F7BDF8232F1}" srcOrd="0" destOrd="0" presId="urn:microsoft.com/office/officeart/2005/8/layout/orgChart1"/>
    <dgm:cxn modelId="{F0E07448-2C8E-4E70-A4D9-0F8E39C533AE}" type="presOf" srcId="{EE8C4E2B-93F4-4076-9526-FA0336D0BFB1}" destId="{215E55EC-E820-4F12-8978-0010106389B3}" srcOrd="0" destOrd="0" presId="urn:microsoft.com/office/officeart/2005/8/layout/orgChart1"/>
    <dgm:cxn modelId="{4029B269-6A7D-4095-8F42-CAA02E2054C2}" type="presOf" srcId="{180BE3FA-0417-4707-A755-428170525016}" destId="{A3CEE17D-9FAF-407C-9477-AE4C9F140E71}" srcOrd="0" destOrd="0" presId="urn:microsoft.com/office/officeart/2005/8/layout/orgChart1"/>
    <dgm:cxn modelId="{560D6F6A-B42D-4B0B-9B49-8EE355A5E97C}" type="presOf" srcId="{1D32054F-A708-4AEA-A67D-68AA5E9571AC}" destId="{19635511-5D84-48C7-94E8-4D9E5F29D2E0}" srcOrd="0" destOrd="0" presId="urn:microsoft.com/office/officeart/2005/8/layout/orgChart1"/>
    <dgm:cxn modelId="{8C46E26D-3119-4C5A-A1C4-817813175D9A}" type="presOf" srcId="{4279D85D-0507-480C-AD13-93B83CB21524}" destId="{FBF27287-B1A4-4850-A7B5-8214634DF4C8}" srcOrd="0" destOrd="0" presId="urn:microsoft.com/office/officeart/2005/8/layout/orgChart1"/>
    <dgm:cxn modelId="{21B22D50-3B4E-4448-BDFA-59DB69660A55}" type="presOf" srcId="{E5D44E87-419E-47DD-9610-EAB6CE16D0A0}" destId="{097F2163-0978-42AD-9844-09FF27D665D6}" srcOrd="0" destOrd="0" presId="urn:microsoft.com/office/officeart/2005/8/layout/orgChart1"/>
    <dgm:cxn modelId="{33074470-501D-4D88-BBE1-5179ED0B1836}" srcId="{5DF44FA1-5104-4F86-9F8C-BC07D505D37F}" destId="{9B84C657-0CDE-4B9A-88EF-5CB963A3FC7D}" srcOrd="1" destOrd="0" parTransId="{755ED0CD-A135-4D56-9219-3461981F97D7}" sibTransId="{8AC35B48-BE73-47B4-A24D-C1E9D78C0770}"/>
    <dgm:cxn modelId="{A5EDDA70-0EAD-45DB-9D00-8D960473A1F1}" type="presOf" srcId="{86575414-6453-4216-A705-9DE86BC8BB68}" destId="{7DA920E3-415E-43A1-965E-B24B2260DDE8}" srcOrd="1" destOrd="0" presId="urn:microsoft.com/office/officeart/2005/8/layout/orgChart1"/>
    <dgm:cxn modelId="{23944151-E50B-4DB8-8A66-205526BAA5B2}" type="presOf" srcId="{A5795CEE-C092-4C5D-8919-31402F08C0C9}" destId="{E03F6685-02F0-4FB8-87C1-E574293219AD}" srcOrd="0" destOrd="0" presId="urn:microsoft.com/office/officeart/2005/8/layout/orgChart1"/>
    <dgm:cxn modelId="{6BC84E71-2CFF-4BE6-BAA3-3C121107A089}" type="presOf" srcId="{5D81EAEF-FB9F-4A86-8418-3467B207FA4F}" destId="{3DF27527-1D18-4DCF-B37A-B0843EBCBDC7}" srcOrd="0" destOrd="0" presId="urn:microsoft.com/office/officeart/2005/8/layout/orgChart1"/>
    <dgm:cxn modelId="{CD1AFA51-CF69-4CC4-B183-959C5F0CD7F0}" type="presOf" srcId="{78A06D1E-C407-4062-83AA-A9E48E61149C}" destId="{984F2473-B7FB-4A55-B222-4FC40BB14C64}" srcOrd="0" destOrd="0" presId="urn:microsoft.com/office/officeart/2005/8/layout/orgChart1"/>
    <dgm:cxn modelId="{FBD36873-6BEF-4A74-A51C-87AAE89DA203}" type="presOf" srcId="{5939079A-90B1-4646-9927-8A8BB8A9BBD6}" destId="{BAF607EE-8A9B-4CD9-8918-3C4CC16771AC}" srcOrd="0" destOrd="0" presId="urn:microsoft.com/office/officeart/2005/8/layout/orgChart1"/>
    <dgm:cxn modelId="{B7AFCE53-8EF8-48EB-A724-0291FD51AE0B}" type="presOf" srcId="{EFB01FDA-8DF2-4FA6-A6A5-1A08C4A72D92}" destId="{CDF6376F-85D1-44A9-B2F7-3A72365338B8}" srcOrd="0" destOrd="0" presId="urn:microsoft.com/office/officeart/2005/8/layout/orgChart1"/>
    <dgm:cxn modelId="{0E862956-C92D-449C-9877-ABFC49E19049}" type="presOf" srcId="{713019BF-E01E-4216-9262-004A0ABE3E96}" destId="{02A4F2C5-3587-4E26-A0CD-F7A371CCC42C}" srcOrd="0" destOrd="0" presId="urn:microsoft.com/office/officeart/2005/8/layout/orgChart1"/>
    <dgm:cxn modelId="{10037B57-7437-4AEB-8127-6153EF208108}" type="presOf" srcId="{3455E979-99A8-434D-80BE-3C0C5DDA5055}" destId="{2BA5AC3E-00A9-4558-BEEF-1E9E3F3991E9}" srcOrd="0" destOrd="0" presId="urn:microsoft.com/office/officeart/2005/8/layout/orgChart1"/>
    <dgm:cxn modelId="{C937AC57-7A02-4138-BEE0-585BCC8487A0}" type="presOf" srcId="{100A6681-24A9-405B-9579-7ED70E535DCE}" destId="{4B2E7A2D-CE1A-4426-9D05-7DCF125973D6}" srcOrd="1" destOrd="0" presId="urn:microsoft.com/office/officeart/2005/8/layout/orgChart1"/>
    <dgm:cxn modelId="{4D7CEA59-2ACA-4328-AD8C-9C6922B75583}" type="presOf" srcId="{E9850D55-1B4E-42CE-85B9-CBB5BB613BDA}" destId="{0AE38DB8-64F0-4008-8E50-8DA16230186A}" srcOrd="0" destOrd="0" presId="urn:microsoft.com/office/officeart/2005/8/layout/orgChart1"/>
    <dgm:cxn modelId="{54308E7A-4DA1-4921-8E76-2CC6C41B06DF}" srcId="{3455E979-99A8-434D-80BE-3C0C5DDA5055}" destId="{B74E28CE-8E73-4959-AAB5-E97E79E712D3}" srcOrd="2" destOrd="0" parTransId="{5939079A-90B1-4646-9927-8A8BB8A9BBD6}" sibTransId="{AEE8F90A-8652-4F94-AD75-7B089772FF24}"/>
    <dgm:cxn modelId="{5DD8ED5A-BB60-46D5-A25B-0A46840ABE49}" type="presOf" srcId="{5DF44FA1-5104-4F86-9F8C-BC07D505D37F}" destId="{20593AF1-A0CB-4313-8490-61D184CB7145}" srcOrd="0" destOrd="0" presId="urn:microsoft.com/office/officeart/2005/8/layout/orgChart1"/>
    <dgm:cxn modelId="{D08F657B-32EC-4C30-B3B2-63D81D2082D8}" srcId="{639A0A47-597E-4513-8327-DEE7DF92587F}" destId="{AF37697C-0616-4F3F-A17A-38D2D8DFEBD0}" srcOrd="0" destOrd="0" parTransId="{AACDFE2A-A740-4631-980F-ABFDA1F05102}" sibTransId="{3DEA6424-49BC-4315-9BD0-3861CF161DDB}"/>
    <dgm:cxn modelId="{4853E57B-AABC-4FB3-9168-2A83C1AF401B}" type="presOf" srcId="{9E43363D-C989-4E06-A611-498653CABEA4}" destId="{84D23A0C-AC61-4578-A513-18723C7566B3}" srcOrd="0" destOrd="0" presId="urn:microsoft.com/office/officeart/2005/8/layout/orgChart1"/>
    <dgm:cxn modelId="{35096286-B0CE-4564-BD52-8BEDE0485ACB}" type="presOf" srcId="{954761B2-B8A9-4337-8063-AE4569B452ED}" destId="{582B36A5-AC40-45C5-AFA2-C3BC283FADAE}" srcOrd="1" destOrd="0" presId="urn:microsoft.com/office/officeart/2005/8/layout/orgChart1"/>
    <dgm:cxn modelId="{B0AD3B87-8329-49FD-A784-FCF6FE3FA6DC}" type="presOf" srcId="{EFB01FDA-8DF2-4FA6-A6A5-1A08C4A72D92}" destId="{BDB13385-147E-4C45-BEB9-670C1DC97D00}" srcOrd="1" destOrd="0" presId="urn:microsoft.com/office/officeart/2005/8/layout/orgChart1"/>
    <dgm:cxn modelId="{B8ED7B8A-930F-4189-AB8F-90CAF5A8E903}" type="presOf" srcId="{617E7ABE-9F79-499D-BCD3-E445EE7BCE88}" destId="{B4B4B469-BBDE-4BE1-B0D6-C9E07BD8E3B5}" srcOrd="0" destOrd="0" presId="urn:microsoft.com/office/officeart/2005/8/layout/orgChart1"/>
    <dgm:cxn modelId="{6D6E908B-F205-42B9-99EC-429DB0DC9ED8}" type="presOf" srcId="{8E8B1CFD-46CF-45E7-96CE-D50C772A2E07}" destId="{B04B838A-CB6F-44E7-BB90-744DD9F7A634}" srcOrd="0" destOrd="0" presId="urn:microsoft.com/office/officeart/2005/8/layout/orgChart1"/>
    <dgm:cxn modelId="{95B6648C-050C-43EA-9F62-5605C830583B}" type="presOf" srcId="{2FCFFF75-308A-412B-B691-9F2C3E5E43FC}" destId="{103A3429-EC2A-4817-B9DB-90FA4774E98E}" srcOrd="0" destOrd="0" presId="urn:microsoft.com/office/officeart/2005/8/layout/orgChart1"/>
    <dgm:cxn modelId="{FDCB508C-FA6D-48BB-BB26-52A59213E5F4}" type="presOf" srcId="{A5795CEE-C092-4C5D-8919-31402F08C0C9}" destId="{7E170EF9-31DE-4A57-85A6-2803CFFEA40C}" srcOrd="1" destOrd="0" presId="urn:microsoft.com/office/officeart/2005/8/layout/orgChart1"/>
    <dgm:cxn modelId="{7489908D-F13B-4367-AAF8-09A3A86F0211}" srcId="{3455E979-99A8-434D-80BE-3C0C5DDA5055}" destId="{2FCFFF75-308A-412B-B691-9F2C3E5E43FC}" srcOrd="1" destOrd="0" parTransId="{B6715088-E8C5-4790-B9FB-01BCF74F9ACA}" sibTransId="{8D76B9C8-C0D5-4294-AF9A-73A535E1BA37}"/>
    <dgm:cxn modelId="{B7E7AF92-7CA4-434F-AB3E-3D1254669AF7}" type="presOf" srcId="{9B84C657-0CDE-4B9A-88EF-5CB963A3FC7D}" destId="{631D3DE8-A5E1-41A1-8D54-E5BEDA5208AD}" srcOrd="0" destOrd="0" presId="urn:microsoft.com/office/officeart/2005/8/layout/orgChart1"/>
    <dgm:cxn modelId="{CBCC1A93-91EB-4F94-9BDA-A4F59076114F}" type="presOf" srcId="{49CE211F-ECD3-4354-96F4-21DB663F0BE2}" destId="{35C6D898-6D67-4D20-A17C-99DFBF049FBB}" srcOrd="0" destOrd="0" presId="urn:microsoft.com/office/officeart/2005/8/layout/orgChart1"/>
    <dgm:cxn modelId="{BABBCB94-8486-4D44-9FAC-74DE141A5E6C}" srcId="{5DF44FA1-5104-4F86-9F8C-BC07D505D37F}" destId="{E9693A9A-38D2-49C6-8011-17827CD93856}" srcOrd="0" destOrd="0" parTransId="{C2ABDABF-E7E9-45C0-8FEB-345F108A60BD}" sibTransId="{6F1DE746-4E18-4955-B797-3E1A70E2408C}"/>
    <dgm:cxn modelId="{D00B0497-EEB5-43ED-9CA7-CBF15A3C63B8}" type="presOf" srcId="{1D32054F-A708-4AEA-A67D-68AA5E9571AC}" destId="{05B94657-FDAE-466A-98D9-9B0CD6E17ECB}" srcOrd="1" destOrd="0" presId="urn:microsoft.com/office/officeart/2005/8/layout/orgChart1"/>
    <dgm:cxn modelId="{F08F2697-C629-4F03-B0C3-2810C7578952}" srcId="{713019BF-E01E-4216-9262-004A0ABE3E96}" destId="{49CE211F-ECD3-4354-96F4-21DB663F0BE2}" srcOrd="1" destOrd="0" parTransId="{3122B5F7-2B07-4697-8F4E-02F792EE4668}" sibTransId="{57608AAF-44B8-48A9-93CB-3485F7ED4E1A}"/>
    <dgm:cxn modelId="{23494197-CC1A-43A7-9DEA-2D031E573140}" type="presOf" srcId="{4E56A1B9-0E0F-4745-8495-ED932723A85C}" destId="{A73D4BBF-45C9-4EF9-913A-641A3B5EB372}" srcOrd="0" destOrd="0" presId="urn:microsoft.com/office/officeart/2005/8/layout/orgChart1"/>
    <dgm:cxn modelId="{A357749B-B0CD-43A9-A938-6ADECE2CD80A}" type="presOf" srcId="{49CE211F-ECD3-4354-96F4-21DB663F0BE2}" destId="{4566B3C0-82A6-4A3D-B129-44E96161ECBA}" srcOrd="1" destOrd="0" presId="urn:microsoft.com/office/officeart/2005/8/layout/orgChart1"/>
    <dgm:cxn modelId="{6222F49E-70FD-4DC5-803D-663B28F9EE31}" type="presOf" srcId="{5DF44FA1-5104-4F86-9F8C-BC07D505D37F}" destId="{4E4B6468-8A42-457E-B4CB-8AE57679B55C}" srcOrd="1" destOrd="0" presId="urn:microsoft.com/office/officeart/2005/8/layout/orgChart1"/>
    <dgm:cxn modelId="{B04EA3A0-2CC7-4D56-A19B-F6A1F3EE78D5}" type="presOf" srcId="{86575414-6453-4216-A705-9DE86BC8BB68}" destId="{36F3D6AC-5B85-43C1-BBC1-0A02BF2524CD}" srcOrd="0" destOrd="0" presId="urn:microsoft.com/office/officeart/2005/8/layout/orgChart1"/>
    <dgm:cxn modelId="{585A5CA1-7268-46A0-BCB4-96B4A5F1C06E}" srcId="{49CE211F-ECD3-4354-96F4-21DB663F0BE2}" destId="{8A62A3BA-F10C-4D04-86FE-CC709A5DC04F}" srcOrd="0" destOrd="0" parTransId="{9C97282F-F2CB-4E56-92C2-F83E1640F1BF}" sibTransId="{83721A62-2B83-470B-915B-E5A2473727FE}"/>
    <dgm:cxn modelId="{99FC9AA1-A40D-4BAD-B730-90A3ACE14668}" type="presOf" srcId="{5FFFF966-42D7-4D00-9068-BAE53A6124D9}" destId="{F4F7184C-C202-4FC8-B6DA-5C9958F14024}" srcOrd="0" destOrd="0" presId="urn:microsoft.com/office/officeart/2005/8/layout/orgChart1"/>
    <dgm:cxn modelId="{1163BDA2-82C3-42DC-B161-D0444EBB7054}" srcId="{027265CB-D428-4F30-9354-C3C80F5554C2}" destId="{2B0F7E0E-9C88-43C7-805D-1C41AE76FC52}" srcOrd="0" destOrd="0" parTransId="{D77A5B7A-5443-48F6-B260-5AB89D451A4B}" sibTransId="{6ECD97C4-6D84-423A-B573-243D6667ED4C}"/>
    <dgm:cxn modelId="{25E178A3-6EB2-4725-8F1B-7C982DC24F23}" srcId="{EE8C4E2B-93F4-4076-9526-FA0336D0BFB1}" destId="{B809733C-D924-4F41-9E7C-D308A97D7781}" srcOrd="2" destOrd="0" parTransId="{36CE71ED-98AA-43FF-B8FB-86EDD83865A7}" sibTransId="{968B736D-CCDC-4EAC-AA1C-832F3D753A2F}"/>
    <dgm:cxn modelId="{EA8484A3-7055-4D27-B7EC-34027BBEB77D}" srcId="{AF37697C-0616-4F3F-A17A-38D2D8DFEBD0}" destId="{027265CB-D428-4F30-9354-C3C80F5554C2}" srcOrd="2" destOrd="0" parTransId="{5FFFF966-42D7-4D00-9068-BAE53A6124D9}" sibTransId="{36863C01-FED1-4B6C-BD91-BEEF376189AD}"/>
    <dgm:cxn modelId="{730C53A4-D0EB-4FA9-9C60-B4F303EBFB85}" type="presOf" srcId="{CC585711-A02A-4B35-B61B-33D69923D337}" destId="{DBC84876-D002-4CC4-91D7-4692DA25035A}" srcOrd="0" destOrd="0" presId="urn:microsoft.com/office/officeart/2005/8/layout/orgChart1"/>
    <dgm:cxn modelId="{660BD7A4-B508-481B-82EA-EA16675488F9}" type="presOf" srcId="{E2F849A2-D800-4A05-A657-60F1616E4CDE}" destId="{30CC0DDE-960F-405F-AFB3-42999872AFED}" srcOrd="1" destOrd="0" presId="urn:microsoft.com/office/officeart/2005/8/layout/orgChart1"/>
    <dgm:cxn modelId="{E0FCECA4-6173-4F33-A8FC-0E898FF741A4}" type="presOf" srcId="{6A27283B-146B-478C-8806-FA84F140A365}" destId="{27905CDB-CBE7-4E82-8B6E-EFF9E422E5A3}" srcOrd="0" destOrd="0" presId="urn:microsoft.com/office/officeart/2005/8/layout/orgChart1"/>
    <dgm:cxn modelId="{A0E8BEA5-0409-490E-BF3D-AF1620F91BEB}" type="presOf" srcId="{C5D0645B-4182-4931-8BCB-29BF38A6C2AF}" destId="{641EA38E-1216-4D62-B6F8-72D280BDABD4}" srcOrd="0" destOrd="0" presId="urn:microsoft.com/office/officeart/2005/8/layout/orgChart1"/>
    <dgm:cxn modelId="{B2B1A6A7-3D58-4278-A36E-1275BA8F2DBA}" type="presOf" srcId="{841A96F0-7150-4CAA-B5F8-74D27B4FCA1E}" destId="{46616698-2C3D-4E40-A937-F69F444F15FF}" srcOrd="0" destOrd="0" presId="urn:microsoft.com/office/officeart/2005/8/layout/orgChart1"/>
    <dgm:cxn modelId="{F2A6FEAB-B136-4548-925F-3428AF90172D}" type="presOf" srcId="{99528AF9-D05C-4C36-B908-A1FB0008590A}" destId="{206C0019-9892-464B-8C28-7975DCD1131D}" srcOrd="0" destOrd="0" presId="urn:microsoft.com/office/officeart/2005/8/layout/orgChart1"/>
    <dgm:cxn modelId="{041A6DAF-A58C-499F-8DCF-59A31FF1CEF6}" type="presOf" srcId="{EE6278A1-BD76-4603-B90B-41C8DBE99CC9}" destId="{613F586F-92C7-401B-B924-3487D372D271}" srcOrd="0" destOrd="0" presId="urn:microsoft.com/office/officeart/2005/8/layout/orgChart1"/>
    <dgm:cxn modelId="{6075E2AF-B21A-4F21-9F6B-04F3412CC825}" srcId="{6104FAED-CDB6-4992-A5B5-E82EC8EF5CB4}" destId="{06193E77-61C9-4280-9A3B-2CD392FC0E79}" srcOrd="1" destOrd="0" parTransId="{E5D44E87-419E-47DD-9610-EAB6CE16D0A0}" sibTransId="{DE12A42E-36DD-4CF0-85C5-57BDBF6EBF4A}"/>
    <dgm:cxn modelId="{091ABCB0-E0DA-43BA-ACC6-5C247FB8A24F}" type="presOf" srcId="{E9693A9A-38D2-49C6-8011-17827CD93856}" destId="{768705BB-EBCF-4014-A6EB-F6AEDFD47AEC}" srcOrd="1" destOrd="0" presId="urn:microsoft.com/office/officeart/2005/8/layout/orgChart1"/>
    <dgm:cxn modelId="{578E2DB2-E226-4885-AC98-5B959E9AB073}" type="presOf" srcId="{8A62A3BA-F10C-4D04-86FE-CC709A5DC04F}" destId="{B8BF50D4-3667-44B8-8CFC-6E3E657A23DB}" srcOrd="1" destOrd="0" presId="urn:microsoft.com/office/officeart/2005/8/layout/orgChart1"/>
    <dgm:cxn modelId="{0114B6B8-F9DD-49DB-B01E-59CC9361347D}" type="presOf" srcId="{D9BA632D-3C57-4483-A8A8-543E09AF8B74}" destId="{74DEB1F9-7BA1-4439-AA9F-E9FDE46BA40F}" srcOrd="0" destOrd="0" presId="urn:microsoft.com/office/officeart/2005/8/layout/orgChart1"/>
    <dgm:cxn modelId="{8C4369B9-D6EE-48AB-B483-3F42053B9484}" type="presOf" srcId="{2B64199E-20F1-43E8-9A49-5E342CD70ADC}" destId="{05175D22-F355-4132-92F3-7651B471C162}" srcOrd="0" destOrd="0" presId="urn:microsoft.com/office/officeart/2005/8/layout/orgChart1"/>
    <dgm:cxn modelId="{9DB32DBB-3330-48B4-AF2A-73B9D5D13B28}" srcId="{6104FAED-CDB6-4992-A5B5-E82EC8EF5CB4}" destId="{954761B2-B8A9-4337-8063-AE4569B452ED}" srcOrd="0" destOrd="0" parTransId="{4E56A1B9-0E0F-4745-8495-ED932723A85C}" sibTransId="{9B7A4A24-11AC-4272-90CD-8985EAEBA525}"/>
    <dgm:cxn modelId="{75F7BBBB-7784-4ACF-9C1E-6AEC0A6D0CF1}" type="presOf" srcId="{06193E77-61C9-4280-9A3B-2CD392FC0E79}" destId="{662B79C1-B793-4190-AE9A-842575A0181B}" srcOrd="0" destOrd="0" presId="urn:microsoft.com/office/officeart/2005/8/layout/orgChart1"/>
    <dgm:cxn modelId="{AB1959BC-9CF7-4087-BA5C-1F6EE6AD28C5}" type="presOf" srcId="{A624E27C-DB45-4852-945C-21C2582993BC}" destId="{EE800C07-2116-40D7-9799-DAA74B6DE078}" srcOrd="1" destOrd="0" presId="urn:microsoft.com/office/officeart/2005/8/layout/orgChart1"/>
    <dgm:cxn modelId="{B7FE43BE-2FA1-4F39-96A7-C26BF9B3F550}" srcId="{AF37697C-0616-4F3F-A17A-38D2D8DFEBD0}" destId="{5DF44FA1-5104-4F86-9F8C-BC07D505D37F}" srcOrd="0" destOrd="0" parTransId="{5D81EAEF-FB9F-4A86-8418-3467B207FA4F}" sibTransId="{92802FCD-1080-4A15-8D7C-911AF9F1E8EA}"/>
    <dgm:cxn modelId="{BF7A6EBF-6001-4CE1-9F0A-2A0DF3B7AC43}" type="presOf" srcId="{027265CB-D428-4F30-9354-C3C80F5554C2}" destId="{FC88BD61-F9BF-4011-AC8D-AA6AD2B13D38}" srcOrd="0" destOrd="0" presId="urn:microsoft.com/office/officeart/2005/8/layout/orgChart1"/>
    <dgm:cxn modelId="{FD68ACBF-E9B9-4AC2-98F0-53CB33E56E05}" srcId="{713019BF-E01E-4216-9262-004A0ABE3E96}" destId="{78A06D1E-C407-4062-83AA-A9E48E61149C}" srcOrd="0" destOrd="0" parTransId="{EE6278A1-BD76-4603-B90B-41C8DBE99CC9}" sibTransId="{E6692411-781D-4DBA-A807-55BAF0AC379C}"/>
    <dgm:cxn modelId="{01CBD6C1-1D06-4EBD-8DB9-3D114529EAF1}" type="presOf" srcId="{6104FAED-CDB6-4992-A5B5-E82EC8EF5CB4}" destId="{1337431B-37DE-4226-9E3E-6D343F014B31}" srcOrd="1" destOrd="0" presId="urn:microsoft.com/office/officeart/2005/8/layout/orgChart1"/>
    <dgm:cxn modelId="{B5A180C3-CE35-4471-AE17-BA4E1821F171}" type="presOf" srcId="{713019BF-E01E-4216-9262-004A0ABE3E96}" destId="{DB4D43DF-7026-48DA-9642-6E9F601A219C}" srcOrd="1" destOrd="0" presId="urn:microsoft.com/office/officeart/2005/8/layout/orgChart1"/>
    <dgm:cxn modelId="{4C33FDC3-3339-440E-A7CE-4F38BD79BCC2}" type="presOf" srcId="{B809733C-D924-4F41-9E7C-D308A97D7781}" destId="{BCF8D6EB-2846-4C05-827B-04990F8193C9}" srcOrd="1" destOrd="0" presId="urn:microsoft.com/office/officeart/2005/8/layout/orgChart1"/>
    <dgm:cxn modelId="{25E01AC6-27B8-479D-B0B8-D3CFB6C9862A}" type="presOf" srcId="{C2ABDABF-E7E9-45C0-8FEB-345F108A60BD}" destId="{84BE70BE-61FE-431E-8FF1-0E3BD6F6D490}" srcOrd="0" destOrd="0" presId="urn:microsoft.com/office/officeart/2005/8/layout/orgChart1"/>
    <dgm:cxn modelId="{1C0E82C8-E26E-4114-BD8B-9355317BFAD1}" type="presOf" srcId="{8E8B1CFD-46CF-45E7-96CE-D50C772A2E07}" destId="{DE881796-9FA6-4372-AC47-691A384F8F0F}" srcOrd="1" destOrd="0" presId="urn:microsoft.com/office/officeart/2005/8/layout/orgChart1"/>
    <dgm:cxn modelId="{C75E43C9-0797-491E-9A93-FACE0F60A71A}" type="presOf" srcId="{8A62A3BA-F10C-4D04-86FE-CC709A5DC04F}" destId="{FD215D27-F263-4CEA-A9A1-9CCB1BC98049}" srcOrd="0" destOrd="0" presId="urn:microsoft.com/office/officeart/2005/8/layout/orgChart1"/>
    <dgm:cxn modelId="{C217B4CA-3582-44F5-9408-45DC75992F3D}" type="presOf" srcId="{B6715088-E8C5-4790-B9FB-01BCF74F9ACA}" destId="{779F59AD-7DFB-44BB-B997-481A6F575872}" srcOrd="0" destOrd="0" presId="urn:microsoft.com/office/officeart/2005/8/layout/orgChart1"/>
    <dgm:cxn modelId="{9CA3DFCB-AACC-4760-BDBD-507CBCD77131}" type="presOf" srcId="{9B84C657-0CDE-4B9A-88EF-5CB963A3FC7D}" destId="{8CFFBA49-87BD-43FC-AAC9-5FDFF464A25E}" srcOrd="1" destOrd="0" presId="urn:microsoft.com/office/officeart/2005/8/layout/orgChart1"/>
    <dgm:cxn modelId="{F0A117D1-4140-40C7-86CA-D6D930C9224F}" type="presOf" srcId="{36CE71ED-98AA-43FF-B8FB-86EDD83865A7}" destId="{76C61AC7-FAF2-4F4D-94D0-00F1D42BFB3B}" srcOrd="0" destOrd="0" presId="urn:microsoft.com/office/officeart/2005/8/layout/orgChart1"/>
    <dgm:cxn modelId="{93C6E4D5-ABBE-4777-8FE0-7EEE3FDDF0DC}" type="presOf" srcId="{5B516BFA-8C01-474A-BD45-67E1B252070D}" destId="{490D377B-3090-4FE9-A1BC-74FE9185A361}" srcOrd="0" destOrd="0" presId="urn:microsoft.com/office/officeart/2005/8/layout/orgChart1"/>
    <dgm:cxn modelId="{0E56E7D5-4B4C-487D-AC48-E93E87E7DEAD}" type="presOf" srcId="{11C961D4-CA2D-48D6-B65B-37FAB80A22FB}" destId="{D71B7196-79F3-41B8-84D8-FC90F1FD5296}" srcOrd="1" destOrd="0" presId="urn:microsoft.com/office/officeart/2005/8/layout/orgChart1"/>
    <dgm:cxn modelId="{D03D46D6-8269-4256-9409-4803E6D09D8E}" type="presOf" srcId="{3455E979-99A8-434D-80BE-3C0C5DDA5055}" destId="{AB2CD70B-3486-4D4A-ABE1-F14850182D0A}" srcOrd="1" destOrd="0" presId="urn:microsoft.com/office/officeart/2005/8/layout/orgChart1"/>
    <dgm:cxn modelId="{61ED75DB-F270-4092-AB0E-A989FECA593B}" type="presOf" srcId="{7C31B97B-5BDB-4FA4-B98D-05A2AAEC27E3}" destId="{5CF1C5DB-3F08-437E-AF10-2437DFF4610E}" srcOrd="1" destOrd="0" presId="urn:microsoft.com/office/officeart/2005/8/layout/orgChart1"/>
    <dgm:cxn modelId="{2EB890DB-74D6-4E20-A4D3-AFEBB2118999}" type="presOf" srcId="{65160397-AFFE-484B-970D-CCB67D7C8FF2}" destId="{54022064-A5E1-4E24-94FF-3F29BD4F5A40}" srcOrd="1" destOrd="0" presId="urn:microsoft.com/office/officeart/2005/8/layout/orgChart1"/>
    <dgm:cxn modelId="{425A39DD-8E5D-4E0D-B6C3-32BA2032132E}" srcId="{AF37697C-0616-4F3F-A17A-38D2D8DFEBD0}" destId="{6104FAED-CDB6-4992-A5B5-E82EC8EF5CB4}" srcOrd="3" destOrd="0" parTransId="{50A45D2E-259D-49C0-A7F3-5F0C4F91387E}" sibTransId="{8840E0D9-7222-4DF7-95C3-64CF2D860595}"/>
    <dgm:cxn modelId="{5E4CBDE1-CAF2-46F6-B49A-8EF67D9010C1}" type="presOf" srcId="{954761B2-B8A9-4337-8063-AE4569B452ED}" destId="{4AD619AD-12E6-43FC-828C-FC301D713E0A}" srcOrd="0" destOrd="0" presId="urn:microsoft.com/office/officeart/2005/8/layout/orgChart1"/>
    <dgm:cxn modelId="{D7AD99E3-7EA9-4DD8-8C7E-6ED586ECEDB3}" type="presOf" srcId="{E9693A9A-38D2-49C6-8011-17827CD93856}" destId="{E1DE2FC5-9CDB-4767-9EA7-500138323F8D}" srcOrd="0" destOrd="0" presId="urn:microsoft.com/office/officeart/2005/8/layout/orgChart1"/>
    <dgm:cxn modelId="{59A5EFE6-6EC0-4B32-A25C-B291A426D8D7}" type="presOf" srcId="{AF37697C-0616-4F3F-A17A-38D2D8DFEBD0}" destId="{EA5520AC-5EA5-4BDC-B5C1-70FD0147A126}" srcOrd="0" destOrd="0" presId="urn:microsoft.com/office/officeart/2005/8/layout/orgChart1"/>
    <dgm:cxn modelId="{DCA7D0E7-9349-44EC-A37E-60C7813A8267}" type="presOf" srcId="{AF37697C-0616-4F3F-A17A-38D2D8DFEBD0}" destId="{35CC161A-D7AE-4FBF-ADDB-4D00EFF88CAB}" srcOrd="1" destOrd="0" presId="urn:microsoft.com/office/officeart/2005/8/layout/orgChart1"/>
    <dgm:cxn modelId="{8E39DEE8-682A-44A2-BB2E-353601183A0F}" type="presOf" srcId="{0FAE65AA-7CC9-41D8-8491-8915F6A3CE48}" destId="{E6A0B167-33F3-469F-92CF-BBA283E2876A}" srcOrd="0" destOrd="0" presId="urn:microsoft.com/office/officeart/2005/8/layout/orgChart1"/>
    <dgm:cxn modelId="{6FBF8CE9-6E71-495A-A892-F701358A3775}" type="presOf" srcId="{9C97282F-F2CB-4E56-92C2-F83E1640F1BF}" destId="{5AB7A491-AA7C-41DA-AD4F-FFC79A7A6DAA}" srcOrd="0" destOrd="0" presId="urn:microsoft.com/office/officeart/2005/8/layout/orgChart1"/>
    <dgm:cxn modelId="{31B7D5EE-AA07-476F-89B9-A2A30CF0B4BB}" srcId="{AF37697C-0616-4F3F-A17A-38D2D8DFEBD0}" destId="{713019BF-E01E-4216-9262-004A0ABE3E96}" srcOrd="5" destOrd="0" parTransId="{CC585711-A02A-4B35-B61B-33D69923D337}" sibTransId="{E22ADE62-19E3-4962-AE33-43388A15B947}"/>
    <dgm:cxn modelId="{9F13FAEE-1AC9-413F-9351-A5C9186A15E7}" type="presOf" srcId="{65160397-AFFE-484B-970D-CCB67D7C8FF2}" destId="{36860771-D045-43C6-841B-13650D975DD8}" srcOrd="0" destOrd="0" presId="urn:microsoft.com/office/officeart/2005/8/layout/orgChart1"/>
    <dgm:cxn modelId="{062914F0-0E0D-4309-90E3-40CE384BEBF5}" type="presOf" srcId="{78A06D1E-C407-4062-83AA-A9E48E61149C}" destId="{27672E79-3886-4EFB-98C6-F264EB49EF4D}" srcOrd="1" destOrd="0" presId="urn:microsoft.com/office/officeart/2005/8/layout/orgChart1"/>
    <dgm:cxn modelId="{D071E3F6-650C-41C1-952C-DC2938D82ED7}" type="presOf" srcId="{2B0F7E0E-9C88-43C7-805D-1C41AE76FC52}" destId="{A48910E0-67CE-4A97-9740-07C4ABE4FA3B}" srcOrd="0" destOrd="0" presId="urn:microsoft.com/office/officeart/2005/8/layout/orgChart1"/>
    <dgm:cxn modelId="{435E49F7-C075-4CE5-8060-D3F121152EC1}" type="presOf" srcId="{47C34424-4930-428D-B591-F572FFE0BB3B}" destId="{9937BAC4-19B5-4AE7-854C-2F3544A60981}" srcOrd="0" destOrd="0" presId="urn:microsoft.com/office/officeart/2005/8/layout/orgChart1"/>
    <dgm:cxn modelId="{F5006AFD-98E8-4355-BEF2-33955ECFC7FE}" srcId="{027265CB-D428-4F30-9354-C3C80F5554C2}" destId="{A624E27C-DB45-4852-945C-21C2582993BC}" srcOrd="1" destOrd="0" parTransId="{E037EB66-A58B-4768-9E13-7C1D1EBFAFC6}" sibTransId="{7C09F195-DEDC-40B5-B3D2-91BD0D4EF34D}"/>
    <dgm:cxn modelId="{F22EBDFD-4F38-4FE9-8608-AB54B2E309E8}" srcId="{6104FAED-CDB6-4992-A5B5-E82EC8EF5CB4}" destId="{6A27283B-146B-478C-8806-FA84F140A365}" srcOrd="2" destOrd="0" parTransId="{B1E8CB50-EEA3-49D8-9F3A-3B7772D7C568}" sibTransId="{F57B7C27-C7F5-4480-8D4A-59A10326EDF1}"/>
    <dgm:cxn modelId="{3F20A5FF-C3FB-4FAB-842A-2C548967B38D}" type="presOf" srcId="{E037EB66-A58B-4768-9E13-7C1D1EBFAFC6}" destId="{63909FB9-6232-4999-93C4-F3E16B75973F}" srcOrd="0" destOrd="0" presId="urn:microsoft.com/office/officeart/2005/8/layout/orgChart1"/>
    <dgm:cxn modelId="{23A0B526-ADBF-494F-9262-CC1176590DEE}" type="presParOf" srcId="{2D8A82D0-E435-4711-BB78-B568E0DFD232}" destId="{46099724-7A3D-4B5F-8E46-AD2D8D8257AB}" srcOrd="0" destOrd="0" presId="urn:microsoft.com/office/officeart/2005/8/layout/orgChart1"/>
    <dgm:cxn modelId="{EE0CD85C-6C83-478E-AF4D-7C3EFB5C18BA}" type="presParOf" srcId="{46099724-7A3D-4B5F-8E46-AD2D8D8257AB}" destId="{9D5EFD78-72B5-4D21-B15E-AEE58AB3F6A9}" srcOrd="0" destOrd="0" presId="urn:microsoft.com/office/officeart/2005/8/layout/orgChart1"/>
    <dgm:cxn modelId="{01C98B93-29DE-4952-A8EB-E4CBA64AC148}" type="presParOf" srcId="{9D5EFD78-72B5-4D21-B15E-AEE58AB3F6A9}" destId="{EA5520AC-5EA5-4BDC-B5C1-70FD0147A126}" srcOrd="0" destOrd="0" presId="urn:microsoft.com/office/officeart/2005/8/layout/orgChart1"/>
    <dgm:cxn modelId="{76C24947-8A76-4B96-B1C5-D8AC42A784DF}" type="presParOf" srcId="{9D5EFD78-72B5-4D21-B15E-AEE58AB3F6A9}" destId="{35CC161A-D7AE-4FBF-ADDB-4D00EFF88CAB}" srcOrd="1" destOrd="0" presId="urn:microsoft.com/office/officeart/2005/8/layout/orgChart1"/>
    <dgm:cxn modelId="{B55C2EC1-5FBE-44E4-AE53-9ACF3C620D15}" type="presParOf" srcId="{46099724-7A3D-4B5F-8E46-AD2D8D8257AB}" destId="{F2C20CEB-83FC-43AC-A797-EB34796FE88F}" srcOrd="1" destOrd="0" presId="urn:microsoft.com/office/officeart/2005/8/layout/orgChart1"/>
    <dgm:cxn modelId="{99ABBCC8-271B-4E69-9F38-8B72D6E117DC}" type="presParOf" srcId="{F2C20CEB-83FC-43AC-A797-EB34796FE88F}" destId="{3DF27527-1D18-4DCF-B37A-B0843EBCBDC7}" srcOrd="0" destOrd="0" presId="urn:microsoft.com/office/officeart/2005/8/layout/orgChart1"/>
    <dgm:cxn modelId="{714299F0-6F92-409B-872B-AE6050DE13CE}" type="presParOf" srcId="{F2C20CEB-83FC-43AC-A797-EB34796FE88F}" destId="{16598540-F4CA-4DB1-A741-07772069D68A}" srcOrd="1" destOrd="0" presId="urn:microsoft.com/office/officeart/2005/8/layout/orgChart1"/>
    <dgm:cxn modelId="{386FA943-9683-442E-B738-E27C9B943849}" type="presParOf" srcId="{16598540-F4CA-4DB1-A741-07772069D68A}" destId="{B2A132B2-35A6-4838-B27F-CD107EFBB324}" srcOrd="0" destOrd="0" presId="urn:microsoft.com/office/officeart/2005/8/layout/orgChart1"/>
    <dgm:cxn modelId="{966656ED-DC0A-494F-9F37-DC6C767B0D09}" type="presParOf" srcId="{B2A132B2-35A6-4838-B27F-CD107EFBB324}" destId="{20593AF1-A0CB-4313-8490-61D184CB7145}" srcOrd="0" destOrd="0" presId="urn:microsoft.com/office/officeart/2005/8/layout/orgChart1"/>
    <dgm:cxn modelId="{E511FFA7-8475-4D74-BB1A-D7885004A2CB}" type="presParOf" srcId="{B2A132B2-35A6-4838-B27F-CD107EFBB324}" destId="{4E4B6468-8A42-457E-B4CB-8AE57679B55C}" srcOrd="1" destOrd="0" presId="urn:microsoft.com/office/officeart/2005/8/layout/orgChart1"/>
    <dgm:cxn modelId="{9DD5ACA9-43D9-4C51-B68B-FDCC6F380FCF}" type="presParOf" srcId="{16598540-F4CA-4DB1-A741-07772069D68A}" destId="{13B2D379-C822-4AC6-86C2-38EADB535BCD}" srcOrd="1" destOrd="0" presId="urn:microsoft.com/office/officeart/2005/8/layout/orgChart1"/>
    <dgm:cxn modelId="{7E6BCDFC-69DA-468F-A3EB-896CEA917B55}" type="presParOf" srcId="{13B2D379-C822-4AC6-86C2-38EADB535BCD}" destId="{84BE70BE-61FE-431E-8FF1-0E3BD6F6D490}" srcOrd="0" destOrd="0" presId="urn:microsoft.com/office/officeart/2005/8/layout/orgChart1"/>
    <dgm:cxn modelId="{5DC54C6D-8659-4EF0-A330-10A6B9F7D3A4}" type="presParOf" srcId="{13B2D379-C822-4AC6-86C2-38EADB535BCD}" destId="{83E12DD0-FBF8-4D37-AFB8-7413F834CF6E}" srcOrd="1" destOrd="0" presId="urn:microsoft.com/office/officeart/2005/8/layout/orgChart1"/>
    <dgm:cxn modelId="{8071DBFC-A04E-4DC8-B54D-FDBB4D251568}" type="presParOf" srcId="{83E12DD0-FBF8-4D37-AFB8-7413F834CF6E}" destId="{AA6F99B1-A698-415D-9EB5-B05A9811FDD2}" srcOrd="0" destOrd="0" presId="urn:microsoft.com/office/officeart/2005/8/layout/orgChart1"/>
    <dgm:cxn modelId="{CAB5540B-AF5C-43C1-9CCD-D354A5338AA3}" type="presParOf" srcId="{AA6F99B1-A698-415D-9EB5-B05A9811FDD2}" destId="{E1DE2FC5-9CDB-4767-9EA7-500138323F8D}" srcOrd="0" destOrd="0" presId="urn:microsoft.com/office/officeart/2005/8/layout/orgChart1"/>
    <dgm:cxn modelId="{5931C805-1673-4580-901A-31AAAE505383}" type="presParOf" srcId="{AA6F99B1-A698-415D-9EB5-B05A9811FDD2}" destId="{768705BB-EBCF-4014-A6EB-F6AEDFD47AEC}" srcOrd="1" destOrd="0" presId="urn:microsoft.com/office/officeart/2005/8/layout/orgChart1"/>
    <dgm:cxn modelId="{B0101AC4-10E3-4868-8C86-74C4F7B3F21D}" type="presParOf" srcId="{83E12DD0-FBF8-4D37-AFB8-7413F834CF6E}" destId="{C8991475-C058-4D83-832F-5AF5C2E23A80}" srcOrd="1" destOrd="0" presId="urn:microsoft.com/office/officeart/2005/8/layout/orgChart1"/>
    <dgm:cxn modelId="{8CDFB025-754C-4254-ABC2-DD7EF94C197F}" type="presParOf" srcId="{83E12DD0-FBF8-4D37-AFB8-7413F834CF6E}" destId="{0F4A4966-43DD-43C2-A989-0B0425C4040B}" srcOrd="2" destOrd="0" presId="urn:microsoft.com/office/officeart/2005/8/layout/orgChart1"/>
    <dgm:cxn modelId="{72D90351-7F20-4B0D-B720-442BDB15EBAD}" type="presParOf" srcId="{13B2D379-C822-4AC6-86C2-38EADB535BCD}" destId="{DD14A479-BADF-45D2-A817-1B1B3A7E2DAE}" srcOrd="2" destOrd="0" presId="urn:microsoft.com/office/officeart/2005/8/layout/orgChart1"/>
    <dgm:cxn modelId="{066D2C6E-C897-44B2-AC82-36DF15F4E0F8}" type="presParOf" srcId="{13B2D379-C822-4AC6-86C2-38EADB535BCD}" destId="{15A403EB-9176-4709-B51B-DEC00E7A8971}" srcOrd="3" destOrd="0" presId="urn:microsoft.com/office/officeart/2005/8/layout/orgChart1"/>
    <dgm:cxn modelId="{DB5CFCAC-3824-4324-9D2C-33074274AE02}" type="presParOf" srcId="{15A403EB-9176-4709-B51B-DEC00E7A8971}" destId="{95F32F25-01E0-4C83-AEC8-991486B805E4}" srcOrd="0" destOrd="0" presId="urn:microsoft.com/office/officeart/2005/8/layout/orgChart1"/>
    <dgm:cxn modelId="{408F8A12-09B2-4BE5-9564-E56CB0D9E7F7}" type="presParOf" srcId="{95F32F25-01E0-4C83-AEC8-991486B805E4}" destId="{631D3DE8-A5E1-41A1-8D54-E5BEDA5208AD}" srcOrd="0" destOrd="0" presId="urn:microsoft.com/office/officeart/2005/8/layout/orgChart1"/>
    <dgm:cxn modelId="{C74B16DE-A79C-4336-9D4F-D8092E80A2ED}" type="presParOf" srcId="{95F32F25-01E0-4C83-AEC8-991486B805E4}" destId="{8CFFBA49-87BD-43FC-AAC9-5FDFF464A25E}" srcOrd="1" destOrd="0" presId="urn:microsoft.com/office/officeart/2005/8/layout/orgChart1"/>
    <dgm:cxn modelId="{F1DF104E-7ADD-46FF-8FEA-90DAC8419A32}" type="presParOf" srcId="{15A403EB-9176-4709-B51B-DEC00E7A8971}" destId="{ECA4F8E6-97A2-4C0C-892E-8CEE2F3A7343}" srcOrd="1" destOrd="0" presId="urn:microsoft.com/office/officeart/2005/8/layout/orgChart1"/>
    <dgm:cxn modelId="{AA6F7B0F-D72F-452F-887E-0F3AA4CEA25B}" type="presParOf" srcId="{15A403EB-9176-4709-B51B-DEC00E7A8971}" destId="{7043B62E-0CC0-42C3-9B72-86AFC03F6272}" srcOrd="2" destOrd="0" presId="urn:microsoft.com/office/officeart/2005/8/layout/orgChart1"/>
    <dgm:cxn modelId="{36D952BC-1759-4CFE-85F3-AAB040495905}" type="presParOf" srcId="{13B2D379-C822-4AC6-86C2-38EADB535BCD}" destId="{49D4B913-C055-43BD-B882-82396B539CBB}" srcOrd="4" destOrd="0" presId="urn:microsoft.com/office/officeart/2005/8/layout/orgChart1"/>
    <dgm:cxn modelId="{F70FCC77-D849-4385-97B5-C3CDFC5E5110}" type="presParOf" srcId="{13B2D379-C822-4AC6-86C2-38EADB535BCD}" destId="{1A71BE03-173D-445A-92F8-5D3FC5231046}" srcOrd="5" destOrd="0" presId="urn:microsoft.com/office/officeart/2005/8/layout/orgChart1"/>
    <dgm:cxn modelId="{11273F0A-71F6-4597-9595-C33ED69A5EFE}" type="presParOf" srcId="{1A71BE03-173D-445A-92F8-5D3FC5231046}" destId="{A861F09E-D4BD-4CE3-86A8-EFF89D843FC6}" srcOrd="0" destOrd="0" presId="urn:microsoft.com/office/officeart/2005/8/layout/orgChart1"/>
    <dgm:cxn modelId="{2D3BCE97-47A2-4869-8E2A-63AFA2A19AAE}" type="presParOf" srcId="{A861F09E-D4BD-4CE3-86A8-EFF89D843FC6}" destId="{19635511-5D84-48C7-94E8-4D9E5F29D2E0}" srcOrd="0" destOrd="0" presId="urn:microsoft.com/office/officeart/2005/8/layout/orgChart1"/>
    <dgm:cxn modelId="{876F7EAA-9754-4CEE-AF7E-E48A499BEC67}" type="presParOf" srcId="{A861F09E-D4BD-4CE3-86A8-EFF89D843FC6}" destId="{05B94657-FDAE-466A-98D9-9B0CD6E17ECB}" srcOrd="1" destOrd="0" presId="urn:microsoft.com/office/officeart/2005/8/layout/orgChart1"/>
    <dgm:cxn modelId="{49CFD6D3-E206-43DF-A47C-4F1C7290B34B}" type="presParOf" srcId="{1A71BE03-173D-445A-92F8-5D3FC5231046}" destId="{F03BAD6F-A8BB-4D01-8F06-0DC5381BBA72}" srcOrd="1" destOrd="0" presId="urn:microsoft.com/office/officeart/2005/8/layout/orgChart1"/>
    <dgm:cxn modelId="{08EF8B85-91B9-4C55-82A1-ADB446F50710}" type="presParOf" srcId="{1A71BE03-173D-445A-92F8-5D3FC5231046}" destId="{5AC13D20-A6D0-4251-94E7-AF61456FD162}" srcOrd="2" destOrd="0" presId="urn:microsoft.com/office/officeart/2005/8/layout/orgChart1"/>
    <dgm:cxn modelId="{6623401A-D318-4907-A1FD-9426463A3FF7}" type="presParOf" srcId="{13B2D379-C822-4AC6-86C2-38EADB535BCD}" destId="{3CB1A45C-D0C7-44B4-88F1-2F7BDF8232F1}" srcOrd="6" destOrd="0" presId="urn:microsoft.com/office/officeart/2005/8/layout/orgChart1"/>
    <dgm:cxn modelId="{7EB8C5AB-ABFA-446F-92B0-9F79D937B261}" type="presParOf" srcId="{13B2D379-C822-4AC6-86C2-38EADB535BCD}" destId="{7FE4B70F-F8B0-41B0-984D-DD0852108B78}" srcOrd="7" destOrd="0" presId="urn:microsoft.com/office/officeart/2005/8/layout/orgChart1"/>
    <dgm:cxn modelId="{4FB7D4E0-6A27-4A74-9DBE-435DCDCFDAA0}" type="presParOf" srcId="{7FE4B70F-F8B0-41B0-984D-DD0852108B78}" destId="{2E1E3D0B-3161-4A89-9413-572FA41C931E}" srcOrd="0" destOrd="0" presId="urn:microsoft.com/office/officeart/2005/8/layout/orgChart1"/>
    <dgm:cxn modelId="{9460B058-3B00-4F43-B8FB-C965C7A9CDD4}" type="presParOf" srcId="{2E1E3D0B-3161-4A89-9413-572FA41C931E}" destId="{B04B838A-CB6F-44E7-BB90-744DD9F7A634}" srcOrd="0" destOrd="0" presId="urn:microsoft.com/office/officeart/2005/8/layout/orgChart1"/>
    <dgm:cxn modelId="{D752A9F4-D278-4677-8713-D245050E1C2A}" type="presParOf" srcId="{2E1E3D0B-3161-4A89-9413-572FA41C931E}" destId="{DE881796-9FA6-4372-AC47-691A384F8F0F}" srcOrd="1" destOrd="0" presId="urn:microsoft.com/office/officeart/2005/8/layout/orgChart1"/>
    <dgm:cxn modelId="{A23D96CE-11F6-4871-828F-C1791B442A5A}" type="presParOf" srcId="{7FE4B70F-F8B0-41B0-984D-DD0852108B78}" destId="{1C2414C3-B429-42BD-B7A2-98D6698644BE}" srcOrd="1" destOrd="0" presId="urn:microsoft.com/office/officeart/2005/8/layout/orgChart1"/>
    <dgm:cxn modelId="{A85AC102-54E5-4A6C-90E2-5D23E9617948}" type="presParOf" srcId="{7FE4B70F-F8B0-41B0-984D-DD0852108B78}" destId="{F6186EBA-6CE0-4F08-9B39-A895C44E9A0A}" srcOrd="2" destOrd="0" presId="urn:microsoft.com/office/officeart/2005/8/layout/orgChart1"/>
    <dgm:cxn modelId="{E10BA8E3-A114-46F3-A957-9CB17D66CF9C}" type="presParOf" srcId="{16598540-F4CA-4DB1-A741-07772069D68A}" destId="{B2B3B24F-7C61-4645-BEA7-74349F4E3BBA}" srcOrd="2" destOrd="0" presId="urn:microsoft.com/office/officeart/2005/8/layout/orgChart1"/>
    <dgm:cxn modelId="{AFA7223D-410A-435F-BAC4-47C5CE2B7701}" type="presParOf" srcId="{F2C20CEB-83FC-43AC-A797-EB34796FE88F}" destId="{46616698-2C3D-4E40-A937-F69F444F15FF}" srcOrd="2" destOrd="0" presId="urn:microsoft.com/office/officeart/2005/8/layout/orgChart1"/>
    <dgm:cxn modelId="{36E89E3E-F16D-4A86-9D36-F96B5C9F1A2A}" type="presParOf" srcId="{F2C20CEB-83FC-43AC-A797-EB34796FE88F}" destId="{C70E5563-F747-4A06-BE29-10938029ECDC}" srcOrd="3" destOrd="0" presId="urn:microsoft.com/office/officeart/2005/8/layout/orgChart1"/>
    <dgm:cxn modelId="{70AF8821-B9AE-4168-A66E-873F90BAB0ED}" type="presParOf" srcId="{C70E5563-F747-4A06-BE29-10938029ECDC}" destId="{5BB7E925-239E-4CB0-A415-AECD9C95A533}" srcOrd="0" destOrd="0" presId="urn:microsoft.com/office/officeart/2005/8/layout/orgChart1"/>
    <dgm:cxn modelId="{B3540302-CAA2-45BB-B6F6-14D0DDFF6167}" type="presParOf" srcId="{5BB7E925-239E-4CB0-A415-AECD9C95A533}" destId="{2BA5AC3E-00A9-4558-BEEF-1E9E3F3991E9}" srcOrd="0" destOrd="0" presId="urn:microsoft.com/office/officeart/2005/8/layout/orgChart1"/>
    <dgm:cxn modelId="{E9DD54C7-5119-4F42-ACBD-EF03CB6FBDDD}" type="presParOf" srcId="{5BB7E925-239E-4CB0-A415-AECD9C95A533}" destId="{AB2CD70B-3486-4D4A-ABE1-F14850182D0A}" srcOrd="1" destOrd="0" presId="urn:microsoft.com/office/officeart/2005/8/layout/orgChart1"/>
    <dgm:cxn modelId="{0AB62E86-7EE6-45A3-85A1-CF0430DD76BB}" type="presParOf" srcId="{C70E5563-F747-4A06-BE29-10938029ECDC}" destId="{8B7070D8-6736-451F-8B98-94489474B2B0}" srcOrd="1" destOrd="0" presId="urn:microsoft.com/office/officeart/2005/8/layout/orgChart1"/>
    <dgm:cxn modelId="{14441A87-602B-46F9-AB83-BCCB81A5F9F2}" type="presParOf" srcId="{8B7070D8-6736-451F-8B98-94489474B2B0}" destId="{E6A0B167-33F3-469F-92CF-BBA283E2876A}" srcOrd="0" destOrd="0" presId="urn:microsoft.com/office/officeart/2005/8/layout/orgChart1"/>
    <dgm:cxn modelId="{3C4A7186-C99F-4665-B4A5-175E806B851A}" type="presParOf" srcId="{8B7070D8-6736-451F-8B98-94489474B2B0}" destId="{D1260D4C-3883-4639-ACB7-3B207E89821D}" srcOrd="1" destOrd="0" presId="urn:microsoft.com/office/officeart/2005/8/layout/orgChart1"/>
    <dgm:cxn modelId="{697DE3D6-A226-40B2-957D-4BF31E538677}" type="presParOf" srcId="{D1260D4C-3883-4639-ACB7-3B207E89821D}" destId="{BACE8791-F8AB-42D1-BE5F-3E731278EB65}" srcOrd="0" destOrd="0" presId="urn:microsoft.com/office/officeart/2005/8/layout/orgChart1"/>
    <dgm:cxn modelId="{B02CB595-3B4E-4294-9196-2B9CEBCE3D6F}" type="presParOf" srcId="{BACE8791-F8AB-42D1-BE5F-3E731278EB65}" destId="{B4B4B469-BBDE-4BE1-B0D6-C9E07BD8E3B5}" srcOrd="0" destOrd="0" presId="urn:microsoft.com/office/officeart/2005/8/layout/orgChart1"/>
    <dgm:cxn modelId="{E70391F3-D551-4E3A-A61B-3C2EA243D605}" type="presParOf" srcId="{BACE8791-F8AB-42D1-BE5F-3E731278EB65}" destId="{77F901BA-C4AD-4642-962D-63957504B0F6}" srcOrd="1" destOrd="0" presId="urn:microsoft.com/office/officeart/2005/8/layout/orgChart1"/>
    <dgm:cxn modelId="{E9A31FA1-74DD-461A-B461-346099E91E39}" type="presParOf" srcId="{D1260D4C-3883-4639-ACB7-3B207E89821D}" destId="{7AFB06DB-CB9E-4EB0-A514-7241CBE6281F}" srcOrd="1" destOrd="0" presId="urn:microsoft.com/office/officeart/2005/8/layout/orgChart1"/>
    <dgm:cxn modelId="{8D1BC94A-9F17-4E90-9115-CF234DE302FD}" type="presParOf" srcId="{D1260D4C-3883-4639-ACB7-3B207E89821D}" destId="{88C87677-1DC4-4326-9166-97E864B3901E}" srcOrd="2" destOrd="0" presId="urn:microsoft.com/office/officeart/2005/8/layout/orgChart1"/>
    <dgm:cxn modelId="{A829B427-5351-4C55-B8FD-DDC472CF81C5}" type="presParOf" srcId="{8B7070D8-6736-451F-8B98-94489474B2B0}" destId="{779F59AD-7DFB-44BB-B997-481A6F575872}" srcOrd="2" destOrd="0" presId="urn:microsoft.com/office/officeart/2005/8/layout/orgChart1"/>
    <dgm:cxn modelId="{3CB3411B-F5E6-4ADB-9726-2C1C551F3C72}" type="presParOf" srcId="{8B7070D8-6736-451F-8B98-94489474B2B0}" destId="{88B6E7C3-DF22-433E-97A1-834ABAEB5B3B}" srcOrd="3" destOrd="0" presId="urn:microsoft.com/office/officeart/2005/8/layout/orgChart1"/>
    <dgm:cxn modelId="{DBC3847E-251D-4695-9D35-6C1B4BD4148C}" type="presParOf" srcId="{88B6E7C3-DF22-433E-97A1-834ABAEB5B3B}" destId="{A1102B75-ED6D-4C95-837C-25A1B513B811}" srcOrd="0" destOrd="0" presId="urn:microsoft.com/office/officeart/2005/8/layout/orgChart1"/>
    <dgm:cxn modelId="{0EBD7D64-E595-40FC-B75D-21AC433AF90D}" type="presParOf" srcId="{A1102B75-ED6D-4C95-837C-25A1B513B811}" destId="{103A3429-EC2A-4817-B9DB-90FA4774E98E}" srcOrd="0" destOrd="0" presId="urn:microsoft.com/office/officeart/2005/8/layout/orgChart1"/>
    <dgm:cxn modelId="{5266B93F-BC12-49B5-A3D6-6173929812D1}" type="presParOf" srcId="{A1102B75-ED6D-4C95-837C-25A1B513B811}" destId="{EAD5C562-2F95-41AD-8CEF-E5BD226986E9}" srcOrd="1" destOrd="0" presId="urn:microsoft.com/office/officeart/2005/8/layout/orgChart1"/>
    <dgm:cxn modelId="{027D5DAA-EB23-4425-98F4-D89DB2B8DCC4}" type="presParOf" srcId="{88B6E7C3-DF22-433E-97A1-834ABAEB5B3B}" destId="{6B4FCE4B-BE78-4681-975E-BFAA50FE1D1B}" srcOrd="1" destOrd="0" presId="urn:microsoft.com/office/officeart/2005/8/layout/orgChart1"/>
    <dgm:cxn modelId="{B5AFB406-3825-449E-9537-3A01FA9A72CF}" type="presParOf" srcId="{88B6E7C3-DF22-433E-97A1-834ABAEB5B3B}" destId="{715AA2AF-C9E3-47ED-8D1F-EB286EEE0572}" srcOrd="2" destOrd="0" presId="urn:microsoft.com/office/officeart/2005/8/layout/orgChart1"/>
    <dgm:cxn modelId="{FE07E572-3648-4A0F-8A30-D17CFC763B23}" type="presParOf" srcId="{8B7070D8-6736-451F-8B98-94489474B2B0}" destId="{BAF607EE-8A9B-4CD9-8918-3C4CC16771AC}" srcOrd="4" destOrd="0" presId="urn:microsoft.com/office/officeart/2005/8/layout/orgChart1"/>
    <dgm:cxn modelId="{330F7C76-3F4C-46CC-A12E-E4FDADC1E68D}" type="presParOf" srcId="{8B7070D8-6736-451F-8B98-94489474B2B0}" destId="{5DC979F3-D7B7-44C3-ACEB-95F5875F456F}" srcOrd="5" destOrd="0" presId="urn:microsoft.com/office/officeart/2005/8/layout/orgChart1"/>
    <dgm:cxn modelId="{A35FD2AC-3796-4CE4-B2F0-228620D8173D}" type="presParOf" srcId="{5DC979F3-D7B7-44C3-ACEB-95F5875F456F}" destId="{BC027A8D-DBAC-488C-BB25-A8D27CFAEB72}" srcOrd="0" destOrd="0" presId="urn:microsoft.com/office/officeart/2005/8/layout/orgChart1"/>
    <dgm:cxn modelId="{6D48A31A-C6BD-4AED-84F7-B173D950FDE7}" type="presParOf" srcId="{BC027A8D-DBAC-488C-BB25-A8D27CFAEB72}" destId="{F200E86B-D495-487D-A9E1-461DF6A2EFF3}" srcOrd="0" destOrd="0" presId="urn:microsoft.com/office/officeart/2005/8/layout/orgChart1"/>
    <dgm:cxn modelId="{E9781C1B-ABF6-48F0-8FD2-B22C6557B3FC}" type="presParOf" srcId="{BC027A8D-DBAC-488C-BB25-A8D27CFAEB72}" destId="{589E8BFE-F87A-4D5B-9C03-CF20A8897965}" srcOrd="1" destOrd="0" presId="urn:microsoft.com/office/officeart/2005/8/layout/orgChart1"/>
    <dgm:cxn modelId="{CFF05081-ED46-4063-8EBA-8735C764F099}" type="presParOf" srcId="{5DC979F3-D7B7-44C3-ACEB-95F5875F456F}" destId="{BE51CABA-81AF-49B2-97F2-B25A23AD90E1}" srcOrd="1" destOrd="0" presId="urn:microsoft.com/office/officeart/2005/8/layout/orgChart1"/>
    <dgm:cxn modelId="{8F4663DC-AEB8-402D-A5CC-51E0FC0B7BE5}" type="presParOf" srcId="{5DC979F3-D7B7-44C3-ACEB-95F5875F456F}" destId="{3DFD3A0D-BB99-4D21-B9AD-EF42796A63E0}" srcOrd="2" destOrd="0" presId="urn:microsoft.com/office/officeart/2005/8/layout/orgChart1"/>
    <dgm:cxn modelId="{7D981A29-1D46-4CBA-B8CC-472C64C22D17}" type="presParOf" srcId="{8B7070D8-6736-451F-8B98-94489474B2B0}" destId="{74DEB1F9-7BA1-4439-AA9F-E9FDE46BA40F}" srcOrd="6" destOrd="0" presId="urn:microsoft.com/office/officeart/2005/8/layout/orgChart1"/>
    <dgm:cxn modelId="{30C7BBC5-9862-4D46-9325-935D66D1BD3D}" type="presParOf" srcId="{8B7070D8-6736-451F-8B98-94489474B2B0}" destId="{964CC8D7-6FC1-460F-B99C-7D5CFE6D70CC}" srcOrd="7" destOrd="0" presId="urn:microsoft.com/office/officeart/2005/8/layout/orgChart1"/>
    <dgm:cxn modelId="{1668A3AA-C42E-4B0B-A183-739BE33FD44B}" type="presParOf" srcId="{964CC8D7-6FC1-460F-B99C-7D5CFE6D70CC}" destId="{33EA4650-FBFF-46AD-B852-F1D6D5350394}" srcOrd="0" destOrd="0" presId="urn:microsoft.com/office/officeart/2005/8/layout/orgChart1"/>
    <dgm:cxn modelId="{622DB4B9-A3E6-4F08-B744-3D7876B7A56E}" type="presParOf" srcId="{33EA4650-FBFF-46AD-B852-F1D6D5350394}" destId="{36860771-D045-43C6-841B-13650D975DD8}" srcOrd="0" destOrd="0" presId="urn:microsoft.com/office/officeart/2005/8/layout/orgChart1"/>
    <dgm:cxn modelId="{B5E2EF76-CDA7-4BCA-8816-E01CC721AE4A}" type="presParOf" srcId="{33EA4650-FBFF-46AD-B852-F1D6D5350394}" destId="{54022064-A5E1-4E24-94FF-3F29BD4F5A40}" srcOrd="1" destOrd="0" presId="urn:microsoft.com/office/officeart/2005/8/layout/orgChart1"/>
    <dgm:cxn modelId="{1C9E9689-01F3-4EF1-90AA-1A6212152752}" type="presParOf" srcId="{964CC8D7-6FC1-460F-B99C-7D5CFE6D70CC}" destId="{554284FC-9F5F-406D-8540-51692F64B29B}" srcOrd="1" destOrd="0" presId="urn:microsoft.com/office/officeart/2005/8/layout/orgChart1"/>
    <dgm:cxn modelId="{62A5DBB0-B874-4096-A2E5-1F9D2C820C93}" type="presParOf" srcId="{964CC8D7-6FC1-460F-B99C-7D5CFE6D70CC}" destId="{5EE7CE1D-BA7F-4AE0-A9FD-9717CBAAF009}" srcOrd="2" destOrd="0" presId="urn:microsoft.com/office/officeart/2005/8/layout/orgChart1"/>
    <dgm:cxn modelId="{5BF4B91A-62D4-4C7E-87EA-C0191AF8996A}" type="presParOf" srcId="{8B7070D8-6736-451F-8B98-94489474B2B0}" destId="{84D23A0C-AC61-4578-A513-18723C7566B3}" srcOrd="8" destOrd="0" presId="urn:microsoft.com/office/officeart/2005/8/layout/orgChart1"/>
    <dgm:cxn modelId="{236BFEEC-AB9D-47F3-82D7-3F7EF5DC6AAE}" type="presParOf" srcId="{8B7070D8-6736-451F-8B98-94489474B2B0}" destId="{679D0AB3-9441-4AE4-8D59-BC0253400D29}" srcOrd="9" destOrd="0" presId="urn:microsoft.com/office/officeart/2005/8/layout/orgChart1"/>
    <dgm:cxn modelId="{30B89CAD-DE3B-4B7D-B999-4441DCBA24FB}" type="presParOf" srcId="{679D0AB3-9441-4AE4-8D59-BC0253400D29}" destId="{45B19393-6B25-4518-8552-BAC10E96C1CB}" srcOrd="0" destOrd="0" presId="urn:microsoft.com/office/officeart/2005/8/layout/orgChart1"/>
    <dgm:cxn modelId="{8346A863-1481-46C6-A6B6-56E74452BB4F}" type="presParOf" srcId="{45B19393-6B25-4518-8552-BAC10E96C1CB}" destId="{0AD60280-4C6D-46E3-941C-535D92DD9191}" srcOrd="0" destOrd="0" presId="urn:microsoft.com/office/officeart/2005/8/layout/orgChart1"/>
    <dgm:cxn modelId="{66B4938A-58CA-4CC2-BA3D-5355AA2AB7FA}" type="presParOf" srcId="{45B19393-6B25-4518-8552-BAC10E96C1CB}" destId="{30CC0DDE-960F-405F-AFB3-42999872AFED}" srcOrd="1" destOrd="0" presId="urn:microsoft.com/office/officeart/2005/8/layout/orgChart1"/>
    <dgm:cxn modelId="{DBB6D480-B028-4F27-9059-F918EAE6F136}" type="presParOf" srcId="{679D0AB3-9441-4AE4-8D59-BC0253400D29}" destId="{E22C975E-9541-41C4-8E74-50CF3A133163}" srcOrd="1" destOrd="0" presId="urn:microsoft.com/office/officeart/2005/8/layout/orgChart1"/>
    <dgm:cxn modelId="{52B2ED1B-7E55-40C6-8DD6-3A2794633CB5}" type="presParOf" srcId="{679D0AB3-9441-4AE4-8D59-BC0253400D29}" destId="{3E34EF0B-29DE-465A-B4F2-193B90F62EDA}" srcOrd="2" destOrd="0" presId="urn:microsoft.com/office/officeart/2005/8/layout/orgChart1"/>
    <dgm:cxn modelId="{59DE7259-6F6B-448C-B696-C7142510658B}" type="presParOf" srcId="{8B7070D8-6736-451F-8B98-94489474B2B0}" destId="{E5434CB6-DDAD-4C94-BA77-0EBC2ACD9290}" srcOrd="10" destOrd="0" presId="urn:microsoft.com/office/officeart/2005/8/layout/orgChart1"/>
    <dgm:cxn modelId="{78D0CC06-E4D6-4000-9CE7-934E0644B88E}" type="presParOf" srcId="{8B7070D8-6736-451F-8B98-94489474B2B0}" destId="{FDAB0EDA-03FE-4B86-95E6-B38F6860F898}" srcOrd="11" destOrd="0" presId="urn:microsoft.com/office/officeart/2005/8/layout/orgChart1"/>
    <dgm:cxn modelId="{E91B0AC5-9935-48F4-9326-2CAA80705B92}" type="presParOf" srcId="{FDAB0EDA-03FE-4B86-95E6-B38F6860F898}" destId="{E1C1DCE1-D2B2-449D-965D-D3332AC487D8}" srcOrd="0" destOrd="0" presId="urn:microsoft.com/office/officeart/2005/8/layout/orgChart1"/>
    <dgm:cxn modelId="{9F554580-30AA-4203-A350-5E0D7F9D3649}" type="presParOf" srcId="{E1C1DCE1-D2B2-449D-965D-D3332AC487D8}" destId="{4A9855AB-1BB7-4A73-8B25-28630D858663}" srcOrd="0" destOrd="0" presId="urn:microsoft.com/office/officeart/2005/8/layout/orgChart1"/>
    <dgm:cxn modelId="{8A1BBA7F-5C3A-4B07-BEB3-1970B75407A5}" type="presParOf" srcId="{E1C1DCE1-D2B2-449D-965D-D3332AC487D8}" destId="{D71B7196-79F3-41B8-84D8-FC90F1FD5296}" srcOrd="1" destOrd="0" presId="urn:microsoft.com/office/officeart/2005/8/layout/orgChart1"/>
    <dgm:cxn modelId="{364360E1-A6EE-4FBA-83EB-3355AC4E2D13}" type="presParOf" srcId="{FDAB0EDA-03FE-4B86-95E6-B38F6860F898}" destId="{4C6A7FD8-AA4B-47E0-A69A-E1A5516B6C8A}" srcOrd="1" destOrd="0" presId="urn:microsoft.com/office/officeart/2005/8/layout/orgChart1"/>
    <dgm:cxn modelId="{6A888F7E-DF96-4AED-960F-A92EB9421095}" type="presParOf" srcId="{FDAB0EDA-03FE-4B86-95E6-B38F6860F898}" destId="{9F0DB318-7FFE-444D-8E4A-B1A2CF0474E4}" srcOrd="2" destOrd="0" presId="urn:microsoft.com/office/officeart/2005/8/layout/orgChart1"/>
    <dgm:cxn modelId="{79A67D90-9EAB-4645-ABFC-A940BFEB449A}" type="presParOf" srcId="{8B7070D8-6736-451F-8B98-94489474B2B0}" destId="{AAB308D5-C1D0-4E7F-8698-73E6A0A859AA}" srcOrd="12" destOrd="0" presId="urn:microsoft.com/office/officeart/2005/8/layout/orgChart1"/>
    <dgm:cxn modelId="{24EABE30-1E7D-423B-8352-214B2E5E4477}" type="presParOf" srcId="{8B7070D8-6736-451F-8B98-94489474B2B0}" destId="{F663DDD1-0B68-461E-A80A-7B008D961164}" srcOrd="13" destOrd="0" presId="urn:microsoft.com/office/officeart/2005/8/layout/orgChart1"/>
    <dgm:cxn modelId="{DAD5CB4D-198D-4882-8111-58CCC912924E}" type="presParOf" srcId="{F663DDD1-0B68-461E-A80A-7B008D961164}" destId="{3E993CB0-2556-47B3-8118-F415057F20C8}" srcOrd="0" destOrd="0" presId="urn:microsoft.com/office/officeart/2005/8/layout/orgChart1"/>
    <dgm:cxn modelId="{1C8D2C47-52CB-4057-AD3C-198D42478F5B}" type="presParOf" srcId="{3E993CB0-2556-47B3-8118-F415057F20C8}" destId="{FD8036B7-091E-47DE-9045-ABB470C34A2B}" srcOrd="0" destOrd="0" presId="urn:microsoft.com/office/officeart/2005/8/layout/orgChart1"/>
    <dgm:cxn modelId="{3EEB2761-3DEE-4AA0-8CC5-B7A8BD2202D0}" type="presParOf" srcId="{3E993CB0-2556-47B3-8118-F415057F20C8}" destId="{4B2E7A2D-CE1A-4426-9D05-7DCF125973D6}" srcOrd="1" destOrd="0" presId="urn:microsoft.com/office/officeart/2005/8/layout/orgChart1"/>
    <dgm:cxn modelId="{34F3716F-1045-4BFE-AB0A-339596F1F803}" type="presParOf" srcId="{F663DDD1-0B68-461E-A80A-7B008D961164}" destId="{33BA3818-97D8-4956-B2B3-F016523C325B}" srcOrd="1" destOrd="0" presId="urn:microsoft.com/office/officeart/2005/8/layout/orgChart1"/>
    <dgm:cxn modelId="{2D484BFC-10E4-4F62-8673-25E7B9A06AD2}" type="presParOf" srcId="{F663DDD1-0B68-461E-A80A-7B008D961164}" destId="{25754A3E-5806-4F8C-8A81-A015DCCBE93D}" srcOrd="2" destOrd="0" presId="urn:microsoft.com/office/officeart/2005/8/layout/orgChart1"/>
    <dgm:cxn modelId="{7A052075-E977-4D96-87EA-9D5DD0DBC1B3}" type="presParOf" srcId="{C70E5563-F747-4A06-BE29-10938029ECDC}" destId="{673BA3E3-C974-4E54-871F-2149FE4F51E3}" srcOrd="2" destOrd="0" presId="urn:microsoft.com/office/officeart/2005/8/layout/orgChart1"/>
    <dgm:cxn modelId="{CDDCCA3C-6FE9-437C-9D7A-CBC1C450E648}" type="presParOf" srcId="{F2C20CEB-83FC-43AC-A797-EB34796FE88F}" destId="{F4F7184C-C202-4FC8-B6DA-5C9958F14024}" srcOrd="4" destOrd="0" presId="urn:microsoft.com/office/officeart/2005/8/layout/orgChart1"/>
    <dgm:cxn modelId="{CAD3F6DB-5AFF-43EA-8730-4AB8A5FAD235}" type="presParOf" srcId="{F2C20CEB-83FC-43AC-A797-EB34796FE88F}" destId="{049FB5B1-AB35-4130-9F35-ADAC8C5B31FF}" srcOrd="5" destOrd="0" presId="urn:microsoft.com/office/officeart/2005/8/layout/orgChart1"/>
    <dgm:cxn modelId="{A0078FAE-25CD-45D5-B87C-8F724F5BEB63}" type="presParOf" srcId="{049FB5B1-AB35-4130-9F35-ADAC8C5B31FF}" destId="{E3D27488-5B2E-4D61-B499-E7B0F52688C9}" srcOrd="0" destOrd="0" presId="urn:microsoft.com/office/officeart/2005/8/layout/orgChart1"/>
    <dgm:cxn modelId="{9F070D10-310B-42F1-8C85-3DAF6E83A9AA}" type="presParOf" srcId="{E3D27488-5B2E-4D61-B499-E7B0F52688C9}" destId="{FC88BD61-F9BF-4011-AC8D-AA6AD2B13D38}" srcOrd="0" destOrd="0" presId="urn:microsoft.com/office/officeart/2005/8/layout/orgChart1"/>
    <dgm:cxn modelId="{EFE7CB07-3877-437D-BD46-4CA78B0AA4CE}" type="presParOf" srcId="{E3D27488-5B2E-4D61-B499-E7B0F52688C9}" destId="{66F12EE0-3B0F-4CFF-AF34-B89019856EC3}" srcOrd="1" destOrd="0" presId="urn:microsoft.com/office/officeart/2005/8/layout/orgChart1"/>
    <dgm:cxn modelId="{223B9197-A299-44C7-B656-67B83105DDF4}" type="presParOf" srcId="{049FB5B1-AB35-4130-9F35-ADAC8C5B31FF}" destId="{5C9A8BB6-DC8D-435B-9E8C-D67BE5D36999}" srcOrd="1" destOrd="0" presId="urn:microsoft.com/office/officeart/2005/8/layout/orgChart1"/>
    <dgm:cxn modelId="{DF01F4D9-4201-4B5F-A0C2-CD3DAFE25B7E}" type="presParOf" srcId="{5C9A8BB6-DC8D-435B-9E8C-D67BE5D36999}" destId="{BAC0629A-90AF-4E95-89DB-7E875418BDB5}" srcOrd="0" destOrd="0" presId="urn:microsoft.com/office/officeart/2005/8/layout/orgChart1"/>
    <dgm:cxn modelId="{1CD866B6-F09F-433B-B0D5-AEF73FEAB8FC}" type="presParOf" srcId="{5C9A8BB6-DC8D-435B-9E8C-D67BE5D36999}" destId="{7AE6132B-B0C2-4958-840A-FFB274CDA575}" srcOrd="1" destOrd="0" presId="urn:microsoft.com/office/officeart/2005/8/layout/orgChart1"/>
    <dgm:cxn modelId="{9BCBA0F4-1AA9-452E-845B-ADE09495381C}" type="presParOf" srcId="{7AE6132B-B0C2-4958-840A-FFB274CDA575}" destId="{64FEE5A9-0BA8-4838-B365-1CA7FC669AF5}" srcOrd="0" destOrd="0" presId="urn:microsoft.com/office/officeart/2005/8/layout/orgChart1"/>
    <dgm:cxn modelId="{6F547B7A-5BB0-4B14-BEAB-960DEBCE194B}" type="presParOf" srcId="{64FEE5A9-0BA8-4838-B365-1CA7FC669AF5}" destId="{A48910E0-67CE-4A97-9740-07C4ABE4FA3B}" srcOrd="0" destOrd="0" presId="urn:microsoft.com/office/officeart/2005/8/layout/orgChart1"/>
    <dgm:cxn modelId="{6AC8F9D5-E90C-403C-9B1C-2778AE0E32AD}" type="presParOf" srcId="{64FEE5A9-0BA8-4838-B365-1CA7FC669AF5}" destId="{31A098B9-029A-46FE-A4EA-356A142E7889}" srcOrd="1" destOrd="0" presId="urn:microsoft.com/office/officeart/2005/8/layout/orgChart1"/>
    <dgm:cxn modelId="{AC79102C-C791-4DCF-A76F-20B59CDEF578}" type="presParOf" srcId="{7AE6132B-B0C2-4958-840A-FFB274CDA575}" destId="{2745F0D8-3C0F-4ED8-A68B-374D962D63BA}" srcOrd="1" destOrd="0" presId="urn:microsoft.com/office/officeart/2005/8/layout/orgChart1"/>
    <dgm:cxn modelId="{7C7B08EB-6C48-436F-8CCB-6B8EB4A5962E}" type="presParOf" srcId="{7AE6132B-B0C2-4958-840A-FFB274CDA575}" destId="{620C5C29-7BC9-42EA-9834-1EF449C67169}" srcOrd="2" destOrd="0" presId="urn:microsoft.com/office/officeart/2005/8/layout/orgChart1"/>
    <dgm:cxn modelId="{5A8D3CCE-B5E9-48B5-AAA7-834B1BA396EB}" type="presParOf" srcId="{5C9A8BB6-DC8D-435B-9E8C-D67BE5D36999}" destId="{63909FB9-6232-4999-93C4-F3E16B75973F}" srcOrd="2" destOrd="0" presId="urn:microsoft.com/office/officeart/2005/8/layout/orgChart1"/>
    <dgm:cxn modelId="{5F3988A7-1310-4AFB-8133-6A7A4C7F3F7C}" type="presParOf" srcId="{5C9A8BB6-DC8D-435B-9E8C-D67BE5D36999}" destId="{95C5EFBD-0CB2-4541-A3E6-58AA56A20C1D}" srcOrd="3" destOrd="0" presId="urn:microsoft.com/office/officeart/2005/8/layout/orgChart1"/>
    <dgm:cxn modelId="{F5ECFB43-F0B1-4A5F-A358-59A6B9F5F671}" type="presParOf" srcId="{95C5EFBD-0CB2-4541-A3E6-58AA56A20C1D}" destId="{5B3C382B-8337-4243-B62E-1AC3C8A9D9EC}" srcOrd="0" destOrd="0" presId="urn:microsoft.com/office/officeart/2005/8/layout/orgChart1"/>
    <dgm:cxn modelId="{C019D53F-0479-46AF-B0AA-822205C4BA04}" type="presParOf" srcId="{5B3C382B-8337-4243-B62E-1AC3C8A9D9EC}" destId="{0CD1AB7C-D57F-4DA3-A5F9-677F2E38F778}" srcOrd="0" destOrd="0" presId="urn:microsoft.com/office/officeart/2005/8/layout/orgChart1"/>
    <dgm:cxn modelId="{34C47864-24B2-423F-A43A-69FA269E41D1}" type="presParOf" srcId="{5B3C382B-8337-4243-B62E-1AC3C8A9D9EC}" destId="{EE800C07-2116-40D7-9799-DAA74B6DE078}" srcOrd="1" destOrd="0" presId="urn:microsoft.com/office/officeart/2005/8/layout/orgChart1"/>
    <dgm:cxn modelId="{D8BEA9B9-1D24-4401-BF49-2FF79EE73660}" type="presParOf" srcId="{95C5EFBD-0CB2-4541-A3E6-58AA56A20C1D}" destId="{168FFF37-1E2C-4D1A-9E84-502E80E7B8A6}" srcOrd="1" destOrd="0" presId="urn:microsoft.com/office/officeart/2005/8/layout/orgChart1"/>
    <dgm:cxn modelId="{CE83B051-0AA2-4FCB-B480-559C77A6B2D7}" type="presParOf" srcId="{95C5EFBD-0CB2-4541-A3E6-58AA56A20C1D}" destId="{D7D3E9D7-8B18-4B9A-B5E6-07CAE6EE713B}" srcOrd="2" destOrd="0" presId="urn:microsoft.com/office/officeart/2005/8/layout/orgChart1"/>
    <dgm:cxn modelId="{B0DE3E0A-E1D7-4C4C-AE95-175C0EEE8218}" type="presParOf" srcId="{5C9A8BB6-DC8D-435B-9E8C-D67BE5D36999}" destId="{641EA38E-1216-4D62-B6F8-72D280BDABD4}" srcOrd="4" destOrd="0" presId="urn:microsoft.com/office/officeart/2005/8/layout/orgChart1"/>
    <dgm:cxn modelId="{79B3722A-9457-4B5C-AFF0-C5E1391E9ECF}" type="presParOf" srcId="{5C9A8BB6-DC8D-435B-9E8C-D67BE5D36999}" destId="{60E60F0D-B61D-4D19-A771-D18D6C6BE997}" srcOrd="5" destOrd="0" presId="urn:microsoft.com/office/officeart/2005/8/layout/orgChart1"/>
    <dgm:cxn modelId="{DFEBB525-495F-44AE-AADE-EE19763EAFA2}" type="presParOf" srcId="{60E60F0D-B61D-4D19-A771-D18D6C6BE997}" destId="{0A87E83A-CFBF-4770-A5E1-00D8BA479EB9}" srcOrd="0" destOrd="0" presId="urn:microsoft.com/office/officeart/2005/8/layout/orgChart1"/>
    <dgm:cxn modelId="{BE66EA8A-623E-4A37-8E90-3CF6B404250B}" type="presParOf" srcId="{0A87E83A-CFBF-4770-A5E1-00D8BA479EB9}" destId="{CDF6376F-85D1-44A9-B2F7-3A72365338B8}" srcOrd="0" destOrd="0" presId="urn:microsoft.com/office/officeart/2005/8/layout/orgChart1"/>
    <dgm:cxn modelId="{5A5FC508-7F20-4229-9133-282FFA64BE59}" type="presParOf" srcId="{0A87E83A-CFBF-4770-A5E1-00D8BA479EB9}" destId="{BDB13385-147E-4C45-BEB9-670C1DC97D00}" srcOrd="1" destOrd="0" presId="urn:microsoft.com/office/officeart/2005/8/layout/orgChart1"/>
    <dgm:cxn modelId="{6552A32C-EB9D-41FD-84BE-308EDC64B011}" type="presParOf" srcId="{60E60F0D-B61D-4D19-A771-D18D6C6BE997}" destId="{0CD1C61C-0454-4ADF-9853-2569F66BDFBF}" srcOrd="1" destOrd="0" presId="urn:microsoft.com/office/officeart/2005/8/layout/orgChart1"/>
    <dgm:cxn modelId="{CB61F826-42ED-4242-8AD4-288F388DD650}" type="presParOf" srcId="{60E60F0D-B61D-4D19-A771-D18D6C6BE997}" destId="{12AE9507-B4FB-464B-A928-DB04F0DF0134}" srcOrd="2" destOrd="0" presId="urn:microsoft.com/office/officeart/2005/8/layout/orgChart1"/>
    <dgm:cxn modelId="{F8AF6E63-DED0-4DD6-8C7B-A7057A050AB9}" type="presParOf" srcId="{049FB5B1-AB35-4130-9F35-ADAC8C5B31FF}" destId="{3266249E-8614-4437-A1C1-B8FA3C35AB09}" srcOrd="2" destOrd="0" presId="urn:microsoft.com/office/officeart/2005/8/layout/orgChart1"/>
    <dgm:cxn modelId="{7881EF6B-6C3F-470B-AA93-DCC816B6900B}" type="presParOf" srcId="{F2C20CEB-83FC-43AC-A797-EB34796FE88F}" destId="{A0DDEB07-9856-4A35-9FA6-654857A9D7C4}" srcOrd="6" destOrd="0" presId="urn:microsoft.com/office/officeart/2005/8/layout/orgChart1"/>
    <dgm:cxn modelId="{7F2A2FDE-319C-4BFE-BD61-74075E91D101}" type="presParOf" srcId="{F2C20CEB-83FC-43AC-A797-EB34796FE88F}" destId="{5E4B26AA-2414-440B-9967-5E0BC65F617C}" srcOrd="7" destOrd="0" presId="urn:microsoft.com/office/officeart/2005/8/layout/orgChart1"/>
    <dgm:cxn modelId="{1E5BF1FE-ECD9-47F1-8FAD-E81650ACA15B}" type="presParOf" srcId="{5E4B26AA-2414-440B-9967-5E0BC65F617C}" destId="{6055F4EC-DAA0-4F99-BAAD-64248300BEE4}" srcOrd="0" destOrd="0" presId="urn:microsoft.com/office/officeart/2005/8/layout/orgChart1"/>
    <dgm:cxn modelId="{89677389-2889-486E-AAF8-312FCA66E9A1}" type="presParOf" srcId="{6055F4EC-DAA0-4F99-BAAD-64248300BEE4}" destId="{E9EE4542-D680-40B4-B2BE-CAA350EB1CA7}" srcOrd="0" destOrd="0" presId="urn:microsoft.com/office/officeart/2005/8/layout/orgChart1"/>
    <dgm:cxn modelId="{D59E420B-F022-49BD-A4C8-682221B2C441}" type="presParOf" srcId="{6055F4EC-DAA0-4F99-BAAD-64248300BEE4}" destId="{1337431B-37DE-4226-9E3E-6D343F014B31}" srcOrd="1" destOrd="0" presId="urn:microsoft.com/office/officeart/2005/8/layout/orgChart1"/>
    <dgm:cxn modelId="{98BD6142-5172-4979-B88F-773ABAC201F5}" type="presParOf" srcId="{5E4B26AA-2414-440B-9967-5E0BC65F617C}" destId="{E36E538E-1207-4770-A4E7-6A3E8BFEEA74}" srcOrd="1" destOrd="0" presId="urn:microsoft.com/office/officeart/2005/8/layout/orgChart1"/>
    <dgm:cxn modelId="{6EF242CA-1CC7-4BCD-8137-847050D1D9BC}" type="presParOf" srcId="{E36E538E-1207-4770-A4E7-6A3E8BFEEA74}" destId="{A73D4BBF-45C9-4EF9-913A-641A3B5EB372}" srcOrd="0" destOrd="0" presId="urn:microsoft.com/office/officeart/2005/8/layout/orgChart1"/>
    <dgm:cxn modelId="{F4153925-E0C4-40A3-B842-2570FFD53E21}" type="presParOf" srcId="{E36E538E-1207-4770-A4E7-6A3E8BFEEA74}" destId="{4FC18A74-557A-402D-A83A-1D9945E1673F}" srcOrd="1" destOrd="0" presId="urn:microsoft.com/office/officeart/2005/8/layout/orgChart1"/>
    <dgm:cxn modelId="{2269B4A5-2D73-43C2-9E28-F097AB626D45}" type="presParOf" srcId="{4FC18A74-557A-402D-A83A-1D9945E1673F}" destId="{972B80DA-994E-4588-B053-4DE13F76184D}" srcOrd="0" destOrd="0" presId="urn:microsoft.com/office/officeart/2005/8/layout/orgChart1"/>
    <dgm:cxn modelId="{C6E9EF6E-31F0-4402-8DD0-BE2AC8B19FAA}" type="presParOf" srcId="{972B80DA-994E-4588-B053-4DE13F76184D}" destId="{4AD619AD-12E6-43FC-828C-FC301D713E0A}" srcOrd="0" destOrd="0" presId="urn:microsoft.com/office/officeart/2005/8/layout/orgChart1"/>
    <dgm:cxn modelId="{C5C0AE5A-77CE-4C7C-98C0-C3E89F5C36B0}" type="presParOf" srcId="{972B80DA-994E-4588-B053-4DE13F76184D}" destId="{582B36A5-AC40-45C5-AFA2-C3BC283FADAE}" srcOrd="1" destOrd="0" presId="urn:microsoft.com/office/officeart/2005/8/layout/orgChart1"/>
    <dgm:cxn modelId="{1504B39B-DA95-401B-9A7D-9A3C841E6313}" type="presParOf" srcId="{4FC18A74-557A-402D-A83A-1D9945E1673F}" destId="{72338FAF-C439-417D-86F4-CD9CB2257AF4}" srcOrd="1" destOrd="0" presId="urn:microsoft.com/office/officeart/2005/8/layout/orgChart1"/>
    <dgm:cxn modelId="{F7506C65-6842-414F-9A8F-5681FC755B59}" type="presParOf" srcId="{4FC18A74-557A-402D-A83A-1D9945E1673F}" destId="{540A14E3-2B16-48BD-8600-E7ECAD4CDB38}" srcOrd="2" destOrd="0" presId="urn:microsoft.com/office/officeart/2005/8/layout/orgChart1"/>
    <dgm:cxn modelId="{F869F042-B968-4EE9-9658-17E9F054F96A}" type="presParOf" srcId="{E36E538E-1207-4770-A4E7-6A3E8BFEEA74}" destId="{097F2163-0978-42AD-9844-09FF27D665D6}" srcOrd="2" destOrd="0" presId="urn:microsoft.com/office/officeart/2005/8/layout/orgChart1"/>
    <dgm:cxn modelId="{DA7F3A80-2FEB-4C2E-BCED-F372AA531120}" type="presParOf" srcId="{E36E538E-1207-4770-A4E7-6A3E8BFEEA74}" destId="{9D9BB1E3-EB55-4B47-A0C8-65ACA7290F44}" srcOrd="3" destOrd="0" presId="urn:microsoft.com/office/officeart/2005/8/layout/orgChart1"/>
    <dgm:cxn modelId="{850BC9AC-EE7C-4A2C-B6FA-7A1E1A9C382E}" type="presParOf" srcId="{9D9BB1E3-EB55-4B47-A0C8-65ACA7290F44}" destId="{1AA61D25-4A40-46F4-A177-063C2472A336}" srcOrd="0" destOrd="0" presId="urn:microsoft.com/office/officeart/2005/8/layout/orgChart1"/>
    <dgm:cxn modelId="{9C3586E1-E1DB-4AE2-AE1E-94B22F219C39}" type="presParOf" srcId="{1AA61D25-4A40-46F4-A177-063C2472A336}" destId="{662B79C1-B793-4190-AE9A-842575A0181B}" srcOrd="0" destOrd="0" presId="urn:microsoft.com/office/officeart/2005/8/layout/orgChart1"/>
    <dgm:cxn modelId="{D0B5EB30-7BA2-47FB-8E21-E6410DF47A71}" type="presParOf" srcId="{1AA61D25-4A40-46F4-A177-063C2472A336}" destId="{A3525ECE-5A3C-4C0A-A38C-50C4B5A0FEFD}" srcOrd="1" destOrd="0" presId="urn:microsoft.com/office/officeart/2005/8/layout/orgChart1"/>
    <dgm:cxn modelId="{3EA07D8B-BD5F-4630-99D5-8673166AB653}" type="presParOf" srcId="{9D9BB1E3-EB55-4B47-A0C8-65ACA7290F44}" destId="{F2CB6370-DB04-43EC-9273-5E224C09A19C}" srcOrd="1" destOrd="0" presId="urn:microsoft.com/office/officeart/2005/8/layout/orgChart1"/>
    <dgm:cxn modelId="{B00D39C4-AC31-4E79-9B22-71D8990D3982}" type="presParOf" srcId="{9D9BB1E3-EB55-4B47-A0C8-65ACA7290F44}" destId="{AB08EE32-1913-4F4B-934E-86C04546EC8F}" srcOrd="2" destOrd="0" presId="urn:microsoft.com/office/officeart/2005/8/layout/orgChart1"/>
    <dgm:cxn modelId="{05BAC084-F07D-4794-A45F-38956345913B}" type="presParOf" srcId="{E36E538E-1207-4770-A4E7-6A3E8BFEEA74}" destId="{F08C143D-CD87-4583-BCE5-1228DBFDAF0F}" srcOrd="4" destOrd="0" presId="urn:microsoft.com/office/officeart/2005/8/layout/orgChart1"/>
    <dgm:cxn modelId="{4A0714AB-305C-4E97-A2C8-8D5C2ED411F0}" type="presParOf" srcId="{E36E538E-1207-4770-A4E7-6A3E8BFEEA74}" destId="{F564574B-B97A-4FA1-A00C-2D034DDE4941}" srcOrd="5" destOrd="0" presId="urn:microsoft.com/office/officeart/2005/8/layout/orgChart1"/>
    <dgm:cxn modelId="{43609980-8305-43A9-A738-FAE545A695A0}" type="presParOf" srcId="{F564574B-B97A-4FA1-A00C-2D034DDE4941}" destId="{8CB0DC73-8A54-4260-B1EC-516394C599AE}" srcOrd="0" destOrd="0" presId="urn:microsoft.com/office/officeart/2005/8/layout/orgChart1"/>
    <dgm:cxn modelId="{CF5BEA16-2D2A-4662-A349-91123C011D37}" type="presParOf" srcId="{8CB0DC73-8A54-4260-B1EC-516394C599AE}" destId="{27905CDB-CBE7-4E82-8B6E-EFF9E422E5A3}" srcOrd="0" destOrd="0" presId="urn:microsoft.com/office/officeart/2005/8/layout/orgChart1"/>
    <dgm:cxn modelId="{A49D87D6-BE80-46F1-BD16-DAF6B6799F9D}" type="presParOf" srcId="{8CB0DC73-8A54-4260-B1EC-516394C599AE}" destId="{01996410-AC76-4EA3-BC3B-6A1768975241}" srcOrd="1" destOrd="0" presId="urn:microsoft.com/office/officeart/2005/8/layout/orgChart1"/>
    <dgm:cxn modelId="{D8F158C5-EB7B-495D-BF02-2380A0CB3114}" type="presParOf" srcId="{F564574B-B97A-4FA1-A00C-2D034DDE4941}" destId="{62236CE9-27ED-4B9A-B5D8-DBCEB30EA4C3}" srcOrd="1" destOrd="0" presId="urn:microsoft.com/office/officeart/2005/8/layout/orgChart1"/>
    <dgm:cxn modelId="{1CD9A935-E87E-4B9F-B867-3BC4B196FF06}" type="presParOf" srcId="{F564574B-B97A-4FA1-A00C-2D034DDE4941}" destId="{F7B43C34-48A8-4F84-9F51-E19171D8926E}" srcOrd="2" destOrd="0" presId="urn:microsoft.com/office/officeart/2005/8/layout/orgChart1"/>
    <dgm:cxn modelId="{B782ECC0-55CA-4D63-A0DB-A1C760690C0D}" type="presParOf" srcId="{5E4B26AA-2414-440B-9967-5E0BC65F617C}" destId="{5F365B80-3F63-47EC-8BCF-82BB2CCD854A}" srcOrd="2" destOrd="0" presId="urn:microsoft.com/office/officeart/2005/8/layout/orgChart1"/>
    <dgm:cxn modelId="{54574EA8-9FF2-455D-860E-BD0803F9E5BF}" type="presParOf" srcId="{F2C20CEB-83FC-43AC-A797-EB34796FE88F}" destId="{0AE38DB8-64F0-4008-8E50-8DA16230186A}" srcOrd="8" destOrd="0" presId="urn:microsoft.com/office/officeart/2005/8/layout/orgChart1"/>
    <dgm:cxn modelId="{B95AC2EF-3A43-4E4B-99DE-8C0F265C5275}" type="presParOf" srcId="{F2C20CEB-83FC-43AC-A797-EB34796FE88F}" destId="{1DD4BBC2-413E-4AA4-BE3B-7D859D95091A}" srcOrd="9" destOrd="0" presId="urn:microsoft.com/office/officeart/2005/8/layout/orgChart1"/>
    <dgm:cxn modelId="{501BB206-BBB4-40A5-BBE1-4628A2B97A29}" type="presParOf" srcId="{1DD4BBC2-413E-4AA4-BE3B-7D859D95091A}" destId="{43211438-5662-437E-8039-4DF1F734BE26}" srcOrd="0" destOrd="0" presId="urn:microsoft.com/office/officeart/2005/8/layout/orgChart1"/>
    <dgm:cxn modelId="{7F7F7FDA-6216-412C-9177-55555374D031}" type="presParOf" srcId="{43211438-5662-437E-8039-4DF1F734BE26}" destId="{215E55EC-E820-4F12-8978-0010106389B3}" srcOrd="0" destOrd="0" presId="urn:microsoft.com/office/officeart/2005/8/layout/orgChart1"/>
    <dgm:cxn modelId="{BAE12D56-3BA7-4F0E-8962-5F1A2A7F1123}" type="presParOf" srcId="{43211438-5662-437E-8039-4DF1F734BE26}" destId="{E707E745-09F3-4F3F-8941-272E3EF3E319}" srcOrd="1" destOrd="0" presId="urn:microsoft.com/office/officeart/2005/8/layout/orgChart1"/>
    <dgm:cxn modelId="{88A92899-8BE0-4B24-86F2-390E53256B49}" type="presParOf" srcId="{1DD4BBC2-413E-4AA4-BE3B-7D859D95091A}" destId="{D34B6AF6-8F87-4AE4-A616-AE06490BECAA}" srcOrd="1" destOrd="0" presId="urn:microsoft.com/office/officeart/2005/8/layout/orgChart1"/>
    <dgm:cxn modelId="{4473BF87-A9A3-46AB-8CE8-1D56290AE239}" type="presParOf" srcId="{D34B6AF6-8F87-4AE4-A616-AE06490BECAA}" destId="{11BC3DCE-624B-4E89-8CFB-100AC423B9B5}" srcOrd="0" destOrd="0" presId="urn:microsoft.com/office/officeart/2005/8/layout/orgChart1"/>
    <dgm:cxn modelId="{41101B81-CAFE-46A5-8C75-F9F32339F26A}" type="presParOf" srcId="{D34B6AF6-8F87-4AE4-A616-AE06490BECAA}" destId="{AEE2EF5C-8AA5-475C-8F5C-52F506FC4ED2}" srcOrd="1" destOrd="0" presId="urn:microsoft.com/office/officeart/2005/8/layout/orgChart1"/>
    <dgm:cxn modelId="{367A5DF6-CB52-4BB0-8087-0378CF465244}" type="presParOf" srcId="{AEE2EF5C-8AA5-475C-8F5C-52F506FC4ED2}" destId="{50EC8443-F997-490A-BADF-F6C276946D1E}" srcOrd="0" destOrd="0" presId="urn:microsoft.com/office/officeart/2005/8/layout/orgChart1"/>
    <dgm:cxn modelId="{B86A7202-4400-4751-8966-D5105257DE85}" type="presParOf" srcId="{50EC8443-F997-490A-BADF-F6C276946D1E}" destId="{E03F6685-02F0-4FB8-87C1-E574293219AD}" srcOrd="0" destOrd="0" presId="urn:microsoft.com/office/officeart/2005/8/layout/orgChart1"/>
    <dgm:cxn modelId="{5C11D31B-6491-4787-94D2-A70988F9A351}" type="presParOf" srcId="{50EC8443-F997-490A-BADF-F6C276946D1E}" destId="{7E170EF9-31DE-4A57-85A6-2803CFFEA40C}" srcOrd="1" destOrd="0" presId="urn:microsoft.com/office/officeart/2005/8/layout/orgChart1"/>
    <dgm:cxn modelId="{BCE44925-B575-41E9-B680-F1D1F368436B}" type="presParOf" srcId="{AEE2EF5C-8AA5-475C-8F5C-52F506FC4ED2}" destId="{152AE0AB-88B6-45AF-915A-95DBDBB5F41E}" srcOrd="1" destOrd="0" presId="urn:microsoft.com/office/officeart/2005/8/layout/orgChart1"/>
    <dgm:cxn modelId="{1D00A7B0-B6FA-416C-B742-6B82159D8977}" type="presParOf" srcId="{AEE2EF5C-8AA5-475C-8F5C-52F506FC4ED2}" destId="{B3427AF3-2959-4467-A2B3-14AB2EF9FA90}" srcOrd="2" destOrd="0" presId="urn:microsoft.com/office/officeart/2005/8/layout/orgChart1"/>
    <dgm:cxn modelId="{2A7AB54E-AB92-4216-87EF-2338F24AA57C}" type="presParOf" srcId="{D34B6AF6-8F87-4AE4-A616-AE06490BECAA}" destId="{490D377B-3090-4FE9-A1BC-74FE9185A361}" srcOrd="2" destOrd="0" presId="urn:microsoft.com/office/officeart/2005/8/layout/orgChart1"/>
    <dgm:cxn modelId="{58142E0F-93F7-44A8-AD8C-FB8F555CE004}" type="presParOf" srcId="{D34B6AF6-8F87-4AE4-A616-AE06490BECAA}" destId="{F74F0D04-CE06-4D1F-A45D-A6A802071F21}" srcOrd="3" destOrd="0" presId="urn:microsoft.com/office/officeart/2005/8/layout/orgChart1"/>
    <dgm:cxn modelId="{2A4E54AA-59E2-4DBC-B00E-6CC7600000B0}" type="presParOf" srcId="{F74F0D04-CE06-4D1F-A45D-A6A802071F21}" destId="{770E46A0-9363-4D03-A964-AADC7E1F88E0}" srcOrd="0" destOrd="0" presId="urn:microsoft.com/office/officeart/2005/8/layout/orgChart1"/>
    <dgm:cxn modelId="{AF983E27-A406-4399-AFAA-F81165384120}" type="presParOf" srcId="{770E46A0-9363-4D03-A964-AADC7E1F88E0}" destId="{05175D22-F355-4132-92F3-7651B471C162}" srcOrd="0" destOrd="0" presId="urn:microsoft.com/office/officeart/2005/8/layout/orgChart1"/>
    <dgm:cxn modelId="{CCCA20F6-9376-4B40-9205-85E4423BCB20}" type="presParOf" srcId="{770E46A0-9363-4D03-A964-AADC7E1F88E0}" destId="{84F2ED1F-EF7C-41BE-ABEA-C8CE1FB5EC1D}" srcOrd="1" destOrd="0" presId="urn:microsoft.com/office/officeart/2005/8/layout/orgChart1"/>
    <dgm:cxn modelId="{A6E36658-39B9-433F-AF0F-4E1148D25EB7}" type="presParOf" srcId="{F74F0D04-CE06-4D1F-A45D-A6A802071F21}" destId="{E56CE398-580E-4C5B-8F56-247575418775}" srcOrd="1" destOrd="0" presId="urn:microsoft.com/office/officeart/2005/8/layout/orgChart1"/>
    <dgm:cxn modelId="{330D2EC4-BBE7-4D4A-8421-415B08931EC2}" type="presParOf" srcId="{F74F0D04-CE06-4D1F-A45D-A6A802071F21}" destId="{4E1170F7-A071-453B-A876-156041BADFB5}" srcOrd="2" destOrd="0" presId="urn:microsoft.com/office/officeart/2005/8/layout/orgChart1"/>
    <dgm:cxn modelId="{1406ABF3-F270-4D03-ADA8-615044A98AFB}" type="presParOf" srcId="{D34B6AF6-8F87-4AE4-A616-AE06490BECAA}" destId="{76C61AC7-FAF2-4F4D-94D0-00F1D42BFB3B}" srcOrd="4" destOrd="0" presId="urn:microsoft.com/office/officeart/2005/8/layout/orgChart1"/>
    <dgm:cxn modelId="{42417699-379F-4AD5-AAE0-403046BB9F53}" type="presParOf" srcId="{D34B6AF6-8F87-4AE4-A616-AE06490BECAA}" destId="{610AE5B8-B202-48AF-A1B8-7E4ACEF0E62F}" srcOrd="5" destOrd="0" presId="urn:microsoft.com/office/officeart/2005/8/layout/orgChart1"/>
    <dgm:cxn modelId="{1F9A59ED-3E11-4F4C-98E0-431166F73210}" type="presParOf" srcId="{610AE5B8-B202-48AF-A1B8-7E4ACEF0E62F}" destId="{AD2C1B52-6CE1-4027-A940-B35AEA9AE795}" srcOrd="0" destOrd="0" presId="urn:microsoft.com/office/officeart/2005/8/layout/orgChart1"/>
    <dgm:cxn modelId="{CA4FDBD9-1668-4645-97C6-B65EADF51B6D}" type="presParOf" srcId="{AD2C1B52-6CE1-4027-A940-B35AEA9AE795}" destId="{116F527C-03FA-4098-9C76-62A4458ABAD8}" srcOrd="0" destOrd="0" presId="urn:microsoft.com/office/officeart/2005/8/layout/orgChart1"/>
    <dgm:cxn modelId="{0C693203-719C-47D3-977C-B399F71108D6}" type="presParOf" srcId="{AD2C1B52-6CE1-4027-A940-B35AEA9AE795}" destId="{BCF8D6EB-2846-4C05-827B-04990F8193C9}" srcOrd="1" destOrd="0" presId="urn:microsoft.com/office/officeart/2005/8/layout/orgChart1"/>
    <dgm:cxn modelId="{AFAEA18A-8639-4A12-812F-F12B0DE618F1}" type="presParOf" srcId="{610AE5B8-B202-48AF-A1B8-7E4ACEF0E62F}" destId="{B8F3C793-BEE1-4344-8250-9AA11F8CBD73}" srcOrd="1" destOrd="0" presId="urn:microsoft.com/office/officeart/2005/8/layout/orgChart1"/>
    <dgm:cxn modelId="{12DA1488-861E-4E39-9ACF-27A093CD447D}" type="presParOf" srcId="{610AE5B8-B202-48AF-A1B8-7E4ACEF0E62F}" destId="{D33E21A1-B372-4DE1-A207-DA3938B821BB}" srcOrd="2" destOrd="0" presId="urn:microsoft.com/office/officeart/2005/8/layout/orgChart1"/>
    <dgm:cxn modelId="{0F4348D1-27DE-4E8E-8CB4-63B47F325BFA}" type="presParOf" srcId="{1DD4BBC2-413E-4AA4-BE3B-7D859D95091A}" destId="{7F9A0CB7-FA69-4829-9CCF-56CFB9D7B6A7}" srcOrd="2" destOrd="0" presId="urn:microsoft.com/office/officeart/2005/8/layout/orgChart1"/>
    <dgm:cxn modelId="{9F41E389-7DA6-4AAB-BB3A-1501D984DDCC}" type="presParOf" srcId="{F2C20CEB-83FC-43AC-A797-EB34796FE88F}" destId="{DBC84876-D002-4CC4-91D7-4692DA25035A}" srcOrd="10" destOrd="0" presId="urn:microsoft.com/office/officeart/2005/8/layout/orgChart1"/>
    <dgm:cxn modelId="{93DB4A4D-5210-445D-A925-86AB823E1E89}" type="presParOf" srcId="{F2C20CEB-83FC-43AC-A797-EB34796FE88F}" destId="{D6AD757D-3153-46EB-927E-06D93FF194CC}" srcOrd="11" destOrd="0" presId="urn:microsoft.com/office/officeart/2005/8/layout/orgChart1"/>
    <dgm:cxn modelId="{1C70A20B-718F-4C95-934D-17BEDCC6131B}" type="presParOf" srcId="{D6AD757D-3153-46EB-927E-06D93FF194CC}" destId="{94F20D30-5D12-4866-BD67-2F623F34B3A1}" srcOrd="0" destOrd="0" presId="urn:microsoft.com/office/officeart/2005/8/layout/orgChart1"/>
    <dgm:cxn modelId="{588DEE46-784D-4795-9542-ABE712C0FE6D}" type="presParOf" srcId="{94F20D30-5D12-4866-BD67-2F623F34B3A1}" destId="{02A4F2C5-3587-4E26-A0CD-F7A371CCC42C}" srcOrd="0" destOrd="0" presId="urn:microsoft.com/office/officeart/2005/8/layout/orgChart1"/>
    <dgm:cxn modelId="{052BF037-21E8-4DF9-A907-989A5C9E035D}" type="presParOf" srcId="{94F20D30-5D12-4866-BD67-2F623F34B3A1}" destId="{DB4D43DF-7026-48DA-9642-6E9F601A219C}" srcOrd="1" destOrd="0" presId="urn:microsoft.com/office/officeart/2005/8/layout/orgChart1"/>
    <dgm:cxn modelId="{5344434C-15AF-44B2-87B3-EAB1A6BC3C10}" type="presParOf" srcId="{D6AD757D-3153-46EB-927E-06D93FF194CC}" destId="{31DA53F6-D9E3-4E27-AFFD-7383D1C584D5}" srcOrd="1" destOrd="0" presId="urn:microsoft.com/office/officeart/2005/8/layout/orgChart1"/>
    <dgm:cxn modelId="{07156226-99F0-472F-A61F-0F473A93E564}" type="presParOf" srcId="{31DA53F6-D9E3-4E27-AFFD-7383D1C584D5}" destId="{613F586F-92C7-401B-B924-3487D372D271}" srcOrd="0" destOrd="0" presId="urn:microsoft.com/office/officeart/2005/8/layout/orgChart1"/>
    <dgm:cxn modelId="{BC29B242-5384-4472-A62D-82D2713BBCEC}" type="presParOf" srcId="{31DA53F6-D9E3-4E27-AFFD-7383D1C584D5}" destId="{3E9A296E-7C87-4AA2-A757-158B86989BA4}" srcOrd="1" destOrd="0" presId="urn:microsoft.com/office/officeart/2005/8/layout/orgChart1"/>
    <dgm:cxn modelId="{6C6FCE17-09F4-4C4C-A75A-B2A829C1FC05}" type="presParOf" srcId="{3E9A296E-7C87-4AA2-A757-158B86989BA4}" destId="{799567D5-4714-4383-B4FD-4B87C9D74D8A}" srcOrd="0" destOrd="0" presId="urn:microsoft.com/office/officeart/2005/8/layout/orgChart1"/>
    <dgm:cxn modelId="{6348F2EF-94B2-4334-8361-0DE2E7C24354}" type="presParOf" srcId="{799567D5-4714-4383-B4FD-4B87C9D74D8A}" destId="{984F2473-B7FB-4A55-B222-4FC40BB14C64}" srcOrd="0" destOrd="0" presId="urn:microsoft.com/office/officeart/2005/8/layout/orgChart1"/>
    <dgm:cxn modelId="{9D822408-DF2B-4BE6-99A2-11B4F1865685}" type="presParOf" srcId="{799567D5-4714-4383-B4FD-4B87C9D74D8A}" destId="{27672E79-3886-4EFB-98C6-F264EB49EF4D}" srcOrd="1" destOrd="0" presId="urn:microsoft.com/office/officeart/2005/8/layout/orgChart1"/>
    <dgm:cxn modelId="{2F467C32-0FEB-4118-A971-E83674CBDC5A}" type="presParOf" srcId="{3E9A296E-7C87-4AA2-A757-158B86989BA4}" destId="{348706A3-F73B-4AF9-8D1D-D35032C8DA3B}" srcOrd="1" destOrd="0" presId="urn:microsoft.com/office/officeart/2005/8/layout/orgChart1"/>
    <dgm:cxn modelId="{ABF63031-5715-4937-A8D1-A084154DCACB}" type="presParOf" srcId="{3E9A296E-7C87-4AA2-A757-158B86989BA4}" destId="{E5497D31-C999-4252-AE1A-FA2D7B244552}" srcOrd="2" destOrd="0" presId="urn:microsoft.com/office/officeart/2005/8/layout/orgChart1"/>
    <dgm:cxn modelId="{D0534DCF-8565-4522-84EB-FB1D9AB3625A}" type="presParOf" srcId="{31DA53F6-D9E3-4E27-AFFD-7383D1C584D5}" destId="{1848DBEF-0A74-4D1D-A689-F2D5AFEC5247}" srcOrd="2" destOrd="0" presId="urn:microsoft.com/office/officeart/2005/8/layout/orgChart1"/>
    <dgm:cxn modelId="{D0ABC4A4-0356-4AF0-99CB-7312F516B71B}" type="presParOf" srcId="{31DA53F6-D9E3-4E27-AFFD-7383D1C584D5}" destId="{1C244F0C-E003-4AD3-AE93-ABFCBC899308}" srcOrd="3" destOrd="0" presId="urn:microsoft.com/office/officeart/2005/8/layout/orgChart1"/>
    <dgm:cxn modelId="{D5948441-A840-48B0-8D5F-93C1C6D6AB22}" type="presParOf" srcId="{1C244F0C-E003-4AD3-AE93-ABFCBC899308}" destId="{E289059F-CB66-4701-BEA7-977DEF357C47}" srcOrd="0" destOrd="0" presId="urn:microsoft.com/office/officeart/2005/8/layout/orgChart1"/>
    <dgm:cxn modelId="{56AEB5FD-F873-4A8B-909E-77CDA2022C2C}" type="presParOf" srcId="{E289059F-CB66-4701-BEA7-977DEF357C47}" destId="{35C6D898-6D67-4D20-A17C-99DFBF049FBB}" srcOrd="0" destOrd="0" presId="urn:microsoft.com/office/officeart/2005/8/layout/orgChart1"/>
    <dgm:cxn modelId="{102E625C-05E2-4641-A54C-4FADAEDD1340}" type="presParOf" srcId="{E289059F-CB66-4701-BEA7-977DEF357C47}" destId="{4566B3C0-82A6-4A3D-B129-44E96161ECBA}" srcOrd="1" destOrd="0" presId="urn:microsoft.com/office/officeart/2005/8/layout/orgChart1"/>
    <dgm:cxn modelId="{981367E7-733B-4889-B20A-29BB51296B37}" type="presParOf" srcId="{1C244F0C-E003-4AD3-AE93-ABFCBC899308}" destId="{EA3CB09E-7BBE-473C-BD76-2038AF29D25B}" srcOrd="1" destOrd="0" presId="urn:microsoft.com/office/officeart/2005/8/layout/orgChart1"/>
    <dgm:cxn modelId="{FDD12668-A614-4268-BA09-C76F30D67BB2}" type="presParOf" srcId="{EA3CB09E-7BBE-473C-BD76-2038AF29D25B}" destId="{5AB7A491-AA7C-41DA-AD4F-FFC79A7A6DAA}" srcOrd="0" destOrd="0" presId="urn:microsoft.com/office/officeart/2005/8/layout/orgChart1"/>
    <dgm:cxn modelId="{96B85BB8-EF31-426B-BFB9-5EC60634ADEF}" type="presParOf" srcId="{EA3CB09E-7BBE-473C-BD76-2038AF29D25B}" destId="{A8154DF0-75C3-47E9-A8C6-D67B61E5C906}" srcOrd="1" destOrd="0" presId="urn:microsoft.com/office/officeart/2005/8/layout/orgChart1"/>
    <dgm:cxn modelId="{271CA4A7-2A60-41F0-95FE-817BCA2DC66E}" type="presParOf" srcId="{A8154DF0-75C3-47E9-A8C6-D67B61E5C906}" destId="{2286CC1C-3B4D-42CD-BE39-B9DB09526716}" srcOrd="0" destOrd="0" presId="urn:microsoft.com/office/officeart/2005/8/layout/orgChart1"/>
    <dgm:cxn modelId="{5462BEBF-DDAE-4847-8050-9C3A3890EE94}" type="presParOf" srcId="{2286CC1C-3B4D-42CD-BE39-B9DB09526716}" destId="{FD215D27-F263-4CEA-A9A1-9CCB1BC98049}" srcOrd="0" destOrd="0" presId="urn:microsoft.com/office/officeart/2005/8/layout/orgChart1"/>
    <dgm:cxn modelId="{B13F9E9A-81F1-4C94-8275-427BAB6D31D0}" type="presParOf" srcId="{2286CC1C-3B4D-42CD-BE39-B9DB09526716}" destId="{B8BF50D4-3667-44B8-8CFC-6E3E657A23DB}" srcOrd="1" destOrd="0" presId="urn:microsoft.com/office/officeart/2005/8/layout/orgChart1"/>
    <dgm:cxn modelId="{A2AE988A-E104-4581-829D-74648DC3EB06}" type="presParOf" srcId="{A8154DF0-75C3-47E9-A8C6-D67B61E5C906}" destId="{04CE08AF-B01E-4432-8F97-5B2F4613A146}" srcOrd="1" destOrd="0" presId="urn:microsoft.com/office/officeart/2005/8/layout/orgChart1"/>
    <dgm:cxn modelId="{0D310E3D-B265-4665-8B12-60F2E347236C}" type="presParOf" srcId="{A8154DF0-75C3-47E9-A8C6-D67B61E5C906}" destId="{9E0F39B6-C12F-4C31-BEF4-08BD38DE1CE4}" srcOrd="2" destOrd="0" presId="urn:microsoft.com/office/officeart/2005/8/layout/orgChart1"/>
    <dgm:cxn modelId="{310FFA93-C52B-4EA1-82F3-EA21EB573721}" type="presParOf" srcId="{EA3CB09E-7BBE-473C-BD76-2038AF29D25B}" destId="{9937BAC4-19B5-4AE7-854C-2F3544A60981}" srcOrd="2" destOrd="0" presId="urn:microsoft.com/office/officeart/2005/8/layout/orgChart1"/>
    <dgm:cxn modelId="{091F953D-4437-4B2F-BE35-A91DDB8F91FB}" type="presParOf" srcId="{EA3CB09E-7BBE-473C-BD76-2038AF29D25B}" destId="{C3DEA9D9-19B9-4C7F-9527-AB7DD47F4334}" srcOrd="3" destOrd="0" presId="urn:microsoft.com/office/officeart/2005/8/layout/orgChart1"/>
    <dgm:cxn modelId="{085477C9-660A-42E7-9AA0-3818C20945D3}" type="presParOf" srcId="{C3DEA9D9-19B9-4C7F-9527-AB7DD47F4334}" destId="{CB1A1222-C94C-49A7-A455-1E1E1226F6F9}" srcOrd="0" destOrd="0" presId="urn:microsoft.com/office/officeart/2005/8/layout/orgChart1"/>
    <dgm:cxn modelId="{FD44BCA2-ED10-40B0-B619-C619B3EFD63C}" type="presParOf" srcId="{CB1A1222-C94C-49A7-A455-1E1E1226F6F9}" destId="{FBF27287-B1A4-4850-A7B5-8214634DF4C8}" srcOrd="0" destOrd="0" presId="urn:microsoft.com/office/officeart/2005/8/layout/orgChart1"/>
    <dgm:cxn modelId="{E54FB85C-72C5-4887-9B18-677127BCED3B}" type="presParOf" srcId="{CB1A1222-C94C-49A7-A455-1E1E1226F6F9}" destId="{D1F2DDF1-34E3-4266-B5B1-7248D0F033CF}" srcOrd="1" destOrd="0" presId="urn:microsoft.com/office/officeart/2005/8/layout/orgChart1"/>
    <dgm:cxn modelId="{C0598328-CCA4-4DEF-A048-55953A17851A}" type="presParOf" srcId="{C3DEA9D9-19B9-4C7F-9527-AB7DD47F4334}" destId="{910C524B-A10D-476B-8C10-D076CB96509C}" srcOrd="1" destOrd="0" presId="urn:microsoft.com/office/officeart/2005/8/layout/orgChart1"/>
    <dgm:cxn modelId="{C661760D-91C8-4F51-9B2A-D580D2C48B14}" type="presParOf" srcId="{C3DEA9D9-19B9-4C7F-9527-AB7DD47F4334}" destId="{BB38BDC5-6F27-4572-A438-B8DC717EEBBF}" srcOrd="2" destOrd="0" presId="urn:microsoft.com/office/officeart/2005/8/layout/orgChart1"/>
    <dgm:cxn modelId="{F2E23945-7152-40A6-A937-D397BABA518C}" type="presParOf" srcId="{EA3CB09E-7BBE-473C-BD76-2038AF29D25B}" destId="{206C0019-9892-464B-8C28-7975DCD1131D}" srcOrd="4" destOrd="0" presId="urn:microsoft.com/office/officeart/2005/8/layout/orgChart1"/>
    <dgm:cxn modelId="{855579D0-D466-4238-B33F-F805C3F78EF4}" type="presParOf" srcId="{EA3CB09E-7BBE-473C-BD76-2038AF29D25B}" destId="{8DCF11A1-DAFA-4F7B-8754-D40F34216C21}" srcOrd="5" destOrd="0" presId="urn:microsoft.com/office/officeart/2005/8/layout/orgChart1"/>
    <dgm:cxn modelId="{DB95A020-118F-40B3-905E-A727565E1733}" type="presParOf" srcId="{8DCF11A1-DAFA-4F7B-8754-D40F34216C21}" destId="{C8FD2253-BE51-4CD1-A4FF-DF19078DBD34}" srcOrd="0" destOrd="0" presId="urn:microsoft.com/office/officeart/2005/8/layout/orgChart1"/>
    <dgm:cxn modelId="{C12835AD-9523-4324-AF61-3DF412B38DDB}" type="presParOf" srcId="{C8FD2253-BE51-4CD1-A4FF-DF19078DBD34}" destId="{36F3D6AC-5B85-43C1-BBC1-0A02BF2524CD}" srcOrd="0" destOrd="0" presId="urn:microsoft.com/office/officeart/2005/8/layout/orgChart1"/>
    <dgm:cxn modelId="{3298AC34-5DB8-407A-8EE9-B6BDD3F3975F}" type="presParOf" srcId="{C8FD2253-BE51-4CD1-A4FF-DF19078DBD34}" destId="{7DA920E3-415E-43A1-965E-B24B2260DDE8}" srcOrd="1" destOrd="0" presId="urn:microsoft.com/office/officeart/2005/8/layout/orgChart1"/>
    <dgm:cxn modelId="{E536BBE1-8DDC-4B73-8244-EC0721670995}" type="presParOf" srcId="{8DCF11A1-DAFA-4F7B-8754-D40F34216C21}" destId="{15A1C11C-4366-4077-A96F-CA29AC5820E6}" srcOrd="1" destOrd="0" presId="urn:microsoft.com/office/officeart/2005/8/layout/orgChart1"/>
    <dgm:cxn modelId="{DE8EBBE8-DFA2-4EB1-9327-5726328FD60D}" type="presParOf" srcId="{8DCF11A1-DAFA-4F7B-8754-D40F34216C21}" destId="{A960CA32-85DB-452B-9960-E17D0E134A07}" srcOrd="2" destOrd="0" presId="urn:microsoft.com/office/officeart/2005/8/layout/orgChart1"/>
    <dgm:cxn modelId="{97856134-A02A-4574-A482-F8CD3888D9E3}" type="presParOf" srcId="{1C244F0C-E003-4AD3-AE93-ABFCBC899308}" destId="{3EEFBAAC-2D1F-4409-AA7F-1CDEF243829D}" srcOrd="2" destOrd="0" presId="urn:microsoft.com/office/officeart/2005/8/layout/orgChart1"/>
    <dgm:cxn modelId="{68E354B9-E5F6-4887-ABE8-6EEC254991D8}" type="presParOf" srcId="{31DA53F6-D9E3-4E27-AFFD-7383D1C584D5}" destId="{A3CEE17D-9FAF-407C-9477-AE4C9F140E71}" srcOrd="4" destOrd="0" presId="urn:microsoft.com/office/officeart/2005/8/layout/orgChart1"/>
    <dgm:cxn modelId="{218C9617-9E48-4125-B706-DBE9E1B783F1}" type="presParOf" srcId="{31DA53F6-D9E3-4E27-AFFD-7383D1C584D5}" destId="{A4E8C75B-AB75-4273-A70B-6378EAD34534}" srcOrd="5" destOrd="0" presId="urn:microsoft.com/office/officeart/2005/8/layout/orgChart1"/>
    <dgm:cxn modelId="{AC85F9BE-EECA-420A-8739-2656CA83AB1B}" type="presParOf" srcId="{A4E8C75B-AB75-4273-A70B-6378EAD34534}" destId="{27A6A955-4D9B-489C-80F0-1A82E92C57B8}" srcOrd="0" destOrd="0" presId="urn:microsoft.com/office/officeart/2005/8/layout/orgChart1"/>
    <dgm:cxn modelId="{B32A60AF-52DE-4C4B-9CAF-18DBFC42E674}" type="presParOf" srcId="{27A6A955-4D9B-489C-80F0-1A82E92C57B8}" destId="{FD57F1AA-B708-4C4D-BE00-013B63B9F192}" srcOrd="0" destOrd="0" presId="urn:microsoft.com/office/officeart/2005/8/layout/orgChart1"/>
    <dgm:cxn modelId="{88F4CC5D-257A-4D87-B6B7-0018BA40E5F0}" type="presParOf" srcId="{27A6A955-4D9B-489C-80F0-1A82E92C57B8}" destId="{5CF1C5DB-3F08-437E-AF10-2437DFF4610E}" srcOrd="1" destOrd="0" presId="urn:microsoft.com/office/officeart/2005/8/layout/orgChart1"/>
    <dgm:cxn modelId="{571B0B21-9F48-49F8-9643-113026039227}" type="presParOf" srcId="{A4E8C75B-AB75-4273-A70B-6378EAD34534}" destId="{AF7FA904-8C78-4F87-97F2-BD90F5BD1242}" srcOrd="1" destOrd="0" presId="urn:microsoft.com/office/officeart/2005/8/layout/orgChart1"/>
    <dgm:cxn modelId="{4D06F145-1AE5-488D-8712-AFF1ABA503C8}" type="presParOf" srcId="{A4E8C75B-AB75-4273-A70B-6378EAD34534}" destId="{41DBEA6C-B444-44C4-889B-9476DF01D94E}" srcOrd="2" destOrd="0" presId="urn:microsoft.com/office/officeart/2005/8/layout/orgChart1"/>
    <dgm:cxn modelId="{1890309E-61F1-4B8A-9B08-E4F6B8B15A8C}" type="presParOf" srcId="{D6AD757D-3153-46EB-927E-06D93FF194CC}" destId="{BF7C2B4C-77C4-4C30-86BE-1B6E3A6FCDA7}" srcOrd="2" destOrd="0" presId="urn:microsoft.com/office/officeart/2005/8/layout/orgChart1"/>
    <dgm:cxn modelId="{2A32E9ED-EC8D-4076-9B49-209E49EC2083}" type="presParOf" srcId="{46099724-7A3D-4B5F-8E46-AD2D8D8257AB}" destId="{A616AE3A-3FB4-4DB5-AB68-286707585CC2}" srcOrd="2" destOrd="0" presId="urn:microsoft.com/office/officeart/2005/8/layout/orgChart1"/>
  </dgm:cxnLst>
  <dgm:bg/>
  <dgm:whole>
    <a:ln w="3810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9A0A47-597E-4513-8327-DEE7DF92587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AF37697C-0616-4F3F-A17A-38D2D8DFEBD0}">
      <dgm:prSet custT="1"/>
      <dgm:spPr/>
      <dgm:t>
        <a:bodyPr/>
        <a:lstStyle/>
        <a:p>
          <a:r>
            <a:rPr lang="zh-CN" altLang="en-US" sz="1100" dirty="0"/>
            <a:t>数据库设计说明书</a:t>
          </a:r>
        </a:p>
      </dgm:t>
    </dgm:pt>
    <dgm:pt modelId="{AACDFE2A-A740-4631-980F-ABFDA1F05102}" type="parTrans" cxnId="{D08F657B-32EC-4C30-B3B2-63D81D2082D8}">
      <dgm:prSet/>
      <dgm:spPr/>
      <dgm:t>
        <a:bodyPr/>
        <a:lstStyle/>
        <a:p>
          <a:endParaRPr lang="zh-CN" altLang="en-US" sz="1100"/>
        </a:p>
      </dgm:t>
    </dgm:pt>
    <dgm:pt modelId="{3DEA6424-49BC-4315-9BD0-3861CF161DDB}" type="sibTrans" cxnId="{D08F657B-32EC-4C30-B3B2-63D81D2082D8}">
      <dgm:prSet/>
      <dgm:spPr/>
      <dgm:t>
        <a:bodyPr/>
        <a:lstStyle/>
        <a:p>
          <a:endParaRPr lang="zh-CN" altLang="en-US" sz="1100"/>
        </a:p>
      </dgm:t>
    </dgm:pt>
    <dgm:pt modelId="{5DF44FA1-5104-4F86-9F8C-BC07D505D37F}">
      <dgm:prSet custT="1"/>
      <dgm:spPr/>
      <dgm:t>
        <a:bodyPr/>
        <a:lstStyle/>
        <a:p>
          <a:r>
            <a:rPr lang="zh-CN" altLang="en-US" sz="1100" dirty="0"/>
            <a:t>引言</a:t>
          </a:r>
        </a:p>
      </dgm:t>
    </dgm:pt>
    <dgm:pt modelId="{5D81EAEF-FB9F-4A86-8418-3467B207FA4F}" type="parTrans" cxnId="{B7FE43BE-2FA1-4F39-96A7-C26BF9B3F550}">
      <dgm:prSet/>
      <dgm:spPr/>
      <dgm:t>
        <a:bodyPr/>
        <a:lstStyle/>
        <a:p>
          <a:endParaRPr lang="zh-CN" altLang="en-US" sz="1100"/>
        </a:p>
      </dgm:t>
    </dgm:pt>
    <dgm:pt modelId="{92802FCD-1080-4A15-8D7C-911AF9F1E8EA}" type="sibTrans" cxnId="{B7FE43BE-2FA1-4F39-96A7-C26BF9B3F550}">
      <dgm:prSet/>
      <dgm:spPr/>
      <dgm:t>
        <a:bodyPr/>
        <a:lstStyle/>
        <a:p>
          <a:endParaRPr lang="zh-CN" altLang="en-US" sz="1100"/>
        </a:p>
      </dgm:t>
    </dgm:pt>
    <dgm:pt modelId="{E9693A9A-38D2-49C6-8011-17827CD93856}">
      <dgm:prSet custT="1"/>
      <dgm:spPr/>
      <dgm:t>
        <a:bodyPr/>
        <a:lstStyle/>
        <a:p>
          <a:r>
            <a:rPr lang="zh-CN" altLang="en-US" sz="1100" dirty="0"/>
            <a:t>编写目的</a:t>
          </a:r>
        </a:p>
      </dgm:t>
    </dgm:pt>
    <dgm:pt modelId="{C2ABDABF-E7E9-45C0-8FEB-345F108A60BD}" type="parTrans" cxnId="{BABBCB94-8486-4D44-9FAC-74DE141A5E6C}">
      <dgm:prSet/>
      <dgm:spPr/>
      <dgm:t>
        <a:bodyPr/>
        <a:lstStyle/>
        <a:p>
          <a:endParaRPr lang="zh-CN" altLang="en-US" sz="1100"/>
        </a:p>
      </dgm:t>
    </dgm:pt>
    <dgm:pt modelId="{6F1DE746-4E18-4955-B797-3E1A70E2408C}" type="sibTrans" cxnId="{BABBCB94-8486-4D44-9FAC-74DE141A5E6C}">
      <dgm:prSet/>
      <dgm:spPr/>
      <dgm:t>
        <a:bodyPr/>
        <a:lstStyle/>
        <a:p>
          <a:endParaRPr lang="zh-CN" altLang="en-US" sz="1100"/>
        </a:p>
      </dgm:t>
    </dgm:pt>
    <dgm:pt modelId="{9B84C657-0CDE-4B9A-88EF-5CB963A3FC7D}">
      <dgm:prSet custT="1"/>
      <dgm:spPr/>
      <dgm:t>
        <a:bodyPr/>
        <a:lstStyle/>
        <a:p>
          <a:r>
            <a:rPr lang="zh-CN" altLang="en-US" sz="1100" dirty="0"/>
            <a:t>背景说明</a:t>
          </a:r>
        </a:p>
      </dgm:t>
    </dgm:pt>
    <dgm:pt modelId="{755ED0CD-A135-4D56-9219-3461981F97D7}" type="parTrans" cxnId="{33074470-501D-4D88-BBE1-5179ED0B1836}">
      <dgm:prSet/>
      <dgm:spPr/>
      <dgm:t>
        <a:bodyPr/>
        <a:lstStyle/>
        <a:p>
          <a:endParaRPr lang="zh-CN" altLang="en-US" sz="1100"/>
        </a:p>
      </dgm:t>
    </dgm:pt>
    <dgm:pt modelId="{8AC35B48-BE73-47B4-A24D-C1E9D78C0770}" type="sibTrans" cxnId="{33074470-501D-4D88-BBE1-5179ED0B1836}">
      <dgm:prSet/>
      <dgm:spPr/>
      <dgm:t>
        <a:bodyPr/>
        <a:lstStyle/>
        <a:p>
          <a:endParaRPr lang="zh-CN" altLang="en-US" sz="1100"/>
        </a:p>
      </dgm:t>
    </dgm:pt>
    <dgm:pt modelId="{1D32054F-A708-4AEA-A67D-68AA5E9571AC}">
      <dgm:prSet custT="1"/>
      <dgm:spPr/>
      <dgm:t>
        <a:bodyPr/>
        <a:lstStyle/>
        <a:p>
          <a:r>
            <a:rPr lang="zh-CN" altLang="en-US" sz="1100" dirty="0"/>
            <a:t>定义</a:t>
          </a:r>
        </a:p>
      </dgm:t>
    </dgm:pt>
    <dgm:pt modelId="{ABCB39A3-DD88-451E-9A80-D350892E400A}" type="parTrans" cxnId="{DEFE193E-F082-484E-ADB2-6C6EC469B7F5}">
      <dgm:prSet/>
      <dgm:spPr/>
      <dgm:t>
        <a:bodyPr/>
        <a:lstStyle/>
        <a:p>
          <a:endParaRPr lang="zh-CN" altLang="en-US" sz="1100"/>
        </a:p>
      </dgm:t>
    </dgm:pt>
    <dgm:pt modelId="{83684D9E-3DE5-42F9-BBD9-1558BD974DFB}" type="sibTrans" cxnId="{DEFE193E-F082-484E-ADB2-6C6EC469B7F5}">
      <dgm:prSet/>
      <dgm:spPr/>
      <dgm:t>
        <a:bodyPr/>
        <a:lstStyle/>
        <a:p>
          <a:endParaRPr lang="zh-CN" altLang="en-US" sz="1100"/>
        </a:p>
      </dgm:t>
    </dgm:pt>
    <dgm:pt modelId="{8E8B1CFD-46CF-45E7-96CE-D50C772A2E07}">
      <dgm:prSet custT="1"/>
      <dgm:spPr/>
      <dgm:t>
        <a:bodyPr/>
        <a:lstStyle/>
        <a:p>
          <a:r>
            <a:rPr lang="zh-CN" altLang="en-US" sz="1100" dirty="0"/>
            <a:t>参考资料</a:t>
          </a:r>
        </a:p>
      </dgm:t>
    </dgm:pt>
    <dgm:pt modelId="{E6241DD9-6A38-4717-BC35-AB6852947C59}" type="parTrans" cxnId="{8E73B827-0BCD-4FA9-9B85-93ACB86F88DE}">
      <dgm:prSet/>
      <dgm:spPr/>
      <dgm:t>
        <a:bodyPr/>
        <a:lstStyle/>
        <a:p>
          <a:endParaRPr lang="zh-CN" altLang="en-US" sz="1100"/>
        </a:p>
      </dgm:t>
    </dgm:pt>
    <dgm:pt modelId="{5B4454C5-573A-4055-9D1E-F11C607E5263}" type="sibTrans" cxnId="{8E73B827-0BCD-4FA9-9B85-93ACB86F88DE}">
      <dgm:prSet/>
      <dgm:spPr/>
      <dgm:t>
        <a:bodyPr/>
        <a:lstStyle/>
        <a:p>
          <a:endParaRPr lang="zh-CN" altLang="en-US" sz="1100"/>
        </a:p>
      </dgm:t>
    </dgm:pt>
    <dgm:pt modelId="{027265CB-D428-4F30-9354-C3C80F5554C2}">
      <dgm:prSet custT="1"/>
      <dgm:spPr/>
      <dgm:t>
        <a:bodyPr/>
        <a:lstStyle/>
        <a:p>
          <a:r>
            <a:rPr lang="zh-CN" altLang="en-US" sz="1100" dirty="0"/>
            <a:t>外部设计</a:t>
          </a:r>
        </a:p>
      </dgm:t>
    </dgm:pt>
    <dgm:pt modelId="{5FFFF966-42D7-4D00-9068-BAE53A6124D9}" type="parTrans" cxnId="{EA8484A3-7055-4D27-B7EC-34027BBEB77D}">
      <dgm:prSet/>
      <dgm:spPr/>
      <dgm:t>
        <a:bodyPr/>
        <a:lstStyle/>
        <a:p>
          <a:endParaRPr lang="zh-CN" altLang="en-US" sz="1100"/>
        </a:p>
      </dgm:t>
    </dgm:pt>
    <dgm:pt modelId="{36863C01-FED1-4B6C-BD91-BEEF376189AD}" type="sibTrans" cxnId="{EA8484A3-7055-4D27-B7EC-34027BBEB77D}">
      <dgm:prSet/>
      <dgm:spPr/>
      <dgm:t>
        <a:bodyPr/>
        <a:lstStyle/>
        <a:p>
          <a:endParaRPr lang="zh-CN" altLang="en-US" sz="1100"/>
        </a:p>
      </dgm:t>
    </dgm:pt>
    <dgm:pt modelId="{6104FAED-CDB6-4992-A5B5-E82EC8EF5CB4}">
      <dgm:prSet custT="1"/>
      <dgm:spPr/>
      <dgm:t>
        <a:bodyPr/>
        <a:lstStyle/>
        <a:p>
          <a:r>
            <a:rPr lang="zh-CN" altLang="en-US" sz="1100" dirty="0"/>
            <a:t>结构设计</a:t>
          </a:r>
        </a:p>
      </dgm:t>
    </dgm:pt>
    <dgm:pt modelId="{50A45D2E-259D-49C0-A7F3-5F0C4F91387E}" type="parTrans" cxnId="{425A39DD-8E5D-4E0D-B6C3-32BA2032132E}">
      <dgm:prSet/>
      <dgm:spPr/>
      <dgm:t>
        <a:bodyPr/>
        <a:lstStyle/>
        <a:p>
          <a:endParaRPr lang="zh-CN" altLang="en-US" sz="1100"/>
        </a:p>
      </dgm:t>
    </dgm:pt>
    <dgm:pt modelId="{8840E0D9-7222-4DF7-95C3-64CF2D860595}" type="sibTrans" cxnId="{425A39DD-8E5D-4E0D-B6C3-32BA2032132E}">
      <dgm:prSet/>
      <dgm:spPr/>
      <dgm:t>
        <a:bodyPr/>
        <a:lstStyle/>
        <a:p>
          <a:endParaRPr lang="zh-CN" altLang="en-US" sz="1100"/>
        </a:p>
      </dgm:t>
    </dgm:pt>
    <dgm:pt modelId="{700B4846-D7D0-4AA3-836F-25457D22C4EE}">
      <dgm:prSet custT="1"/>
      <dgm:spPr/>
      <dgm:t>
        <a:bodyPr/>
        <a:lstStyle/>
        <a:p>
          <a:r>
            <a:rPr lang="zh-CN" altLang="en-US" sz="1100" dirty="0"/>
            <a:t>标识符和状态</a:t>
          </a:r>
        </a:p>
      </dgm:t>
    </dgm:pt>
    <dgm:pt modelId="{C80E520A-FB74-461B-A77E-3055D4ADE76D}" type="parTrans" cxnId="{DF4FD895-EE30-44C8-BE9C-97E4ECCF064A}">
      <dgm:prSet/>
      <dgm:spPr/>
      <dgm:t>
        <a:bodyPr/>
        <a:lstStyle/>
        <a:p>
          <a:endParaRPr lang="zh-CN" altLang="en-US" sz="1100"/>
        </a:p>
      </dgm:t>
    </dgm:pt>
    <dgm:pt modelId="{2E1BCBD4-1398-4006-B43B-56EF15DA467D}" type="sibTrans" cxnId="{DF4FD895-EE30-44C8-BE9C-97E4ECCF064A}">
      <dgm:prSet/>
      <dgm:spPr/>
      <dgm:t>
        <a:bodyPr/>
        <a:lstStyle/>
        <a:p>
          <a:endParaRPr lang="zh-CN" altLang="en-US" sz="1100"/>
        </a:p>
      </dgm:t>
    </dgm:pt>
    <dgm:pt modelId="{C929C822-4306-49DD-9EEF-AB3B4A0F927B}">
      <dgm:prSet custT="1"/>
      <dgm:spPr/>
      <dgm:t>
        <a:bodyPr/>
        <a:lstStyle/>
        <a:p>
          <a:r>
            <a:rPr lang="zh-CN" altLang="en-US" sz="1100" dirty="0"/>
            <a:t>使用它的程序</a:t>
          </a:r>
        </a:p>
      </dgm:t>
    </dgm:pt>
    <dgm:pt modelId="{69C7C844-FBA5-49D4-8F83-E38F330EFB4F}" type="parTrans" cxnId="{E874E20F-3A6D-4F9A-BDAA-C42DCBCF6DBA}">
      <dgm:prSet/>
      <dgm:spPr/>
      <dgm:t>
        <a:bodyPr/>
        <a:lstStyle/>
        <a:p>
          <a:endParaRPr lang="zh-CN" altLang="en-US" sz="1100"/>
        </a:p>
      </dgm:t>
    </dgm:pt>
    <dgm:pt modelId="{ED4221D1-BDA4-4A7D-B9E9-CE82632A439C}" type="sibTrans" cxnId="{E874E20F-3A6D-4F9A-BDAA-C42DCBCF6DBA}">
      <dgm:prSet/>
      <dgm:spPr/>
      <dgm:t>
        <a:bodyPr/>
        <a:lstStyle/>
        <a:p>
          <a:endParaRPr lang="zh-CN" altLang="en-US" sz="1100"/>
        </a:p>
      </dgm:t>
    </dgm:pt>
    <dgm:pt modelId="{DFD59FD3-D878-491E-ADE2-90C4B12D132D}">
      <dgm:prSet custT="1"/>
      <dgm:spPr/>
      <dgm:t>
        <a:bodyPr/>
        <a:lstStyle/>
        <a:p>
          <a:r>
            <a:rPr lang="zh-CN" altLang="en-US" sz="1100"/>
            <a:t>约定</a:t>
          </a:r>
        </a:p>
      </dgm:t>
    </dgm:pt>
    <dgm:pt modelId="{53AFE2D8-4123-4136-8E4E-E0B47A40970F}" type="parTrans" cxnId="{DC3E2B1D-94DE-4AD9-8E8F-1EAD1BB147D8}">
      <dgm:prSet/>
      <dgm:spPr/>
      <dgm:t>
        <a:bodyPr/>
        <a:lstStyle/>
        <a:p>
          <a:endParaRPr lang="zh-CN" altLang="en-US" sz="1100"/>
        </a:p>
      </dgm:t>
    </dgm:pt>
    <dgm:pt modelId="{1AEF7187-2D4B-46D3-A164-EF156781F1B8}" type="sibTrans" cxnId="{DC3E2B1D-94DE-4AD9-8E8F-1EAD1BB147D8}">
      <dgm:prSet/>
      <dgm:spPr/>
      <dgm:t>
        <a:bodyPr/>
        <a:lstStyle/>
        <a:p>
          <a:endParaRPr lang="zh-CN" altLang="en-US" sz="1100"/>
        </a:p>
      </dgm:t>
    </dgm:pt>
    <dgm:pt modelId="{A52980E5-CD22-4C81-BB33-2B102A6B9BCD}">
      <dgm:prSet custT="1"/>
      <dgm:spPr/>
      <dgm:t>
        <a:bodyPr/>
        <a:lstStyle/>
        <a:p>
          <a:r>
            <a:rPr lang="zh-CN" altLang="en-US" sz="1100" dirty="0"/>
            <a:t>专门指导</a:t>
          </a:r>
        </a:p>
      </dgm:t>
    </dgm:pt>
    <dgm:pt modelId="{24CBE66E-E5C6-4159-880F-FBBCB93C8665}" type="parTrans" cxnId="{C3DDFD0A-A889-4FCE-A4B9-0232DF4AE184}">
      <dgm:prSet/>
      <dgm:spPr/>
      <dgm:t>
        <a:bodyPr/>
        <a:lstStyle/>
        <a:p>
          <a:endParaRPr lang="zh-CN" altLang="en-US" sz="1100"/>
        </a:p>
      </dgm:t>
    </dgm:pt>
    <dgm:pt modelId="{07217861-07EE-438B-A815-DBE6A2A6732C}" type="sibTrans" cxnId="{C3DDFD0A-A889-4FCE-A4B9-0232DF4AE184}">
      <dgm:prSet/>
      <dgm:spPr/>
      <dgm:t>
        <a:bodyPr/>
        <a:lstStyle/>
        <a:p>
          <a:endParaRPr lang="zh-CN" altLang="en-US" sz="1100"/>
        </a:p>
      </dgm:t>
    </dgm:pt>
    <dgm:pt modelId="{B2CC0D31-2EB1-4C46-BEB8-72719415515B}">
      <dgm:prSet custT="1"/>
      <dgm:spPr/>
      <dgm:t>
        <a:bodyPr/>
        <a:lstStyle/>
        <a:p>
          <a:r>
            <a:rPr lang="zh-CN" altLang="en-US" sz="1100" dirty="0"/>
            <a:t>支持软件</a:t>
          </a:r>
        </a:p>
      </dgm:t>
    </dgm:pt>
    <dgm:pt modelId="{CF0A8054-B7AF-4255-B1C7-1806BC69581B}" type="parTrans" cxnId="{D9C0C04C-460C-47D1-959D-C9275E7DFFD8}">
      <dgm:prSet/>
      <dgm:spPr/>
      <dgm:t>
        <a:bodyPr/>
        <a:lstStyle/>
        <a:p>
          <a:endParaRPr lang="zh-CN" altLang="en-US" sz="1100"/>
        </a:p>
      </dgm:t>
    </dgm:pt>
    <dgm:pt modelId="{61D448EE-7933-4836-A725-DF3388DD047C}" type="sibTrans" cxnId="{D9C0C04C-460C-47D1-959D-C9275E7DFFD8}">
      <dgm:prSet/>
      <dgm:spPr/>
      <dgm:t>
        <a:bodyPr/>
        <a:lstStyle/>
        <a:p>
          <a:endParaRPr lang="zh-CN" altLang="en-US" sz="1100"/>
        </a:p>
      </dgm:t>
    </dgm:pt>
    <dgm:pt modelId="{D147615C-865A-4257-A1C3-53DFE0D5B9F2}">
      <dgm:prSet custT="1"/>
      <dgm:spPr/>
      <dgm:t>
        <a:bodyPr/>
        <a:lstStyle/>
        <a:p>
          <a:r>
            <a:rPr lang="zh-CN" altLang="en-US" sz="1100" dirty="0"/>
            <a:t>概念结构设计</a:t>
          </a:r>
        </a:p>
      </dgm:t>
    </dgm:pt>
    <dgm:pt modelId="{51540065-1C65-4655-ADB3-A72B1F63CAE9}" type="parTrans" cxnId="{C9704E92-7EC0-413B-820B-E32F39FDAFBA}">
      <dgm:prSet/>
      <dgm:spPr/>
      <dgm:t>
        <a:bodyPr/>
        <a:lstStyle/>
        <a:p>
          <a:endParaRPr lang="zh-CN" altLang="en-US" sz="1100"/>
        </a:p>
      </dgm:t>
    </dgm:pt>
    <dgm:pt modelId="{6577278F-56F1-4087-B3F4-961121D5887B}" type="sibTrans" cxnId="{C9704E92-7EC0-413B-820B-E32F39FDAFBA}">
      <dgm:prSet/>
      <dgm:spPr/>
      <dgm:t>
        <a:bodyPr/>
        <a:lstStyle/>
        <a:p>
          <a:endParaRPr lang="zh-CN" altLang="en-US" sz="1100"/>
        </a:p>
      </dgm:t>
    </dgm:pt>
    <dgm:pt modelId="{AA01A2A9-E603-45BC-9F0E-1B219357536D}">
      <dgm:prSet custT="1"/>
      <dgm:spPr/>
      <dgm:t>
        <a:bodyPr/>
        <a:lstStyle/>
        <a:p>
          <a:r>
            <a:rPr lang="zh-CN" altLang="en-US" sz="1100"/>
            <a:t>逻辑结构设计</a:t>
          </a:r>
        </a:p>
      </dgm:t>
    </dgm:pt>
    <dgm:pt modelId="{E246E754-8687-43D0-97D5-7085B8E1EAAC}" type="parTrans" cxnId="{48283A02-9864-4349-8FFB-3FA6A5B49688}">
      <dgm:prSet/>
      <dgm:spPr/>
      <dgm:t>
        <a:bodyPr/>
        <a:lstStyle/>
        <a:p>
          <a:endParaRPr lang="zh-CN" altLang="en-US" sz="1100"/>
        </a:p>
      </dgm:t>
    </dgm:pt>
    <dgm:pt modelId="{00EFA54A-32D1-4CD6-90F1-AAFC235E4609}" type="sibTrans" cxnId="{48283A02-9864-4349-8FFB-3FA6A5B49688}">
      <dgm:prSet/>
      <dgm:spPr/>
      <dgm:t>
        <a:bodyPr/>
        <a:lstStyle/>
        <a:p>
          <a:endParaRPr lang="zh-CN" altLang="en-US" sz="1100"/>
        </a:p>
      </dgm:t>
    </dgm:pt>
    <dgm:pt modelId="{4DFD2514-F17C-4F35-8E1E-CBC28CE49D24}">
      <dgm:prSet custT="1"/>
      <dgm:spPr/>
      <dgm:t>
        <a:bodyPr/>
        <a:lstStyle/>
        <a:p>
          <a:r>
            <a:rPr lang="zh-CN" altLang="en-US" sz="1100" dirty="0"/>
            <a:t>物理结构设计</a:t>
          </a:r>
        </a:p>
      </dgm:t>
    </dgm:pt>
    <dgm:pt modelId="{A4728833-DE6B-493B-8998-E2967EB4CF2A}" type="parTrans" cxnId="{4C71DD5C-B4EE-4EE2-A5BB-B86A791DABCD}">
      <dgm:prSet/>
      <dgm:spPr/>
      <dgm:t>
        <a:bodyPr/>
        <a:lstStyle/>
        <a:p>
          <a:endParaRPr lang="zh-CN" altLang="en-US" sz="1100"/>
        </a:p>
      </dgm:t>
    </dgm:pt>
    <dgm:pt modelId="{01FBE8D6-6126-49AC-BC79-A8ADBAD3E0E3}" type="sibTrans" cxnId="{4C71DD5C-B4EE-4EE2-A5BB-B86A791DABCD}">
      <dgm:prSet/>
      <dgm:spPr/>
      <dgm:t>
        <a:bodyPr/>
        <a:lstStyle/>
        <a:p>
          <a:endParaRPr lang="zh-CN" altLang="en-US" sz="1100"/>
        </a:p>
      </dgm:t>
    </dgm:pt>
    <dgm:pt modelId="{91B34335-8002-4C2B-8DD5-289BFE603717}">
      <dgm:prSet custT="1"/>
      <dgm:spPr/>
      <dgm:t>
        <a:bodyPr/>
        <a:lstStyle/>
        <a:p>
          <a:r>
            <a:rPr lang="zh-CN" altLang="en-US" sz="1100" dirty="0"/>
            <a:t>运用设计</a:t>
          </a:r>
        </a:p>
      </dgm:t>
    </dgm:pt>
    <dgm:pt modelId="{F9D0367E-593D-48A3-9D52-A6F4CE68FE5B}" type="parTrans" cxnId="{8CAF08B1-7655-4B82-9F1C-E925AA66C6A9}">
      <dgm:prSet/>
      <dgm:spPr/>
      <dgm:t>
        <a:bodyPr/>
        <a:lstStyle/>
        <a:p>
          <a:endParaRPr lang="zh-CN" altLang="en-US" sz="1100"/>
        </a:p>
      </dgm:t>
    </dgm:pt>
    <dgm:pt modelId="{C0A84498-B49B-4983-96EF-7FD90F82D68C}" type="sibTrans" cxnId="{8CAF08B1-7655-4B82-9F1C-E925AA66C6A9}">
      <dgm:prSet/>
      <dgm:spPr/>
      <dgm:t>
        <a:bodyPr/>
        <a:lstStyle/>
        <a:p>
          <a:endParaRPr lang="zh-CN" altLang="en-US" sz="1100"/>
        </a:p>
      </dgm:t>
    </dgm:pt>
    <dgm:pt modelId="{64949133-4647-4E90-BFC0-E9DAA8ABEB2D}">
      <dgm:prSet custT="1"/>
      <dgm:spPr/>
      <dgm:t>
        <a:bodyPr/>
        <a:lstStyle/>
        <a:p>
          <a:r>
            <a:rPr lang="zh-CN" altLang="en-US" sz="1100"/>
            <a:t>数据字典设计</a:t>
          </a:r>
        </a:p>
      </dgm:t>
    </dgm:pt>
    <dgm:pt modelId="{0C49B4A0-7FE9-4CB3-963B-8D81FB332809}" type="parTrans" cxnId="{9460FC19-A47C-4B68-9A33-D8D53CB5825D}">
      <dgm:prSet/>
      <dgm:spPr/>
      <dgm:t>
        <a:bodyPr/>
        <a:lstStyle/>
        <a:p>
          <a:endParaRPr lang="zh-CN" altLang="en-US" sz="1100"/>
        </a:p>
      </dgm:t>
    </dgm:pt>
    <dgm:pt modelId="{92F60418-B9E2-4AF4-A15C-410F7E6B7B95}" type="sibTrans" cxnId="{9460FC19-A47C-4B68-9A33-D8D53CB5825D}">
      <dgm:prSet/>
      <dgm:spPr/>
      <dgm:t>
        <a:bodyPr/>
        <a:lstStyle/>
        <a:p>
          <a:endParaRPr lang="zh-CN" altLang="en-US" sz="1100"/>
        </a:p>
      </dgm:t>
    </dgm:pt>
    <dgm:pt modelId="{4BE40137-C585-4684-AF84-8C8479652498}">
      <dgm:prSet custT="1"/>
      <dgm:spPr/>
      <dgm:t>
        <a:bodyPr/>
        <a:lstStyle/>
        <a:p>
          <a:r>
            <a:rPr lang="zh-CN" altLang="en-US" sz="1100"/>
            <a:t>安全保密设计</a:t>
          </a:r>
        </a:p>
      </dgm:t>
    </dgm:pt>
    <dgm:pt modelId="{98D8E1D9-2E04-4553-A42F-4F3D0EE46DAF}" type="parTrans" cxnId="{4920E810-3F79-4DBE-AC4A-438DBD04C4C8}">
      <dgm:prSet/>
      <dgm:spPr/>
      <dgm:t>
        <a:bodyPr/>
        <a:lstStyle/>
        <a:p>
          <a:endParaRPr lang="zh-CN" altLang="en-US" sz="1100"/>
        </a:p>
      </dgm:t>
    </dgm:pt>
    <dgm:pt modelId="{BE468ED8-F620-44D3-8E46-C96B65C36293}" type="sibTrans" cxnId="{4920E810-3F79-4DBE-AC4A-438DBD04C4C8}">
      <dgm:prSet/>
      <dgm:spPr/>
      <dgm:t>
        <a:bodyPr/>
        <a:lstStyle/>
        <a:p>
          <a:endParaRPr lang="zh-CN" altLang="en-US" sz="1100"/>
        </a:p>
      </dgm:t>
    </dgm:pt>
    <dgm:pt modelId="{2D8A82D0-E435-4711-BB78-B568E0DFD232}" type="pres">
      <dgm:prSet presAssocID="{639A0A47-597E-4513-8327-DEE7DF92587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099724-7A3D-4B5F-8E46-AD2D8D8257AB}" type="pres">
      <dgm:prSet presAssocID="{AF37697C-0616-4F3F-A17A-38D2D8DFEBD0}" presName="hierRoot1" presStyleCnt="0">
        <dgm:presLayoutVars>
          <dgm:hierBranch val="init"/>
        </dgm:presLayoutVars>
      </dgm:prSet>
      <dgm:spPr/>
    </dgm:pt>
    <dgm:pt modelId="{9D5EFD78-72B5-4D21-B15E-AEE58AB3F6A9}" type="pres">
      <dgm:prSet presAssocID="{AF37697C-0616-4F3F-A17A-38D2D8DFEBD0}" presName="rootComposite1" presStyleCnt="0"/>
      <dgm:spPr/>
    </dgm:pt>
    <dgm:pt modelId="{EA5520AC-5EA5-4BDC-B5C1-70FD0147A126}" type="pres">
      <dgm:prSet presAssocID="{AF37697C-0616-4F3F-A17A-38D2D8DFEBD0}" presName="rootText1" presStyleLbl="node0" presStyleIdx="0" presStyleCnt="1" custScaleX="66230" custScaleY="37444">
        <dgm:presLayoutVars>
          <dgm:chPref val="3"/>
        </dgm:presLayoutVars>
      </dgm:prSet>
      <dgm:spPr/>
    </dgm:pt>
    <dgm:pt modelId="{35CC161A-D7AE-4FBF-ADDB-4D00EFF88CAB}" type="pres">
      <dgm:prSet presAssocID="{AF37697C-0616-4F3F-A17A-38D2D8DFEBD0}" presName="rootConnector1" presStyleLbl="node1" presStyleIdx="0" presStyleCnt="0"/>
      <dgm:spPr/>
    </dgm:pt>
    <dgm:pt modelId="{F2C20CEB-83FC-43AC-A797-EB34796FE88F}" type="pres">
      <dgm:prSet presAssocID="{AF37697C-0616-4F3F-A17A-38D2D8DFEBD0}" presName="hierChild2" presStyleCnt="0"/>
      <dgm:spPr/>
    </dgm:pt>
    <dgm:pt modelId="{3DF27527-1D18-4DCF-B37A-B0843EBCBDC7}" type="pres">
      <dgm:prSet presAssocID="{5D81EAEF-FB9F-4A86-8418-3467B207FA4F}" presName="Name37" presStyleLbl="parChTrans1D2" presStyleIdx="0" presStyleCnt="4"/>
      <dgm:spPr/>
    </dgm:pt>
    <dgm:pt modelId="{16598540-F4CA-4DB1-A741-07772069D68A}" type="pres">
      <dgm:prSet presAssocID="{5DF44FA1-5104-4F86-9F8C-BC07D505D37F}" presName="hierRoot2" presStyleCnt="0">
        <dgm:presLayoutVars>
          <dgm:hierBranch val="init"/>
        </dgm:presLayoutVars>
      </dgm:prSet>
      <dgm:spPr/>
    </dgm:pt>
    <dgm:pt modelId="{B2A132B2-35A6-4838-B27F-CD107EFBB324}" type="pres">
      <dgm:prSet presAssocID="{5DF44FA1-5104-4F86-9F8C-BC07D505D37F}" presName="rootComposite" presStyleCnt="0"/>
      <dgm:spPr/>
    </dgm:pt>
    <dgm:pt modelId="{20593AF1-A0CB-4313-8490-61D184CB7145}" type="pres">
      <dgm:prSet presAssocID="{5DF44FA1-5104-4F86-9F8C-BC07D505D37F}" presName="rootText" presStyleLbl="node2" presStyleIdx="0" presStyleCnt="4" custScaleX="58438" custScaleY="37444">
        <dgm:presLayoutVars>
          <dgm:chPref val="3"/>
        </dgm:presLayoutVars>
      </dgm:prSet>
      <dgm:spPr/>
    </dgm:pt>
    <dgm:pt modelId="{4E4B6468-8A42-457E-B4CB-8AE57679B55C}" type="pres">
      <dgm:prSet presAssocID="{5DF44FA1-5104-4F86-9F8C-BC07D505D37F}" presName="rootConnector" presStyleLbl="node2" presStyleIdx="0" presStyleCnt="4"/>
      <dgm:spPr/>
    </dgm:pt>
    <dgm:pt modelId="{13B2D379-C822-4AC6-86C2-38EADB535BCD}" type="pres">
      <dgm:prSet presAssocID="{5DF44FA1-5104-4F86-9F8C-BC07D505D37F}" presName="hierChild4" presStyleCnt="0"/>
      <dgm:spPr/>
    </dgm:pt>
    <dgm:pt modelId="{84BE70BE-61FE-431E-8FF1-0E3BD6F6D490}" type="pres">
      <dgm:prSet presAssocID="{C2ABDABF-E7E9-45C0-8FEB-345F108A60BD}" presName="Name37" presStyleLbl="parChTrans1D3" presStyleIdx="0" presStyleCnt="14"/>
      <dgm:spPr/>
    </dgm:pt>
    <dgm:pt modelId="{83E12DD0-FBF8-4D37-AFB8-7413F834CF6E}" type="pres">
      <dgm:prSet presAssocID="{E9693A9A-38D2-49C6-8011-17827CD93856}" presName="hierRoot2" presStyleCnt="0">
        <dgm:presLayoutVars>
          <dgm:hierBranch val="init"/>
        </dgm:presLayoutVars>
      </dgm:prSet>
      <dgm:spPr/>
    </dgm:pt>
    <dgm:pt modelId="{AA6F99B1-A698-415D-9EB5-B05A9811FDD2}" type="pres">
      <dgm:prSet presAssocID="{E9693A9A-38D2-49C6-8011-17827CD93856}" presName="rootComposite" presStyleCnt="0"/>
      <dgm:spPr/>
    </dgm:pt>
    <dgm:pt modelId="{E1DE2FC5-9CDB-4767-9EA7-500138323F8D}" type="pres">
      <dgm:prSet presAssocID="{E9693A9A-38D2-49C6-8011-17827CD93856}" presName="rootText" presStyleLbl="node3" presStyleIdx="0" presStyleCnt="14" custScaleX="58438" custScaleY="37444">
        <dgm:presLayoutVars>
          <dgm:chPref val="3"/>
        </dgm:presLayoutVars>
      </dgm:prSet>
      <dgm:spPr/>
    </dgm:pt>
    <dgm:pt modelId="{768705BB-EBCF-4014-A6EB-F6AEDFD47AEC}" type="pres">
      <dgm:prSet presAssocID="{E9693A9A-38D2-49C6-8011-17827CD93856}" presName="rootConnector" presStyleLbl="node3" presStyleIdx="0" presStyleCnt="14"/>
      <dgm:spPr/>
    </dgm:pt>
    <dgm:pt modelId="{C8991475-C058-4D83-832F-5AF5C2E23A80}" type="pres">
      <dgm:prSet presAssocID="{E9693A9A-38D2-49C6-8011-17827CD93856}" presName="hierChild4" presStyleCnt="0"/>
      <dgm:spPr/>
    </dgm:pt>
    <dgm:pt modelId="{0F4A4966-43DD-43C2-A989-0B0425C4040B}" type="pres">
      <dgm:prSet presAssocID="{E9693A9A-38D2-49C6-8011-17827CD93856}" presName="hierChild5" presStyleCnt="0"/>
      <dgm:spPr/>
    </dgm:pt>
    <dgm:pt modelId="{DD14A479-BADF-45D2-A817-1B1B3A7E2DAE}" type="pres">
      <dgm:prSet presAssocID="{755ED0CD-A135-4D56-9219-3461981F97D7}" presName="Name37" presStyleLbl="parChTrans1D3" presStyleIdx="1" presStyleCnt="14"/>
      <dgm:spPr/>
    </dgm:pt>
    <dgm:pt modelId="{15A403EB-9176-4709-B51B-DEC00E7A8971}" type="pres">
      <dgm:prSet presAssocID="{9B84C657-0CDE-4B9A-88EF-5CB963A3FC7D}" presName="hierRoot2" presStyleCnt="0">
        <dgm:presLayoutVars>
          <dgm:hierBranch val="init"/>
        </dgm:presLayoutVars>
      </dgm:prSet>
      <dgm:spPr/>
    </dgm:pt>
    <dgm:pt modelId="{95F32F25-01E0-4C83-AEC8-991486B805E4}" type="pres">
      <dgm:prSet presAssocID="{9B84C657-0CDE-4B9A-88EF-5CB963A3FC7D}" presName="rootComposite" presStyleCnt="0"/>
      <dgm:spPr/>
    </dgm:pt>
    <dgm:pt modelId="{631D3DE8-A5E1-41A1-8D54-E5BEDA5208AD}" type="pres">
      <dgm:prSet presAssocID="{9B84C657-0CDE-4B9A-88EF-5CB963A3FC7D}" presName="rootText" presStyleLbl="node3" presStyleIdx="1" presStyleCnt="14" custScaleX="58438" custScaleY="37444">
        <dgm:presLayoutVars>
          <dgm:chPref val="3"/>
        </dgm:presLayoutVars>
      </dgm:prSet>
      <dgm:spPr/>
    </dgm:pt>
    <dgm:pt modelId="{8CFFBA49-87BD-43FC-AAC9-5FDFF464A25E}" type="pres">
      <dgm:prSet presAssocID="{9B84C657-0CDE-4B9A-88EF-5CB963A3FC7D}" presName="rootConnector" presStyleLbl="node3" presStyleIdx="1" presStyleCnt="14"/>
      <dgm:spPr/>
    </dgm:pt>
    <dgm:pt modelId="{ECA4F8E6-97A2-4C0C-892E-8CEE2F3A7343}" type="pres">
      <dgm:prSet presAssocID="{9B84C657-0CDE-4B9A-88EF-5CB963A3FC7D}" presName="hierChild4" presStyleCnt="0"/>
      <dgm:spPr/>
    </dgm:pt>
    <dgm:pt modelId="{7043B62E-0CC0-42C3-9B72-86AFC03F6272}" type="pres">
      <dgm:prSet presAssocID="{9B84C657-0CDE-4B9A-88EF-5CB963A3FC7D}" presName="hierChild5" presStyleCnt="0"/>
      <dgm:spPr/>
    </dgm:pt>
    <dgm:pt modelId="{49D4B913-C055-43BD-B882-82396B539CBB}" type="pres">
      <dgm:prSet presAssocID="{ABCB39A3-DD88-451E-9A80-D350892E400A}" presName="Name37" presStyleLbl="parChTrans1D3" presStyleIdx="2" presStyleCnt="14"/>
      <dgm:spPr/>
    </dgm:pt>
    <dgm:pt modelId="{1A71BE03-173D-445A-92F8-5D3FC5231046}" type="pres">
      <dgm:prSet presAssocID="{1D32054F-A708-4AEA-A67D-68AA5E9571AC}" presName="hierRoot2" presStyleCnt="0">
        <dgm:presLayoutVars>
          <dgm:hierBranch val="init"/>
        </dgm:presLayoutVars>
      </dgm:prSet>
      <dgm:spPr/>
    </dgm:pt>
    <dgm:pt modelId="{A861F09E-D4BD-4CE3-86A8-EFF89D843FC6}" type="pres">
      <dgm:prSet presAssocID="{1D32054F-A708-4AEA-A67D-68AA5E9571AC}" presName="rootComposite" presStyleCnt="0"/>
      <dgm:spPr/>
    </dgm:pt>
    <dgm:pt modelId="{19635511-5D84-48C7-94E8-4D9E5F29D2E0}" type="pres">
      <dgm:prSet presAssocID="{1D32054F-A708-4AEA-A67D-68AA5E9571AC}" presName="rootText" presStyleLbl="node3" presStyleIdx="2" presStyleCnt="14" custScaleX="58438" custScaleY="37444">
        <dgm:presLayoutVars>
          <dgm:chPref val="3"/>
        </dgm:presLayoutVars>
      </dgm:prSet>
      <dgm:spPr/>
    </dgm:pt>
    <dgm:pt modelId="{05B94657-FDAE-466A-98D9-9B0CD6E17ECB}" type="pres">
      <dgm:prSet presAssocID="{1D32054F-A708-4AEA-A67D-68AA5E9571AC}" presName="rootConnector" presStyleLbl="node3" presStyleIdx="2" presStyleCnt="14"/>
      <dgm:spPr/>
    </dgm:pt>
    <dgm:pt modelId="{F03BAD6F-A8BB-4D01-8F06-0DC5381BBA72}" type="pres">
      <dgm:prSet presAssocID="{1D32054F-A708-4AEA-A67D-68AA5E9571AC}" presName="hierChild4" presStyleCnt="0"/>
      <dgm:spPr/>
    </dgm:pt>
    <dgm:pt modelId="{5AC13D20-A6D0-4251-94E7-AF61456FD162}" type="pres">
      <dgm:prSet presAssocID="{1D32054F-A708-4AEA-A67D-68AA5E9571AC}" presName="hierChild5" presStyleCnt="0"/>
      <dgm:spPr/>
    </dgm:pt>
    <dgm:pt modelId="{3CB1A45C-D0C7-44B4-88F1-2F7BDF8232F1}" type="pres">
      <dgm:prSet presAssocID="{E6241DD9-6A38-4717-BC35-AB6852947C59}" presName="Name37" presStyleLbl="parChTrans1D3" presStyleIdx="3" presStyleCnt="14"/>
      <dgm:spPr/>
    </dgm:pt>
    <dgm:pt modelId="{7FE4B70F-F8B0-41B0-984D-DD0852108B78}" type="pres">
      <dgm:prSet presAssocID="{8E8B1CFD-46CF-45E7-96CE-D50C772A2E07}" presName="hierRoot2" presStyleCnt="0">
        <dgm:presLayoutVars>
          <dgm:hierBranch val="init"/>
        </dgm:presLayoutVars>
      </dgm:prSet>
      <dgm:spPr/>
    </dgm:pt>
    <dgm:pt modelId="{2E1E3D0B-3161-4A89-9413-572FA41C931E}" type="pres">
      <dgm:prSet presAssocID="{8E8B1CFD-46CF-45E7-96CE-D50C772A2E07}" presName="rootComposite" presStyleCnt="0"/>
      <dgm:spPr/>
    </dgm:pt>
    <dgm:pt modelId="{B04B838A-CB6F-44E7-BB90-744DD9F7A634}" type="pres">
      <dgm:prSet presAssocID="{8E8B1CFD-46CF-45E7-96CE-D50C772A2E07}" presName="rootText" presStyleLbl="node3" presStyleIdx="3" presStyleCnt="14" custScaleX="58438" custScaleY="37444">
        <dgm:presLayoutVars>
          <dgm:chPref val="3"/>
        </dgm:presLayoutVars>
      </dgm:prSet>
      <dgm:spPr/>
    </dgm:pt>
    <dgm:pt modelId="{DE881796-9FA6-4372-AC47-691A384F8F0F}" type="pres">
      <dgm:prSet presAssocID="{8E8B1CFD-46CF-45E7-96CE-D50C772A2E07}" presName="rootConnector" presStyleLbl="node3" presStyleIdx="3" presStyleCnt="14"/>
      <dgm:spPr/>
    </dgm:pt>
    <dgm:pt modelId="{1C2414C3-B429-42BD-B7A2-98D6698644BE}" type="pres">
      <dgm:prSet presAssocID="{8E8B1CFD-46CF-45E7-96CE-D50C772A2E07}" presName="hierChild4" presStyleCnt="0"/>
      <dgm:spPr/>
    </dgm:pt>
    <dgm:pt modelId="{F6186EBA-6CE0-4F08-9B39-A895C44E9A0A}" type="pres">
      <dgm:prSet presAssocID="{8E8B1CFD-46CF-45E7-96CE-D50C772A2E07}" presName="hierChild5" presStyleCnt="0"/>
      <dgm:spPr/>
    </dgm:pt>
    <dgm:pt modelId="{B2B3B24F-7C61-4645-BEA7-74349F4E3BBA}" type="pres">
      <dgm:prSet presAssocID="{5DF44FA1-5104-4F86-9F8C-BC07D505D37F}" presName="hierChild5" presStyleCnt="0"/>
      <dgm:spPr/>
    </dgm:pt>
    <dgm:pt modelId="{F4F7184C-C202-4FC8-B6DA-5C9958F14024}" type="pres">
      <dgm:prSet presAssocID="{5FFFF966-42D7-4D00-9068-BAE53A6124D9}" presName="Name37" presStyleLbl="parChTrans1D2" presStyleIdx="1" presStyleCnt="4"/>
      <dgm:spPr/>
    </dgm:pt>
    <dgm:pt modelId="{049FB5B1-AB35-4130-9F35-ADAC8C5B31FF}" type="pres">
      <dgm:prSet presAssocID="{027265CB-D428-4F30-9354-C3C80F5554C2}" presName="hierRoot2" presStyleCnt="0">
        <dgm:presLayoutVars>
          <dgm:hierBranch val="init"/>
        </dgm:presLayoutVars>
      </dgm:prSet>
      <dgm:spPr/>
    </dgm:pt>
    <dgm:pt modelId="{E3D27488-5B2E-4D61-B499-E7B0F52688C9}" type="pres">
      <dgm:prSet presAssocID="{027265CB-D428-4F30-9354-C3C80F5554C2}" presName="rootComposite" presStyleCnt="0"/>
      <dgm:spPr/>
    </dgm:pt>
    <dgm:pt modelId="{FC88BD61-F9BF-4011-AC8D-AA6AD2B13D38}" type="pres">
      <dgm:prSet presAssocID="{027265CB-D428-4F30-9354-C3C80F5554C2}" presName="rootText" presStyleLbl="node2" presStyleIdx="1" presStyleCnt="4" custScaleX="58438" custScaleY="37444">
        <dgm:presLayoutVars>
          <dgm:chPref val="3"/>
        </dgm:presLayoutVars>
      </dgm:prSet>
      <dgm:spPr/>
    </dgm:pt>
    <dgm:pt modelId="{66F12EE0-3B0F-4CFF-AF34-B89019856EC3}" type="pres">
      <dgm:prSet presAssocID="{027265CB-D428-4F30-9354-C3C80F5554C2}" presName="rootConnector" presStyleLbl="node2" presStyleIdx="1" presStyleCnt="4"/>
      <dgm:spPr/>
    </dgm:pt>
    <dgm:pt modelId="{5C9A8BB6-DC8D-435B-9E8C-D67BE5D36999}" type="pres">
      <dgm:prSet presAssocID="{027265CB-D428-4F30-9354-C3C80F5554C2}" presName="hierChild4" presStyleCnt="0"/>
      <dgm:spPr/>
    </dgm:pt>
    <dgm:pt modelId="{18ED1554-57B0-463B-8D1B-7E6643CBC3AD}" type="pres">
      <dgm:prSet presAssocID="{C80E520A-FB74-461B-A77E-3055D4ADE76D}" presName="Name37" presStyleLbl="parChTrans1D3" presStyleIdx="4" presStyleCnt="14"/>
      <dgm:spPr/>
    </dgm:pt>
    <dgm:pt modelId="{2B8395BF-9A29-4E13-B7F3-F14CEBC476C3}" type="pres">
      <dgm:prSet presAssocID="{700B4846-D7D0-4AA3-836F-25457D22C4EE}" presName="hierRoot2" presStyleCnt="0">
        <dgm:presLayoutVars>
          <dgm:hierBranch val="init"/>
        </dgm:presLayoutVars>
      </dgm:prSet>
      <dgm:spPr/>
    </dgm:pt>
    <dgm:pt modelId="{363F7E7D-2518-4344-B7A4-655734BFC0EC}" type="pres">
      <dgm:prSet presAssocID="{700B4846-D7D0-4AA3-836F-25457D22C4EE}" presName="rootComposite" presStyleCnt="0"/>
      <dgm:spPr/>
    </dgm:pt>
    <dgm:pt modelId="{CF0AD0F3-2576-47FD-9D4B-51E4B92D87C2}" type="pres">
      <dgm:prSet presAssocID="{700B4846-D7D0-4AA3-836F-25457D22C4EE}" presName="rootText" presStyleLbl="node3" presStyleIdx="4" presStyleCnt="14" custScaleX="58438" custScaleY="37444">
        <dgm:presLayoutVars>
          <dgm:chPref val="3"/>
        </dgm:presLayoutVars>
      </dgm:prSet>
      <dgm:spPr/>
    </dgm:pt>
    <dgm:pt modelId="{72E3719B-7692-4429-9B92-BCF8413E7965}" type="pres">
      <dgm:prSet presAssocID="{700B4846-D7D0-4AA3-836F-25457D22C4EE}" presName="rootConnector" presStyleLbl="node3" presStyleIdx="4" presStyleCnt="14"/>
      <dgm:spPr/>
    </dgm:pt>
    <dgm:pt modelId="{9658886B-1A59-46F4-81A4-7E33C4389EBE}" type="pres">
      <dgm:prSet presAssocID="{700B4846-D7D0-4AA3-836F-25457D22C4EE}" presName="hierChild4" presStyleCnt="0"/>
      <dgm:spPr/>
    </dgm:pt>
    <dgm:pt modelId="{2C30052C-D690-4B24-9991-043C2CBA3F90}" type="pres">
      <dgm:prSet presAssocID="{700B4846-D7D0-4AA3-836F-25457D22C4EE}" presName="hierChild5" presStyleCnt="0"/>
      <dgm:spPr/>
    </dgm:pt>
    <dgm:pt modelId="{CBD49FEF-5B1C-4D89-B268-C70B39A934D4}" type="pres">
      <dgm:prSet presAssocID="{69C7C844-FBA5-49D4-8F83-E38F330EFB4F}" presName="Name37" presStyleLbl="parChTrans1D3" presStyleIdx="5" presStyleCnt="14"/>
      <dgm:spPr/>
    </dgm:pt>
    <dgm:pt modelId="{F324DBAD-B392-4804-B4EF-5654EFD93DE9}" type="pres">
      <dgm:prSet presAssocID="{C929C822-4306-49DD-9EEF-AB3B4A0F927B}" presName="hierRoot2" presStyleCnt="0">
        <dgm:presLayoutVars>
          <dgm:hierBranch val="init"/>
        </dgm:presLayoutVars>
      </dgm:prSet>
      <dgm:spPr/>
    </dgm:pt>
    <dgm:pt modelId="{D4A27E39-E59E-422C-8073-97BBBF70D85F}" type="pres">
      <dgm:prSet presAssocID="{C929C822-4306-49DD-9EEF-AB3B4A0F927B}" presName="rootComposite" presStyleCnt="0"/>
      <dgm:spPr/>
    </dgm:pt>
    <dgm:pt modelId="{29B8A49F-00B9-4EED-BA52-CCE294D734F3}" type="pres">
      <dgm:prSet presAssocID="{C929C822-4306-49DD-9EEF-AB3B4A0F927B}" presName="rootText" presStyleLbl="node3" presStyleIdx="5" presStyleCnt="14" custScaleX="58438" custScaleY="37444">
        <dgm:presLayoutVars>
          <dgm:chPref val="3"/>
        </dgm:presLayoutVars>
      </dgm:prSet>
      <dgm:spPr/>
    </dgm:pt>
    <dgm:pt modelId="{2CE5560A-3120-4BFF-819E-650A2CEB056E}" type="pres">
      <dgm:prSet presAssocID="{C929C822-4306-49DD-9EEF-AB3B4A0F927B}" presName="rootConnector" presStyleLbl="node3" presStyleIdx="5" presStyleCnt="14"/>
      <dgm:spPr/>
    </dgm:pt>
    <dgm:pt modelId="{21AE10A8-B782-496A-BB5A-C49790F862CD}" type="pres">
      <dgm:prSet presAssocID="{C929C822-4306-49DD-9EEF-AB3B4A0F927B}" presName="hierChild4" presStyleCnt="0"/>
      <dgm:spPr/>
    </dgm:pt>
    <dgm:pt modelId="{5BE4D9A1-5FC3-4427-A6A6-83D32DE0CEA5}" type="pres">
      <dgm:prSet presAssocID="{C929C822-4306-49DD-9EEF-AB3B4A0F927B}" presName="hierChild5" presStyleCnt="0"/>
      <dgm:spPr/>
    </dgm:pt>
    <dgm:pt modelId="{E2F8B822-855E-4827-A40B-3615984C310D}" type="pres">
      <dgm:prSet presAssocID="{53AFE2D8-4123-4136-8E4E-E0B47A40970F}" presName="Name37" presStyleLbl="parChTrans1D3" presStyleIdx="6" presStyleCnt="14"/>
      <dgm:spPr/>
    </dgm:pt>
    <dgm:pt modelId="{3CD29B51-7E24-44BC-8FB6-68090F656645}" type="pres">
      <dgm:prSet presAssocID="{DFD59FD3-D878-491E-ADE2-90C4B12D132D}" presName="hierRoot2" presStyleCnt="0">
        <dgm:presLayoutVars>
          <dgm:hierBranch val="init"/>
        </dgm:presLayoutVars>
      </dgm:prSet>
      <dgm:spPr/>
    </dgm:pt>
    <dgm:pt modelId="{DBA566EB-19E5-457F-B6DD-46D4BCEF667B}" type="pres">
      <dgm:prSet presAssocID="{DFD59FD3-D878-491E-ADE2-90C4B12D132D}" presName="rootComposite" presStyleCnt="0"/>
      <dgm:spPr/>
    </dgm:pt>
    <dgm:pt modelId="{C5D92F77-9F18-4AB4-A331-8AA96B37414F}" type="pres">
      <dgm:prSet presAssocID="{DFD59FD3-D878-491E-ADE2-90C4B12D132D}" presName="rootText" presStyleLbl="node3" presStyleIdx="6" presStyleCnt="14" custScaleX="58438" custScaleY="37444">
        <dgm:presLayoutVars>
          <dgm:chPref val="3"/>
        </dgm:presLayoutVars>
      </dgm:prSet>
      <dgm:spPr/>
    </dgm:pt>
    <dgm:pt modelId="{BA8A7A24-32A3-4F0E-B9C3-9A972BF26796}" type="pres">
      <dgm:prSet presAssocID="{DFD59FD3-D878-491E-ADE2-90C4B12D132D}" presName="rootConnector" presStyleLbl="node3" presStyleIdx="6" presStyleCnt="14"/>
      <dgm:spPr/>
    </dgm:pt>
    <dgm:pt modelId="{0142085C-87B0-4773-B7C9-4F7D200CDD78}" type="pres">
      <dgm:prSet presAssocID="{DFD59FD3-D878-491E-ADE2-90C4B12D132D}" presName="hierChild4" presStyleCnt="0"/>
      <dgm:spPr/>
    </dgm:pt>
    <dgm:pt modelId="{FE05716E-6238-4B8C-8506-D1B371E54976}" type="pres">
      <dgm:prSet presAssocID="{DFD59FD3-D878-491E-ADE2-90C4B12D132D}" presName="hierChild5" presStyleCnt="0"/>
      <dgm:spPr/>
    </dgm:pt>
    <dgm:pt modelId="{82F009CF-38DA-4F82-9322-66A8C46D47A9}" type="pres">
      <dgm:prSet presAssocID="{24CBE66E-E5C6-4159-880F-FBBCB93C8665}" presName="Name37" presStyleLbl="parChTrans1D3" presStyleIdx="7" presStyleCnt="14"/>
      <dgm:spPr/>
    </dgm:pt>
    <dgm:pt modelId="{97A7EA05-16DE-4420-954A-81967E249858}" type="pres">
      <dgm:prSet presAssocID="{A52980E5-CD22-4C81-BB33-2B102A6B9BCD}" presName="hierRoot2" presStyleCnt="0">
        <dgm:presLayoutVars>
          <dgm:hierBranch val="init"/>
        </dgm:presLayoutVars>
      </dgm:prSet>
      <dgm:spPr/>
    </dgm:pt>
    <dgm:pt modelId="{59D824B1-A26C-454C-AA5B-0CFC332F4C19}" type="pres">
      <dgm:prSet presAssocID="{A52980E5-CD22-4C81-BB33-2B102A6B9BCD}" presName="rootComposite" presStyleCnt="0"/>
      <dgm:spPr/>
    </dgm:pt>
    <dgm:pt modelId="{CA8E752C-60E0-4A55-9170-E095AB2EB12A}" type="pres">
      <dgm:prSet presAssocID="{A52980E5-CD22-4C81-BB33-2B102A6B9BCD}" presName="rootText" presStyleLbl="node3" presStyleIdx="7" presStyleCnt="14" custScaleX="58438" custScaleY="37444">
        <dgm:presLayoutVars>
          <dgm:chPref val="3"/>
        </dgm:presLayoutVars>
      </dgm:prSet>
      <dgm:spPr/>
    </dgm:pt>
    <dgm:pt modelId="{14B30257-E28E-40FE-AC59-3222A2E6DCF4}" type="pres">
      <dgm:prSet presAssocID="{A52980E5-CD22-4C81-BB33-2B102A6B9BCD}" presName="rootConnector" presStyleLbl="node3" presStyleIdx="7" presStyleCnt="14"/>
      <dgm:spPr/>
    </dgm:pt>
    <dgm:pt modelId="{168B1C20-6481-4094-AAD8-B5D3F9E86EA8}" type="pres">
      <dgm:prSet presAssocID="{A52980E5-CD22-4C81-BB33-2B102A6B9BCD}" presName="hierChild4" presStyleCnt="0"/>
      <dgm:spPr/>
    </dgm:pt>
    <dgm:pt modelId="{CBC68915-01F0-4611-9D3C-D149BEC555AA}" type="pres">
      <dgm:prSet presAssocID="{A52980E5-CD22-4C81-BB33-2B102A6B9BCD}" presName="hierChild5" presStyleCnt="0"/>
      <dgm:spPr/>
    </dgm:pt>
    <dgm:pt modelId="{481FD633-7DA8-4372-8EDC-98E0D9B15554}" type="pres">
      <dgm:prSet presAssocID="{CF0A8054-B7AF-4255-B1C7-1806BC69581B}" presName="Name37" presStyleLbl="parChTrans1D3" presStyleIdx="8" presStyleCnt="14"/>
      <dgm:spPr/>
    </dgm:pt>
    <dgm:pt modelId="{1B1DFDC2-8BFE-4809-8B1C-7FE777F9B634}" type="pres">
      <dgm:prSet presAssocID="{B2CC0D31-2EB1-4C46-BEB8-72719415515B}" presName="hierRoot2" presStyleCnt="0">
        <dgm:presLayoutVars>
          <dgm:hierBranch val="init"/>
        </dgm:presLayoutVars>
      </dgm:prSet>
      <dgm:spPr/>
    </dgm:pt>
    <dgm:pt modelId="{50306126-2CA3-424A-8321-AD51695DC0E9}" type="pres">
      <dgm:prSet presAssocID="{B2CC0D31-2EB1-4C46-BEB8-72719415515B}" presName="rootComposite" presStyleCnt="0"/>
      <dgm:spPr/>
    </dgm:pt>
    <dgm:pt modelId="{74C90DD2-DA35-4454-B529-59CC1186590D}" type="pres">
      <dgm:prSet presAssocID="{B2CC0D31-2EB1-4C46-BEB8-72719415515B}" presName="rootText" presStyleLbl="node3" presStyleIdx="8" presStyleCnt="14" custScaleX="58438" custScaleY="37444">
        <dgm:presLayoutVars>
          <dgm:chPref val="3"/>
        </dgm:presLayoutVars>
      </dgm:prSet>
      <dgm:spPr/>
    </dgm:pt>
    <dgm:pt modelId="{2926DE00-6F43-4D7C-8561-4A09673729FA}" type="pres">
      <dgm:prSet presAssocID="{B2CC0D31-2EB1-4C46-BEB8-72719415515B}" presName="rootConnector" presStyleLbl="node3" presStyleIdx="8" presStyleCnt="14"/>
      <dgm:spPr/>
    </dgm:pt>
    <dgm:pt modelId="{9B5E3112-15B1-46EC-B1BC-22DF293AA399}" type="pres">
      <dgm:prSet presAssocID="{B2CC0D31-2EB1-4C46-BEB8-72719415515B}" presName="hierChild4" presStyleCnt="0"/>
      <dgm:spPr/>
    </dgm:pt>
    <dgm:pt modelId="{63E3D758-C00C-4D83-9ED7-43581CAD8A97}" type="pres">
      <dgm:prSet presAssocID="{B2CC0D31-2EB1-4C46-BEB8-72719415515B}" presName="hierChild5" presStyleCnt="0"/>
      <dgm:spPr/>
    </dgm:pt>
    <dgm:pt modelId="{3266249E-8614-4437-A1C1-B8FA3C35AB09}" type="pres">
      <dgm:prSet presAssocID="{027265CB-D428-4F30-9354-C3C80F5554C2}" presName="hierChild5" presStyleCnt="0"/>
      <dgm:spPr/>
    </dgm:pt>
    <dgm:pt modelId="{A0DDEB07-9856-4A35-9FA6-654857A9D7C4}" type="pres">
      <dgm:prSet presAssocID="{50A45D2E-259D-49C0-A7F3-5F0C4F91387E}" presName="Name37" presStyleLbl="parChTrans1D2" presStyleIdx="2" presStyleCnt="4"/>
      <dgm:spPr/>
    </dgm:pt>
    <dgm:pt modelId="{5E4B26AA-2414-440B-9967-5E0BC65F617C}" type="pres">
      <dgm:prSet presAssocID="{6104FAED-CDB6-4992-A5B5-E82EC8EF5CB4}" presName="hierRoot2" presStyleCnt="0">
        <dgm:presLayoutVars>
          <dgm:hierBranch val="init"/>
        </dgm:presLayoutVars>
      </dgm:prSet>
      <dgm:spPr/>
    </dgm:pt>
    <dgm:pt modelId="{6055F4EC-DAA0-4F99-BAAD-64248300BEE4}" type="pres">
      <dgm:prSet presAssocID="{6104FAED-CDB6-4992-A5B5-E82EC8EF5CB4}" presName="rootComposite" presStyleCnt="0"/>
      <dgm:spPr/>
    </dgm:pt>
    <dgm:pt modelId="{E9EE4542-D680-40B4-B2BE-CAA350EB1CA7}" type="pres">
      <dgm:prSet presAssocID="{6104FAED-CDB6-4992-A5B5-E82EC8EF5CB4}" presName="rootText" presStyleLbl="node2" presStyleIdx="2" presStyleCnt="4" custScaleX="58438" custScaleY="37444">
        <dgm:presLayoutVars>
          <dgm:chPref val="3"/>
        </dgm:presLayoutVars>
      </dgm:prSet>
      <dgm:spPr/>
    </dgm:pt>
    <dgm:pt modelId="{1337431B-37DE-4226-9E3E-6D343F014B31}" type="pres">
      <dgm:prSet presAssocID="{6104FAED-CDB6-4992-A5B5-E82EC8EF5CB4}" presName="rootConnector" presStyleLbl="node2" presStyleIdx="2" presStyleCnt="4"/>
      <dgm:spPr/>
    </dgm:pt>
    <dgm:pt modelId="{E36E538E-1207-4770-A4E7-6A3E8BFEEA74}" type="pres">
      <dgm:prSet presAssocID="{6104FAED-CDB6-4992-A5B5-E82EC8EF5CB4}" presName="hierChild4" presStyleCnt="0"/>
      <dgm:spPr/>
    </dgm:pt>
    <dgm:pt modelId="{18FAC2CF-E498-48FD-A865-67E06E77520C}" type="pres">
      <dgm:prSet presAssocID="{51540065-1C65-4655-ADB3-A72B1F63CAE9}" presName="Name37" presStyleLbl="parChTrans1D3" presStyleIdx="9" presStyleCnt="14"/>
      <dgm:spPr/>
    </dgm:pt>
    <dgm:pt modelId="{F18E3944-74CC-408F-B4AF-CD289434D1FE}" type="pres">
      <dgm:prSet presAssocID="{D147615C-865A-4257-A1C3-53DFE0D5B9F2}" presName="hierRoot2" presStyleCnt="0">
        <dgm:presLayoutVars>
          <dgm:hierBranch val="init"/>
        </dgm:presLayoutVars>
      </dgm:prSet>
      <dgm:spPr/>
    </dgm:pt>
    <dgm:pt modelId="{EA9CED20-EF14-41D2-875A-17D4E91E811F}" type="pres">
      <dgm:prSet presAssocID="{D147615C-865A-4257-A1C3-53DFE0D5B9F2}" presName="rootComposite" presStyleCnt="0"/>
      <dgm:spPr/>
    </dgm:pt>
    <dgm:pt modelId="{F8E2B2C4-041A-4425-BC1D-D6DFB68A197A}" type="pres">
      <dgm:prSet presAssocID="{D147615C-865A-4257-A1C3-53DFE0D5B9F2}" presName="rootText" presStyleLbl="node3" presStyleIdx="9" presStyleCnt="14" custScaleX="58438" custScaleY="37444">
        <dgm:presLayoutVars>
          <dgm:chPref val="3"/>
        </dgm:presLayoutVars>
      </dgm:prSet>
      <dgm:spPr/>
    </dgm:pt>
    <dgm:pt modelId="{E3B7CDC9-693E-4DFC-A53B-292380C7AC40}" type="pres">
      <dgm:prSet presAssocID="{D147615C-865A-4257-A1C3-53DFE0D5B9F2}" presName="rootConnector" presStyleLbl="node3" presStyleIdx="9" presStyleCnt="14"/>
      <dgm:spPr/>
    </dgm:pt>
    <dgm:pt modelId="{E04605A4-28D9-4DCD-B72F-A91F8D59A8AC}" type="pres">
      <dgm:prSet presAssocID="{D147615C-865A-4257-A1C3-53DFE0D5B9F2}" presName="hierChild4" presStyleCnt="0"/>
      <dgm:spPr/>
    </dgm:pt>
    <dgm:pt modelId="{E401F192-F814-4102-8760-F125FE677B87}" type="pres">
      <dgm:prSet presAssocID="{D147615C-865A-4257-A1C3-53DFE0D5B9F2}" presName="hierChild5" presStyleCnt="0"/>
      <dgm:spPr/>
    </dgm:pt>
    <dgm:pt modelId="{BE014F84-7F82-4F51-B26A-3BA82442D8C6}" type="pres">
      <dgm:prSet presAssocID="{E246E754-8687-43D0-97D5-7085B8E1EAAC}" presName="Name37" presStyleLbl="parChTrans1D3" presStyleIdx="10" presStyleCnt="14"/>
      <dgm:spPr/>
    </dgm:pt>
    <dgm:pt modelId="{9F87B4FD-BE7A-4142-AA9A-2F1AD347B81E}" type="pres">
      <dgm:prSet presAssocID="{AA01A2A9-E603-45BC-9F0E-1B219357536D}" presName="hierRoot2" presStyleCnt="0">
        <dgm:presLayoutVars>
          <dgm:hierBranch val="init"/>
        </dgm:presLayoutVars>
      </dgm:prSet>
      <dgm:spPr/>
    </dgm:pt>
    <dgm:pt modelId="{E30C4EB2-3995-4DBF-A76C-BB3195FD0CEB}" type="pres">
      <dgm:prSet presAssocID="{AA01A2A9-E603-45BC-9F0E-1B219357536D}" presName="rootComposite" presStyleCnt="0"/>
      <dgm:spPr/>
    </dgm:pt>
    <dgm:pt modelId="{54EB1271-5DCF-4EC2-8C24-B3E1334EC393}" type="pres">
      <dgm:prSet presAssocID="{AA01A2A9-E603-45BC-9F0E-1B219357536D}" presName="rootText" presStyleLbl="node3" presStyleIdx="10" presStyleCnt="14" custScaleX="58438" custScaleY="37444">
        <dgm:presLayoutVars>
          <dgm:chPref val="3"/>
        </dgm:presLayoutVars>
      </dgm:prSet>
      <dgm:spPr/>
    </dgm:pt>
    <dgm:pt modelId="{D6F36974-D50E-4803-A18F-05EE92896C17}" type="pres">
      <dgm:prSet presAssocID="{AA01A2A9-E603-45BC-9F0E-1B219357536D}" presName="rootConnector" presStyleLbl="node3" presStyleIdx="10" presStyleCnt="14"/>
      <dgm:spPr/>
    </dgm:pt>
    <dgm:pt modelId="{EDF6C670-B012-4B6D-8407-D228E80CEA94}" type="pres">
      <dgm:prSet presAssocID="{AA01A2A9-E603-45BC-9F0E-1B219357536D}" presName="hierChild4" presStyleCnt="0"/>
      <dgm:spPr/>
    </dgm:pt>
    <dgm:pt modelId="{5DFC794A-97B3-4DCD-9862-2338517C01E4}" type="pres">
      <dgm:prSet presAssocID="{AA01A2A9-E603-45BC-9F0E-1B219357536D}" presName="hierChild5" presStyleCnt="0"/>
      <dgm:spPr/>
    </dgm:pt>
    <dgm:pt modelId="{48E9A153-2524-494C-A0E6-38672B9EFD88}" type="pres">
      <dgm:prSet presAssocID="{A4728833-DE6B-493B-8998-E2967EB4CF2A}" presName="Name37" presStyleLbl="parChTrans1D3" presStyleIdx="11" presStyleCnt="14"/>
      <dgm:spPr/>
    </dgm:pt>
    <dgm:pt modelId="{06189179-E4EA-4957-8D90-5FE30DA05D0E}" type="pres">
      <dgm:prSet presAssocID="{4DFD2514-F17C-4F35-8E1E-CBC28CE49D24}" presName="hierRoot2" presStyleCnt="0">
        <dgm:presLayoutVars>
          <dgm:hierBranch val="init"/>
        </dgm:presLayoutVars>
      </dgm:prSet>
      <dgm:spPr/>
    </dgm:pt>
    <dgm:pt modelId="{F6F08E32-DFD7-44F7-9E19-1F1BAA062E2F}" type="pres">
      <dgm:prSet presAssocID="{4DFD2514-F17C-4F35-8E1E-CBC28CE49D24}" presName="rootComposite" presStyleCnt="0"/>
      <dgm:spPr/>
    </dgm:pt>
    <dgm:pt modelId="{908FA135-5EB2-4090-AA44-540007A86F6C}" type="pres">
      <dgm:prSet presAssocID="{4DFD2514-F17C-4F35-8E1E-CBC28CE49D24}" presName="rootText" presStyleLbl="node3" presStyleIdx="11" presStyleCnt="14" custScaleX="58438" custScaleY="37444">
        <dgm:presLayoutVars>
          <dgm:chPref val="3"/>
        </dgm:presLayoutVars>
      </dgm:prSet>
      <dgm:spPr/>
    </dgm:pt>
    <dgm:pt modelId="{FA31A540-256B-48D7-85E8-21505EECEE67}" type="pres">
      <dgm:prSet presAssocID="{4DFD2514-F17C-4F35-8E1E-CBC28CE49D24}" presName="rootConnector" presStyleLbl="node3" presStyleIdx="11" presStyleCnt="14"/>
      <dgm:spPr/>
    </dgm:pt>
    <dgm:pt modelId="{32539792-30E4-4A0A-8BC1-89CC7F2754FB}" type="pres">
      <dgm:prSet presAssocID="{4DFD2514-F17C-4F35-8E1E-CBC28CE49D24}" presName="hierChild4" presStyleCnt="0"/>
      <dgm:spPr/>
    </dgm:pt>
    <dgm:pt modelId="{8199CAAD-B512-4405-9B8C-3F38148B97D9}" type="pres">
      <dgm:prSet presAssocID="{4DFD2514-F17C-4F35-8E1E-CBC28CE49D24}" presName="hierChild5" presStyleCnt="0"/>
      <dgm:spPr/>
    </dgm:pt>
    <dgm:pt modelId="{5F365B80-3F63-47EC-8BCF-82BB2CCD854A}" type="pres">
      <dgm:prSet presAssocID="{6104FAED-CDB6-4992-A5B5-E82EC8EF5CB4}" presName="hierChild5" presStyleCnt="0"/>
      <dgm:spPr/>
    </dgm:pt>
    <dgm:pt modelId="{04CFC366-380F-4819-9E5F-9915305CF0EC}" type="pres">
      <dgm:prSet presAssocID="{F9D0367E-593D-48A3-9D52-A6F4CE68FE5B}" presName="Name37" presStyleLbl="parChTrans1D2" presStyleIdx="3" presStyleCnt="4"/>
      <dgm:spPr/>
    </dgm:pt>
    <dgm:pt modelId="{C628E04C-7C38-4579-B371-9F96DC20F317}" type="pres">
      <dgm:prSet presAssocID="{91B34335-8002-4C2B-8DD5-289BFE603717}" presName="hierRoot2" presStyleCnt="0">
        <dgm:presLayoutVars>
          <dgm:hierBranch val="init"/>
        </dgm:presLayoutVars>
      </dgm:prSet>
      <dgm:spPr/>
    </dgm:pt>
    <dgm:pt modelId="{56C11BD4-98AC-4C6F-8AFB-B4A7EE4A3B1E}" type="pres">
      <dgm:prSet presAssocID="{91B34335-8002-4C2B-8DD5-289BFE603717}" presName="rootComposite" presStyleCnt="0"/>
      <dgm:spPr/>
    </dgm:pt>
    <dgm:pt modelId="{E2FDA285-B4F7-4127-BF14-DABA697FFECC}" type="pres">
      <dgm:prSet presAssocID="{91B34335-8002-4C2B-8DD5-289BFE603717}" presName="rootText" presStyleLbl="node2" presStyleIdx="3" presStyleCnt="4" custScaleX="58438" custScaleY="37444">
        <dgm:presLayoutVars>
          <dgm:chPref val="3"/>
        </dgm:presLayoutVars>
      </dgm:prSet>
      <dgm:spPr/>
    </dgm:pt>
    <dgm:pt modelId="{0B444CBA-22A3-4984-9A88-0D9B541A5307}" type="pres">
      <dgm:prSet presAssocID="{91B34335-8002-4C2B-8DD5-289BFE603717}" presName="rootConnector" presStyleLbl="node2" presStyleIdx="3" presStyleCnt="4"/>
      <dgm:spPr/>
    </dgm:pt>
    <dgm:pt modelId="{E30B4838-DD3D-4CCF-97CB-B34C99F8ACC3}" type="pres">
      <dgm:prSet presAssocID="{91B34335-8002-4C2B-8DD5-289BFE603717}" presName="hierChild4" presStyleCnt="0"/>
      <dgm:spPr/>
    </dgm:pt>
    <dgm:pt modelId="{5F4363DA-A300-4F70-B7F7-D013DFEE3E56}" type="pres">
      <dgm:prSet presAssocID="{0C49B4A0-7FE9-4CB3-963B-8D81FB332809}" presName="Name37" presStyleLbl="parChTrans1D3" presStyleIdx="12" presStyleCnt="14"/>
      <dgm:spPr/>
    </dgm:pt>
    <dgm:pt modelId="{4514BF13-D4E3-42D7-8A69-65478EC96872}" type="pres">
      <dgm:prSet presAssocID="{64949133-4647-4E90-BFC0-E9DAA8ABEB2D}" presName="hierRoot2" presStyleCnt="0">
        <dgm:presLayoutVars>
          <dgm:hierBranch val="init"/>
        </dgm:presLayoutVars>
      </dgm:prSet>
      <dgm:spPr/>
    </dgm:pt>
    <dgm:pt modelId="{AE1078F8-0D96-46A6-8C7F-F15DFF96CF76}" type="pres">
      <dgm:prSet presAssocID="{64949133-4647-4E90-BFC0-E9DAA8ABEB2D}" presName="rootComposite" presStyleCnt="0"/>
      <dgm:spPr/>
    </dgm:pt>
    <dgm:pt modelId="{94F9168A-A1C4-488E-B75D-8881A5FC0F73}" type="pres">
      <dgm:prSet presAssocID="{64949133-4647-4E90-BFC0-E9DAA8ABEB2D}" presName="rootText" presStyleLbl="node3" presStyleIdx="12" presStyleCnt="14" custScaleX="58438" custScaleY="37444">
        <dgm:presLayoutVars>
          <dgm:chPref val="3"/>
        </dgm:presLayoutVars>
      </dgm:prSet>
      <dgm:spPr/>
    </dgm:pt>
    <dgm:pt modelId="{48A010E4-59ED-4F57-B923-B87CDA86E6EF}" type="pres">
      <dgm:prSet presAssocID="{64949133-4647-4E90-BFC0-E9DAA8ABEB2D}" presName="rootConnector" presStyleLbl="node3" presStyleIdx="12" presStyleCnt="14"/>
      <dgm:spPr/>
    </dgm:pt>
    <dgm:pt modelId="{29EB7956-F1D9-41E8-ACAC-E43ECCFCF77E}" type="pres">
      <dgm:prSet presAssocID="{64949133-4647-4E90-BFC0-E9DAA8ABEB2D}" presName="hierChild4" presStyleCnt="0"/>
      <dgm:spPr/>
    </dgm:pt>
    <dgm:pt modelId="{63182BD9-3DFA-45D8-ACB7-A5089F967238}" type="pres">
      <dgm:prSet presAssocID="{64949133-4647-4E90-BFC0-E9DAA8ABEB2D}" presName="hierChild5" presStyleCnt="0"/>
      <dgm:spPr/>
    </dgm:pt>
    <dgm:pt modelId="{1D5AA893-342A-4291-B3B5-E4CAC1B7748F}" type="pres">
      <dgm:prSet presAssocID="{98D8E1D9-2E04-4553-A42F-4F3D0EE46DAF}" presName="Name37" presStyleLbl="parChTrans1D3" presStyleIdx="13" presStyleCnt="14"/>
      <dgm:spPr/>
    </dgm:pt>
    <dgm:pt modelId="{75CB1DDF-35AE-4FD8-A00F-29F62CCB2058}" type="pres">
      <dgm:prSet presAssocID="{4BE40137-C585-4684-AF84-8C8479652498}" presName="hierRoot2" presStyleCnt="0">
        <dgm:presLayoutVars>
          <dgm:hierBranch val="init"/>
        </dgm:presLayoutVars>
      </dgm:prSet>
      <dgm:spPr/>
    </dgm:pt>
    <dgm:pt modelId="{71F305C1-392B-4127-8B5A-507413473422}" type="pres">
      <dgm:prSet presAssocID="{4BE40137-C585-4684-AF84-8C8479652498}" presName="rootComposite" presStyleCnt="0"/>
      <dgm:spPr/>
    </dgm:pt>
    <dgm:pt modelId="{791C9332-0F68-43E6-983F-E94BDD2CC69C}" type="pres">
      <dgm:prSet presAssocID="{4BE40137-C585-4684-AF84-8C8479652498}" presName="rootText" presStyleLbl="node3" presStyleIdx="13" presStyleCnt="14" custScaleX="58438" custScaleY="37444">
        <dgm:presLayoutVars>
          <dgm:chPref val="3"/>
        </dgm:presLayoutVars>
      </dgm:prSet>
      <dgm:spPr/>
    </dgm:pt>
    <dgm:pt modelId="{6DE6C037-419C-465A-B705-8BFB51B0A4E2}" type="pres">
      <dgm:prSet presAssocID="{4BE40137-C585-4684-AF84-8C8479652498}" presName="rootConnector" presStyleLbl="node3" presStyleIdx="13" presStyleCnt="14"/>
      <dgm:spPr/>
    </dgm:pt>
    <dgm:pt modelId="{812DE852-BA3A-4082-9BF3-E248C1BC893F}" type="pres">
      <dgm:prSet presAssocID="{4BE40137-C585-4684-AF84-8C8479652498}" presName="hierChild4" presStyleCnt="0"/>
      <dgm:spPr/>
    </dgm:pt>
    <dgm:pt modelId="{9DBD5F0A-807D-40D4-A41E-384F1CC376D0}" type="pres">
      <dgm:prSet presAssocID="{4BE40137-C585-4684-AF84-8C8479652498}" presName="hierChild5" presStyleCnt="0"/>
      <dgm:spPr/>
    </dgm:pt>
    <dgm:pt modelId="{F34F3AF8-8DFF-4E1A-95FD-17433A3EC019}" type="pres">
      <dgm:prSet presAssocID="{91B34335-8002-4C2B-8DD5-289BFE603717}" presName="hierChild5" presStyleCnt="0"/>
      <dgm:spPr/>
    </dgm:pt>
    <dgm:pt modelId="{A616AE3A-3FB4-4DB5-AB68-286707585CC2}" type="pres">
      <dgm:prSet presAssocID="{AF37697C-0616-4F3F-A17A-38D2D8DFEBD0}" presName="hierChild3" presStyleCnt="0"/>
      <dgm:spPr/>
    </dgm:pt>
  </dgm:ptLst>
  <dgm:cxnLst>
    <dgm:cxn modelId="{2F64A501-9BA6-430A-84C6-1F43F9A27D45}" type="presOf" srcId="{AA01A2A9-E603-45BC-9F0E-1B219357536D}" destId="{D6F36974-D50E-4803-A18F-05EE92896C17}" srcOrd="1" destOrd="0" presId="urn:microsoft.com/office/officeart/2005/8/layout/orgChart1"/>
    <dgm:cxn modelId="{48283A02-9864-4349-8FFB-3FA6A5B49688}" srcId="{6104FAED-CDB6-4992-A5B5-E82EC8EF5CB4}" destId="{AA01A2A9-E603-45BC-9F0E-1B219357536D}" srcOrd="1" destOrd="0" parTransId="{E246E754-8687-43D0-97D5-7085B8E1EAAC}" sibTransId="{00EFA54A-32D1-4CD6-90F1-AAFC235E4609}"/>
    <dgm:cxn modelId="{F0003504-E41A-48C9-A00C-385E81E89537}" type="presOf" srcId="{C2ABDABF-E7E9-45C0-8FEB-345F108A60BD}" destId="{84BE70BE-61FE-431E-8FF1-0E3BD6F6D490}" srcOrd="0" destOrd="0" presId="urn:microsoft.com/office/officeart/2005/8/layout/orgChart1"/>
    <dgm:cxn modelId="{3CDC7607-60BD-45C8-8FA6-9243BE7C7664}" type="presOf" srcId="{AA01A2A9-E603-45BC-9F0E-1B219357536D}" destId="{54EB1271-5DCF-4EC2-8C24-B3E1334EC393}" srcOrd="0" destOrd="0" presId="urn:microsoft.com/office/officeart/2005/8/layout/orgChart1"/>
    <dgm:cxn modelId="{C3DDFD0A-A889-4FCE-A4B9-0232DF4AE184}" srcId="{027265CB-D428-4F30-9354-C3C80F5554C2}" destId="{A52980E5-CD22-4C81-BB33-2B102A6B9BCD}" srcOrd="3" destOrd="0" parTransId="{24CBE66E-E5C6-4159-880F-FBBCB93C8665}" sibTransId="{07217861-07EE-438B-A815-DBE6A2A6732C}"/>
    <dgm:cxn modelId="{4C59280D-8A6F-4A4F-B127-F75FCE55D9FB}" type="presOf" srcId="{DFD59FD3-D878-491E-ADE2-90C4B12D132D}" destId="{C5D92F77-9F18-4AB4-A331-8AA96B37414F}" srcOrd="0" destOrd="0" presId="urn:microsoft.com/office/officeart/2005/8/layout/orgChart1"/>
    <dgm:cxn modelId="{E874E20F-3A6D-4F9A-BDAA-C42DCBCF6DBA}" srcId="{027265CB-D428-4F30-9354-C3C80F5554C2}" destId="{C929C822-4306-49DD-9EEF-AB3B4A0F927B}" srcOrd="1" destOrd="0" parTransId="{69C7C844-FBA5-49D4-8F83-E38F330EFB4F}" sibTransId="{ED4221D1-BDA4-4A7D-B9E9-CE82632A439C}"/>
    <dgm:cxn modelId="{B3965110-9993-4811-813D-671736421AB7}" type="presOf" srcId="{D147615C-865A-4257-A1C3-53DFE0D5B9F2}" destId="{F8E2B2C4-041A-4425-BC1D-D6DFB68A197A}" srcOrd="0" destOrd="0" presId="urn:microsoft.com/office/officeart/2005/8/layout/orgChart1"/>
    <dgm:cxn modelId="{4920E810-3F79-4DBE-AC4A-438DBD04C4C8}" srcId="{91B34335-8002-4C2B-8DD5-289BFE603717}" destId="{4BE40137-C585-4684-AF84-8C8479652498}" srcOrd="1" destOrd="0" parTransId="{98D8E1D9-2E04-4553-A42F-4F3D0EE46DAF}" sibTransId="{BE468ED8-F620-44D3-8E46-C96B65C36293}"/>
    <dgm:cxn modelId="{56E86B15-1E0B-42E9-AA25-B9C755F779B8}" type="presOf" srcId="{98D8E1D9-2E04-4553-A42F-4F3D0EE46DAF}" destId="{1D5AA893-342A-4291-B3B5-E4CAC1B7748F}" srcOrd="0" destOrd="0" presId="urn:microsoft.com/office/officeart/2005/8/layout/orgChart1"/>
    <dgm:cxn modelId="{32498217-0A83-43C8-9080-0403CC08E567}" type="presOf" srcId="{1D32054F-A708-4AEA-A67D-68AA5E9571AC}" destId="{05B94657-FDAE-466A-98D9-9B0CD6E17ECB}" srcOrd="1" destOrd="0" presId="urn:microsoft.com/office/officeart/2005/8/layout/orgChart1"/>
    <dgm:cxn modelId="{9460FC19-A47C-4B68-9A33-D8D53CB5825D}" srcId="{91B34335-8002-4C2B-8DD5-289BFE603717}" destId="{64949133-4647-4E90-BFC0-E9DAA8ABEB2D}" srcOrd="0" destOrd="0" parTransId="{0C49B4A0-7FE9-4CB3-963B-8D81FB332809}" sibTransId="{92F60418-B9E2-4AF4-A15C-410F7E6B7B95}"/>
    <dgm:cxn modelId="{DC3E2B1D-94DE-4AD9-8E8F-1EAD1BB147D8}" srcId="{027265CB-D428-4F30-9354-C3C80F5554C2}" destId="{DFD59FD3-D878-491E-ADE2-90C4B12D132D}" srcOrd="2" destOrd="0" parTransId="{53AFE2D8-4123-4136-8E4E-E0B47A40970F}" sibTransId="{1AEF7187-2D4B-46D3-A164-EF156781F1B8}"/>
    <dgm:cxn modelId="{A1CEC61E-B82B-4680-8588-429661B47BBE}" type="presOf" srcId="{24CBE66E-E5C6-4159-880F-FBBCB93C8665}" destId="{82F009CF-38DA-4F82-9322-66A8C46D47A9}" srcOrd="0" destOrd="0" presId="urn:microsoft.com/office/officeart/2005/8/layout/orgChart1"/>
    <dgm:cxn modelId="{3AB70B1F-C3EF-440F-AF3B-CFA424238AE4}" type="presOf" srcId="{639A0A47-597E-4513-8327-DEE7DF92587F}" destId="{2D8A82D0-E435-4711-BB78-B568E0DFD232}" srcOrd="0" destOrd="0" presId="urn:microsoft.com/office/officeart/2005/8/layout/orgChart1"/>
    <dgm:cxn modelId="{69AAE521-C65F-471D-9616-140D4FAE5019}" type="presOf" srcId="{9B84C657-0CDE-4B9A-88EF-5CB963A3FC7D}" destId="{631D3DE8-A5E1-41A1-8D54-E5BEDA5208AD}" srcOrd="0" destOrd="0" presId="urn:microsoft.com/office/officeart/2005/8/layout/orgChart1"/>
    <dgm:cxn modelId="{CA7A3C22-A153-4ABA-9A49-3B70A584AB74}" type="presOf" srcId="{D147615C-865A-4257-A1C3-53DFE0D5B9F2}" destId="{E3B7CDC9-693E-4DFC-A53B-292380C7AC40}" srcOrd="1" destOrd="0" presId="urn:microsoft.com/office/officeart/2005/8/layout/orgChart1"/>
    <dgm:cxn modelId="{7167E522-805F-4FB0-BBE7-DF152C20C2AD}" type="presOf" srcId="{DFD59FD3-D878-491E-ADE2-90C4B12D132D}" destId="{BA8A7A24-32A3-4F0E-B9C3-9A972BF26796}" srcOrd="1" destOrd="0" presId="urn:microsoft.com/office/officeart/2005/8/layout/orgChart1"/>
    <dgm:cxn modelId="{8E73B827-0BCD-4FA9-9B85-93ACB86F88DE}" srcId="{5DF44FA1-5104-4F86-9F8C-BC07D505D37F}" destId="{8E8B1CFD-46CF-45E7-96CE-D50C772A2E07}" srcOrd="3" destOrd="0" parTransId="{E6241DD9-6A38-4717-BC35-AB6852947C59}" sibTransId="{5B4454C5-573A-4055-9D1E-F11C607E5263}"/>
    <dgm:cxn modelId="{4B592F32-0D71-4757-BEB7-4B09DE8897BA}" type="presOf" srcId="{A52980E5-CD22-4C81-BB33-2B102A6B9BCD}" destId="{CA8E752C-60E0-4A55-9170-E095AB2EB12A}" srcOrd="0" destOrd="0" presId="urn:microsoft.com/office/officeart/2005/8/layout/orgChart1"/>
    <dgm:cxn modelId="{60E5193D-263C-4857-8911-E0F98155DBEB}" type="presOf" srcId="{027265CB-D428-4F30-9354-C3C80F5554C2}" destId="{66F12EE0-3B0F-4CFF-AF34-B89019856EC3}" srcOrd="1" destOrd="0" presId="urn:microsoft.com/office/officeart/2005/8/layout/orgChart1"/>
    <dgm:cxn modelId="{DEFE193E-F082-484E-ADB2-6C6EC469B7F5}" srcId="{5DF44FA1-5104-4F86-9F8C-BC07D505D37F}" destId="{1D32054F-A708-4AEA-A67D-68AA5E9571AC}" srcOrd="2" destOrd="0" parTransId="{ABCB39A3-DD88-451E-9A80-D350892E400A}" sibTransId="{83684D9E-3DE5-42F9-BBD9-1558BD974DFB}"/>
    <dgm:cxn modelId="{4C71DD5C-B4EE-4EE2-A5BB-B86A791DABCD}" srcId="{6104FAED-CDB6-4992-A5B5-E82EC8EF5CB4}" destId="{4DFD2514-F17C-4F35-8E1E-CBC28CE49D24}" srcOrd="2" destOrd="0" parTransId="{A4728833-DE6B-493B-8998-E2967EB4CF2A}" sibTransId="{01FBE8D6-6126-49AC-BC79-A8ADBAD3E0E3}"/>
    <dgm:cxn modelId="{28FBF65C-C7B6-4FBD-8D3E-DCDC77FBB056}" type="presOf" srcId="{A52980E5-CD22-4C81-BB33-2B102A6B9BCD}" destId="{14B30257-E28E-40FE-AC59-3222A2E6DCF4}" srcOrd="1" destOrd="0" presId="urn:microsoft.com/office/officeart/2005/8/layout/orgChart1"/>
    <dgm:cxn modelId="{683E1C60-38E4-4E9A-8E7F-210E22E85538}" type="presOf" srcId="{64949133-4647-4E90-BFC0-E9DAA8ABEB2D}" destId="{48A010E4-59ED-4F57-B923-B87CDA86E6EF}" srcOrd="1" destOrd="0" presId="urn:microsoft.com/office/officeart/2005/8/layout/orgChart1"/>
    <dgm:cxn modelId="{BB57AA62-C6AD-41C7-8DAE-0EC1AD6FCA41}" type="presOf" srcId="{E9693A9A-38D2-49C6-8011-17827CD93856}" destId="{768705BB-EBCF-4014-A6EB-F6AEDFD47AEC}" srcOrd="1" destOrd="0" presId="urn:microsoft.com/office/officeart/2005/8/layout/orgChart1"/>
    <dgm:cxn modelId="{5452C167-46C3-45B1-B216-8DFEAC4DC124}" type="presOf" srcId="{9B84C657-0CDE-4B9A-88EF-5CB963A3FC7D}" destId="{8CFFBA49-87BD-43FC-AAC9-5FDFF464A25E}" srcOrd="1" destOrd="0" presId="urn:microsoft.com/office/officeart/2005/8/layout/orgChart1"/>
    <dgm:cxn modelId="{2E154248-2AF3-4597-A9C6-EFF71B24EFE9}" type="presOf" srcId="{AF37697C-0616-4F3F-A17A-38D2D8DFEBD0}" destId="{EA5520AC-5EA5-4BDC-B5C1-70FD0147A126}" srcOrd="0" destOrd="0" presId="urn:microsoft.com/office/officeart/2005/8/layout/orgChart1"/>
    <dgm:cxn modelId="{41006869-2060-465F-88A9-3777E867E486}" type="presOf" srcId="{E246E754-8687-43D0-97D5-7085B8E1EAAC}" destId="{BE014F84-7F82-4F51-B26A-3BA82442D8C6}" srcOrd="0" destOrd="0" presId="urn:microsoft.com/office/officeart/2005/8/layout/orgChart1"/>
    <dgm:cxn modelId="{6D55016A-2019-436D-B23B-04B382C53D56}" type="presOf" srcId="{6104FAED-CDB6-4992-A5B5-E82EC8EF5CB4}" destId="{E9EE4542-D680-40B4-B2BE-CAA350EB1CA7}" srcOrd="0" destOrd="0" presId="urn:microsoft.com/office/officeart/2005/8/layout/orgChart1"/>
    <dgm:cxn modelId="{F007654C-F33E-4EBD-AD85-CD433C04B7D3}" type="presOf" srcId="{E6241DD9-6A38-4717-BC35-AB6852947C59}" destId="{3CB1A45C-D0C7-44B4-88F1-2F7BDF8232F1}" srcOrd="0" destOrd="0" presId="urn:microsoft.com/office/officeart/2005/8/layout/orgChart1"/>
    <dgm:cxn modelId="{D9C0C04C-460C-47D1-959D-C9275E7DFFD8}" srcId="{027265CB-D428-4F30-9354-C3C80F5554C2}" destId="{B2CC0D31-2EB1-4C46-BEB8-72719415515B}" srcOrd="4" destOrd="0" parTransId="{CF0A8054-B7AF-4255-B1C7-1806BC69581B}" sibTransId="{61D448EE-7933-4836-A725-DF3388DD047C}"/>
    <dgm:cxn modelId="{1131576E-0398-42C0-91D7-2EC1206B8D9C}" type="presOf" srcId="{4DFD2514-F17C-4F35-8E1E-CBC28CE49D24}" destId="{908FA135-5EB2-4090-AA44-540007A86F6C}" srcOrd="0" destOrd="0" presId="urn:microsoft.com/office/officeart/2005/8/layout/orgChart1"/>
    <dgm:cxn modelId="{BB3E966F-C4B9-4707-AFFD-45B3DC0833BF}" type="presOf" srcId="{5D81EAEF-FB9F-4A86-8418-3467B207FA4F}" destId="{3DF27527-1D18-4DCF-B37A-B0843EBCBDC7}" srcOrd="0" destOrd="0" presId="urn:microsoft.com/office/officeart/2005/8/layout/orgChart1"/>
    <dgm:cxn modelId="{33074470-501D-4D88-BBE1-5179ED0B1836}" srcId="{5DF44FA1-5104-4F86-9F8C-BC07D505D37F}" destId="{9B84C657-0CDE-4B9A-88EF-5CB963A3FC7D}" srcOrd="1" destOrd="0" parTransId="{755ED0CD-A135-4D56-9219-3461981F97D7}" sibTransId="{8AC35B48-BE73-47B4-A24D-C1E9D78C0770}"/>
    <dgm:cxn modelId="{7D461D55-A373-4735-94ED-6D2C1E3A88BA}" type="presOf" srcId="{E9693A9A-38D2-49C6-8011-17827CD93856}" destId="{E1DE2FC5-9CDB-4767-9EA7-500138323F8D}" srcOrd="0" destOrd="0" presId="urn:microsoft.com/office/officeart/2005/8/layout/orgChart1"/>
    <dgm:cxn modelId="{4B8B2E75-1360-4BE7-BAB7-854FBC2537DF}" type="presOf" srcId="{8E8B1CFD-46CF-45E7-96CE-D50C772A2E07}" destId="{DE881796-9FA6-4372-AC47-691A384F8F0F}" srcOrd="1" destOrd="0" presId="urn:microsoft.com/office/officeart/2005/8/layout/orgChart1"/>
    <dgm:cxn modelId="{01E29575-8017-40E2-9B26-F2A2BE64857D}" type="presOf" srcId="{5DF44FA1-5104-4F86-9F8C-BC07D505D37F}" destId="{20593AF1-A0CB-4313-8490-61D184CB7145}" srcOrd="0" destOrd="0" presId="urn:microsoft.com/office/officeart/2005/8/layout/orgChart1"/>
    <dgm:cxn modelId="{D50A7756-1300-417E-85BF-A38C88669B97}" type="presOf" srcId="{51540065-1C65-4655-ADB3-A72B1F63CAE9}" destId="{18FAC2CF-E498-48FD-A865-67E06E77520C}" srcOrd="0" destOrd="0" presId="urn:microsoft.com/office/officeart/2005/8/layout/orgChart1"/>
    <dgm:cxn modelId="{EF3C0777-7309-49FD-BD0A-40EF8209056F}" type="presOf" srcId="{69C7C844-FBA5-49D4-8F83-E38F330EFB4F}" destId="{CBD49FEF-5B1C-4D89-B268-C70B39A934D4}" srcOrd="0" destOrd="0" presId="urn:microsoft.com/office/officeart/2005/8/layout/orgChart1"/>
    <dgm:cxn modelId="{0928B458-D54C-4436-AE15-EF63852C2F79}" type="presOf" srcId="{A4728833-DE6B-493B-8998-E2967EB4CF2A}" destId="{48E9A153-2524-494C-A0E6-38672B9EFD88}" srcOrd="0" destOrd="0" presId="urn:microsoft.com/office/officeart/2005/8/layout/orgChart1"/>
    <dgm:cxn modelId="{5A835E7B-8358-42D0-80D4-813643507415}" type="presOf" srcId="{0C49B4A0-7FE9-4CB3-963B-8D81FB332809}" destId="{5F4363DA-A300-4F70-B7F7-D013DFEE3E56}" srcOrd="0" destOrd="0" presId="urn:microsoft.com/office/officeart/2005/8/layout/orgChart1"/>
    <dgm:cxn modelId="{D08F657B-32EC-4C30-B3B2-63D81D2082D8}" srcId="{639A0A47-597E-4513-8327-DEE7DF92587F}" destId="{AF37697C-0616-4F3F-A17A-38D2D8DFEBD0}" srcOrd="0" destOrd="0" parTransId="{AACDFE2A-A740-4631-980F-ABFDA1F05102}" sibTransId="{3DEA6424-49BC-4315-9BD0-3861CF161DDB}"/>
    <dgm:cxn modelId="{6FB91684-75C5-4770-9A66-9B97E287522E}" type="presOf" srcId="{8E8B1CFD-46CF-45E7-96CE-D50C772A2E07}" destId="{B04B838A-CB6F-44E7-BB90-744DD9F7A634}" srcOrd="0" destOrd="0" presId="urn:microsoft.com/office/officeart/2005/8/layout/orgChart1"/>
    <dgm:cxn modelId="{0A656D8F-6629-4B3F-8399-40F592E57F48}" type="presOf" srcId="{1D32054F-A708-4AEA-A67D-68AA5E9571AC}" destId="{19635511-5D84-48C7-94E8-4D9E5F29D2E0}" srcOrd="0" destOrd="0" presId="urn:microsoft.com/office/officeart/2005/8/layout/orgChart1"/>
    <dgm:cxn modelId="{D1C8F790-D8F3-4CC1-A7E8-F79051C522F3}" type="presOf" srcId="{5FFFF966-42D7-4D00-9068-BAE53A6124D9}" destId="{F4F7184C-C202-4FC8-B6DA-5C9958F14024}" srcOrd="0" destOrd="0" presId="urn:microsoft.com/office/officeart/2005/8/layout/orgChart1"/>
    <dgm:cxn modelId="{D3D36D91-38D3-4EB6-863B-B0DC9D407591}" type="presOf" srcId="{C80E520A-FB74-461B-A77E-3055D4ADE76D}" destId="{18ED1554-57B0-463B-8D1B-7E6643CBC3AD}" srcOrd="0" destOrd="0" presId="urn:microsoft.com/office/officeart/2005/8/layout/orgChart1"/>
    <dgm:cxn modelId="{C9704E92-7EC0-413B-820B-E32F39FDAFBA}" srcId="{6104FAED-CDB6-4992-A5B5-E82EC8EF5CB4}" destId="{D147615C-865A-4257-A1C3-53DFE0D5B9F2}" srcOrd="0" destOrd="0" parTransId="{51540065-1C65-4655-ADB3-A72B1F63CAE9}" sibTransId="{6577278F-56F1-4087-B3F4-961121D5887B}"/>
    <dgm:cxn modelId="{BABBCB94-8486-4D44-9FAC-74DE141A5E6C}" srcId="{5DF44FA1-5104-4F86-9F8C-BC07D505D37F}" destId="{E9693A9A-38D2-49C6-8011-17827CD93856}" srcOrd="0" destOrd="0" parTransId="{C2ABDABF-E7E9-45C0-8FEB-345F108A60BD}" sibTransId="{6F1DE746-4E18-4955-B797-3E1A70E2408C}"/>
    <dgm:cxn modelId="{DF4FD895-EE30-44C8-BE9C-97E4ECCF064A}" srcId="{027265CB-D428-4F30-9354-C3C80F5554C2}" destId="{700B4846-D7D0-4AA3-836F-25457D22C4EE}" srcOrd="0" destOrd="0" parTransId="{C80E520A-FB74-461B-A77E-3055D4ADE76D}" sibTransId="{2E1BCBD4-1398-4006-B43B-56EF15DA467D}"/>
    <dgm:cxn modelId="{9B700B9C-DCA4-48FC-B2CA-995D2673248F}" type="presOf" srcId="{ABCB39A3-DD88-451E-9A80-D350892E400A}" destId="{49D4B913-C055-43BD-B882-82396B539CBB}" srcOrd="0" destOrd="0" presId="urn:microsoft.com/office/officeart/2005/8/layout/orgChart1"/>
    <dgm:cxn modelId="{EA8484A3-7055-4D27-B7EC-34027BBEB77D}" srcId="{AF37697C-0616-4F3F-A17A-38D2D8DFEBD0}" destId="{027265CB-D428-4F30-9354-C3C80F5554C2}" srcOrd="1" destOrd="0" parTransId="{5FFFF966-42D7-4D00-9068-BAE53A6124D9}" sibTransId="{36863C01-FED1-4B6C-BD91-BEEF376189AD}"/>
    <dgm:cxn modelId="{DA78DDA4-9942-487C-881B-405C5AE189F2}" type="presOf" srcId="{B2CC0D31-2EB1-4C46-BEB8-72719415515B}" destId="{74C90DD2-DA35-4454-B529-59CC1186590D}" srcOrd="0" destOrd="0" presId="urn:microsoft.com/office/officeart/2005/8/layout/orgChart1"/>
    <dgm:cxn modelId="{F0C9A3A7-0D89-4680-9D9C-FB9A071B29E6}" type="presOf" srcId="{700B4846-D7D0-4AA3-836F-25457D22C4EE}" destId="{72E3719B-7692-4429-9B92-BCF8413E7965}" srcOrd="1" destOrd="0" presId="urn:microsoft.com/office/officeart/2005/8/layout/orgChart1"/>
    <dgm:cxn modelId="{13B142AE-40CE-4D0B-A833-B5064A98FD72}" type="presOf" srcId="{91B34335-8002-4C2B-8DD5-289BFE603717}" destId="{0B444CBA-22A3-4984-9A88-0D9B541A5307}" srcOrd="1" destOrd="0" presId="urn:microsoft.com/office/officeart/2005/8/layout/orgChart1"/>
    <dgm:cxn modelId="{8CAF08B1-7655-4B82-9F1C-E925AA66C6A9}" srcId="{AF37697C-0616-4F3F-A17A-38D2D8DFEBD0}" destId="{91B34335-8002-4C2B-8DD5-289BFE603717}" srcOrd="3" destOrd="0" parTransId="{F9D0367E-593D-48A3-9D52-A6F4CE68FE5B}" sibTransId="{C0A84498-B49B-4983-96EF-7FD90F82D68C}"/>
    <dgm:cxn modelId="{DC46E5BA-0643-41B8-AEEA-D2500F0DD8A7}" type="presOf" srcId="{F9D0367E-593D-48A3-9D52-A6F4CE68FE5B}" destId="{04CFC366-380F-4819-9E5F-9915305CF0EC}" srcOrd="0" destOrd="0" presId="urn:microsoft.com/office/officeart/2005/8/layout/orgChart1"/>
    <dgm:cxn modelId="{2F80E4BD-CB57-4F02-B2F4-08A0E4BDC0CD}" type="presOf" srcId="{027265CB-D428-4F30-9354-C3C80F5554C2}" destId="{FC88BD61-F9BF-4011-AC8D-AA6AD2B13D38}" srcOrd="0" destOrd="0" presId="urn:microsoft.com/office/officeart/2005/8/layout/orgChart1"/>
    <dgm:cxn modelId="{B7FE43BE-2FA1-4F39-96A7-C26BF9B3F550}" srcId="{AF37697C-0616-4F3F-A17A-38D2D8DFEBD0}" destId="{5DF44FA1-5104-4F86-9F8C-BC07D505D37F}" srcOrd="0" destOrd="0" parTransId="{5D81EAEF-FB9F-4A86-8418-3467B207FA4F}" sibTransId="{92802FCD-1080-4A15-8D7C-911AF9F1E8EA}"/>
    <dgm:cxn modelId="{35539BBF-F9B6-4476-B885-3170F53A6238}" type="presOf" srcId="{5DF44FA1-5104-4F86-9F8C-BC07D505D37F}" destId="{4E4B6468-8A42-457E-B4CB-8AE57679B55C}" srcOrd="1" destOrd="0" presId="urn:microsoft.com/office/officeart/2005/8/layout/orgChart1"/>
    <dgm:cxn modelId="{C4A9F3C2-D5A8-4B31-8D13-B19DB741CA5C}" type="presOf" srcId="{4DFD2514-F17C-4F35-8E1E-CBC28CE49D24}" destId="{FA31A540-256B-48D7-85E8-21505EECEE67}" srcOrd="1" destOrd="0" presId="urn:microsoft.com/office/officeart/2005/8/layout/orgChart1"/>
    <dgm:cxn modelId="{DB7DABC4-2C1F-457D-B82C-8E788BFF1E72}" type="presOf" srcId="{CF0A8054-B7AF-4255-B1C7-1806BC69581B}" destId="{481FD633-7DA8-4372-8EDC-98E0D9B15554}" srcOrd="0" destOrd="0" presId="urn:microsoft.com/office/officeart/2005/8/layout/orgChart1"/>
    <dgm:cxn modelId="{79A726D2-8154-44C1-9320-AA701BDF1F58}" type="presOf" srcId="{AF37697C-0616-4F3F-A17A-38D2D8DFEBD0}" destId="{35CC161A-D7AE-4FBF-ADDB-4D00EFF88CAB}" srcOrd="1" destOrd="0" presId="urn:microsoft.com/office/officeart/2005/8/layout/orgChart1"/>
    <dgm:cxn modelId="{597B51D2-A00E-408D-BEEB-13AB33346284}" type="presOf" srcId="{B2CC0D31-2EB1-4C46-BEB8-72719415515B}" destId="{2926DE00-6F43-4D7C-8561-4A09673729FA}" srcOrd="1" destOrd="0" presId="urn:microsoft.com/office/officeart/2005/8/layout/orgChart1"/>
    <dgm:cxn modelId="{D5F9D4D5-535A-4A4C-BA56-6DCFFCAD89B0}" type="presOf" srcId="{700B4846-D7D0-4AA3-836F-25457D22C4EE}" destId="{CF0AD0F3-2576-47FD-9D4B-51E4B92D87C2}" srcOrd="0" destOrd="0" presId="urn:microsoft.com/office/officeart/2005/8/layout/orgChart1"/>
    <dgm:cxn modelId="{39481ADA-8402-422E-A1BE-E1D00F281C41}" type="presOf" srcId="{91B34335-8002-4C2B-8DD5-289BFE603717}" destId="{E2FDA285-B4F7-4127-BF14-DABA697FFECC}" srcOrd="0" destOrd="0" presId="urn:microsoft.com/office/officeart/2005/8/layout/orgChart1"/>
    <dgm:cxn modelId="{425A39DD-8E5D-4E0D-B6C3-32BA2032132E}" srcId="{AF37697C-0616-4F3F-A17A-38D2D8DFEBD0}" destId="{6104FAED-CDB6-4992-A5B5-E82EC8EF5CB4}" srcOrd="2" destOrd="0" parTransId="{50A45D2E-259D-49C0-A7F3-5F0C4F91387E}" sibTransId="{8840E0D9-7222-4DF7-95C3-64CF2D860595}"/>
    <dgm:cxn modelId="{C05290DD-69F5-4BB1-B576-C963A67B22BB}" type="presOf" srcId="{53AFE2D8-4123-4136-8E4E-E0B47A40970F}" destId="{E2F8B822-855E-4827-A40B-3615984C310D}" srcOrd="0" destOrd="0" presId="urn:microsoft.com/office/officeart/2005/8/layout/orgChart1"/>
    <dgm:cxn modelId="{99AB2DDE-A749-4E2A-9BCA-8C208135EA74}" type="presOf" srcId="{C929C822-4306-49DD-9EEF-AB3B4A0F927B}" destId="{2CE5560A-3120-4BFF-819E-650A2CEB056E}" srcOrd="1" destOrd="0" presId="urn:microsoft.com/office/officeart/2005/8/layout/orgChart1"/>
    <dgm:cxn modelId="{ECABD7E2-659F-4D08-9A92-0CC80A9DEA5D}" type="presOf" srcId="{4BE40137-C585-4684-AF84-8C8479652498}" destId="{791C9332-0F68-43E6-983F-E94BDD2CC69C}" srcOrd="0" destOrd="0" presId="urn:microsoft.com/office/officeart/2005/8/layout/orgChart1"/>
    <dgm:cxn modelId="{E97BEAE2-68C6-437A-9C7F-C18991DF6F01}" type="presOf" srcId="{6104FAED-CDB6-4992-A5B5-E82EC8EF5CB4}" destId="{1337431B-37DE-4226-9E3E-6D343F014B31}" srcOrd="1" destOrd="0" presId="urn:microsoft.com/office/officeart/2005/8/layout/orgChart1"/>
    <dgm:cxn modelId="{DECD50E4-2DAD-4E72-8E31-85CC9EF94B4A}" type="presOf" srcId="{755ED0CD-A135-4D56-9219-3461981F97D7}" destId="{DD14A479-BADF-45D2-A817-1B1B3A7E2DAE}" srcOrd="0" destOrd="0" presId="urn:microsoft.com/office/officeart/2005/8/layout/orgChart1"/>
    <dgm:cxn modelId="{1A7BC3EC-7D57-4E3B-9ED0-D6D50E7E346F}" type="presOf" srcId="{C929C822-4306-49DD-9EEF-AB3B4A0F927B}" destId="{29B8A49F-00B9-4EED-BA52-CCE294D734F3}" srcOrd="0" destOrd="0" presId="urn:microsoft.com/office/officeart/2005/8/layout/orgChart1"/>
    <dgm:cxn modelId="{95BA16F0-6647-4094-BA92-473E78C5611C}" type="presOf" srcId="{4BE40137-C585-4684-AF84-8C8479652498}" destId="{6DE6C037-419C-465A-B705-8BFB51B0A4E2}" srcOrd="1" destOrd="0" presId="urn:microsoft.com/office/officeart/2005/8/layout/orgChart1"/>
    <dgm:cxn modelId="{FBEF5AF6-F024-4C19-9C47-231F52130943}" type="presOf" srcId="{50A45D2E-259D-49C0-A7F3-5F0C4F91387E}" destId="{A0DDEB07-9856-4A35-9FA6-654857A9D7C4}" srcOrd="0" destOrd="0" presId="urn:microsoft.com/office/officeart/2005/8/layout/orgChart1"/>
    <dgm:cxn modelId="{6CF9AFFC-7E6D-45B5-9429-7B5CDA6817FB}" type="presOf" srcId="{64949133-4647-4E90-BFC0-E9DAA8ABEB2D}" destId="{94F9168A-A1C4-488E-B75D-8881A5FC0F73}" srcOrd="0" destOrd="0" presId="urn:microsoft.com/office/officeart/2005/8/layout/orgChart1"/>
    <dgm:cxn modelId="{53E4744B-662C-4AE3-B87E-DAFC461FA165}" type="presParOf" srcId="{2D8A82D0-E435-4711-BB78-B568E0DFD232}" destId="{46099724-7A3D-4B5F-8E46-AD2D8D8257AB}" srcOrd="0" destOrd="0" presId="urn:microsoft.com/office/officeart/2005/8/layout/orgChart1"/>
    <dgm:cxn modelId="{0BA95A28-56EA-4CE6-B225-7D5F3A8984D7}" type="presParOf" srcId="{46099724-7A3D-4B5F-8E46-AD2D8D8257AB}" destId="{9D5EFD78-72B5-4D21-B15E-AEE58AB3F6A9}" srcOrd="0" destOrd="0" presId="urn:microsoft.com/office/officeart/2005/8/layout/orgChart1"/>
    <dgm:cxn modelId="{779D19B8-502C-4D12-9085-A02D317F9565}" type="presParOf" srcId="{9D5EFD78-72B5-4D21-B15E-AEE58AB3F6A9}" destId="{EA5520AC-5EA5-4BDC-B5C1-70FD0147A126}" srcOrd="0" destOrd="0" presId="urn:microsoft.com/office/officeart/2005/8/layout/orgChart1"/>
    <dgm:cxn modelId="{79792F8F-165E-45B1-A3ED-90B40198E9DC}" type="presParOf" srcId="{9D5EFD78-72B5-4D21-B15E-AEE58AB3F6A9}" destId="{35CC161A-D7AE-4FBF-ADDB-4D00EFF88CAB}" srcOrd="1" destOrd="0" presId="urn:microsoft.com/office/officeart/2005/8/layout/orgChart1"/>
    <dgm:cxn modelId="{0D7CE246-9854-4AC6-A085-FBA40A8A87A1}" type="presParOf" srcId="{46099724-7A3D-4B5F-8E46-AD2D8D8257AB}" destId="{F2C20CEB-83FC-43AC-A797-EB34796FE88F}" srcOrd="1" destOrd="0" presId="urn:microsoft.com/office/officeart/2005/8/layout/orgChart1"/>
    <dgm:cxn modelId="{4B9D048F-54C5-4C79-8D17-CA8BE7775610}" type="presParOf" srcId="{F2C20CEB-83FC-43AC-A797-EB34796FE88F}" destId="{3DF27527-1D18-4DCF-B37A-B0843EBCBDC7}" srcOrd="0" destOrd="0" presId="urn:microsoft.com/office/officeart/2005/8/layout/orgChart1"/>
    <dgm:cxn modelId="{00D083D6-8825-4668-BD57-AB7882FA8149}" type="presParOf" srcId="{F2C20CEB-83FC-43AC-A797-EB34796FE88F}" destId="{16598540-F4CA-4DB1-A741-07772069D68A}" srcOrd="1" destOrd="0" presId="urn:microsoft.com/office/officeart/2005/8/layout/orgChart1"/>
    <dgm:cxn modelId="{F0FC5A73-CCEC-4AFF-ACCF-39C4B0D2CB3B}" type="presParOf" srcId="{16598540-F4CA-4DB1-A741-07772069D68A}" destId="{B2A132B2-35A6-4838-B27F-CD107EFBB324}" srcOrd="0" destOrd="0" presId="urn:microsoft.com/office/officeart/2005/8/layout/orgChart1"/>
    <dgm:cxn modelId="{130D9DD8-7AAB-411C-ACC7-57B875287E27}" type="presParOf" srcId="{B2A132B2-35A6-4838-B27F-CD107EFBB324}" destId="{20593AF1-A0CB-4313-8490-61D184CB7145}" srcOrd="0" destOrd="0" presId="urn:microsoft.com/office/officeart/2005/8/layout/orgChart1"/>
    <dgm:cxn modelId="{6E887C92-31A0-4875-BFB3-C61EB010F6FA}" type="presParOf" srcId="{B2A132B2-35A6-4838-B27F-CD107EFBB324}" destId="{4E4B6468-8A42-457E-B4CB-8AE57679B55C}" srcOrd="1" destOrd="0" presId="urn:microsoft.com/office/officeart/2005/8/layout/orgChart1"/>
    <dgm:cxn modelId="{4AAD4650-2E59-41E6-88F3-56B40E4CC65D}" type="presParOf" srcId="{16598540-F4CA-4DB1-A741-07772069D68A}" destId="{13B2D379-C822-4AC6-86C2-38EADB535BCD}" srcOrd="1" destOrd="0" presId="urn:microsoft.com/office/officeart/2005/8/layout/orgChart1"/>
    <dgm:cxn modelId="{7C3E580B-E9F1-4C4F-8AF1-D14DF060CEC0}" type="presParOf" srcId="{13B2D379-C822-4AC6-86C2-38EADB535BCD}" destId="{84BE70BE-61FE-431E-8FF1-0E3BD6F6D490}" srcOrd="0" destOrd="0" presId="urn:microsoft.com/office/officeart/2005/8/layout/orgChart1"/>
    <dgm:cxn modelId="{0701193A-6009-44FE-82D9-C2FE35F5D5A0}" type="presParOf" srcId="{13B2D379-C822-4AC6-86C2-38EADB535BCD}" destId="{83E12DD0-FBF8-4D37-AFB8-7413F834CF6E}" srcOrd="1" destOrd="0" presId="urn:microsoft.com/office/officeart/2005/8/layout/orgChart1"/>
    <dgm:cxn modelId="{2B7FA884-B2A3-4479-8210-19243EF8084B}" type="presParOf" srcId="{83E12DD0-FBF8-4D37-AFB8-7413F834CF6E}" destId="{AA6F99B1-A698-415D-9EB5-B05A9811FDD2}" srcOrd="0" destOrd="0" presId="urn:microsoft.com/office/officeart/2005/8/layout/orgChart1"/>
    <dgm:cxn modelId="{FC1E0758-FC80-4BEF-967B-E47F1D089C34}" type="presParOf" srcId="{AA6F99B1-A698-415D-9EB5-B05A9811FDD2}" destId="{E1DE2FC5-9CDB-4767-9EA7-500138323F8D}" srcOrd="0" destOrd="0" presId="urn:microsoft.com/office/officeart/2005/8/layout/orgChart1"/>
    <dgm:cxn modelId="{1E8B6E8C-17E2-4BFF-B081-7EDD5FB192EC}" type="presParOf" srcId="{AA6F99B1-A698-415D-9EB5-B05A9811FDD2}" destId="{768705BB-EBCF-4014-A6EB-F6AEDFD47AEC}" srcOrd="1" destOrd="0" presId="urn:microsoft.com/office/officeart/2005/8/layout/orgChart1"/>
    <dgm:cxn modelId="{7BCDC7CC-47DB-4449-84B6-AB71A015AD51}" type="presParOf" srcId="{83E12DD0-FBF8-4D37-AFB8-7413F834CF6E}" destId="{C8991475-C058-4D83-832F-5AF5C2E23A80}" srcOrd="1" destOrd="0" presId="urn:microsoft.com/office/officeart/2005/8/layout/orgChart1"/>
    <dgm:cxn modelId="{53CD0AD1-B0DD-4927-A46C-B0D6B218D9EC}" type="presParOf" srcId="{83E12DD0-FBF8-4D37-AFB8-7413F834CF6E}" destId="{0F4A4966-43DD-43C2-A989-0B0425C4040B}" srcOrd="2" destOrd="0" presId="urn:microsoft.com/office/officeart/2005/8/layout/orgChart1"/>
    <dgm:cxn modelId="{5175CF0D-AC9A-4A68-8DA6-B09B6F42AE19}" type="presParOf" srcId="{13B2D379-C822-4AC6-86C2-38EADB535BCD}" destId="{DD14A479-BADF-45D2-A817-1B1B3A7E2DAE}" srcOrd="2" destOrd="0" presId="urn:microsoft.com/office/officeart/2005/8/layout/orgChart1"/>
    <dgm:cxn modelId="{838DBACC-D8EC-4E7E-8C53-DD434F23ACE1}" type="presParOf" srcId="{13B2D379-C822-4AC6-86C2-38EADB535BCD}" destId="{15A403EB-9176-4709-B51B-DEC00E7A8971}" srcOrd="3" destOrd="0" presId="urn:microsoft.com/office/officeart/2005/8/layout/orgChart1"/>
    <dgm:cxn modelId="{61D26BA7-F633-4DF1-A3A6-A7B369B3C6D6}" type="presParOf" srcId="{15A403EB-9176-4709-B51B-DEC00E7A8971}" destId="{95F32F25-01E0-4C83-AEC8-991486B805E4}" srcOrd="0" destOrd="0" presId="urn:microsoft.com/office/officeart/2005/8/layout/orgChart1"/>
    <dgm:cxn modelId="{F8BB91C9-60D7-40DB-8BDE-016EDF37DD14}" type="presParOf" srcId="{95F32F25-01E0-4C83-AEC8-991486B805E4}" destId="{631D3DE8-A5E1-41A1-8D54-E5BEDA5208AD}" srcOrd="0" destOrd="0" presId="urn:microsoft.com/office/officeart/2005/8/layout/orgChart1"/>
    <dgm:cxn modelId="{76D19FE6-1E8B-4259-B31B-168CAC42C4F5}" type="presParOf" srcId="{95F32F25-01E0-4C83-AEC8-991486B805E4}" destId="{8CFFBA49-87BD-43FC-AAC9-5FDFF464A25E}" srcOrd="1" destOrd="0" presId="urn:microsoft.com/office/officeart/2005/8/layout/orgChart1"/>
    <dgm:cxn modelId="{D334F15E-85F3-40E0-9396-5E24C0281770}" type="presParOf" srcId="{15A403EB-9176-4709-B51B-DEC00E7A8971}" destId="{ECA4F8E6-97A2-4C0C-892E-8CEE2F3A7343}" srcOrd="1" destOrd="0" presId="urn:microsoft.com/office/officeart/2005/8/layout/orgChart1"/>
    <dgm:cxn modelId="{426B6FA2-F594-4A6B-8726-5AA6540D921F}" type="presParOf" srcId="{15A403EB-9176-4709-B51B-DEC00E7A8971}" destId="{7043B62E-0CC0-42C3-9B72-86AFC03F6272}" srcOrd="2" destOrd="0" presId="urn:microsoft.com/office/officeart/2005/8/layout/orgChart1"/>
    <dgm:cxn modelId="{60931F5D-D326-4690-83F3-5CF882DCA824}" type="presParOf" srcId="{13B2D379-C822-4AC6-86C2-38EADB535BCD}" destId="{49D4B913-C055-43BD-B882-82396B539CBB}" srcOrd="4" destOrd="0" presId="urn:microsoft.com/office/officeart/2005/8/layout/orgChart1"/>
    <dgm:cxn modelId="{99FC5133-1E99-4BCE-9257-31F8D9BC2E07}" type="presParOf" srcId="{13B2D379-C822-4AC6-86C2-38EADB535BCD}" destId="{1A71BE03-173D-445A-92F8-5D3FC5231046}" srcOrd="5" destOrd="0" presId="urn:microsoft.com/office/officeart/2005/8/layout/orgChart1"/>
    <dgm:cxn modelId="{09E8D890-E6AE-4269-92D2-52F8673C29E3}" type="presParOf" srcId="{1A71BE03-173D-445A-92F8-5D3FC5231046}" destId="{A861F09E-D4BD-4CE3-86A8-EFF89D843FC6}" srcOrd="0" destOrd="0" presId="urn:microsoft.com/office/officeart/2005/8/layout/orgChart1"/>
    <dgm:cxn modelId="{011B8A06-DB45-45C5-8D88-845DD8D5791E}" type="presParOf" srcId="{A861F09E-D4BD-4CE3-86A8-EFF89D843FC6}" destId="{19635511-5D84-48C7-94E8-4D9E5F29D2E0}" srcOrd="0" destOrd="0" presId="urn:microsoft.com/office/officeart/2005/8/layout/orgChart1"/>
    <dgm:cxn modelId="{B9F0CC23-27C1-4655-AE0A-CFE6E5EA3A75}" type="presParOf" srcId="{A861F09E-D4BD-4CE3-86A8-EFF89D843FC6}" destId="{05B94657-FDAE-466A-98D9-9B0CD6E17ECB}" srcOrd="1" destOrd="0" presId="urn:microsoft.com/office/officeart/2005/8/layout/orgChart1"/>
    <dgm:cxn modelId="{42947CCB-E481-4667-A5E1-04CF56A1A0FB}" type="presParOf" srcId="{1A71BE03-173D-445A-92F8-5D3FC5231046}" destId="{F03BAD6F-A8BB-4D01-8F06-0DC5381BBA72}" srcOrd="1" destOrd="0" presId="urn:microsoft.com/office/officeart/2005/8/layout/orgChart1"/>
    <dgm:cxn modelId="{ABE38E7D-F0BD-4444-BCA8-51B5278AEB54}" type="presParOf" srcId="{1A71BE03-173D-445A-92F8-5D3FC5231046}" destId="{5AC13D20-A6D0-4251-94E7-AF61456FD162}" srcOrd="2" destOrd="0" presId="urn:microsoft.com/office/officeart/2005/8/layout/orgChart1"/>
    <dgm:cxn modelId="{F4F30B2F-D9D1-44D4-B2E7-940A0760E9D3}" type="presParOf" srcId="{13B2D379-C822-4AC6-86C2-38EADB535BCD}" destId="{3CB1A45C-D0C7-44B4-88F1-2F7BDF8232F1}" srcOrd="6" destOrd="0" presId="urn:microsoft.com/office/officeart/2005/8/layout/orgChart1"/>
    <dgm:cxn modelId="{65F7E646-DA0C-4162-A9BF-E576161DDA7C}" type="presParOf" srcId="{13B2D379-C822-4AC6-86C2-38EADB535BCD}" destId="{7FE4B70F-F8B0-41B0-984D-DD0852108B78}" srcOrd="7" destOrd="0" presId="urn:microsoft.com/office/officeart/2005/8/layout/orgChart1"/>
    <dgm:cxn modelId="{E23D9D14-752A-4CBE-A862-AEE5D037ED22}" type="presParOf" srcId="{7FE4B70F-F8B0-41B0-984D-DD0852108B78}" destId="{2E1E3D0B-3161-4A89-9413-572FA41C931E}" srcOrd="0" destOrd="0" presId="urn:microsoft.com/office/officeart/2005/8/layout/orgChart1"/>
    <dgm:cxn modelId="{7943AF91-DB6A-4E58-B1C2-99BB8909B54E}" type="presParOf" srcId="{2E1E3D0B-3161-4A89-9413-572FA41C931E}" destId="{B04B838A-CB6F-44E7-BB90-744DD9F7A634}" srcOrd="0" destOrd="0" presId="urn:microsoft.com/office/officeart/2005/8/layout/orgChart1"/>
    <dgm:cxn modelId="{B14EC51D-27C4-40CF-B38A-B42C41592584}" type="presParOf" srcId="{2E1E3D0B-3161-4A89-9413-572FA41C931E}" destId="{DE881796-9FA6-4372-AC47-691A384F8F0F}" srcOrd="1" destOrd="0" presId="urn:microsoft.com/office/officeart/2005/8/layout/orgChart1"/>
    <dgm:cxn modelId="{033F05E8-4D3D-4AEF-8996-0481C1DD5115}" type="presParOf" srcId="{7FE4B70F-F8B0-41B0-984D-DD0852108B78}" destId="{1C2414C3-B429-42BD-B7A2-98D6698644BE}" srcOrd="1" destOrd="0" presId="urn:microsoft.com/office/officeart/2005/8/layout/orgChart1"/>
    <dgm:cxn modelId="{40907713-B21F-43FA-A806-198A0AB5F567}" type="presParOf" srcId="{7FE4B70F-F8B0-41B0-984D-DD0852108B78}" destId="{F6186EBA-6CE0-4F08-9B39-A895C44E9A0A}" srcOrd="2" destOrd="0" presId="urn:microsoft.com/office/officeart/2005/8/layout/orgChart1"/>
    <dgm:cxn modelId="{C23B6863-0741-495B-85DC-6B293DB941CF}" type="presParOf" srcId="{16598540-F4CA-4DB1-A741-07772069D68A}" destId="{B2B3B24F-7C61-4645-BEA7-74349F4E3BBA}" srcOrd="2" destOrd="0" presId="urn:microsoft.com/office/officeart/2005/8/layout/orgChart1"/>
    <dgm:cxn modelId="{CDD64DC7-B412-431C-AF72-D91B23B0D6BE}" type="presParOf" srcId="{F2C20CEB-83FC-43AC-A797-EB34796FE88F}" destId="{F4F7184C-C202-4FC8-B6DA-5C9958F14024}" srcOrd="2" destOrd="0" presId="urn:microsoft.com/office/officeart/2005/8/layout/orgChart1"/>
    <dgm:cxn modelId="{F5ABF10D-7CC4-45EA-969E-4F325717F9E3}" type="presParOf" srcId="{F2C20CEB-83FC-43AC-A797-EB34796FE88F}" destId="{049FB5B1-AB35-4130-9F35-ADAC8C5B31FF}" srcOrd="3" destOrd="0" presId="urn:microsoft.com/office/officeart/2005/8/layout/orgChart1"/>
    <dgm:cxn modelId="{7C8D6387-E0F2-4926-ADF5-55D07F407B1B}" type="presParOf" srcId="{049FB5B1-AB35-4130-9F35-ADAC8C5B31FF}" destId="{E3D27488-5B2E-4D61-B499-E7B0F52688C9}" srcOrd="0" destOrd="0" presId="urn:microsoft.com/office/officeart/2005/8/layout/orgChart1"/>
    <dgm:cxn modelId="{C9E295AA-A95F-4E71-AE3A-E00376B900B3}" type="presParOf" srcId="{E3D27488-5B2E-4D61-B499-E7B0F52688C9}" destId="{FC88BD61-F9BF-4011-AC8D-AA6AD2B13D38}" srcOrd="0" destOrd="0" presId="urn:microsoft.com/office/officeart/2005/8/layout/orgChart1"/>
    <dgm:cxn modelId="{86546461-927E-470B-8148-1F575E4F28B9}" type="presParOf" srcId="{E3D27488-5B2E-4D61-B499-E7B0F52688C9}" destId="{66F12EE0-3B0F-4CFF-AF34-B89019856EC3}" srcOrd="1" destOrd="0" presId="urn:microsoft.com/office/officeart/2005/8/layout/orgChart1"/>
    <dgm:cxn modelId="{0D84C0BE-CD6F-49B2-967D-3C5BF2BAEA52}" type="presParOf" srcId="{049FB5B1-AB35-4130-9F35-ADAC8C5B31FF}" destId="{5C9A8BB6-DC8D-435B-9E8C-D67BE5D36999}" srcOrd="1" destOrd="0" presId="urn:microsoft.com/office/officeart/2005/8/layout/orgChart1"/>
    <dgm:cxn modelId="{DE60CF17-5C36-4FB0-9179-7398865AA309}" type="presParOf" srcId="{5C9A8BB6-DC8D-435B-9E8C-D67BE5D36999}" destId="{18ED1554-57B0-463B-8D1B-7E6643CBC3AD}" srcOrd="0" destOrd="0" presId="urn:microsoft.com/office/officeart/2005/8/layout/orgChart1"/>
    <dgm:cxn modelId="{2A088A45-EF1C-47DF-B76B-8C60C789E48F}" type="presParOf" srcId="{5C9A8BB6-DC8D-435B-9E8C-D67BE5D36999}" destId="{2B8395BF-9A29-4E13-B7F3-F14CEBC476C3}" srcOrd="1" destOrd="0" presId="urn:microsoft.com/office/officeart/2005/8/layout/orgChart1"/>
    <dgm:cxn modelId="{14E1F024-CE61-4F28-9E2B-22E3895D4CA8}" type="presParOf" srcId="{2B8395BF-9A29-4E13-B7F3-F14CEBC476C3}" destId="{363F7E7D-2518-4344-B7A4-655734BFC0EC}" srcOrd="0" destOrd="0" presId="urn:microsoft.com/office/officeart/2005/8/layout/orgChart1"/>
    <dgm:cxn modelId="{60B2AC94-A8B9-490E-92A5-7422A89F25DA}" type="presParOf" srcId="{363F7E7D-2518-4344-B7A4-655734BFC0EC}" destId="{CF0AD0F3-2576-47FD-9D4B-51E4B92D87C2}" srcOrd="0" destOrd="0" presId="urn:microsoft.com/office/officeart/2005/8/layout/orgChart1"/>
    <dgm:cxn modelId="{C08E9B69-2E47-4691-900F-0E7028702D31}" type="presParOf" srcId="{363F7E7D-2518-4344-B7A4-655734BFC0EC}" destId="{72E3719B-7692-4429-9B92-BCF8413E7965}" srcOrd="1" destOrd="0" presId="urn:microsoft.com/office/officeart/2005/8/layout/orgChart1"/>
    <dgm:cxn modelId="{A7FA4C6A-E7B8-49B7-AE0F-04AC0C8ADA7F}" type="presParOf" srcId="{2B8395BF-9A29-4E13-B7F3-F14CEBC476C3}" destId="{9658886B-1A59-46F4-81A4-7E33C4389EBE}" srcOrd="1" destOrd="0" presId="urn:microsoft.com/office/officeart/2005/8/layout/orgChart1"/>
    <dgm:cxn modelId="{D1CBC872-7195-4271-A4D8-E5C79CCD152E}" type="presParOf" srcId="{2B8395BF-9A29-4E13-B7F3-F14CEBC476C3}" destId="{2C30052C-D690-4B24-9991-043C2CBA3F90}" srcOrd="2" destOrd="0" presId="urn:microsoft.com/office/officeart/2005/8/layout/orgChart1"/>
    <dgm:cxn modelId="{4BE9D611-C9E9-4484-BC6E-AF6741D46AEE}" type="presParOf" srcId="{5C9A8BB6-DC8D-435B-9E8C-D67BE5D36999}" destId="{CBD49FEF-5B1C-4D89-B268-C70B39A934D4}" srcOrd="2" destOrd="0" presId="urn:microsoft.com/office/officeart/2005/8/layout/orgChart1"/>
    <dgm:cxn modelId="{B31EEFB7-CAE3-4994-8262-BA082BF2A31F}" type="presParOf" srcId="{5C9A8BB6-DC8D-435B-9E8C-D67BE5D36999}" destId="{F324DBAD-B392-4804-B4EF-5654EFD93DE9}" srcOrd="3" destOrd="0" presId="urn:microsoft.com/office/officeart/2005/8/layout/orgChart1"/>
    <dgm:cxn modelId="{B80AFFAC-2F03-46EA-B2D6-114833C1FD55}" type="presParOf" srcId="{F324DBAD-B392-4804-B4EF-5654EFD93DE9}" destId="{D4A27E39-E59E-422C-8073-97BBBF70D85F}" srcOrd="0" destOrd="0" presId="urn:microsoft.com/office/officeart/2005/8/layout/orgChart1"/>
    <dgm:cxn modelId="{827E6B8F-7F0B-49FF-BF60-96751979FF4A}" type="presParOf" srcId="{D4A27E39-E59E-422C-8073-97BBBF70D85F}" destId="{29B8A49F-00B9-4EED-BA52-CCE294D734F3}" srcOrd="0" destOrd="0" presId="urn:microsoft.com/office/officeart/2005/8/layout/orgChart1"/>
    <dgm:cxn modelId="{BE0D0AE0-3401-4115-A845-0FAD22CE367B}" type="presParOf" srcId="{D4A27E39-E59E-422C-8073-97BBBF70D85F}" destId="{2CE5560A-3120-4BFF-819E-650A2CEB056E}" srcOrd="1" destOrd="0" presId="urn:microsoft.com/office/officeart/2005/8/layout/orgChart1"/>
    <dgm:cxn modelId="{B05FFF95-35FA-473F-9F7D-FCC46A627C7F}" type="presParOf" srcId="{F324DBAD-B392-4804-B4EF-5654EFD93DE9}" destId="{21AE10A8-B782-496A-BB5A-C49790F862CD}" srcOrd="1" destOrd="0" presId="urn:microsoft.com/office/officeart/2005/8/layout/orgChart1"/>
    <dgm:cxn modelId="{B533BBAF-DFBE-4264-8F6F-FDDDBEDA460E}" type="presParOf" srcId="{F324DBAD-B392-4804-B4EF-5654EFD93DE9}" destId="{5BE4D9A1-5FC3-4427-A6A6-83D32DE0CEA5}" srcOrd="2" destOrd="0" presId="urn:microsoft.com/office/officeart/2005/8/layout/orgChart1"/>
    <dgm:cxn modelId="{23C3EF85-AC74-420B-B1DF-624A7558159E}" type="presParOf" srcId="{5C9A8BB6-DC8D-435B-9E8C-D67BE5D36999}" destId="{E2F8B822-855E-4827-A40B-3615984C310D}" srcOrd="4" destOrd="0" presId="urn:microsoft.com/office/officeart/2005/8/layout/orgChart1"/>
    <dgm:cxn modelId="{A526183C-F69A-47D0-B662-A202D2BD7359}" type="presParOf" srcId="{5C9A8BB6-DC8D-435B-9E8C-D67BE5D36999}" destId="{3CD29B51-7E24-44BC-8FB6-68090F656645}" srcOrd="5" destOrd="0" presId="urn:microsoft.com/office/officeart/2005/8/layout/orgChart1"/>
    <dgm:cxn modelId="{0AB451C5-8BFC-4248-96D5-6F2049F8B11A}" type="presParOf" srcId="{3CD29B51-7E24-44BC-8FB6-68090F656645}" destId="{DBA566EB-19E5-457F-B6DD-46D4BCEF667B}" srcOrd="0" destOrd="0" presId="urn:microsoft.com/office/officeart/2005/8/layout/orgChart1"/>
    <dgm:cxn modelId="{72103291-C733-4AD6-9D7B-ECAAF28C4954}" type="presParOf" srcId="{DBA566EB-19E5-457F-B6DD-46D4BCEF667B}" destId="{C5D92F77-9F18-4AB4-A331-8AA96B37414F}" srcOrd="0" destOrd="0" presId="urn:microsoft.com/office/officeart/2005/8/layout/orgChart1"/>
    <dgm:cxn modelId="{F6F33E39-7E72-4B56-B65C-B6454C5F300F}" type="presParOf" srcId="{DBA566EB-19E5-457F-B6DD-46D4BCEF667B}" destId="{BA8A7A24-32A3-4F0E-B9C3-9A972BF26796}" srcOrd="1" destOrd="0" presId="urn:microsoft.com/office/officeart/2005/8/layout/orgChart1"/>
    <dgm:cxn modelId="{5CF8EAEE-415C-4278-B03C-B595734EFEDD}" type="presParOf" srcId="{3CD29B51-7E24-44BC-8FB6-68090F656645}" destId="{0142085C-87B0-4773-B7C9-4F7D200CDD78}" srcOrd="1" destOrd="0" presId="urn:microsoft.com/office/officeart/2005/8/layout/orgChart1"/>
    <dgm:cxn modelId="{56959210-CE10-4FB4-A5F1-7E5700E27557}" type="presParOf" srcId="{3CD29B51-7E24-44BC-8FB6-68090F656645}" destId="{FE05716E-6238-4B8C-8506-D1B371E54976}" srcOrd="2" destOrd="0" presId="urn:microsoft.com/office/officeart/2005/8/layout/orgChart1"/>
    <dgm:cxn modelId="{DC355C57-1F36-4DDA-93BC-1581CA6D1F26}" type="presParOf" srcId="{5C9A8BB6-DC8D-435B-9E8C-D67BE5D36999}" destId="{82F009CF-38DA-4F82-9322-66A8C46D47A9}" srcOrd="6" destOrd="0" presId="urn:microsoft.com/office/officeart/2005/8/layout/orgChart1"/>
    <dgm:cxn modelId="{CE4D8318-5C9F-4C9B-9BDC-BBCF17DC1016}" type="presParOf" srcId="{5C9A8BB6-DC8D-435B-9E8C-D67BE5D36999}" destId="{97A7EA05-16DE-4420-954A-81967E249858}" srcOrd="7" destOrd="0" presId="urn:microsoft.com/office/officeart/2005/8/layout/orgChart1"/>
    <dgm:cxn modelId="{DB2F1BC6-15C2-439B-B6F9-DD8F98964E97}" type="presParOf" srcId="{97A7EA05-16DE-4420-954A-81967E249858}" destId="{59D824B1-A26C-454C-AA5B-0CFC332F4C19}" srcOrd="0" destOrd="0" presId="urn:microsoft.com/office/officeart/2005/8/layout/orgChart1"/>
    <dgm:cxn modelId="{E45C69F8-C0B9-45EC-80D4-9DAEC4F6B902}" type="presParOf" srcId="{59D824B1-A26C-454C-AA5B-0CFC332F4C19}" destId="{CA8E752C-60E0-4A55-9170-E095AB2EB12A}" srcOrd="0" destOrd="0" presId="urn:microsoft.com/office/officeart/2005/8/layout/orgChart1"/>
    <dgm:cxn modelId="{FEC790DC-E2C0-4725-915F-E2646452D558}" type="presParOf" srcId="{59D824B1-A26C-454C-AA5B-0CFC332F4C19}" destId="{14B30257-E28E-40FE-AC59-3222A2E6DCF4}" srcOrd="1" destOrd="0" presId="urn:microsoft.com/office/officeart/2005/8/layout/orgChart1"/>
    <dgm:cxn modelId="{6D0DA2DB-61A1-4690-B394-7EB64B32E110}" type="presParOf" srcId="{97A7EA05-16DE-4420-954A-81967E249858}" destId="{168B1C20-6481-4094-AAD8-B5D3F9E86EA8}" srcOrd="1" destOrd="0" presId="urn:microsoft.com/office/officeart/2005/8/layout/orgChart1"/>
    <dgm:cxn modelId="{063D26DD-733C-4F9D-B1AF-B80E8A25F3EE}" type="presParOf" srcId="{97A7EA05-16DE-4420-954A-81967E249858}" destId="{CBC68915-01F0-4611-9D3C-D149BEC555AA}" srcOrd="2" destOrd="0" presId="urn:microsoft.com/office/officeart/2005/8/layout/orgChart1"/>
    <dgm:cxn modelId="{D0C03E9F-6951-4000-ABED-22790A53BE50}" type="presParOf" srcId="{5C9A8BB6-DC8D-435B-9E8C-D67BE5D36999}" destId="{481FD633-7DA8-4372-8EDC-98E0D9B15554}" srcOrd="8" destOrd="0" presId="urn:microsoft.com/office/officeart/2005/8/layout/orgChart1"/>
    <dgm:cxn modelId="{AA107927-3FB8-43CF-8A0B-101BC75DDAC6}" type="presParOf" srcId="{5C9A8BB6-DC8D-435B-9E8C-D67BE5D36999}" destId="{1B1DFDC2-8BFE-4809-8B1C-7FE777F9B634}" srcOrd="9" destOrd="0" presId="urn:microsoft.com/office/officeart/2005/8/layout/orgChart1"/>
    <dgm:cxn modelId="{5B246E50-1392-4B0A-8711-DCA4D860596D}" type="presParOf" srcId="{1B1DFDC2-8BFE-4809-8B1C-7FE777F9B634}" destId="{50306126-2CA3-424A-8321-AD51695DC0E9}" srcOrd="0" destOrd="0" presId="urn:microsoft.com/office/officeart/2005/8/layout/orgChart1"/>
    <dgm:cxn modelId="{BBE85E2C-0B1A-41A3-AA2F-D7C2DD5C009D}" type="presParOf" srcId="{50306126-2CA3-424A-8321-AD51695DC0E9}" destId="{74C90DD2-DA35-4454-B529-59CC1186590D}" srcOrd="0" destOrd="0" presId="urn:microsoft.com/office/officeart/2005/8/layout/orgChart1"/>
    <dgm:cxn modelId="{818ECFDF-39C6-435F-BC37-777F8BDC9EA3}" type="presParOf" srcId="{50306126-2CA3-424A-8321-AD51695DC0E9}" destId="{2926DE00-6F43-4D7C-8561-4A09673729FA}" srcOrd="1" destOrd="0" presId="urn:microsoft.com/office/officeart/2005/8/layout/orgChart1"/>
    <dgm:cxn modelId="{A5685533-52B7-4EE1-BE28-7859C4C6C65C}" type="presParOf" srcId="{1B1DFDC2-8BFE-4809-8B1C-7FE777F9B634}" destId="{9B5E3112-15B1-46EC-B1BC-22DF293AA399}" srcOrd="1" destOrd="0" presId="urn:microsoft.com/office/officeart/2005/8/layout/orgChart1"/>
    <dgm:cxn modelId="{55629B99-25CE-4340-BBF4-A310D676411B}" type="presParOf" srcId="{1B1DFDC2-8BFE-4809-8B1C-7FE777F9B634}" destId="{63E3D758-C00C-4D83-9ED7-43581CAD8A97}" srcOrd="2" destOrd="0" presId="urn:microsoft.com/office/officeart/2005/8/layout/orgChart1"/>
    <dgm:cxn modelId="{C889719D-EE27-4578-A67F-CFCD11F0DB67}" type="presParOf" srcId="{049FB5B1-AB35-4130-9F35-ADAC8C5B31FF}" destId="{3266249E-8614-4437-A1C1-B8FA3C35AB09}" srcOrd="2" destOrd="0" presId="urn:microsoft.com/office/officeart/2005/8/layout/orgChart1"/>
    <dgm:cxn modelId="{8A1DC75C-DC84-47CE-9A07-50C0DC63F04E}" type="presParOf" srcId="{F2C20CEB-83FC-43AC-A797-EB34796FE88F}" destId="{A0DDEB07-9856-4A35-9FA6-654857A9D7C4}" srcOrd="4" destOrd="0" presId="urn:microsoft.com/office/officeart/2005/8/layout/orgChart1"/>
    <dgm:cxn modelId="{72CAAEC1-D116-4984-9A11-642C4EE06D1E}" type="presParOf" srcId="{F2C20CEB-83FC-43AC-A797-EB34796FE88F}" destId="{5E4B26AA-2414-440B-9967-5E0BC65F617C}" srcOrd="5" destOrd="0" presId="urn:microsoft.com/office/officeart/2005/8/layout/orgChart1"/>
    <dgm:cxn modelId="{6B650A19-4643-4877-AFC9-C36516DC96FC}" type="presParOf" srcId="{5E4B26AA-2414-440B-9967-5E0BC65F617C}" destId="{6055F4EC-DAA0-4F99-BAAD-64248300BEE4}" srcOrd="0" destOrd="0" presId="urn:microsoft.com/office/officeart/2005/8/layout/orgChart1"/>
    <dgm:cxn modelId="{BCEEF7FE-1DD9-449C-921B-E67B04599E67}" type="presParOf" srcId="{6055F4EC-DAA0-4F99-BAAD-64248300BEE4}" destId="{E9EE4542-D680-40B4-B2BE-CAA350EB1CA7}" srcOrd="0" destOrd="0" presId="urn:microsoft.com/office/officeart/2005/8/layout/orgChart1"/>
    <dgm:cxn modelId="{5A4275FC-8C70-48DF-B841-33A8FE3E0329}" type="presParOf" srcId="{6055F4EC-DAA0-4F99-BAAD-64248300BEE4}" destId="{1337431B-37DE-4226-9E3E-6D343F014B31}" srcOrd="1" destOrd="0" presId="urn:microsoft.com/office/officeart/2005/8/layout/orgChart1"/>
    <dgm:cxn modelId="{A582D6FB-DCB0-46B4-98BF-1D777B3CCA5B}" type="presParOf" srcId="{5E4B26AA-2414-440B-9967-5E0BC65F617C}" destId="{E36E538E-1207-4770-A4E7-6A3E8BFEEA74}" srcOrd="1" destOrd="0" presId="urn:microsoft.com/office/officeart/2005/8/layout/orgChart1"/>
    <dgm:cxn modelId="{CC82B3F0-119B-474C-A2B3-518C8CC4A3CC}" type="presParOf" srcId="{E36E538E-1207-4770-A4E7-6A3E8BFEEA74}" destId="{18FAC2CF-E498-48FD-A865-67E06E77520C}" srcOrd="0" destOrd="0" presId="urn:microsoft.com/office/officeart/2005/8/layout/orgChart1"/>
    <dgm:cxn modelId="{B956D2DC-0813-4495-A2DE-875236E91D7F}" type="presParOf" srcId="{E36E538E-1207-4770-A4E7-6A3E8BFEEA74}" destId="{F18E3944-74CC-408F-B4AF-CD289434D1FE}" srcOrd="1" destOrd="0" presId="urn:microsoft.com/office/officeart/2005/8/layout/orgChart1"/>
    <dgm:cxn modelId="{617A3A06-E264-4826-8CD9-B302F7B59F9D}" type="presParOf" srcId="{F18E3944-74CC-408F-B4AF-CD289434D1FE}" destId="{EA9CED20-EF14-41D2-875A-17D4E91E811F}" srcOrd="0" destOrd="0" presId="urn:microsoft.com/office/officeart/2005/8/layout/orgChart1"/>
    <dgm:cxn modelId="{AE9074F2-3560-4389-A358-A2501A89032B}" type="presParOf" srcId="{EA9CED20-EF14-41D2-875A-17D4E91E811F}" destId="{F8E2B2C4-041A-4425-BC1D-D6DFB68A197A}" srcOrd="0" destOrd="0" presId="urn:microsoft.com/office/officeart/2005/8/layout/orgChart1"/>
    <dgm:cxn modelId="{87C97905-4539-4DAB-A78D-63EA5FD26B18}" type="presParOf" srcId="{EA9CED20-EF14-41D2-875A-17D4E91E811F}" destId="{E3B7CDC9-693E-4DFC-A53B-292380C7AC40}" srcOrd="1" destOrd="0" presId="urn:microsoft.com/office/officeart/2005/8/layout/orgChart1"/>
    <dgm:cxn modelId="{1BEAE574-0DEE-4A47-9418-3EB8FA1DF83F}" type="presParOf" srcId="{F18E3944-74CC-408F-B4AF-CD289434D1FE}" destId="{E04605A4-28D9-4DCD-B72F-A91F8D59A8AC}" srcOrd="1" destOrd="0" presId="urn:microsoft.com/office/officeart/2005/8/layout/orgChart1"/>
    <dgm:cxn modelId="{115F3537-75B4-4E89-B704-0C70A5BE3157}" type="presParOf" srcId="{F18E3944-74CC-408F-B4AF-CD289434D1FE}" destId="{E401F192-F814-4102-8760-F125FE677B87}" srcOrd="2" destOrd="0" presId="urn:microsoft.com/office/officeart/2005/8/layout/orgChart1"/>
    <dgm:cxn modelId="{FB8BF14B-AB40-4E51-9331-A2A958BC0E2E}" type="presParOf" srcId="{E36E538E-1207-4770-A4E7-6A3E8BFEEA74}" destId="{BE014F84-7F82-4F51-B26A-3BA82442D8C6}" srcOrd="2" destOrd="0" presId="urn:microsoft.com/office/officeart/2005/8/layout/orgChart1"/>
    <dgm:cxn modelId="{E4E6478A-1E32-4BE7-A02E-09EC59A5684C}" type="presParOf" srcId="{E36E538E-1207-4770-A4E7-6A3E8BFEEA74}" destId="{9F87B4FD-BE7A-4142-AA9A-2F1AD347B81E}" srcOrd="3" destOrd="0" presId="urn:microsoft.com/office/officeart/2005/8/layout/orgChart1"/>
    <dgm:cxn modelId="{F3A29309-9DE5-441E-89C4-08F4F477AC23}" type="presParOf" srcId="{9F87B4FD-BE7A-4142-AA9A-2F1AD347B81E}" destId="{E30C4EB2-3995-4DBF-A76C-BB3195FD0CEB}" srcOrd="0" destOrd="0" presId="urn:microsoft.com/office/officeart/2005/8/layout/orgChart1"/>
    <dgm:cxn modelId="{E1A0125E-8566-4583-B422-5F7640397DA7}" type="presParOf" srcId="{E30C4EB2-3995-4DBF-A76C-BB3195FD0CEB}" destId="{54EB1271-5DCF-4EC2-8C24-B3E1334EC393}" srcOrd="0" destOrd="0" presId="urn:microsoft.com/office/officeart/2005/8/layout/orgChart1"/>
    <dgm:cxn modelId="{DFEE368A-76E1-4320-93CD-DFB9A9F5A735}" type="presParOf" srcId="{E30C4EB2-3995-4DBF-A76C-BB3195FD0CEB}" destId="{D6F36974-D50E-4803-A18F-05EE92896C17}" srcOrd="1" destOrd="0" presId="urn:microsoft.com/office/officeart/2005/8/layout/orgChart1"/>
    <dgm:cxn modelId="{E9EEC35B-7A36-4B25-AF30-B0C4368A24DF}" type="presParOf" srcId="{9F87B4FD-BE7A-4142-AA9A-2F1AD347B81E}" destId="{EDF6C670-B012-4B6D-8407-D228E80CEA94}" srcOrd="1" destOrd="0" presId="urn:microsoft.com/office/officeart/2005/8/layout/orgChart1"/>
    <dgm:cxn modelId="{3348FB3C-7C17-4B05-8714-9C034EDE2991}" type="presParOf" srcId="{9F87B4FD-BE7A-4142-AA9A-2F1AD347B81E}" destId="{5DFC794A-97B3-4DCD-9862-2338517C01E4}" srcOrd="2" destOrd="0" presId="urn:microsoft.com/office/officeart/2005/8/layout/orgChart1"/>
    <dgm:cxn modelId="{E7EB808D-759D-455A-9D82-8DB802886E47}" type="presParOf" srcId="{E36E538E-1207-4770-A4E7-6A3E8BFEEA74}" destId="{48E9A153-2524-494C-A0E6-38672B9EFD88}" srcOrd="4" destOrd="0" presId="urn:microsoft.com/office/officeart/2005/8/layout/orgChart1"/>
    <dgm:cxn modelId="{342F5446-5AB3-438A-91DD-F1A2F682FAD3}" type="presParOf" srcId="{E36E538E-1207-4770-A4E7-6A3E8BFEEA74}" destId="{06189179-E4EA-4957-8D90-5FE30DA05D0E}" srcOrd="5" destOrd="0" presId="urn:microsoft.com/office/officeart/2005/8/layout/orgChart1"/>
    <dgm:cxn modelId="{BF92A878-8C02-445D-8D31-D0BB289166B6}" type="presParOf" srcId="{06189179-E4EA-4957-8D90-5FE30DA05D0E}" destId="{F6F08E32-DFD7-44F7-9E19-1F1BAA062E2F}" srcOrd="0" destOrd="0" presId="urn:microsoft.com/office/officeart/2005/8/layout/orgChart1"/>
    <dgm:cxn modelId="{4406FEB0-C5BE-443B-8765-71BC989C51F8}" type="presParOf" srcId="{F6F08E32-DFD7-44F7-9E19-1F1BAA062E2F}" destId="{908FA135-5EB2-4090-AA44-540007A86F6C}" srcOrd="0" destOrd="0" presId="urn:microsoft.com/office/officeart/2005/8/layout/orgChart1"/>
    <dgm:cxn modelId="{AF2115EC-58EE-4995-AD8A-A2FC6F273F9B}" type="presParOf" srcId="{F6F08E32-DFD7-44F7-9E19-1F1BAA062E2F}" destId="{FA31A540-256B-48D7-85E8-21505EECEE67}" srcOrd="1" destOrd="0" presId="urn:microsoft.com/office/officeart/2005/8/layout/orgChart1"/>
    <dgm:cxn modelId="{35762380-1F3C-461B-8D66-9976DC1A5A9F}" type="presParOf" srcId="{06189179-E4EA-4957-8D90-5FE30DA05D0E}" destId="{32539792-30E4-4A0A-8BC1-89CC7F2754FB}" srcOrd="1" destOrd="0" presId="urn:microsoft.com/office/officeart/2005/8/layout/orgChart1"/>
    <dgm:cxn modelId="{E9381887-17F6-4E46-9DB3-B3A34567A39A}" type="presParOf" srcId="{06189179-E4EA-4957-8D90-5FE30DA05D0E}" destId="{8199CAAD-B512-4405-9B8C-3F38148B97D9}" srcOrd="2" destOrd="0" presId="urn:microsoft.com/office/officeart/2005/8/layout/orgChart1"/>
    <dgm:cxn modelId="{BA45AC77-ACEF-42BF-9C31-44FA27DC606B}" type="presParOf" srcId="{5E4B26AA-2414-440B-9967-5E0BC65F617C}" destId="{5F365B80-3F63-47EC-8BCF-82BB2CCD854A}" srcOrd="2" destOrd="0" presId="urn:microsoft.com/office/officeart/2005/8/layout/orgChart1"/>
    <dgm:cxn modelId="{CA1E67C6-D21B-4574-8898-D4D33063A966}" type="presParOf" srcId="{F2C20CEB-83FC-43AC-A797-EB34796FE88F}" destId="{04CFC366-380F-4819-9E5F-9915305CF0EC}" srcOrd="6" destOrd="0" presId="urn:microsoft.com/office/officeart/2005/8/layout/orgChart1"/>
    <dgm:cxn modelId="{2E87EB35-EBF2-4512-8834-3A047F9EB655}" type="presParOf" srcId="{F2C20CEB-83FC-43AC-A797-EB34796FE88F}" destId="{C628E04C-7C38-4579-B371-9F96DC20F317}" srcOrd="7" destOrd="0" presId="urn:microsoft.com/office/officeart/2005/8/layout/orgChart1"/>
    <dgm:cxn modelId="{E9B07DA0-53D8-419C-B7EC-8A7453C6BD29}" type="presParOf" srcId="{C628E04C-7C38-4579-B371-9F96DC20F317}" destId="{56C11BD4-98AC-4C6F-8AFB-B4A7EE4A3B1E}" srcOrd="0" destOrd="0" presId="urn:microsoft.com/office/officeart/2005/8/layout/orgChart1"/>
    <dgm:cxn modelId="{F7B3D6FE-2CD9-4321-9E2E-634161BD5E7A}" type="presParOf" srcId="{56C11BD4-98AC-4C6F-8AFB-B4A7EE4A3B1E}" destId="{E2FDA285-B4F7-4127-BF14-DABA697FFECC}" srcOrd="0" destOrd="0" presId="urn:microsoft.com/office/officeart/2005/8/layout/orgChart1"/>
    <dgm:cxn modelId="{C10E82C4-55B1-433E-92E8-611315C07B8A}" type="presParOf" srcId="{56C11BD4-98AC-4C6F-8AFB-B4A7EE4A3B1E}" destId="{0B444CBA-22A3-4984-9A88-0D9B541A5307}" srcOrd="1" destOrd="0" presId="urn:microsoft.com/office/officeart/2005/8/layout/orgChart1"/>
    <dgm:cxn modelId="{32D6A0E4-C1B8-4865-9B50-D6078329C8F2}" type="presParOf" srcId="{C628E04C-7C38-4579-B371-9F96DC20F317}" destId="{E30B4838-DD3D-4CCF-97CB-B34C99F8ACC3}" srcOrd="1" destOrd="0" presId="urn:microsoft.com/office/officeart/2005/8/layout/orgChart1"/>
    <dgm:cxn modelId="{2CD88C61-1515-48B1-9B24-A26BFC7FAF31}" type="presParOf" srcId="{E30B4838-DD3D-4CCF-97CB-B34C99F8ACC3}" destId="{5F4363DA-A300-4F70-B7F7-D013DFEE3E56}" srcOrd="0" destOrd="0" presId="urn:microsoft.com/office/officeart/2005/8/layout/orgChart1"/>
    <dgm:cxn modelId="{3174D873-BD5E-4E0B-A70D-0EA7CE6AEAF9}" type="presParOf" srcId="{E30B4838-DD3D-4CCF-97CB-B34C99F8ACC3}" destId="{4514BF13-D4E3-42D7-8A69-65478EC96872}" srcOrd="1" destOrd="0" presId="urn:microsoft.com/office/officeart/2005/8/layout/orgChart1"/>
    <dgm:cxn modelId="{DBA4E184-5D5B-49EC-B0CD-71F3E7FC293A}" type="presParOf" srcId="{4514BF13-D4E3-42D7-8A69-65478EC96872}" destId="{AE1078F8-0D96-46A6-8C7F-F15DFF96CF76}" srcOrd="0" destOrd="0" presId="urn:microsoft.com/office/officeart/2005/8/layout/orgChart1"/>
    <dgm:cxn modelId="{5AF85512-E26F-4801-B89E-04616BA73A96}" type="presParOf" srcId="{AE1078F8-0D96-46A6-8C7F-F15DFF96CF76}" destId="{94F9168A-A1C4-488E-B75D-8881A5FC0F73}" srcOrd="0" destOrd="0" presId="urn:microsoft.com/office/officeart/2005/8/layout/orgChart1"/>
    <dgm:cxn modelId="{E827F1DB-CF65-4752-858C-2F1278D434B1}" type="presParOf" srcId="{AE1078F8-0D96-46A6-8C7F-F15DFF96CF76}" destId="{48A010E4-59ED-4F57-B923-B87CDA86E6EF}" srcOrd="1" destOrd="0" presId="urn:microsoft.com/office/officeart/2005/8/layout/orgChart1"/>
    <dgm:cxn modelId="{41860867-D056-44ED-B98A-58D4ACB3E54E}" type="presParOf" srcId="{4514BF13-D4E3-42D7-8A69-65478EC96872}" destId="{29EB7956-F1D9-41E8-ACAC-E43ECCFCF77E}" srcOrd="1" destOrd="0" presId="urn:microsoft.com/office/officeart/2005/8/layout/orgChart1"/>
    <dgm:cxn modelId="{9CCBB4AD-3804-4295-914F-23365DD9ECEE}" type="presParOf" srcId="{4514BF13-D4E3-42D7-8A69-65478EC96872}" destId="{63182BD9-3DFA-45D8-ACB7-A5089F967238}" srcOrd="2" destOrd="0" presId="urn:microsoft.com/office/officeart/2005/8/layout/orgChart1"/>
    <dgm:cxn modelId="{129D2C80-2FD6-4D94-AFC5-B725C8B288EA}" type="presParOf" srcId="{E30B4838-DD3D-4CCF-97CB-B34C99F8ACC3}" destId="{1D5AA893-342A-4291-B3B5-E4CAC1B7748F}" srcOrd="2" destOrd="0" presId="urn:microsoft.com/office/officeart/2005/8/layout/orgChart1"/>
    <dgm:cxn modelId="{8740260A-1849-4A1C-AF46-9FCF22F5B3EF}" type="presParOf" srcId="{E30B4838-DD3D-4CCF-97CB-B34C99F8ACC3}" destId="{75CB1DDF-35AE-4FD8-A00F-29F62CCB2058}" srcOrd="3" destOrd="0" presId="urn:microsoft.com/office/officeart/2005/8/layout/orgChart1"/>
    <dgm:cxn modelId="{D0053ED9-07E0-4AC2-BC62-32BD1EF7E3FE}" type="presParOf" srcId="{75CB1DDF-35AE-4FD8-A00F-29F62CCB2058}" destId="{71F305C1-392B-4127-8B5A-507413473422}" srcOrd="0" destOrd="0" presId="urn:microsoft.com/office/officeart/2005/8/layout/orgChart1"/>
    <dgm:cxn modelId="{2D727BB8-73DE-4BBA-8B1B-8C2EAD1F6B53}" type="presParOf" srcId="{71F305C1-392B-4127-8B5A-507413473422}" destId="{791C9332-0F68-43E6-983F-E94BDD2CC69C}" srcOrd="0" destOrd="0" presId="urn:microsoft.com/office/officeart/2005/8/layout/orgChart1"/>
    <dgm:cxn modelId="{2D326799-D736-4140-B599-04F2999D9411}" type="presParOf" srcId="{71F305C1-392B-4127-8B5A-507413473422}" destId="{6DE6C037-419C-465A-B705-8BFB51B0A4E2}" srcOrd="1" destOrd="0" presId="urn:microsoft.com/office/officeart/2005/8/layout/orgChart1"/>
    <dgm:cxn modelId="{3D0866AA-B3D2-451B-A967-AB7D0247B2DF}" type="presParOf" srcId="{75CB1DDF-35AE-4FD8-A00F-29F62CCB2058}" destId="{812DE852-BA3A-4082-9BF3-E248C1BC893F}" srcOrd="1" destOrd="0" presId="urn:microsoft.com/office/officeart/2005/8/layout/orgChart1"/>
    <dgm:cxn modelId="{68FBA7F5-7DF6-4032-A363-1D565C8E5856}" type="presParOf" srcId="{75CB1DDF-35AE-4FD8-A00F-29F62CCB2058}" destId="{9DBD5F0A-807D-40D4-A41E-384F1CC376D0}" srcOrd="2" destOrd="0" presId="urn:microsoft.com/office/officeart/2005/8/layout/orgChart1"/>
    <dgm:cxn modelId="{F225311E-405F-4C7A-A8D1-FE7E74106B30}" type="presParOf" srcId="{C628E04C-7C38-4579-B371-9F96DC20F317}" destId="{F34F3AF8-8DFF-4E1A-95FD-17433A3EC019}" srcOrd="2" destOrd="0" presId="urn:microsoft.com/office/officeart/2005/8/layout/orgChart1"/>
    <dgm:cxn modelId="{64707604-C330-4E2F-902E-078A173450E4}" type="presParOf" srcId="{46099724-7A3D-4B5F-8E46-AD2D8D8257AB}" destId="{A616AE3A-3FB4-4DB5-AB68-286707585C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9A0A47-597E-4513-8327-DEE7DF92587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AF37697C-0616-4F3F-A17A-38D2D8DFEBD0}">
      <dgm:prSet custT="1"/>
      <dgm:spPr/>
      <dgm:t>
        <a:bodyPr/>
        <a:lstStyle/>
        <a:p>
          <a:r>
            <a:rPr lang="zh-CN" altLang="en-US" sz="1100" dirty="0"/>
            <a:t>详细设计说明书</a:t>
          </a:r>
        </a:p>
      </dgm:t>
    </dgm:pt>
    <dgm:pt modelId="{AACDFE2A-A740-4631-980F-ABFDA1F05102}" type="parTrans" cxnId="{D08F657B-32EC-4C30-B3B2-63D81D2082D8}">
      <dgm:prSet/>
      <dgm:spPr/>
      <dgm:t>
        <a:bodyPr/>
        <a:lstStyle/>
        <a:p>
          <a:endParaRPr lang="zh-CN" altLang="en-US" sz="1100"/>
        </a:p>
      </dgm:t>
    </dgm:pt>
    <dgm:pt modelId="{3DEA6424-49BC-4315-9BD0-3861CF161DDB}" type="sibTrans" cxnId="{D08F657B-32EC-4C30-B3B2-63D81D2082D8}">
      <dgm:prSet/>
      <dgm:spPr/>
      <dgm:t>
        <a:bodyPr/>
        <a:lstStyle/>
        <a:p>
          <a:endParaRPr lang="zh-CN" altLang="en-US" sz="1100"/>
        </a:p>
      </dgm:t>
    </dgm:pt>
    <dgm:pt modelId="{5DF44FA1-5104-4F86-9F8C-BC07D505D37F}">
      <dgm:prSet custT="1"/>
      <dgm:spPr/>
      <dgm:t>
        <a:bodyPr/>
        <a:lstStyle/>
        <a:p>
          <a:r>
            <a:rPr lang="zh-CN" altLang="en-US" sz="1100" dirty="0"/>
            <a:t>引言</a:t>
          </a:r>
        </a:p>
      </dgm:t>
    </dgm:pt>
    <dgm:pt modelId="{5D81EAEF-FB9F-4A86-8418-3467B207FA4F}" type="parTrans" cxnId="{B7FE43BE-2FA1-4F39-96A7-C26BF9B3F550}">
      <dgm:prSet/>
      <dgm:spPr/>
      <dgm:t>
        <a:bodyPr/>
        <a:lstStyle/>
        <a:p>
          <a:endParaRPr lang="zh-CN" altLang="en-US" sz="1100"/>
        </a:p>
      </dgm:t>
    </dgm:pt>
    <dgm:pt modelId="{92802FCD-1080-4A15-8D7C-911AF9F1E8EA}" type="sibTrans" cxnId="{B7FE43BE-2FA1-4F39-96A7-C26BF9B3F550}">
      <dgm:prSet/>
      <dgm:spPr/>
      <dgm:t>
        <a:bodyPr/>
        <a:lstStyle/>
        <a:p>
          <a:endParaRPr lang="zh-CN" altLang="en-US" sz="1100"/>
        </a:p>
      </dgm:t>
    </dgm:pt>
    <dgm:pt modelId="{E9693A9A-38D2-49C6-8011-17827CD93856}">
      <dgm:prSet custT="1"/>
      <dgm:spPr/>
      <dgm:t>
        <a:bodyPr/>
        <a:lstStyle/>
        <a:p>
          <a:r>
            <a:rPr lang="zh-CN" altLang="en-US" sz="1100" dirty="0"/>
            <a:t>编写目的</a:t>
          </a:r>
        </a:p>
      </dgm:t>
    </dgm:pt>
    <dgm:pt modelId="{C2ABDABF-E7E9-45C0-8FEB-345F108A60BD}" type="parTrans" cxnId="{BABBCB94-8486-4D44-9FAC-74DE141A5E6C}">
      <dgm:prSet/>
      <dgm:spPr/>
      <dgm:t>
        <a:bodyPr/>
        <a:lstStyle/>
        <a:p>
          <a:endParaRPr lang="zh-CN" altLang="en-US" sz="1100"/>
        </a:p>
      </dgm:t>
    </dgm:pt>
    <dgm:pt modelId="{6F1DE746-4E18-4955-B797-3E1A70E2408C}" type="sibTrans" cxnId="{BABBCB94-8486-4D44-9FAC-74DE141A5E6C}">
      <dgm:prSet/>
      <dgm:spPr/>
      <dgm:t>
        <a:bodyPr/>
        <a:lstStyle/>
        <a:p>
          <a:endParaRPr lang="zh-CN" altLang="en-US" sz="1100"/>
        </a:p>
      </dgm:t>
    </dgm:pt>
    <dgm:pt modelId="{9B84C657-0CDE-4B9A-88EF-5CB963A3FC7D}">
      <dgm:prSet custT="1"/>
      <dgm:spPr/>
      <dgm:t>
        <a:bodyPr/>
        <a:lstStyle/>
        <a:p>
          <a:r>
            <a:rPr lang="zh-CN" altLang="en-US" sz="1100" dirty="0"/>
            <a:t>背景说明</a:t>
          </a:r>
        </a:p>
      </dgm:t>
    </dgm:pt>
    <dgm:pt modelId="{755ED0CD-A135-4D56-9219-3461981F97D7}" type="parTrans" cxnId="{33074470-501D-4D88-BBE1-5179ED0B1836}">
      <dgm:prSet/>
      <dgm:spPr/>
      <dgm:t>
        <a:bodyPr/>
        <a:lstStyle/>
        <a:p>
          <a:endParaRPr lang="zh-CN" altLang="en-US" sz="1100"/>
        </a:p>
      </dgm:t>
    </dgm:pt>
    <dgm:pt modelId="{8AC35B48-BE73-47B4-A24D-C1E9D78C0770}" type="sibTrans" cxnId="{33074470-501D-4D88-BBE1-5179ED0B1836}">
      <dgm:prSet/>
      <dgm:spPr/>
      <dgm:t>
        <a:bodyPr/>
        <a:lstStyle/>
        <a:p>
          <a:endParaRPr lang="zh-CN" altLang="en-US" sz="1100"/>
        </a:p>
      </dgm:t>
    </dgm:pt>
    <dgm:pt modelId="{1D32054F-A708-4AEA-A67D-68AA5E9571AC}">
      <dgm:prSet custT="1"/>
      <dgm:spPr/>
      <dgm:t>
        <a:bodyPr/>
        <a:lstStyle/>
        <a:p>
          <a:r>
            <a:rPr lang="zh-CN" altLang="en-US" sz="1100" dirty="0"/>
            <a:t>定义</a:t>
          </a:r>
        </a:p>
      </dgm:t>
    </dgm:pt>
    <dgm:pt modelId="{ABCB39A3-DD88-451E-9A80-D350892E400A}" type="parTrans" cxnId="{DEFE193E-F082-484E-ADB2-6C6EC469B7F5}">
      <dgm:prSet/>
      <dgm:spPr/>
      <dgm:t>
        <a:bodyPr/>
        <a:lstStyle/>
        <a:p>
          <a:endParaRPr lang="zh-CN" altLang="en-US" sz="1100"/>
        </a:p>
      </dgm:t>
    </dgm:pt>
    <dgm:pt modelId="{83684D9E-3DE5-42F9-BBD9-1558BD974DFB}" type="sibTrans" cxnId="{DEFE193E-F082-484E-ADB2-6C6EC469B7F5}">
      <dgm:prSet/>
      <dgm:spPr/>
      <dgm:t>
        <a:bodyPr/>
        <a:lstStyle/>
        <a:p>
          <a:endParaRPr lang="zh-CN" altLang="en-US" sz="1100"/>
        </a:p>
      </dgm:t>
    </dgm:pt>
    <dgm:pt modelId="{4BE40137-C585-4684-AF84-8C8479652498}">
      <dgm:prSet custT="1"/>
      <dgm:spPr/>
      <dgm:t>
        <a:bodyPr/>
        <a:lstStyle/>
        <a:p>
          <a:r>
            <a:rPr lang="zh-CN" altLang="en-US" sz="1100" dirty="0"/>
            <a:t>程序系统的结构</a:t>
          </a:r>
        </a:p>
      </dgm:t>
    </dgm:pt>
    <dgm:pt modelId="{98D8E1D9-2E04-4553-A42F-4F3D0EE46DAF}" type="parTrans" cxnId="{4920E810-3F79-4DBE-AC4A-438DBD04C4C8}">
      <dgm:prSet/>
      <dgm:spPr/>
      <dgm:t>
        <a:bodyPr/>
        <a:lstStyle/>
        <a:p>
          <a:endParaRPr lang="zh-CN" altLang="en-US" sz="1100"/>
        </a:p>
      </dgm:t>
    </dgm:pt>
    <dgm:pt modelId="{BE468ED8-F620-44D3-8E46-C96B65C36293}" type="sibTrans" cxnId="{4920E810-3F79-4DBE-AC4A-438DBD04C4C8}">
      <dgm:prSet/>
      <dgm:spPr/>
      <dgm:t>
        <a:bodyPr/>
        <a:lstStyle/>
        <a:p>
          <a:endParaRPr lang="zh-CN" altLang="en-US" sz="1100"/>
        </a:p>
      </dgm:t>
    </dgm:pt>
    <dgm:pt modelId="{09889277-B6D5-4BC3-9757-ED4602781029}">
      <dgm:prSet custT="1"/>
      <dgm:spPr/>
      <dgm:t>
        <a:bodyPr/>
        <a:lstStyle/>
        <a:p>
          <a:r>
            <a:rPr lang="zh-CN" altLang="en-US" sz="1100" dirty="0"/>
            <a:t>程序描述</a:t>
          </a:r>
        </a:p>
      </dgm:t>
    </dgm:pt>
    <dgm:pt modelId="{D4044F27-78A6-4FD4-A53C-6FFA1B2BDC66}" type="parTrans" cxnId="{49E7EC84-17EE-466A-B8D1-1874479D930D}">
      <dgm:prSet/>
      <dgm:spPr/>
      <dgm:t>
        <a:bodyPr/>
        <a:lstStyle/>
        <a:p>
          <a:endParaRPr lang="zh-CN" altLang="en-US" sz="1100"/>
        </a:p>
      </dgm:t>
    </dgm:pt>
    <dgm:pt modelId="{A56C200B-F64F-4A9D-B8C1-5053F689616B}" type="sibTrans" cxnId="{49E7EC84-17EE-466A-B8D1-1874479D930D}">
      <dgm:prSet/>
      <dgm:spPr/>
      <dgm:t>
        <a:bodyPr/>
        <a:lstStyle/>
        <a:p>
          <a:endParaRPr lang="zh-CN" altLang="en-US" sz="1100"/>
        </a:p>
      </dgm:t>
    </dgm:pt>
    <dgm:pt modelId="{5D98ED7D-6032-4F95-BCC6-F95C3744A953}">
      <dgm:prSet custT="1"/>
      <dgm:spPr/>
      <dgm:t>
        <a:bodyPr/>
        <a:lstStyle/>
        <a:p>
          <a:r>
            <a:rPr lang="zh-CN" altLang="en-US" sz="1100" dirty="0"/>
            <a:t>功能</a:t>
          </a:r>
        </a:p>
      </dgm:t>
    </dgm:pt>
    <dgm:pt modelId="{6E304FDF-98FC-4FF4-A441-EB839FEA14BC}" type="parTrans" cxnId="{D4F86C32-39A0-42A0-878C-F0145FD4CF82}">
      <dgm:prSet/>
      <dgm:spPr/>
      <dgm:t>
        <a:bodyPr/>
        <a:lstStyle/>
        <a:p>
          <a:endParaRPr lang="zh-CN" altLang="en-US" sz="1100"/>
        </a:p>
      </dgm:t>
    </dgm:pt>
    <dgm:pt modelId="{F6FD70F5-E60F-42C2-A75F-FCDE78BBEB67}" type="sibTrans" cxnId="{D4F86C32-39A0-42A0-878C-F0145FD4CF82}">
      <dgm:prSet/>
      <dgm:spPr/>
      <dgm:t>
        <a:bodyPr/>
        <a:lstStyle/>
        <a:p>
          <a:endParaRPr lang="zh-CN" altLang="en-US" sz="1100"/>
        </a:p>
      </dgm:t>
    </dgm:pt>
    <dgm:pt modelId="{38B26C47-ED0E-4DC0-86C2-44D73D90A56F}">
      <dgm:prSet custT="1"/>
      <dgm:spPr/>
      <dgm:t>
        <a:bodyPr/>
        <a:lstStyle/>
        <a:p>
          <a:r>
            <a:rPr lang="zh-CN" altLang="en-US" sz="1100" dirty="0"/>
            <a:t>性能</a:t>
          </a:r>
        </a:p>
      </dgm:t>
    </dgm:pt>
    <dgm:pt modelId="{329431D1-6AD5-4296-9DFF-7D9BC06F3436}" type="parTrans" cxnId="{B0340F35-1638-431D-BAF3-74BB50772727}">
      <dgm:prSet/>
      <dgm:spPr/>
      <dgm:t>
        <a:bodyPr/>
        <a:lstStyle/>
        <a:p>
          <a:endParaRPr lang="zh-CN" altLang="en-US" sz="1100"/>
        </a:p>
      </dgm:t>
    </dgm:pt>
    <dgm:pt modelId="{C98E37FE-7CE7-4E06-B5CC-EF58D51B30E8}" type="sibTrans" cxnId="{B0340F35-1638-431D-BAF3-74BB50772727}">
      <dgm:prSet/>
      <dgm:spPr/>
      <dgm:t>
        <a:bodyPr/>
        <a:lstStyle/>
        <a:p>
          <a:endParaRPr lang="zh-CN" altLang="en-US" sz="1100"/>
        </a:p>
      </dgm:t>
    </dgm:pt>
    <dgm:pt modelId="{CE6E361E-9344-4314-8A5D-1F0FD197B531}">
      <dgm:prSet custT="1"/>
      <dgm:spPr/>
      <dgm:t>
        <a:bodyPr/>
        <a:lstStyle/>
        <a:p>
          <a:r>
            <a:rPr lang="zh-CN" altLang="en-US" sz="1100" dirty="0"/>
            <a:t>输入项</a:t>
          </a:r>
        </a:p>
      </dgm:t>
    </dgm:pt>
    <dgm:pt modelId="{BDB74B0F-3FD8-44FF-BC40-D1DAF4B6DCCA}" type="parTrans" cxnId="{33D482D0-0913-4FFE-938C-A968B5F49404}">
      <dgm:prSet/>
      <dgm:spPr/>
      <dgm:t>
        <a:bodyPr/>
        <a:lstStyle/>
        <a:p>
          <a:endParaRPr lang="zh-CN" altLang="en-US" sz="1100"/>
        </a:p>
      </dgm:t>
    </dgm:pt>
    <dgm:pt modelId="{93A37249-C2B2-4D82-B2AF-BE172752CEC9}" type="sibTrans" cxnId="{33D482D0-0913-4FFE-938C-A968B5F49404}">
      <dgm:prSet/>
      <dgm:spPr/>
      <dgm:t>
        <a:bodyPr/>
        <a:lstStyle/>
        <a:p>
          <a:endParaRPr lang="zh-CN" altLang="en-US" sz="1100"/>
        </a:p>
      </dgm:t>
    </dgm:pt>
    <dgm:pt modelId="{B198548C-4569-4CB0-8805-344AAD480B79}">
      <dgm:prSet custT="1"/>
      <dgm:spPr/>
      <dgm:t>
        <a:bodyPr/>
        <a:lstStyle/>
        <a:p>
          <a:r>
            <a:rPr lang="zh-CN" altLang="en-US" sz="1100" dirty="0"/>
            <a:t>输出项</a:t>
          </a:r>
        </a:p>
      </dgm:t>
    </dgm:pt>
    <dgm:pt modelId="{6AC8C0EC-4856-4903-8EE6-CD12FDF626A0}" type="parTrans" cxnId="{C0342114-BE6C-4FA8-9507-AE8291A8CDEC}">
      <dgm:prSet/>
      <dgm:spPr/>
      <dgm:t>
        <a:bodyPr/>
        <a:lstStyle/>
        <a:p>
          <a:endParaRPr lang="zh-CN" altLang="en-US" sz="1100"/>
        </a:p>
      </dgm:t>
    </dgm:pt>
    <dgm:pt modelId="{3D5678F2-B104-48D2-B6C8-64FC0266503C}" type="sibTrans" cxnId="{C0342114-BE6C-4FA8-9507-AE8291A8CDEC}">
      <dgm:prSet/>
      <dgm:spPr/>
      <dgm:t>
        <a:bodyPr/>
        <a:lstStyle/>
        <a:p>
          <a:endParaRPr lang="zh-CN" altLang="en-US" sz="1100"/>
        </a:p>
      </dgm:t>
    </dgm:pt>
    <dgm:pt modelId="{C4278B33-2721-445A-BE72-24F72C1C507D}">
      <dgm:prSet custT="1"/>
      <dgm:spPr/>
      <dgm:t>
        <a:bodyPr/>
        <a:lstStyle/>
        <a:p>
          <a:r>
            <a:rPr lang="zh-CN" altLang="en-US" sz="1100" dirty="0"/>
            <a:t>算法</a:t>
          </a:r>
        </a:p>
      </dgm:t>
    </dgm:pt>
    <dgm:pt modelId="{471468AD-189F-47D5-BE51-F94963B4C690}" type="parTrans" cxnId="{C479DE2A-31F9-4FFA-B195-4F8E50709F22}">
      <dgm:prSet/>
      <dgm:spPr/>
      <dgm:t>
        <a:bodyPr/>
        <a:lstStyle/>
        <a:p>
          <a:endParaRPr lang="zh-CN" altLang="en-US" sz="1100"/>
        </a:p>
      </dgm:t>
    </dgm:pt>
    <dgm:pt modelId="{AE5F0959-A641-4EEE-AA72-646373C9D55D}" type="sibTrans" cxnId="{C479DE2A-31F9-4FFA-B195-4F8E50709F22}">
      <dgm:prSet/>
      <dgm:spPr/>
      <dgm:t>
        <a:bodyPr/>
        <a:lstStyle/>
        <a:p>
          <a:endParaRPr lang="zh-CN" altLang="en-US" sz="1100"/>
        </a:p>
      </dgm:t>
    </dgm:pt>
    <dgm:pt modelId="{4C6F99BF-DEA9-4481-A104-9728DB0E5006}">
      <dgm:prSet custT="1"/>
      <dgm:spPr/>
      <dgm:t>
        <a:bodyPr/>
        <a:lstStyle/>
        <a:p>
          <a:r>
            <a:rPr lang="zh-CN" altLang="en-US" sz="1100"/>
            <a:t>测试计划</a:t>
          </a:r>
        </a:p>
      </dgm:t>
    </dgm:pt>
    <dgm:pt modelId="{0C8B94C3-C469-4D76-A265-518F58D39962}" type="parTrans" cxnId="{9B815246-DEA8-45F3-AF7C-739642FED2F1}">
      <dgm:prSet/>
      <dgm:spPr/>
      <dgm:t>
        <a:bodyPr/>
        <a:lstStyle/>
        <a:p>
          <a:endParaRPr lang="zh-CN" altLang="en-US" sz="1100"/>
        </a:p>
      </dgm:t>
    </dgm:pt>
    <dgm:pt modelId="{2B314D93-87D6-40F7-83A7-53A430C732DC}" type="sibTrans" cxnId="{9B815246-DEA8-45F3-AF7C-739642FED2F1}">
      <dgm:prSet/>
      <dgm:spPr/>
      <dgm:t>
        <a:bodyPr/>
        <a:lstStyle/>
        <a:p>
          <a:endParaRPr lang="zh-CN" altLang="en-US" sz="1100"/>
        </a:p>
      </dgm:t>
    </dgm:pt>
    <dgm:pt modelId="{4B81BE27-95F7-44AA-98B8-FF1DD20735CC}">
      <dgm:prSet custT="1"/>
      <dgm:spPr/>
      <dgm:t>
        <a:bodyPr/>
        <a:lstStyle/>
        <a:p>
          <a:r>
            <a:rPr lang="zh-CN" altLang="en-US" sz="1100" dirty="0"/>
            <a:t>尚未解决的问题</a:t>
          </a:r>
        </a:p>
      </dgm:t>
    </dgm:pt>
    <dgm:pt modelId="{340E4B3B-B2F5-47D4-8B48-ED29244AA343}" type="parTrans" cxnId="{960A7BC5-635B-46FC-87A4-0EB1D181D19B}">
      <dgm:prSet/>
      <dgm:spPr/>
      <dgm:t>
        <a:bodyPr/>
        <a:lstStyle/>
        <a:p>
          <a:endParaRPr lang="zh-CN" altLang="en-US" sz="1100"/>
        </a:p>
      </dgm:t>
    </dgm:pt>
    <dgm:pt modelId="{7AEB9E05-9784-47CB-88EB-DC25540593BD}" type="sibTrans" cxnId="{960A7BC5-635B-46FC-87A4-0EB1D181D19B}">
      <dgm:prSet/>
      <dgm:spPr/>
      <dgm:t>
        <a:bodyPr/>
        <a:lstStyle/>
        <a:p>
          <a:endParaRPr lang="zh-CN" altLang="en-US" sz="1100"/>
        </a:p>
      </dgm:t>
    </dgm:pt>
    <dgm:pt modelId="{4076BBCB-648E-47E1-9645-353A100F0823}">
      <dgm:prSet custT="1"/>
      <dgm:spPr/>
      <dgm:t>
        <a:bodyPr/>
        <a:lstStyle/>
        <a:p>
          <a:r>
            <a:rPr lang="zh-CN" altLang="en-US" sz="1100" dirty="0"/>
            <a:t>流程逻辑</a:t>
          </a:r>
        </a:p>
      </dgm:t>
    </dgm:pt>
    <dgm:pt modelId="{24DB82DF-D78B-49D6-A5B5-7FF687B2BD31}" type="parTrans" cxnId="{EB1C8439-A64E-492C-9C2E-606E15EA5865}">
      <dgm:prSet/>
      <dgm:spPr/>
      <dgm:t>
        <a:bodyPr/>
        <a:lstStyle/>
        <a:p>
          <a:endParaRPr lang="zh-CN" altLang="en-US" sz="1100"/>
        </a:p>
      </dgm:t>
    </dgm:pt>
    <dgm:pt modelId="{3E4D9C0D-88F3-4C50-8C49-6356BF785A92}" type="sibTrans" cxnId="{EB1C8439-A64E-492C-9C2E-606E15EA5865}">
      <dgm:prSet/>
      <dgm:spPr/>
      <dgm:t>
        <a:bodyPr/>
        <a:lstStyle/>
        <a:p>
          <a:endParaRPr lang="zh-CN" altLang="en-US" sz="1100"/>
        </a:p>
      </dgm:t>
    </dgm:pt>
    <dgm:pt modelId="{0882E7E6-09BE-43E2-8F90-DF4E8AF1DFA0}">
      <dgm:prSet custT="1"/>
      <dgm:spPr/>
      <dgm:t>
        <a:bodyPr/>
        <a:lstStyle/>
        <a:p>
          <a:r>
            <a:rPr lang="zh-CN" altLang="en-US" sz="1100"/>
            <a:t>接口</a:t>
          </a:r>
          <a:endParaRPr lang="zh-CN" altLang="en-US" sz="1100" dirty="0"/>
        </a:p>
      </dgm:t>
    </dgm:pt>
    <dgm:pt modelId="{DA7ACB4A-D4D5-4253-94F0-C6524BDD4326}" type="parTrans" cxnId="{F9641346-7A52-4644-B145-6D996D786406}">
      <dgm:prSet/>
      <dgm:spPr/>
      <dgm:t>
        <a:bodyPr/>
        <a:lstStyle/>
        <a:p>
          <a:endParaRPr lang="zh-CN" altLang="en-US" sz="1100"/>
        </a:p>
      </dgm:t>
    </dgm:pt>
    <dgm:pt modelId="{F5AC3AFC-0B30-42FB-84E4-52596D1C3EB7}" type="sibTrans" cxnId="{F9641346-7A52-4644-B145-6D996D786406}">
      <dgm:prSet/>
      <dgm:spPr/>
      <dgm:t>
        <a:bodyPr/>
        <a:lstStyle/>
        <a:p>
          <a:endParaRPr lang="zh-CN" altLang="en-US" sz="1100"/>
        </a:p>
      </dgm:t>
    </dgm:pt>
    <dgm:pt modelId="{C7C4C580-D05D-48B2-8B75-E5853D3B18D4}">
      <dgm:prSet custT="1"/>
      <dgm:spPr/>
      <dgm:t>
        <a:bodyPr/>
        <a:lstStyle/>
        <a:p>
          <a:r>
            <a:rPr lang="zh-CN" altLang="en-US" sz="1100"/>
            <a:t>存储分配</a:t>
          </a:r>
          <a:endParaRPr lang="zh-CN" altLang="en-US" sz="1100" dirty="0"/>
        </a:p>
      </dgm:t>
    </dgm:pt>
    <dgm:pt modelId="{5E6DBABB-762B-4F30-AF52-C436D2825CE3}" type="parTrans" cxnId="{48DED115-96D8-415E-A9CE-02F410D3697D}">
      <dgm:prSet/>
      <dgm:spPr/>
      <dgm:t>
        <a:bodyPr/>
        <a:lstStyle/>
        <a:p>
          <a:endParaRPr lang="zh-CN" altLang="en-US" sz="1100"/>
        </a:p>
      </dgm:t>
    </dgm:pt>
    <dgm:pt modelId="{B727D6E6-BD49-45D7-A034-CDE18069CB69}" type="sibTrans" cxnId="{48DED115-96D8-415E-A9CE-02F410D3697D}">
      <dgm:prSet/>
      <dgm:spPr/>
      <dgm:t>
        <a:bodyPr/>
        <a:lstStyle/>
        <a:p>
          <a:endParaRPr lang="zh-CN" altLang="en-US" sz="1100"/>
        </a:p>
      </dgm:t>
    </dgm:pt>
    <dgm:pt modelId="{45141028-C88A-4563-9CA9-31C5F9EA77AB}">
      <dgm:prSet custT="1"/>
      <dgm:spPr/>
      <dgm:t>
        <a:bodyPr/>
        <a:lstStyle/>
        <a:p>
          <a:r>
            <a:rPr lang="zh-CN" altLang="en-US" sz="1100"/>
            <a:t>注释设计</a:t>
          </a:r>
          <a:endParaRPr lang="zh-CN" altLang="en-US" sz="1100" dirty="0"/>
        </a:p>
      </dgm:t>
    </dgm:pt>
    <dgm:pt modelId="{00FEF9C3-B918-4F63-978B-7E5860762883}" type="parTrans" cxnId="{34D28DE1-A307-49A4-B8F8-56121C82B4E4}">
      <dgm:prSet/>
      <dgm:spPr/>
      <dgm:t>
        <a:bodyPr/>
        <a:lstStyle/>
        <a:p>
          <a:endParaRPr lang="zh-CN" altLang="en-US" sz="1100"/>
        </a:p>
      </dgm:t>
    </dgm:pt>
    <dgm:pt modelId="{AC5FF6D6-AC1E-42B4-B470-85A40C390154}" type="sibTrans" cxnId="{34D28DE1-A307-49A4-B8F8-56121C82B4E4}">
      <dgm:prSet/>
      <dgm:spPr/>
      <dgm:t>
        <a:bodyPr/>
        <a:lstStyle/>
        <a:p>
          <a:endParaRPr lang="zh-CN" altLang="en-US" sz="1100"/>
        </a:p>
      </dgm:t>
    </dgm:pt>
    <dgm:pt modelId="{D26BD576-FCFA-43D2-A3B4-6FFE3650AC31}">
      <dgm:prSet custT="1"/>
      <dgm:spPr/>
      <dgm:t>
        <a:bodyPr/>
        <a:lstStyle/>
        <a:p>
          <a:r>
            <a:rPr lang="zh-CN" altLang="en-US" sz="1100"/>
            <a:t>限制条件</a:t>
          </a:r>
          <a:endParaRPr lang="zh-CN" altLang="en-US" sz="1100" dirty="0"/>
        </a:p>
      </dgm:t>
    </dgm:pt>
    <dgm:pt modelId="{0AFED0B4-53FE-411A-BE07-C8DDA4377040}" type="parTrans" cxnId="{EB9B6A9B-30BF-4D27-824E-238A04E7BE9B}">
      <dgm:prSet/>
      <dgm:spPr/>
      <dgm:t>
        <a:bodyPr/>
        <a:lstStyle/>
        <a:p>
          <a:endParaRPr lang="zh-CN" altLang="en-US" sz="1100"/>
        </a:p>
      </dgm:t>
    </dgm:pt>
    <dgm:pt modelId="{E5948300-F754-45F6-9E35-93803304F473}" type="sibTrans" cxnId="{EB9B6A9B-30BF-4D27-824E-238A04E7BE9B}">
      <dgm:prSet/>
      <dgm:spPr/>
      <dgm:t>
        <a:bodyPr/>
        <a:lstStyle/>
        <a:p>
          <a:endParaRPr lang="zh-CN" altLang="en-US" sz="1100"/>
        </a:p>
      </dgm:t>
    </dgm:pt>
    <dgm:pt modelId="{2D8A82D0-E435-4711-BB78-B568E0DFD232}" type="pres">
      <dgm:prSet presAssocID="{639A0A47-597E-4513-8327-DEE7DF92587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099724-7A3D-4B5F-8E46-AD2D8D8257AB}" type="pres">
      <dgm:prSet presAssocID="{AF37697C-0616-4F3F-A17A-38D2D8DFEBD0}" presName="hierRoot1" presStyleCnt="0">
        <dgm:presLayoutVars>
          <dgm:hierBranch val="init"/>
        </dgm:presLayoutVars>
      </dgm:prSet>
      <dgm:spPr/>
    </dgm:pt>
    <dgm:pt modelId="{9D5EFD78-72B5-4D21-B15E-AEE58AB3F6A9}" type="pres">
      <dgm:prSet presAssocID="{AF37697C-0616-4F3F-A17A-38D2D8DFEBD0}" presName="rootComposite1" presStyleCnt="0"/>
      <dgm:spPr/>
    </dgm:pt>
    <dgm:pt modelId="{EA5520AC-5EA5-4BDC-B5C1-70FD0147A126}" type="pres">
      <dgm:prSet presAssocID="{AF37697C-0616-4F3F-A17A-38D2D8DFEBD0}" presName="rootText1" presStyleLbl="node0" presStyleIdx="0" presStyleCnt="1" custScaleX="238589" custLinFactNeighborY="-3903">
        <dgm:presLayoutVars>
          <dgm:chPref val="3"/>
        </dgm:presLayoutVars>
      </dgm:prSet>
      <dgm:spPr/>
    </dgm:pt>
    <dgm:pt modelId="{35CC161A-D7AE-4FBF-ADDB-4D00EFF88CAB}" type="pres">
      <dgm:prSet presAssocID="{AF37697C-0616-4F3F-A17A-38D2D8DFEBD0}" presName="rootConnector1" presStyleLbl="node1" presStyleIdx="0" presStyleCnt="0"/>
      <dgm:spPr/>
    </dgm:pt>
    <dgm:pt modelId="{F2C20CEB-83FC-43AC-A797-EB34796FE88F}" type="pres">
      <dgm:prSet presAssocID="{AF37697C-0616-4F3F-A17A-38D2D8DFEBD0}" presName="hierChild2" presStyleCnt="0"/>
      <dgm:spPr/>
    </dgm:pt>
    <dgm:pt modelId="{3DF27527-1D18-4DCF-B37A-B0843EBCBDC7}" type="pres">
      <dgm:prSet presAssocID="{5D81EAEF-FB9F-4A86-8418-3467B207FA4F}" presName="Name37" presStyleLbl="parChTrans1D2" presStyleIdx="0" presStyleCnt="2"/>
      <dgm:spPr/>
    </dgm:pt>
    <dgm:pt modelId="{16598540-F4CA-4DB1-A741-07772069D68A}" type="pres">
      <dgm:prSet presAssocID="{5DF44FA1-5104-4F86-9F8C-BC07D505D37F}" presName="hierRoot2" presStyleCnt="0">
        <dgm:presLayoutVars>
          <dgm:hierBranch val="init"/>
        </dgm:presLayoutVars>
      </dgm:prSet>
      <dgm:spPr/>
    </dgm:pt>
    <dgm:pt modelId="{B2A132B2-35A6-4838-B27F-CD107EFBB324}" type="pres">
      <dgm:prSet presAssocID="{5DF44FA1-5104-4F86-9F8C-BC07D505D37F}" presName="rootComposite" presStyleCnt="0"/>
      <dgm:spPr/>
    </dgm:pt>
    <dgm:pt modelId="{20593AF1-A0CB-4313-8490-61D184CB7145}" type="pres">
      <dgm:prSet presAssocID="{5DF44FA1-5104-4F86-9F8C-BC07D505D37F}" presName="rootText" presStyleLbl="node2" presStyleIdx="0" presStyleCnt="2" custScaleX="214730">
        <dgm:presLayoutVars>
          <dgm:chPref val="3"/>
        </dgm:presLayoutVars>
      </dgm:prSet>
      <dgm:spPr/>
    </dgm:pt>
    <dgm:pt modelId="{4E4B6468-8A42-457E-B4CB-8AE57679B55C}" type="pres">
      <dgm:prSet presAssocID="{5DF44FA1-5104-4F86-9F8C-BC07D505D37F}" presName="rootConnector" presStyleLbl="node2" presStyleIdx="0" presStyleCnt="2"/>
      <dgm:spPr/>
    </dgm:pt>
    <dgm:pt modelId="{13B2D379-C822-4AC6-86C2-38EADB535BCD}" type="pres">
      <dgm:prSet presAssocID="{5DF44FA1-5104-4F86-9F8C-BC07D505D37F}" presName="hierChild4" presStyleCnt="0"/>
      <dgm:spPr/>
    </dgm:pt>
    <dgm:pt modelId="{84BE70BE-61FE-431E-8FF1-0E3BD6F6D490}" type="pres">
      <dgm:prSet presAssocID="{C2ABDABF-E7E9-45C0-8FEB-345F108A60BD}" presName="Name37" presStyleLbl="parChTrans1D3" presStyleIdx="0" presStyleCnt="16"/>
      <dgm:spPr/>
    </dgm:pt>
    <dgm:pt modelId="{83E12DD0-FBF8-4D37-AFB8-7413F834CF6E}" type="pres">
      <dgm:prSet presAssocID="{E9693A9A-38D2-49C6-8011-17827CD93856}" presName="hierRoot2" presStyleCnt="0">
        <dgm:presLayoutVars>
          <dgm:hierBranch val="init"/>
        </dgm:presLayoutVars>
      </dgm:prSet>
      <dgm:spPr/>
    </dgm:pt>
    <dgm:pt modelId="{AA6F99B1-A698-415D-9EB5-B05A9811FDD2}" type="pres">
      <dgm:prSet presAssocID="{E9693A9A-38D2-49C6-8011-17827CD93856}" presName="rootComposite" presStyleCnt="0"/>
      <dgm:spPr/>
    </dgm:pt>
    <dgm:pt modelId="{E1DE2FC5-9CDB-4767-9EA7-500138323F8D}" type="pres">
      <dgm:prSet presAssocID="{E9693A9A-38D2-49C6-8011-17827CD93856}" presName="rootText" presStyleLbl="node3" presStyleIdx="0" presStyleCnt="16" custScaleX="178942">
        <dgm:presLayoutVars>
          <dgm:chPref val="3"/>
        </dgm:presLayoutVars>
      </dgm:prSet>
      <dgm:spPr/>
    </dgm:pt>
    <dgm:pt modelId="{768705BB-EBCF-4014-A6EB-F6AEDFD47AEC}" type="pres">
      <dgm:prSet presAssocID="{E9693A9A-38D2-49C6-8011-17827CD93856}" presName="rootConnector" presStyleLbl="node3" presStyleIdx="0" presStyleCnt="16"/>
      <dgm:spPr/>
    </dgm:pt>
    <dgm:pt modelId="{C8991475-C058-4D83-832F-5AF5C2E23A80}" type="pres">
      <dgm:prSet presAssocID="{E9693A9A-38D2-49C6-8011-17827CD93856}" presName="hierChild4" presStyleCnt="0"/>
      <dgm:spPr/>
    </dgm:pt>
    <dgm:pt modelId="{0F4A4966-43DD-43C2-A989-0B0425C4040B}" type="pres">
      <dgm:prSet presAssocID="{E9693A9A-38D2-49C6-8011-17827CD93856}" presName="hierChild5" presStyleCnt="0"/>
      <dgm:spPr/>
    </dgm:pt>
    <dgm:pt modelId="{DD14A479-BADF-45D2-A817-1B1B3A7E2DAE}" type="pres">
      <dgm:prSet presAssocID="{755ED0CD-A135-4D56-9219-3461981F97D7}" presName="Name37" presStyleLbl="parChTrans1D3" presStyleIdx="1" presStyleCnt="16"/>
      <dgm:spPr/>
    </dgm:pt>
    <dgm:pt modelId="{15A403EB-9176-4709-B51B-DEC00E7A8971}" type="pres">
      <dgm:prSet presAssocID="{9B84C657-0CDE-4B9A-88EF-5CB963A3FC7D}" presName="hierRoot2" presStyleCnt="0">
        <dgm:presLayoutVars>
          <dgm:hierBranch val="init"/>
        </dgm:presLayoutVars>
      </dgm:prSet>
      <dgm:spPr/>
    </dgm:pt>
    <dgm:pt modelId="{95F32F25-01E0-4C83-AEC8-991486B805E4}" type="pres">
      <dgm:prSet presAssocID="{9B84C657-0CDE-4B9A-88EF-5CB963A3FC7D}" presName="rootComposite" presStyleCnt="0"/>
      <dgm:spPr/>
    </dgm:pt>
    <dgm:pt modelId="{631D3DE8-A5E1-41A1-8D54-E5BEDA5208AD}" type="pres">
      <dgm:prSet presAssocID="{9B84C657-0CDE-4B9A-88EF-5CB963A3FC7D}" presName="rootText" presStyleLbl="node3" presStyleIdx="1" presStyleCnt="16" custScaleX="178942">
        <dgm:presLayoutVars>
          <dgm:chPref val="3"/>
        </dgm:presLayoutVars>
      </dgm:prSet>
      <dgm:spPr/>
    </dgm:pt>
    <dgm:pt modelId="{8CFFBA49-87BD-43FC-AAC9-5FDFF464A25E}" type="pres">
      <dgm:prSet presAssocID="{9B84C657-0CDE-4B9A-88EF-5CB963A3FC7D}" presName="rootConnector" presStyleLbl="node3" presStyleIdx="1" presStyleCnt="16"/>
      <dgm:spPr/>
    </dgm:pt>
    <dgm:pt modelId="{ECA4F8E6-97A2-4C0C-892E-8CEE2F3A7343}" type="pres">
      <dgm:prSet presAssocID="{9B84C657-0CDE-4B9A-88EF-5CB963A3FC7D}" presName="hierChild4" presStyleCnt="0"/>
      <dgm:spPr/>
    </dgm:pt>
    <dgm:pt modelId="{7043B62E-0CC0-42C3-9B72-86AFC03F6272}" type="pres">
      <dgm:prSet presAssocID="{9B84C657-0CDE-4B9A-88EF-5CB963A3FC7D}" presName="hierChild5" presStyleCnt="0"/>
      <dgm:spPr/>
    </dgm:pt>
    <dgm:pt modelId="{49D4B913-C055-43BD-B882-82396B539CBB}" type="pres">
      <dgm:prSet presAssocID="{ABCB39A3-DD88-451E-9A80-D350892E400A}" presName="Name37" presStyleLbl="parChTrans1D3" presStyleIdx="2" presStyleCnt="16"/>
      <dgm:spPr/>
    </dgm:pt>
    <dgm:pt modelId="{1A71BE03-173D-445A-92F8-5D3FC5231046}" type="pres">
      <dgm:prSet presAssocID="{1D32054F-A708-4AEA-A67D-68AA5E9571AC}" presName="hierRoot2" presStyleCnt="0">
        <dgm:presLayoutVars>
          <dgm:hierBranch val="init"/>
        </dgm:presLayoutVars>
      </dgm:prSet>
      <dgm:spPr/>
    </dgm:pt>
    <dgm:pt modelId="{A861F09E-D4BD-4CE3-86A8-EFF89D843FC6}" type="pres">
      <dgm:prSet presAssocID="{1D32054F-A708-4AEA-A67D-68AA5E9571AC}" presName="rootComposite" presStyleCnt="0"/>
      <dgm:spPr/>
    </dgm:pt>
    <dgm:pt modelId="{19635511-5D84-48C7-94E8-4D9E5F29D2E0}" type="pres">
      <dgm:prSet presAssocID="{1D32054F-A708-4AEA-A67D-68AA5E9571AC}" presName="rootText" presStyleLbl="node3" presStyleIdx="2" presStyleCnt="16" custScaleX="178942">
        <dgm:presLayoutVars>
          <dgm:chPref val="3"/>
        </dgm:presLayoutVars>
      </dgm:prSet>
      <dgm:spPr/>
    </dgm:pt>
    <dgm:pt modelId="{05B94657-FDAE-466A-98D9-9B0CD6E17ECB}" type="pres">
      <dgm:prSet presAssocID="{1D32054F-A708-4AEA-A67D-68AA5E9571AC}" presName="rootConnector" presStyleLbl="node3" presStyleIdx="2" presStyleCnt="16"/>
      <dgm:spPr/>
    </dgm:pt>
    <dgm:pt modelId="{F03BAD6F-A8BB-4D01-8F06-0DC5381BBA72}" type="pres">
      <dgm:prSet presAssocID="{1D32054F-A708-4AEA-A67D-68AA5E9571AC}" presName="hierChild4" presStyleCnt="0"/>
      <dgm:spPr/>
    </dgm:pt>
    <dgm:pt modelId="{5AC13D20-A6D0-4251-94E7-AF61456FD162}" type="pres">
      <dgm:prSet presAssocID="{1D32054F-A708-4AEA-A67D-68AA5E9571AC}" presName="hierChild5" presStyleCnt="0"/>
      <dgm:spPr/>
    </dgm:pt>
    <dgm:pt modelId="{B2B3B24F-7C61-4645-BEA7-74349F4E3BBA}" type="pres">
      <dgm:prSet presAssocID="{5DF44FA1-5104-4F86-9F8C-BC07D505D37F}" presName="hierChild5" presStyleCnt="0"/>
      <dgm:spPr/>
    </dgm:pt>
    <dgm:pt modelId="{1D5AA893-342A-4291-B3B5-E4CAC1B7748F}" type="pres">
      <dgm:prSet presAssocID="{98D8E1D9-2E04-4553-A42F-4F3D0EE46DAF}" presName="Name37" presStyleLbl="parChTrans1D2" presStyleIdx="1" presStyleCnt="2"/>
      <dgm:spPr/>
    </dgm:pt>
    <dgm:pt modelId="{75CB1DDF-35AE-4FD8-A00F-29F62CCB2058}" type="pres">
      <dgm:prSet presAssocID="{4BE40137-C585-4684-AF84-8C8479652498}" presName="hierRoot2" presStyleCnt="0">
        <dgm:presLayoutVars>
          <dgm:hierBranch val="init"/>
        </dgm:presLayoutVars>
      </dgm:prSet>
      <dgm:spPr/>
    </dgm:pt>
    <dgm:pt modelId="{71F305C1-392B-4127-8B5A-507413473422}" type="pres">
      <dgm:prSet presAssocID="{4BE40137-C585-4684-AF84-8C8479652498}" presName="rootComposite" presStyleCnt="0"/>
      <dgm:spPr/>
    </dgm:pt>
    <dgm:pt modelId="{791C9332-0F68-43E6-983F-E94BDD2CC69C}" type="pres">
      <dgm:prSet presAssocID="{4BE40137-C585-4684-AF84-8C8479652498}" presName="rootText" presStyleLbl="node2" presStyleIdx="1" presStyleCnt="2" custScaleX="214730">
        <dgm:presLayoutVars>
          <dgm:chPref val="3"/>
        </dgm:presLayoutVars>
      </dgm:prSet>
      <dgm:spPr/>
    </dgm:pt>
    <dgm:pt modelId="{6DE6C037-419C-465A-B705-8BFB51B0A4E2}" type="pres">
      <dgm:prSet presAssocID="{4BE40137-C585-4684-AF84-8C8479652498}" presName="rootConnector" presStyleLbl="node2" presStyleIdx="1" presStyleCnt="2"/>
      <dgm:spPr/>
    </dgm:pt>
    <dgm:pt modelId="{812DE852-BA3A-4082-9BF3-E248C1BC893F}" type="pres">
      <dgm:prSet presAssocID="{4BE40137-C585-4684-AF84-8C8479652498}" presName="hierChild4" presStyleCnt="0"/>
      <dgm:spPr/>
    </dgm:pt>
    <dgm:pt modelId="{E2BACCC9-1519-4094-AB11-662E113EABBC}" type="pres">
      <dgm:prSet presAssocID="{D4044F27-78A6-4FD4-A53C-6FFA1B2BDC66}" presName="Name37" presStyleLbl="parChTrans1D3" presStyleIdx="3" presStyleCnt="16"/>
      <dgm:spPr/>
    </dgm:pt>
    <dgm:pt modelId="{44EDDD46-E45F-4CBF-818C-6A36CB27FE10}" type="pres">
      <dgm:prSet presAssocID="{09889277-B6D5-4BC3-9757-ED4602781029}" presName="hierRoot2" presStyleCnt="0">
        <dgm:presLayoutVars>
          <dgm:hierBranch val="init"/>
        </dgm:presLayoutVars>
      </dgm:prSet>
      <dgm:spPr/>
    </dgm:pt>
    <dgm:pt modelId="{249A2CED-B423-4537-9BDC-076BB3365D33}" type="pres">
      <dgm:prSet presAssocID="{09889277-B6D5-4BC3-9757-ED4602781029}" presName="rootComposite" presStyleCnt="0"/>
      <dgm:spPr/>
    </dgm:pt>
    <dgm:pt modelId="{0BBD1029-3BE9-4A76-98E3-F0E2F36ED876}" type="pres">
      <dgm:prSet presAssocID="{09889277-B6D5-4BC3-9757-ED4602781029}" presName="rootText" presStyleLbl="node3" presStyleIdx="3" presStyleCnt="16" custScaleX="214730">
        <dgm:presLayoutVars>
          <dgm:chPref val="3"/>
        </dgm:presLayoutVars>
      </dgm:prSet>
      <dgm:spPr/>
    </dgm:pt>
    <dgm:pt modelId="{351C143A-8D40-4570-B2F5-885D45D3E9FF}" type="pres">
      <dgm:prSet presAssocID="{09889277-B6D5-4BC3-9757-ED4602781029}" presName="rootConnector" presStyleLbl="node3" presStyleIdx="3" presStyleCnt="16"/>
      <dgm:spPr/>
    </dgm:pt>
    <dgm:pt modelId="{D0084CA3-94CE-47BC-B928-A90270C47873}" type="pres">
      <dgm:prSet presAssocID="{09889277-B6D5-4BC3-9757-ED4602781029}" presName="hierChild4" presStyleCnt="0"/>
      <dgm:spPr/>
    </dgm:pt>
    <dgm:pt modelId="{D159AD50-7AB5-4B7E-A07E-5C491D8BFD5F}" type="pres">
      <dgm:prSet presAssocID="{09889277-B6D5-4BC3-9757-ED4602781029}" presName="hierChild5" presStyleCnt="0"/>
      <dgm:spPr/>
    </dgm:pt>
    <dgm:pt modelId="{281E57CC-0256-4708-9E8E-A81288BE69CD}" type="pres">
      <dgm:prSet presAssocID="{6E304FDF-98FC-4FF4-A441-EB839FEA14BC}" presName="Name37" presStyleLbl="parChTrans1D3" presStyleIdx="4" presStyleCnt="16"/>
      <dgm:spPr/>
    </dgm:pt>
    <dgm:pt modelId="{2EF84F75-0F9C-495F-A563-AEF863338A19}" type="pres">
      <dgm:prSet presAssocID="{5D98ED7D-6032-4F95-BCC6-F95C3744A953}" presName="hierRoot2" presStyleCnt="0">
        <dgm:presLayoutVars>
          <dgm:hierBranch val="init"/>
        </dgm:presLayoutVars>
      </dgm:prSet>
      <dgm:spPr/>
    </dgm:pt>
    <dgm:pt modelId="{B88A990F-4E22-4292-AD26-306301C77737}" type="pres">
      <dgm:prSet presAssocID="{5D98ED7D-6032-4F95-BCC6-F95C3744A953}" presName="rootComposite" presStyleCnt="0"/>
      <dgm:spPr/>
    </dgm:pt>
    <dgm:pt modelId="{944A657D-7832-4595-A2DD-61D46121B6F8}" type="pres">
      <dgm:prSet presAssocID="{5D98ED7D-6032-4F95-BCC6-F95C3744A953}" presName="rootText" presStyleLbl="node3" presStyleIdx="4" presStyleCnt="16" custScaleX="214730">
        <dgm:presLayoutVars>
          <dgm:chPref val="3"/>
        </dgm:presLayoutVars>
      </dgm:prSet>
      <dgm:spPr/>
    </dgm:pt>
    <dgm:pt modelId="{819DB682-5623-479F-B762-F1D8DC5582DC}" type="pres">
      <dgm:prSet presAssocID="{5D98ED7D-6032-4F95-BCC6-F95C3744A953}" presName="rootConnector" presStyleLbl="node3" presStyleIdx="4" presStyleCnt="16"/>
      <dgm:spPr/>
    </dgm:pt>
    <dgm:pt modelId="{C5C40807-5BD8-457B-A20D-85D8740CCA38}" type="pres">
      <dgm:prSet presAssocID="{5D98ED7D-6032-4F95-BCC6-F95C3744A953}" presName="hierChild4" presStyleCnt="0"/>
      <dgm:spPr/>
    </dgm:pt>
    <dgm:pt modelId="{87FB238D-DA17-4AEC-801D-3075F60BDE0F}" type="pres">
      <dgm:prSet presAssocID="{5D98ED7D-6032-4F95-BCC6-F95C3744A953}" presName="hierChild5" presStyleCnt="0"/>
      <dgm:spPr/>
    </dgm:pt>
    <dgm:pt modelId="{507ACEAB-CB6B-4B50-BFF6-EC49376E09A9}" type="pres">
      <dgm:prSet presAssocID="{24DB82DF-D78B-49D6-A5B5-7FF687B2BD31}" presName="Name37" presStyleLbl="parChTrans1D3" presStyleIdx="5" presStyleCnt="16"/>
      <dgm:spPr/>
    </dgm:pt>
    <dgm:pt modelId="{2BFBBFC5-7375-4144-9762-75C4A5F738AE}" type="pres">
      <dgm:prSet presAssocID="{4076BBCB-648E-47E1-9645-353A100F0823}" presName="hierRoot2" presStyleCnt="0">
        <dgm:presLayoutVars>
          <dgm:hierBranch val="init"/>
        </dgm:presLayoutVars>
      </dgm:prSet>
      <dgm:spPr/>
    </dgm:pt>
    <dgm:pt modelId="{5C180BBE-C756-4E22-BBDB-1D4737D1F4FD}" type="pres">
      <dgm:prSet presAssocID="{4076BBCB-648E-47E1-9645-353A100F0823}" presName="rootComposite" presStyleCnt="0"/>
      <dgm:spPr/>
    </dgm:pt>
    <dgm:pt modelId="{E29C968E-E525-4FC2-BB7B-BA39E7ADCF27}" type="pres">
      <dgm:prSet presAssocID="{4076BBCB-648E-47E1-9645-353A100F0823}" presName="rootText" presStyleLbl="node3" presStyleIdx="5" presStyleCnt="16" custScaleX="214730">
        <dgm:presLayoutVars>
          <dgm:chPref val="3"/>
        </dgm:presLayoutVars>
      </dgm:prSet>
      <dgm:spPr/>
    </dgm:pt>
    <dgm:pt modelId="{12EEDFA7-08FE-4591-911F-FDE6456EF853}" type="pres">
      <dgm:prSet presAssocID="{4076BBCB-648E-47E1-9645-353A100F0823}" presName="rootConnector" presStyleLbl="node3" presStyleIdx="5" presStyleCnt="16"/>
      <dgm:spPr/>
    </dgm:pt>
    <dgm:pt modelId="{3B4C9215-AC92-44C5-B2D4-CAB3901719DE}" type="pres">
      <dgm:prSet presAssocID="{4076BBCB-648E-47E1-9645-353A100F0823}" presName="hierChild4" presStyleCnt="0"/>
      <dgm:spPr/>
    </dgm:pt>
    <dgm:pt modelId="{39F65F82-3B9A-4195-AE3A-53BFD24B79B7}" type="pres">
      <dgm:prSet presAssocID="{4076BBCB-648E-47E1-9645-353A100F0823}" presName="hierChild5" presStyleCnt="0"/>
      <dgm:spPr/>
    </dgm:pt>
    <dgm:pt modelId="{DD0446D7-55E8-485C-AF7E-1D4F19459E20}" type="pres">
      <dgm:prSet presAssocID="{329431D1-6AD5-4296-9DFF-7D9BC06F3436}" presName="Name37" presStyleLbl="parChTrans1D3" presStyleIdx="6" presStyleCnt="16"/>
      <dgm:spPr/>
    </dgm:pt>
    <dgm:pt modelId="{532BF604-2802-4B6C-9E13-F56FEC9B6AA0}" type="pres">
      <dgm:prSet presAssocID="{38B26C47-ED0E-4DC0-86C2-44D73D90A56F}" presName="hierRoot2" presStyleCnt="0">
        <dgm:presLayoutVars>
          <dgm:hierBranch val="init"/>
        </dgm:presLayoutVars>
      </dgm:prSet>
      <dgm:spPr/>
    </dgm:pt>
    <dgm:pt modelId="{3568F4D8-98B6-4198-B05C-384FFBA33B5D}" type="pres">
      <dgm:prSet presAssocID="{38B26C47-ED0E-4DC0-86C2-44D73D90A56F}" presName="rootComposite" presStyleCnt="0"/>
      <dgm:spPr/>
    </dgm:pt>
    <dgm:pt modelId="{36D250AF-EE65-4F8F-83C6-16C9EC79CD05}" type="pres">
      <dgm:prSet presAssocID="{38B26C47-ED0E-4DC0-86C2-44D73D90A56F}" presName="rootText" presStyleLbl="node3" presStyleIdx="6" presStyleCnt="16" custScaleX="214730">
        <dgm:presLayoutVars>
          <dgm:chPref val="3"/>
        </dgm:presLayoutVars>
      </dgm:prSet>
      <dgm:spPr/>
    </dgm:pt>
    <dgm:pt modelId="{BE211FDC-4B18-4A2F-913D-AD012D2F4B5C}" type="pres">
      <dgm:prSet presAssocID="{38B26C47-ED0E-4DC0-86C2-44D73D90A56F}" presName="rootConnector" presStyleLbl="node3" presStyleIdx="6" presStyleCnt="16"/>
      <dgm:spPr/>
    </dgm:pt>
    <dgm:pt modelId="{59E9709D-AE8D-4826-B6C1-AF92A76B2420}" type="pres">
      <dgm:prSet presAssocID="{38B26C47-ED0E-4DC0-86C2-44D73D90A56F}" presName="hierChild4" presStyleCnt="0"/>
      <dgm:spPr/>
    </dgm:pt>
    <dgm:pt modelId="{89C793A3-9CCA-48D1-A66B-4FA37799BD7F}" type="pres">
      <dgm:prSet presAssocID="{38B26C47-ED0E-4DC0-86C2-44D73D90A56F}" presName="hierChild5" presStyleCnt="0"/>
      <dgm:spPr/>
    </dgm:pt>
    <dgm:pt modelId="{D0209A42-1257-44BA-A2B7-0B3D2EF81B74}" type="pres">
      <dgm:prSet presAssocID="{DA7ACB4A-D4D5-4253-94F0-C6524BDD4326}" presName="Name37" presStyleLbl="parChTrans1D3" presStyleIdx="7" presStyleCnt="16"/>
      <dgm:spPr/>
    </dgm:pt>
    <dgm:pt modelId="{43D8B78B-9FAC-4CB3-B874-622880F7968D}" type="pres">
      <dgm:prSet presAssocID="{0882E7E6-09BE-43E2-8F90-DF4E8AF1DFA0}" presName="hierRoot2" presStyleCnt="0">
        <dgm:presLayoutVars>
          <dgm:hierBranch val="init"/>
        </dgm:presLayoutVars>
      </dgm:prSet>
      <dgm:spPr/>
    </dgm:pt>
    <dgm:pt modelId="{AC6ADBD8-A918-4636-9D0D-BF7BFE35D028}" type="pres">
      <dgm:prSet presAssocID="{0882E7E6-09BE-43E2-8F90-DF4E8AF1DFA0}" presName="rootComposite" presStyleCnt="0"/>
      <dgm:spPr/>
    </dgm:pt>
    <dgm:pt modelId="{B0014E9F-2B83-4014-94F6-30632E60D657}" type="pres">
      <dgm:prSet presAssocID="{0882E7E6-09BE-43E2-8F90-DF4E8AF1DFA0}" presName="rootText" presStyleLbl="node3" presStyleIdx="7" presStyleCnt="16" custScaleX="214730">
        <dgm:presLayoutVars>
          <dgm:chPref val="3"/>
        </dgm:presLayoutVars>
      </dgm:prSet>
      <dgm:spPr/>
    </dgm:pt>
    <dgm:pt modelId="{579842D9-2DEA-4F31-B7B2-1BAB8C4EC534}" type="pres">
      <dgm:prSet presAssocID="{0882E7E6-09BE-43E2-8F90-DF4E8AF1DFA0}" presName="rootConnector" presStyleLbl="node3" presStyleIdx="7" presStyleCnt="16"/>
      <dgm:spPr/>
    </dgm:pt>
    <dgm:pt modelId="{5537F2BF-7747-46A1-865A-33800DFA5744}" type="pres">
      <dgm:prSet presAssocID="{0882E7E6-09BE-43E2-8F90-DF4E8AF1DFA0}" presName="hierChild4" presStyleCnt="0"/>
      <dgm:spPr/>
    </dgm:pt>
    <dgm:pt modelId="{AA81BA9C-E40C-4A51-8AF7-D554290A0660}" type="pres">
      <dgm:prSet presAssocID="{0882E7E6-09BE-43E2-8F90-DF4E8AF1DFA0}" presName="hierChild5" presStyleCnt="0"/>
      <dgm:spPr/>
    </dgm:pt>
    <dgm:pt modelId="{1023EFAF-116C-40A7-89BC-221E5EE7700B}" type="pres">
      <dgm:prSet presAssocID="{BDB74B0F-3FD8-44FF-BC40-D1DAF4B6DCCA}" presName="Name37" presStyleLbl="parChTrans1D3" presStyleIdx="8" presStyleCnt="16"/>
      <dgm:spPr/>
    </dgm:pt>
    <dgm:pt modelId="{FCB50281-69B5-4697-8931-D648894D687F}" type="pres">
      <dgm:prSet presAssocID="{CE6E361E-9344-4314-8A5D-1F0FD197B531}" presName="hierRoot2" presStyleCnt="0">
        <dgm:presLayoutVars>
          <dgm:hierBranch val="init"/>
        </dgm:presLayoutVars>
      </dgm:prSet>
      <dgm:spPr/>
    </dgm:pt>
    <dgm:pt modelId="{B3F4679C-4440-41BF-8ABD-EC7A0EEF411B}" type="pres">
      <dgm:prSet presAssocID="{CE6E361E-9344-4314-8A5D-1F0FD197B531}" presName="rootComposite" presStyleCnt="0"/>
      <dgm:spPr/>
    </dgm:pt>
    <dgm:pt modelId="{066F1CEF-9D0E-4141-A2E4-2704EB0983E4}" type="pres">
      <dgm:prSet presAssocID="{CE6E361E-9344-4314-8A5D-1F0FD197B531}" presName="rootText" presStyleLbl="node3" presStyleIdx="8" presStyleCnt="16" custScaleX="214730">
        <dgm:presLayoutVars>
          <dgm:chPref val="3"/>
        </dgm:presLayoutVars>
      </dgm:prSet>
      <dgm:spPr/>
    </dgm:pt>
    <dgm:pt modelId="{8E33ABCB-1F42-4F23-853B-27772CC15A5B}" type="pres">
      <dgm:prSet presAssocID="{CE6E361E-9344-4314-8A5D-1F0FD197B531}" presName="rootConnector" presStyleLbl="node3" presStyleIdx="8" presStyleCnt="16"/>
      <dgm:spPr/>
    </dgm:pt>
    <dgm:pt modelId="{3E6275DC-E469-409D-9200-2E093160A01C}" type="pres">
      <dgm:prSet presAssocID="{CE6E361E-9344-4314-8A5D-1F0FD197B531}" presName="hierChild4" presStyleCnt="0"/>
      <dgm:spPr/>
    </dgm:pt>
    <dgm:pt modelId="{4E64A236-AD3C-496D-AD9D-7AA4093CF7ED}" type="pres">
      <dgm:prSet presAssocID="{CE6E361E-9344-4314-8A5D-1F0FD197B531}" presName="hierChild5" presStyleCnt="0"/>
      <dgm:spPr/>
    </dgm:pt>
    <dgm:pt modelId="{E7E7CE1F-79B4-4878-B047-6ED81D516D88}" type="pres">
      <dgm:prSet presAssocID="{5E6DBABB-762B-4F30-AF52-C436D2825CE3}" presName="Name37" presStyleLbl="parChTrans1D3" presStyleIdx="9" presStyleCnt="16"/>
      <dgm:spPr/>
    </dgm:pt>
    <dgm:pt modelId="{901AD707-7FC0-4FCE-BAE3-536FA6660F85}" type="pres">
      <dgm:prSet presAssocID="{C7C4C580-D05D-48B2-8B75-E5853D3B18D4}" presName="hierRoot2" presStyleCnt="0">
        <dgm:presLayoutVars>
          <dgm:hierBranch val="init"/>
        </dgm:presLayoutVars>
      </dgm:prSet>
      <dgm:spPr/>
    </dgm:pt>
    <dgm:pt modelId="{2FBD3100-6FE0-4A12-A314-0C49B18DCD36}" type="pres">
      <dgm:prSet presAssocID="{C7C4C580-D05D-48B2-8B75-E5853D3B18D4}" presName="rootComposite" presStyleCnt="0"/>
      <dgm:spPr/>
    </dgm:pt>
    <dgm:pt modelId="{B3CABDC4-D2CC-4615-AD8A-8750D4F84A2C}" type="pres">
      <dgm:prSet presAssocID="{C7C4C580-D05D-48B2-8B75-E5853D3B18D4}" presName="rootText" presStyleLbl="node3" presStyleIdx="9" presStyleCnt="16" custScaleX="214730">
        <dgm:presLayoutVars>
          <dgm:chPref val="3"/>
        </dgm:presLayoutVars>
      </dgm:prSet>
      <dgm:spPr/>
    </dgm:pt>
    <dgm:pt modelId="{8D8A79E5-EBFD-4EB3-85F5-7A011D010104}" type="pres">
      <dgm:prSet presAssocID="{C7C4C580-D05D-48B2-8B75-E5853D3B18D4}" presName="rootConnector" presStyleLbl="node3" presStyleIdx="9" presStyleCnt="16"/>
      <dgm:spPr/>
    </dgm:pt>
    <dgm:pt modelId="{107DAE9F-4472-4512-8F1E-7F56694D1A42}" type="pres">
      <dgm:prSet presAssocID="{C7C4C580-D05D-48B2-8B75-E5853D3B18D4}" presName="hierChild4" presStyleCnt="0"/>
      <dgm:spPr/>
    </dgm:pt>
    <dgm:pt modelId="{0AC661BB-82A0-4746-A2F2-875F58B98029}" type="pres">
      <dgm:prSet presAssocID="{C7C4C580-D05D-48B2-8B75-E5853D3B18D4}" presName="hierChild5" presStyleCnt="0"/>
      <dgm:spPr/>
    </dgm:pt>
    <dgm:pt modelId="{3AD2EEA9-A44E-4F79-930B-C05DD83A9767}" type="pres">
      <dgm:prSet presAssocID="{6AC8C0EC-4856-4903-8EE6-CD12FDF626A0}" presName="Name37" presStyleLbl="parChTrans1D3" presStyleIdx="10" presStyleCnt="16"/>
      <dgm:spPr/>
    </dgm:pt>
    <dgm:pt modelId="{66A02180-A32B-422C-A023-18797094A83C}" type="pres">
      <dgm:prSet presAssocID="{B198548C-4569-4CB0-8805-344AAD480B79}" presName="hierRoot2" presStyleCnt="0">
        <dgm:presLayoutVars>
          <dgm:hierBranch val="init"/>
        </dgm:presLayoutVars>
      </dgm:prSet>
      <dgm:spPr/>
    </dgm:pt>
    <dgm:pt modelId="{6EF641D5-5BCA-4750-96D8-AB05185CD972}" type="pres">
      <dgm:prSet presAssocID="{B198548C-4569-4CB0-8805-344AAD480B79}" presName="rootComposite" presStyleCnt="0"/>
      <dgm:spPr/>
    </dgm:pt>
    <dgm:pt modelId="{3664C391-7F45-4A9B-8E07-1687B3E72595}" type="pres">
      <dgm:prSet presAssocID="{B198548C-4569-4CB0-8805-344AAD480B79}" presName="rootText" presStyleLbl="node3" presStyleIdx="10" presStyleCnt="16" custScaleX="214730">
        <dgm:presLayoutVars>
          <dgm:chPref val="3"/>
        </dgm:presLayoutVars>
      </dgm:prSet>
      <dgm:spPr/>
    </dgm:pt>
    <dgm:pt modelId="{36FECE75-5533-4C0B-91B2-73B42F341F66}" type="pres">
      <dgm:prSet presAssocID="{B198548C-4569-4CB0-8805-344AAD480B79}" presName="rootConnector" presStyleLbl="node3" presStyleIdx="10" presStyleCnt="16"/>
      <dgm:spPr/>
    </dgm:pt>
    <dgm:pt modelId="{6F12117E-C44B-4177-9C98-E0E360E4E69B}" type="pres">
      <dgm:prSet presAssocID="{B198548C-4569-4CB0-8805-344AAD480B79}" presName="hierChild4" presStyleCnt="0"/>
      <dgm:spPr/>
    </dgm:pt>
    <dgm:pt modelId="{0B0E3F08-0FC8-4C5B-9AEC-F23FD1CB72F5}" type="pres">
      <dgm:prSet presAssocID="{B198548C-4569-4CB0-8805-344AAD480B79}" presName="hierChild5" presStyleCnt="0"/>
      <dgm:spPr/>
    </dgm:pt>
    <dgm:pt modelId="{A0A27337-2460-43CE-83B1-E552C9B0FD19}" type="pres">
      <dgm:prSet presAssocID="{00FEF9C3-B918-4F63-978B-7E5860762883}" presName="Name37" presStyleLbl="parChTrans1D3" presStyleIdx="11" presStyleCnt="16"/>
      <dgm:spPr/>
    </dgm:pt>
    <dgm:pt modelId="{AFB72C21-296B-4494-B070-5FE448AE2D38}" type="pres">
      <dgm:prSet presAssocID="{45141028-C88A-4563-9CA9-31C5F9EA77AB}" presName="hierRoot2" presStyleCnt="0">
        <dgm:presLayoutVars>
          <dgm:hierBranch val="init"/>
        </dgm:presLayoutVars>
      </dgm:prSet>
      <dgm:spPr/>
    </dgm:pt>
    <dgm:pt modelId="{C7D766E6-6053-4AF4-BEA9-74DC61B5C1FD}" type="pres">
      <dgm:prSet presAssocID="{45141028-C88A-4563-9CA9-31C5F9EA77AB}" presName="rootComposite" presStyleCnt="0"/>
      <dgm:spPr/>
    </dgm:pt>
    <dgm:pt modelId="{421E8894-5FD5-45A9-8196-3F709DEC8D1F}" type="pres">
      <dgm:prSet presAssocID="{45141028-C88A-4563-9CA9-31C5F9EA77AB}" presName="rootText" presStyleLbl="node3" presStyleIdx="11" presStyleCnt="16" custScaleX="214730">
        <dgm:presLayoutVars>
          <dgm:chPref val="3"/>
        </dgm:presLayoutVars>
      </dgm:prSet>
      <dgm:spPr/>
    </dgm:pt>
    <dgm:pt modelId="{92B9680C-3D28-4B88-8CF7-75A339BD7FCF}" type="pres">
      <dgm:prSet presAssocID="{45141028-C88A-4563-9CA9-31C5F9EA77AB}" presName="rootConnector" presStyleLbl="node3" presStyleIdx="11" presStyleCnt="16"/>
      <dgm:spPr/>
    </dgm:pt>
    <dgm:pt modelId="{864A6E43-FEB9-4017-BB29-CB632DFD4AD0}" type="pres">
      <dgm:prSet presAssocID="{45141028-C88A-4563-9CA9-31C5F9EA77AB}" presName="hierChild4" presStyleCnt="0"/>
      <dgm:spPr/>
    </dgm:pt>
    <dgm:pt modelId="{8ADE90E0-07EB-4456-9B26-8279DE07182D}" type="pres">
      <dgm:prSet presAssocID="{45141028-C88A-4563-9CA9-31C5F9EA77AB}" presName="hierChild5" presStyleCnt="0"/>
      <dgm:spPr/>
    </dgm:pt>
    <dgm:pt modelId="{936FF62C-978F-43A7-A8F0-88C7C8F4A023}" type="pres">
      <dgm:prSet presAssocID="{471468AD-189F-47D5-BE51-F94963B4C690}" presName="Name37" presStyleLbl="parChTrans1D3" presStyleIdx="12" presStyleCnt="16"/>
      <dgm:spPr/>
    </dgm:pt>
    <dgm:pt modelId="{5B08DC82-CE88-4516-8D23-F5DF10FC8110}" type="pres">
      <dgm:prSet presAssocID="{C4278B33-2721-445A-BE72-24F72C1C507D}" presName="hierRoot2" presStyleCnt="0">
        <dgm:presLayoutVars>
          <dgm:hierBranch val="init"/>
        </dgm:presLayoutVars>
      </dgm:prSet>
      <dgm:spPr/>
    </dgm:pt>
    <dgm:pt modelId="{CB76115C-D0BF-4F9C-BA07-96219A1AC733}" type="pres">
      <dgm:prSet presAssocID="{C4278B33-2721-445A-BE72-24F72C1C507D}" presName="rootComposite" presStyleCnt="0"/>
      <dgm:spPr/>
    </dgm:pt>
    <dgm:pt modelId="{C7A7B10C-5990-46B2-B68A-5256BEED4536}" type="pres">
      <dgm:prSet presAssocID="{C4278B33-2721-445A-BE72-24F72C1C507D}" presName="rootText" presStyleLbl="node3" presStyleIdx="12" presStyleCnt="16" custScaleX="214730">
        <dgm:presLayoutVars>
          <dgm:chPref val="3"/>
        </dgm:presLayoutVars>
      </dgm:prSet>
      <dgm:spPr/>
    </dgm:pt>
    <dgm:pt modelId="{BB65A31B-B253-4ECF-81DE-BEE1436AD051}" type="pres">
      <dgm:prSet presAssocID="{C4278B33-2721-445A-BE72-24F72C1C507D}" presName="rootConnector" presStyleLbl="node3" presStyleIdx="12" presStyleCnt="16"/>
      <dgm:spPr/>
    </dgm:pt>
    <dgm:pt modelId="{51C20105-5E79-4D75-845D-F71FAA27F790}" type="pres">
      <dgm:prSet presAssocID="{C4278B33-2721-445A-BE72-24F72C1C507D}" presName="hierChild4" presStyleCnt="0"/>
      <dgm:spPr/>
    </dgm:pt>
    <dgm:pt modelId="{0940F16F-DCEE-4321-855E-9B5712EF38E7}" type="pres">
      <dgm:prSet presAssocID="{C4278B33-2721-445A-BE72-24F72C1C507D}" presName="hierChild5" presStyleCnt="0"/>
      <dgm:spPr/>
    </dgm:pt>
    <dgm:pt modelId="{D3979BBA-D853-48CC-903F-5AF82DAA93A2}" type="pres">
      <dgm:prSet presAssocID="{0AFED0B4-53FE-411A-BE07-C8DDA4377040}" presName="Name37" presStyleLbl="parChTrans1D3" presStyleIdx="13" presStyleCnt="16"/>
      <dgm:spPr/>
    </dgm:pt>
    <dgm:pt modelId="{3A717D3D-175E-4CC5-9183-065A730C8503}" type="pres">
      <dgm:prSet presAssocID="{D26BD576-FCFA-43D2-A3B4-6FFE3650AC31}" presName="hierRoot2" presStyleCnt="0">
        <dgm:presLayoutVars>
          <dgm:hierBranch val="init"/>
        </dgm:presLayoutVars>
      </dgm:prSet>
      <dgm:spPr/>
    </dgm:pt>
    <dgm:pt modelId="{501F055F-206A-45F8-9ACF-638ED9D89303}" type="pres">
      <dgm:prSet presAssocID="{D26BD576-FCFA-43D2-A3B4-6FFE3650AC31}" presName="rootComposite" presStyleCnt="0"/>
      <dgm:spPr/>
    </dgm:pt>
    <dgm:pt modelId="{CDB54FF5-DD66-40F0-8E74-B4116D4EA2B4}" type="pres">
      <dgm:prSet presAssocID="{D26BD576-FCFA-43D2-A3B4-6FFE3650AC31}" presName="rootText" presStyleLbl="node3" presStyleIdx="13" presStyleCnt="16" custScaleX="214730">
        <dgm:presLayoutVars>
          <dgm:chPref val="3"/>
        </dgm:presLayoutVars>
      </dgm:prSet>
      <dgm:spPr/>
    </dgm:pt>
    <dgm:pt modelId="{B2F47B3F-DA63-4A05-9415-C6E0DEA5F4B4}" type="pres">
      <dgm:prSet presAssocID="{D26BD576-FCFA-43D2-A3B4-6FFE3650AC31}" presName="rootConnector" presStyleLbl="node3" presStyleIdx="13" presStyleCnt="16"/>
      <dgm:spPr/>
    </dgm:pt>
    <dgm:pt modelId="{019971B1-5741-4CBB-8675-B8D4913E1886}" type="pres">
      <dgm:prSet presAssocID="{D26BD576-FCFA-43D2-A3B4-6FFE3650AC31}" presName="hierChild4" presStyleCnt="0"/>
      <dgm:spPr/>
    </dgm:pt>
    <dgm:pt modelId="{31A96D00-90E3-431D-B7BE-9772BC3F8736}" type="pres">
      <dgm:prSet presAssocID="{D26BD576-FCFA-43D2-A3B4-6FFE3650AC31}" presName="hierChild5" presStyleCnt="0"/>
      <dgm:spPr/>
    </dgm:pt>
    <dgm:pt modelId="{21759D74-BB05-46E6-848E-9BDE803B7E30}" type="pres">
      <dgm:prSet presAssocID="{0C8B94C3-C469-4D76-A265-518F58D39962}" presName="Name37" presStyleLbl="parChTrans1D3" presStyleIdx="14" presStyleCnt="16"/>
      <dgm:spPr/>
    </dgm:pt>
    <dgm:pt modelId="{627A0170-E036-4FB8-AA47-ECC485550B69}" type="pres">
      <dgm:prSet presAssocID="{4C6F99BF-DEA9-4481-A104-9728DB0E5006}" presName="hierRoot2" presStyleCnt="0">
        <dgm:presLayoutVars>
          <dgm:hierBranch val="init"/>
        </dgm:presLayoutVars>
      </dgm:prSet>
      <dgm:spPr/>
    </dgm:pt>
    <dgm:pt modelId="{A987B381-D320-45A7-8DE2-9542310D9B1C}" type="pres">
      <dgm:prSet presAssocID="{4C6F99BF-DEA9-4481-A104-9728DB0E5006}" presName="rootComposite" presStyleCnt="0"/>
      <dgm:spPr/>
    </dgm:pt>
    <dgm:pt modelId="{3BC37F03-E0B3-4320-B241-91FABC897007}" type="pres">
      <dgm:prSet presAssocID="{4C6F99BF-DEA9-4481-A104-9728DB0E5006}" presName="rootText" presStyleLbl="node3" presStyleIdx="14" presStyleCnt="16" custScaleX="214730">
        <dgm:presLayoutVars>
          <dgm:chPref val="3"/>
        </dgm:presLayoutVars>
      </dgm:prSet>
      <dgm:spPr/>
    </dgm:pt>
    <dgm:pt modelId="{5496229D-065F-4886-90C4-9D19CECF40B1}" type="pres">
      <dgm:prSet presAssocID="{4C6F99BF-DEA9-4481-A104-9728DB0E5006}" presName="rootConnector" presStyleLbl="node3" presStyleIdx="14" presStyleCnt="16"/>
      <dgm:spPr/>
    </dgm:pt>
    <dgm:pt modelId="{246115EC-F724-4505-B5F1-B9125E19E60F}" type="pres">
      <dgm:prSet presAssocID="{4C6F99BF-DEA9-4481-A104-9728DB0E5006}" presName="hierChild4" presStyleCnt="0"/>
      <dgm:spPr/>
    </dgm:pt>
    <dgm:pt modelId="{E2E4DBE5-BBCE-4303-BF86-46266F1DB8A6}" type="pres">
      <dgm:prSet presAssocID="{4C6F99BF-DEA9-4481-A104-9728DB0E5006}" presName="hierChild5" presStyleCnt="0"/>
      <dgm:spPr/>
    </dgm:pt>
    <dgm:pt modelId="{5275E374-3338-4FE8-BE93-B5FDA2CFDED4}" type="pres">
      <dgm:prSet presAssocID="{340E4B3B-B2F5-47D4-8B48-ED29244AA343}" presName="Name37" presStyleLbl="parChTrans1D3" presStyleIdx="15" presStyleCnt="16"/>
      <dgm:spPr/>
    </dgm:pt>
    <dgm:pt modelId="{BE4B9D5D-A7BC-4078-9A23-95E8638EE09D}" type="pres">
      <dgm:prSet presAssocID="{4B81BE27-95F7-44AA-98B8-FF1DD20735CC}" presName="hierRoot2" presStyleCnt="0">
        <dgm:presLayoutVars>
          <dgm:hierBranch val="init"/>
        </dgm:presLayoutVars>
      </dgm:prSet>
      <dgm:spPr/>
    </dgm:pt>
    <dgm:pt modelId="{7E26E736-9E1F-43D1-8C94-1BB63B3B1C5C}" type="pres">
      <dgm:prSet presAssocID="{4B81BE27-95F7-44AA-98B8-FF1DD20735CC}" presName="rootComposite" presStyleCnt="0"/>
      <dgm:spPr/>
    </dgm:pt>
    <dgm:pt modelId="{AB3506F4-729A-4EAD-897A-1BBF2831080A}" type="pres">
      <dgm:prSet presAssocID="{4B81BE27-95F7-44AA-98B8-FF1DD20735CC}" presName="rootText" presStyleLbl="node3" presStyleIdx="15" presStyleCnt="16" custScaleX="214730">
        <dgm:presLayoutVars>
          <dgm:chPref val="3"/>
        </dgm:presLayoutVars>
      </dgm:prSet>
      <dgm:spPr/>
    </dgm:pt>
    <dgm:pt modelId="{4405CE7F-ECD1-44A1-9118-002607969144}" type="pres">
      <dgm:prSet presAssocID="{4B81BE27-95F7-44AA-98B8-FF1DD20735CC}" presName="rootConnector" presStyleLbl="node3" presStyleIdx="15" presStyleCnt="16"/>
      <dgm:spPr/>
    </dgm:pt>
    <dgm:pt modelId="{92132B7A-3614-4D00-B673-4F82AC4EA361}" type="pres">
      <dgm:prSet presAssocID="{4B81BE27-95F7-44AA-98B8-FF1DD20735CC}" presName="hierChild4" presStyleCnt="0"/>
      <dgm:spPr/>
    </dgm:pt>
    <dgm:pt modelId="{27A1FF8E-1010-4A4C-B704-2E0A0B91253D}" type="pres">
      <dgm:prSet presAssocID="{4B81BE27-95F7-44AA-98B8-FF1DD20735CC}" presName="hierChild5" presStyleCnt="0"/>
      <dgm:spPr/>
    </dgm:pt>
    <dgm:pt modelId="{9DBD5F0A-807D-40D4-A41E-384F1CC376D0}" type="pres">
      <dgm:prSet presAssocID="{4BE40137-C585-4684-AF84-8C8479652498}" presName="hierChild5" presStyleCnt="0"/>
      <dgm:spPr/>
    </dgm:pt>
    <dgm:pt modelId="{A616AE3A-3FB4-4DB5-AB68-286707585CC2}" type="pres">
      <dgm:prSet presAssocID="{AF37697C-0616-4F3F-A17A-38D2D8DFEBD0}" presName="hierChild3" presStyleCnt="0"/>
      <dgm:spPr/>
    </dgm:pt>
  </dgm:ptLst>
  <dgm:cxnLst>
    <dgm:cxn modelId="{5ACB2102-E2EF-4841-A592-B304F3B90E59}" type="presOf" srcId="{4C6F99BF-DEA9-4481-A104-9728DB0E5006}" destId="{5496229D-065F-4886-90C4-9D19CECF40B1}" srcOrd="1" destOrd="0" presId="urn:microsoft.com/office/officeart/2005/8/layout/orgChart1"/>
    <dgm:cxn modelId="{F6407F0A-977C-4D95-833C-BC9DD20722F1}" type="presOf" srcId="{9B84C657-0CDE-4B9A-88EF-5CB963A3FC7D}" destId="{631D3DE8-A5E1-41A1-8D54-E5BEDA5208AD}" srcOrd="0" destOrd="0" presId="urn:microsoft.com/office/officeart/2005/8/layout/orgChart1"/>
    <dgm:cxn modelId="{4920E810-3F79-4DBE-AC4A-438DBD04C4C8}" srcId="{AF37697C-0616-4F3F-A17A-38D2D8DFEBD0}" destId="{4BE40137-C585-4684-AF84-8C8479652498}" srcOrd="1" destOrd="0" parTransId="{98D8E1D9-2E04-4553-A42F-4F3D0EE46DAF}" sibTransId="{BE468ED8-F620-44D3-8E46-C96B65C36293}"/>
    <dgm:cxn modelId="{BF68A411-ADC1-46CE-A1CA-6CD2E673733C}" type="presOf" srcId="{D26BD576-FCFA-43D2-A3B4-6FFE3650AC31}" destId="{CDB54FF5-DD66-40F0-8E74-B4116D4EA2B4}" srcOrd="0" destOrd="0" presId="urn:microsoft.com/office/officeart/2005/8/layout/orgChart1"/>
    <dgm:cxn modelId="{C0342114-BE6C-4FA8-9507-AE8291A8CDEC}" srcId="{4BE40137-C585-4684-AF84-8C8479652498}" destId="{B198548C-4569-4CB0-8805-344AAD480B79}" srcOrd="7" destOrd="0" parTransId="{6AC8C0EC-4856-4903-8EE6-CD12FDF626A0}" sibTransId="{3D5678F2-B104-48D2-B6C8-64FC0266503C}"/>
    <dgm:cxn modelId="{48DED115-96D8-415E-A9CE-02F410D3697D}" srcId="{4BE40137-C585-4684-AF84-8C8479652498}" destId="{C7C4C580-D05D-48B2-8B75-E5853D3B18D4}" srcOrd="6" destOrd="0" parTransId="{5E6DBABB-762B-4F30-AF52-C436D2825CE3}" sibTransId="{B727D6E6-BD49-45D7-A034-CDE18069CB69}"/>
    <dgm:cxn modelId="{584B951A-7F87-44A4-892C-87D981CE1894}" type="presOf" srcId="{ABCB39A3-DD88-451E-9A80-D350892E400A}" destId="{49D4B913-C055-43BD-B882-82396B539CBB}" srcOrd="0" destOrd="0" presId="urn:microsoft.com/office/officeart/2005/8/layout/orgChart1"/>
    <dgm:cxn modelId="{83BFF91D-D679-4F1F-B79E-7F9A2C43D1D5}" type="presOf" srcId="{09889277-B6D5-4BC3-9757-ED4602781029}" destId="{351C143A-8D40-4570-B2F5-885D45D3E9FF}" srcOrd="1" destOrd="0" presId="urn:microsoft.com/office/officeart/2005/8/layout/orgChart1"/>
    <dgm:cxn modelId="{3AB70B1F-C3EF-440F-AF3B-CFA424238AE4}" type="presOf" srcId="{639A0A47-597E-4513-8327-DEE7DF92587F}" destId="{2D8A82D0-E435-4711-BB78-B568E0DFD232}" srcOrd="0" destOrd="0" presId="urn:microsoft.com/office/officeart/2005/8/layout/orgChart1"/>
    <dgm:cxn modelId="{C479DE2A-31F9-4FFA-B195-4F8E50709F22}" srcId="{4BE40137-C585-4684-AF84-8C8479652498}" destId="{C4278B33-2721-445A-BE72-24F72C1C507D}" srcOrd="9" destOrd="0" parTransId="{471468AD-189F-47D5-BE51-F94963B4C690}" sibTransId="{AE5F0959-A641-4EEE-AA72-646373C9D55D}"/>
    <dgm:cxn modelId="{770FF72C-DBCD-48FA-9400-A687CA50FFC5}" type="presOf" srcId="{CE6E361E-9344-4314-8A5D-1F0FD197B531}" destId="{8E33ABCB-1F42-4F23-853B-27772CC15A5B}" srcOrd="1" destOrd="0" presId="urn:microsoft.com/office/officeart/2005/8/layout/orgChart1"/>
    <dgm:cxn modelId="{D4F86C32-39A0-42A0-878C-F0145FD4CF82}" srcId="{4BE40137-C585-4684-AF84-8C8479652498}" destId="{5D98ED7D-6032-4F95-BCC6-F95C3744A953}" srcOrd="1" destOrd="0" parTransId="{6E304FDF-98FC-4FF4-A441-EB839FEA14BC}" sibTransId="{F6FD70F5-E60F-42C2-A75F-FCDE78BBEB67}"/>
    <dgm:cxn modelId="{9793C132-7373-4CDC-872B-7DE09453BC8E}" type="presOf" srcId="{0C8B94C3-C469-4D76-A265-518F58D39962}" destId="{21759D74-BB05-46E6-848E-9BDE803B7E30}" srcOrd="0" destOrd="0" presId="urn:microsoft.com/office/officeart/2005/8/layout/orgChart1"/>
    <dgm:cxn modelId="{8C5CEE33-96A8-4C04-B1E4-FF4F4885E11D}" type="presOf" srcId="{D4044F27-78A6-4FD4-A53C-6FFA1B2BDC66}" destId="{E2BACCC9-1519-4094-AB11-662E113EABBC}" srcOrd="0" destOrd="0" presId="urn:microsoft.com/office/officeart/2005/8/layout/orgChart1"/>
    <dgm:cxn modelId="{B0340F35-1638-431D-BAF3-74BB50772727}" srcId="{4BE40137-C585-4684-AF84-8C8479652498}" destId="{38B26C47-ED0E-4DC0-86C2-44D73D90A56F}" srcOrd="3" destOrd="0" parTransId="{329431D1-6AD5-4296-9DFF-7D9BC06F3436}" sibTransId="{C98E37FE-7CE7-4E06-B5CC-EF58D51B30E8}"/>
    <dgm:cxn modelId="{EB1C8439-A64E-492C-9C2E-606E15EA5865}" srcId="{4BE40137-C585-4684-AF84-8C8479652498}" destId="{4076BBCB-648E-47E1-9645-353A100F0823}" srcOrd="2" destOrd="0" parTransId="{24DB82DF-D78B-49D6-A5B5-7FF687B2BD31}" sibTransId="{3E4D9C0D-88F3-4C50-8C49-6356BF785A92}"/>
    <dgm:cxn modelId="{BAD3333B-F746-4225-84AA-70126595F9FB}" type="presOf" srcId="{755ED0CD-A135-4D56-9219-3461981F97D7}" destId="{DD14A479-BADF-45D2-A817-1B1B3A7E2DAE}" srcOrd="0" destOrd="0" presId="urn:microsoft.com/office/officeart/2005/8/layout/orgChart1"/>
    <dgm:cxn modelId="{DEFE193E-F082-484E-ADB2-6C6EC469B7F5}" srcId="{5DF44FA1-5104-4F86-9F8C-BC07D505D37F}" destId="{1D32054F-A708-4AEA-A67D-68AA5E9571AC}" srcOrd="2" destOrd="0" parTransId="{ABCB39A3-DD88-451E-9A80-D350892E400A}" sibTransId="{83684D9E-3DE5-42F9-BBD9-1558BD974DFB}"/>
    <dgm:cxn modelId="{657B8F3F-0825-4F3B-B1BB-448DEB6142D4}" type="presOf" srcId="{9B84C657-0CDE-4B9A-88EF-5CB963A3FC7D}" destId="{8CFFBA49-87BD-43FC-AAC9-5FDFF464A25E}" srcOrd="1" destOrd="0" presId="urn:microsoft.com/office/officeart/2005/8/layout/orgChart1"/>
    <dgm:cxn modelId="{EB12B05D-3B96-44DB-8E80-1D6716E34B4C}" type="presOf" srcId="{5E6DBABB-762B-4F30-AF52-C436D2825CE3}" destId="{E7E7CE1F-79B4-4878-B047-6ED81D516D88}" srcOrd="0" destOrd="0" presId="urn:microsoft.com/office/officeart/2005/8/layout/orgChart1"/>
    <dgm:cxn modelId="{F9641346-7A52-4644-B145-6D996D786406}" srcId="{4BE40137-C585-4684-AF84-8C8479652498}" destId="{0882E7E6-09BE-43E2-8F90-DF4E8AF1DFA0}" srcOrd="4" destOrd="0" parTransId="{DA7ACB4A-D4D5-4253-94F0-C6524BDD4326}" sibTransId="{F5AC3AFC-0B30-42FB-84E4-52596D1C3EB7}"/>
    <dgm:cxn modelId="{9B815246-DEA8-45F3-AF7C-739642FED2F1}" srcId="{4BE40137-C585-4684-AF84-8C8479652498}" destId="{4C6F99BF-DEA9-4481-A104-9728DB0E5006}" srcOrd="11" destOrd="0" parTransId="{0C8B94C3-C469-4D76-A265-518F58D39962}" sibTransId="{2B314D93-87D6-40F7-83A7-53A430C732DC}"/>
    <dgm:cxn modelId="{6FC98047-D9A3-41B1-AAEC-74536875D5EF}" type="presOf" srcId="{38B26C47-ED0E-4DC0-86C2-44D73D90A56F}" destId="{36D250AF-EE65-4F8F-83C6-16C9EC79CD05}" srcOrd="0" destOrd="0" presId="urn:microsoft.com/office/officeart/2005/8/layout/orgChart1"/>
    <dgm:cxn modelId="{C8345E4A-BFB1-437F-B905-67CA073E4AB0}" type="presOf" srcId="{E9693A9A-38D2-49C6-8011-17827CD93856}" destId="{768705BB-EBCF-4014-A6EB-F6AEDFD47AEC}" srcOrd="1" destOrd="0" presId="urn:microsoft.com/office/officeart/2005/8/layout/orgChart1"/>
    <dgm:cxn modelId="{32E1764C-D80D-4757-81A4-9F97679181C1}" type="presOf" srcId="{4B81BE27-95F7-44AA-98B8-FF1DD20735CC}" destId="{AB3506F4-729A-4EAD-897A-1BBF2831080A}" srcOrd="0" destOrd="0" presId="urn:microsoft.com/office/officeart/2005/8/layout/orgChart1"/>
    <dgm:cxn modelId="{33074470-501D-4D88-BBE1-5179ED0B1836}" srcId="{5DF44FA1-5104-4F86-9F8C-BC07D505D37F}" destId="{9B84C657-0CDE-4B9A-88EF-5CB963A3FC7D}" srcOrd="1" destOrd="0" parTransId="{755ED0CD-A135-4D56-9219-3461981F97D7}" sibTransId="{8AC35B48-BE73-47B4-A24D-C1E9D78C0770}"/>
    <dgm:cxn modelId="{C5B71772-B598-4D64-879E-A1E51F18177E}" type="presOf" srcId="{AF37697C-0616-4F3F-A17A-38D2D8DFEBD0}" destId="{EA5520AC-5EA5-4BDC-B5C1-70FD0147A126}" srcOrd="0" destOrd="0" presId="urn:microsoft.com/office/officeart/2005/8/layout/orgChart1"/>
    <dgm:cxn modelId="{EBA2D953-E40A-4D95-A6FB-F05B3D25C352}" type="presOf" srcId="{5D98ED7D-6032-4F95-BCC6-F95C3744A953}" destId="{944A657D-7832-4595-A2DD-61D46121B6F8}" srcOrd="0" destOrd="0" presId="urn:microsoft.com/office/officeart/2005/8/layout/orgChart1"/>
    <dgm:cxn modelId="{F866A455-BA1B-40FB-8043-A92A84D3B938}" type="presOf" srcId="{4076BBCB-648E-47E1-9645-353A100F0823}" destId="{E29C968E-E525-4FC2-BB7B-BA39E7ADCF27}" srcOrd="0" destOrd="0" presId="urn:microsoft.com/office/officeart/2005/8/layout/orgChart1"/>
    <dgm:cxn modelId="{9CF33C57-2CB1-483B-AE52-ECEF559061F4}" type="presOf" srcId="{45141028-C88A-4563-9CA9-31C5F9EA77AB}" destId="{421E8894-5FD5-45A9-8196-3F709DEC8D1F}" srcOrd="0" destOrd="0" presId="urn:microsoft.com/office/officeart/2005/8/layout/orgChart1"/>
    <dgm:cxn modelId="{604A0C78-2215-48D9-A8BF-8C1867F1777A}" type="presOf" srcId="{1D32054F-A708-4AEA-A67D-68AA5E9571AC}" destId="{19635511-5D84-48C7-94E8-4D9E5F29D2E0}" srcOrd="0" destOrd="0" presId="urn:microsoft.com/office/officeart/2005/8/layout/orgChart1"/>
    <dgm:cxn modelId="{2C586678-5243-4866-BEA5-169EB8621E9F}" type="presOf" srcId="{6AC8C0EC-4856-4903-8EE6-CD12FDF626A0}" destId="{3AD2EEA9-A44E-4F79-930B-C05DD83A9767}" srcOrd="0" destOrd="0" presId="urn:microsoft.com/office/officeart/2005/8/layout/orgChart1"/>
    <dgm:cxn modelId="{1B236F7A-7388-4BC6-8C21-D3D20E749C72}" type="presOf" srcId="{0882E7E6-09BE-43E2-8F90-DF4E8AF1DFA0}" destId="{B0014E9F-2B83-4014-94F6-30632E60D657}" srcOrd="0" destOrd="0" presId="urn:microsoft.com/office/officeart/2005/8/layout/orgChart1"/>
    <dgm:cxn modelId="{D08F657B-32EC-4C30-B3B2-63D81D2082D8}" srcId="{639A0A47-597E-4513-8327-DEE7DF92587F}" destId="{AF37697C-0616-4F3F-A17A-38D2D8DFEBD0}" srcOrd="0" destOrd="0" parTransId="{AACDFE2A-A740-4631-980F-ABFDA1F05102}" sibTransId="{3DEA6424-49BC-4315-9BD0-3861CF161DDB}"/>
    <dgm:cxn modelId="{BA96757B-B1E8-4EB1-B496-F3EDFCC4A070}" type="presOf" srcId="{4076BBCB-648E-47E1-9645-353A100F0823}" destId="{12EEDFA7-08FE-4591-911F-FDE6456EF853}" srcOrd="1" destOrd="0" presId="urn:microsoft.com/office/officeart/2005/8/layout/orgChart1"/>
    <dgm:cxn modelId="{37722F7E-A429-4E58-AA39-3D33154CB357}" type="presOf" srcId="{C7C4C580-D05D-48B2-8B75-E5853D3B18D4}" destId="{8D8A79E5-EBFD-4EB3-85F5-7A011D010104}" srcOrd="1" destOrd="0" presId="urn:microsoft.com/office/officeart/2005/8/layout/orgChart1"/>
    <dgm:cxn modelId="{35865E80-79A0-4914-A9C0-4DEEB7177991}" type="presOf" srcId="{329431D1-6AD5-4296-9DFF-7D9BC06F3436}" destId="{DD0446D7-55E8-485C-AF7E-1D4F19459E20}" srcOrd="0" destOrd="0" presId="urn:microsoft.com/office/officeart/2005/8/layout/orgChart1"/>
    <dgm:cxn modelId="{B6A98A80-32A2-4210-B9A2-5C36861F0C9D}" type="presOf" srcId="{CE6E361E-9344-4314-8A5D-1F0FD197B531}" destId="{066F1CEF-9D0E-4141-A2E4-2704EB0983E4}" srcOrd="0" destOrd="0" presId="urn:microsoft.com/office/officeart/2005/8/layout/orgChart1"/>
    <dgm:cxn modelId="{49E7EC84-17EE-466A-B8D1-1874479D930D}" srcId="{4BE40137-C585-4684-AF84-8C8479652498}" destId="{09889277-B6D5-4BC3-9757-ED4602781029}" srcOrd="0" destOrd="0" parTransId="{D4044F27-78A6-4FD4-A53C-6FFA1B2BDC66}" sibTransId="{A56C200B-F64F-4A9D-B8C1-5053F689616B}"/>
    <dgm:cxn modelId="{BF5A9C88-5D7D-40D7-9162-A84E0B3F2242}" type="presOf" srcId="{5D81EAEF-FB9F-4A86-8418-3467B207FA4F}" destId="{3DF27527-1D18-4DCF-B37A-B0843EBCBDC7}" srcOrd="0" destOrd="0" presId="urn:microsoft.com/office/officeart/2005/8/layout/orgChart1"/>
    <dgm:cxn modelId="{B9D9858D-27F7-4C60-B15E-4B30873F46D3}" type="presOf" srcId="{D26BD576-FCFA-43D2-A3B4-6FFE3650AC31}" destId="{B2F47B3F-DA63-4A05-9415-C6E0DEA5F4B4}" srcOrd="1" destOrd="0" presId="urn:microsoft.com/office/officeart/2005/8/layout/orgChart1"/>
    <dgm:cxn modelId="{6D54A08F-EB11-4319-97A3-D6FF83686181}" type="presOf" srcId="{38B26C47-ED0E-4DC0-86C2-44D73D90A56F}" destId="{BE211FDC-4B18-4A2F-913D-AD012D2F4B5C}" srcOrd="1" destOrd="0" presId="urn:microsoft.com/office/officeart/2005/8/layout/orgChart1"/>
    <dgm:cxn modelId="{0276C692-5613-45EA-BABE-83B53EADE836}" type="presOf" srcId="{4C6F99BF-DEA9-4481-A104-9728DB0E5006}" destId="{3BC37F03-E0B3-4320-B241-91FABC897007}" srcOrd="0" destOrd="0" presId="urn:microsoft.com/office/officeart/2005/8/layout/orgChart1"/>
    <dgm:cxn modelId="{BABBCB94-8486-4D44-9FAC-74DE141A5E6C}" srcId="{5DF44FA1-5104-4F86-9F8C-BC07D505D37F}" destId="{E9693A9A-38D2-49C6-8011-17827CD93856}" srcOrd="0" destOrd="0" parTransId="{C2ABDABF-E7E9-45C0-8FEB-345F108A60BD}" sibTransId="{6F1DE746-4E18-4955-B797-3E1A70E2408C}"/>
    <dgm:cxn modelId="{0A50D798-DBFB-44A2-9163-15ECCFB63DF3}" type="presOf" srcId="{C2ABDABF-E7E9-45C0-8FEB-345F108A60BD}" destId="{84BE70BE-61FE-431E-8FF1-0E3BD6F6D490}" srcOrd="0" destOrd="0" presId="urn:microsoft.com/office/officeart/2005/8/layout/orgChart1"/>
    <dgm:cxn modelId="{EB9B6A9B-30BF-4D27-824E-238A04E7BE9B}" srcId="{4BE40137-C585-4684-AF84-8C8479652498}" destId="{D26BD576-FCFA-43D2-A3B4-6FFE3650AC31}" srcOrd="10" destOrd="0" parTransId="{0AFED0B4-53FE-411A-BE07-C8DDA4377040}" sibTransId="{E5948300-F754-45F6-9E35-93803304F473}"/>
    <dgm:cxn modelId="{2236E29C-FB23-43AD-8062-E22D4EB550BF}" type="presOf" srcId="{C7C4C580-D05D-48B2-8B75-E5853D3B18D4}" destId="{B3CABDC4-D2CC-4615-AD8A-8750D4F84A2C}" srcOrd="0" destOrd="0" presId="urn:microsoft.com/office/officeart/2005/8/layout/orgChart1"/>
    <dgm:cxn modelId="{7349B8A3-1B0D-4577-AD29-BA7CE168E570}" type="presOf" srcId="{471468AD-189F-47D5-BE51-F94963B4C690}" destId="{936FF62C-978F-43A7-A8F0-88C7C8F4A023}" srcOrd="0" destOrd="0" presId="urn:microsoft.com/office/officeart/2005/8/layout/orgChart1"/>
    <dgm:cxn modelId="{D3633FA5-E9CD-4ACE-8191-6CC5EA8EB53A}" type="presOf" srcId="{5DF44FA1-5104-4F86-9F8C-BC07D505D37F}" destId="{4E4B6468-8A42-457E-B4CB-8AE57679B55C}" srcOrd="1" destOrd="0" presId="urn:microsoft.com/office/officeart/2005/8/layout/orgChart1"/>
    <dgm:cxn modelId="{25A15CAA-5C62-4E73-A283-76B28F921770}" type="presOf" srcId="{4BE40137-C585-4684-AF84-8C8479652498}" destId="{791C9332-0F68-43E6-983F-E94BDD2CC69C}" srcOrd="0" destOrd="0" presId="urn:microsoft.com/office/officeart/2005/8/layout/orgChart1"/>
    <dgm:cxn modelId="{CEFD55AD-5109-48B2-9804-F321DAC723D8}" type="presOf" srcId="{5DF44FA1-5104-4F86-9F8C-BC07D505D37F}" destId="{20593AF1-A0CB-4313-8490-61D184CB7145}" srcOrd="0" destOrd="0" presId="urn:microsoft.com/office/officeart/2005/8/layout/orgChart1"/>
    <dgm:cxn modelId="{07FBA3B9-CB79-43BB-83D9-530A13C959DA}" type="presOf" srcId="{BDB74B0F-3FD8-44FF-BC40-D1DAF4B6DCCA}" destId="{1023EFAF-116C-40A7-89BC-221E5EE7700B}" srcOrd="0" destOrd="0" presId="urn:microsoft.com/office/officeart/2005/8/layout/orgChart1"/>
    <dgm:cxn modelId="{B7FE43BE-2FA1-4F39-96A7-C26BF9B3F550}" srcId="{AF37697C-0616-4F3F-A17A-38D2D8DFEBD0}" destId="{5DF44FA1-5104-4F86-9F8C-BC07D505D37F}" srcOrd="0" destOrd="0" parTransId="{5D81EAEF-FB9F-4A86-8418-3467B207FA4F}" sibTransId="{92802FCD-1080-4A15-8D7C-911AF9F1E8EA}"/>
    <dgm:cxn modelId="{278F74C0-2DAC-47E3-BFD0-340DAA12769D}" type="presOf" srcId="{0AFED0B4-53FE-411A-BE07-C8DDA4377040}" destId="{D3979BBA-D853-48CC-903F-5AF82DAA93A2}" srcOrd="0" destOrd="0" presId="urn:microsoft.com/office/officeart/2005/8/layout/orgChart1"/>
    <dgm:cxn modelId="{4C2B9FC0-11F1-4FA8-A084-5BE5BAA18398}" type="presOf" srcId="{1D32054F-A708-4AEA-A67D-68AA5E9571AC}" destId="{05B94657-FDAE-466A-98D9-9B0CD6E17ECB}" srcOrd="1" destOrd="0" presId="urn:microsoft.com/office/officeart/2005/8/layout/orgChart1"/>
    <dgm:cxn modelId="{B3DA1FC3-6064-414E-86E5-EE80C5C08748}" type="presOf" srcId="{4BE40137-C585-4684-AF84-8C8479652498}" destId="{6DE6C037-419C-465A-B705-8BFB51B0A4E2}" srcOrd="1" destOrd="0" presId="urn:microsoft.com/office/officeart/2005/8/layout/orgChart1"/>
    <dgm:cxn modelId="{960A7BC5-635B-46FC-87A4-0EB1D181D19B}" srcId="{4BE40137-C585-4684-AF84-8C8479652498}" destId="{4B81BE27-95F7-44AA-98B8-FF1DD20735CC}" srcOrd="12" destOrd="0" parTransId="{340E4B3B-B2F5-47D4-8B48-ED29244AA343}" sibTransId="{7AEB9E05-9784-47CB-88EB-DC25540593BD}"/>
    <dgm:cxn modelId="{22F90FCB-682C-41CF-BAD3-212323FCB90A}" type="presOf" srcId="{0882E7E6-09BE-43E2-8F90-DF4E8AF1DFA0}" destId="{579842D9-2DEA-4F31-B7B2-1BAB8C4EC534}" srcOrd="1" destOrd="0" presId="urn:microsoft.com/office/officeart/2005/8/layout/orgChart1"/>
    <dgm:cxn modelId="{15E94FCB-CC60-45D7-AE1C-3F402EF15E7B}" type="presOf" srcId="{98D8E1D9-2E04-4553-A42F-4F3D0EE46DAF}" destId="{1D5AA893-342A-4291-B3B5-E4CAC1B7748F}" srcOrd="0" destOrd="0" presId="urn:microsoft.com/office/officeart/2005/8/layout/orgChart1"/>
    <dgm:cxn modelId="{7385F5CB-A025-488E-8022-1FA1A6F2E826}" type="presOf" srcId="{5D98ED7D-6032-4F95-BCC6-F95C3744A953}" destId="{819DB682-5623-479F-B762-F1D8DC5582DC}" srcOrd="1" destOrd="0" presId="urn:microsoft.com/office/officeart/2005/8/layout/orgChart1"/>
    <dgm:cxn modelId="{33D482D0-0913-4FFE-938C-A968B5F49404}" srcId="{4BE40137-C585-4684-AF84-8C8479652498}" destId="{CE6E361E-9344-4314-8A5D-1F0FD197B531}" srcOrd="5" destOrd="0" parTransId="{BDB74B0F-3FD8-44FF-BC40-D1DAF4B6DCCA}" sibTransId="{93A37249-C2B2-4D82-B2AF-BE172752CEC9}"/>
    <dgm:cxn modelId="{6B4D49D2-060E-401F-AC94-70DCC5854080}" type="presOf" srcId="{00FEF9C3-B918-4F63-978B-7E5860762883}" destId="{A0A27337-2460-43CE-83B1-E552C9B0FD19}" srcOrd="0" destOrd="0" presId="urn:microsoft.com/office/officeart/2005/8/layout/orgChart1"/>
    <dgm:cxn modelId="{66858ED3-9994-496E-ACB2-AA77291427E4}" type="presOf" srcId="{C4278B33-2721-445A-BE72-24F72C1C507D}" destId="{BB65A31B-B253-4ECF-81DE-BEE1436AD051}" srcOrd="1" destOrd="0" presId="urn:microsoft.com/office/officeart/2005/8/layout/orgChart1"/>
    <dgm:cxn modelId="{CB0798D4-0D7F-49BC-AA1D-196D95D01FA6}" type="presOf" srcId="{C4278B33-2721-445A-BE72-24F72C1C507D}" destId="{C7A7B10C-5990-46B2-B68A-5256BEED4536}" srcOrd="0" destOrd="0" presId="urn:microsoft.com/office/officeart/2005/8/layout/orgChart1"/>
    <dgm:cxn modelId="{95A987D9-B5F5-4C83-B6F1-A01E3228CD1D}" type="presOf" srcId="{B198548C-4569-4CB0-8805-344AAD480B79}" destId="{36FECE75-5533-4C0B-91B2-73B42F341F66}" srcOrd="1" destOrd="0" presId="urn:microsoft.com/office/officeart/2005/8/layout/orgChart1"/>
    <dgm:cxn modelId="{133DC7DB-B549-4EEA-BE12-CE228C2C8118}" type="presOf" srcId="{DA7ACB4A-D4D5-4253-94F0-C6524BDD4326}" destId="{D0209A42-1257-44BA-A2B7-0B3D2EF81B74}" srcOrd="0" destOrd="0" presId="urn:microsoft.com/office/officeart/2005/8/layout/orgChart1"/>
    <dgm:cxn modelId="{3D0B8ADF-6F82-4CC4-AF78-B399DF34CB31}" type="presOf" srcId="{45141028-C88A-4563-9CA9-31C5F9EA77AB}" destId="{92B9680C-3D28-4B88-8CF7-75A339BD7FCF}" srcOrd="1" destOrd="0" presId="urn:microsoft.com/office/officeart/2005/8/layout/orgChart1"/>
    <dgm:cxn modelId="{34D28DE1-A307-49A4-B8F8-56121C82B4E4}" srcId="{4BE40137-C585-4684-AF84-8C8479652498}" destId="{45141028-C88A-4563-9CA9-31C5F9EA77AB}" srcOrd="8" destOrd="0" parTransId="{00FEF9C3-B918-4F63-978B-7E5860762883}" sibTransId="{AC5FF6D6-AC1E-42B4-B470-85A40C390154}"/>
    <dgm:cxn modelId="{314C0CE3-973E-4210-9B49-E064BB873309}" type="presOf" srcId="{AF37697C-0616-4F3F-A17A-38D2D8DFEBD0}" destId="{35CC161A-D7AE-4FBF-ADDB-4D00EFF88CAB}" srcOrd="1" destOrd="0" presId="urn:microsoft.com/office/officeart/2005/8/layout/orgChart1"/>
    <dgm:cxn modelId="{E46D7AE5-91F7-4F73-863E-959347A2895E}" type="presOf" srcId="{340E4B3B-B2F5-47D4-8B48-ED29244AA343}" destId="{5275E374-3338-4FE8-BE93-B5FDA2CFDED4}" srcOrd="0" destOrd="0" presId="urn:microsoft.com/office/officeart/2005/8/layout/orgChart1"/>
    <dgm:cxn modelId="{5174F9E5-DA4D-4A1F-AE14-E489F3585F4A}" type="presOf" srcId="{4B81BE27-95F7-44AA-98B8-FF1DD20735CC}" destId="{4405CE7F-ECD1-44A1-9118-002607969144}" srcOrd="1" destOrd="0" presId="urn:microsoft.com/office/officeart/2005/8/layout/orgChart1"/>
    <dgm:cxn modelId="{9B83C0E6-C93C-4436-9FB0-0173811A31E5}" type="presOf" srcId="{09889277-B6D5-4BC3-9757-ED4602781029}" destId="{0BBD1029-3BE9-4A76-98E3-F0E2F36ED876}" srcOrd="0" destOrd="0" presId="urn:microsoft.com/office/officeart/2005/8/layout/orgChart1"/>
    <dgm:cxn modelId="{308780ED-A895-4ED0-9369-203EF84DFCDC}" type="presOf" srcId="{6E304FDF-98FC-4FF4-A441-EB839FEA14BC}" destId="{281E57CC-0256-4708-9E8E-A81288BE69CD}" srcOrd="0" destOrd="0" presId="urn:microsoft.com/office/officeart/2005/8/layout/orgChart1"/>
    <dgm:cxn modelId="{3CD086ED-7283-4B13-B043-1F268966BEAA}" type="presOf" srcId="{24DB82DF-D78B-49D6-A5B5-7FF687B2BD31}" destId="{507ACEAB-CB6B-4B50-BFF6-EC49376E09A9}" srcOrd="0" destOrd="0" presId="urn:microsoft.com/office/officeart/2005/8/layout/orgChart1"/>
    <dgm:cxn modelId="{4F79D6F2-C2E5-45A9-BB5D-A3A09A41D49F}" type="presOf" srcId="{B198548C-4569-4CB0-8805-344AAD480B79}" destId="{3664C391-7F45-4A9B-8E07-1687B3E72595}" srcOrd="0" destOrd="0" presId="urn:microsoft.com/office/officeart/2005/8/layout/orgChart1"/>
    <dgm:cxn modelId="{6AD52CFF-E86C-458F-80C8-5D3E83304311}" type="presOf" srcId="{E9693A9A-38D2-49C6-8011-17827CD93856}" destId="{E1DE2FC5-9CDB-4767-9EA7-500138323F8D}" srcOrd="0" destOrd="0" presId="urn:microsoft.com/office/officeart/2005/8/layout/orgChart1"/>
    <dgm:cxn modelId="{3FA219FF-39FD-43D3-9304-9DBA0C15E318}" type="presParOf" srcId="{2D8A82D0-E435-4711-BB78-B568E0DFD232}" destId="{46099724-7A3D-4B5F-8E46-AD2D8D8257AB}" srcOrd="0" destOrd="0" presId="urn:microsoft.com/office/officeart/2005/8/layout/orgChart1"/>
    <dgm:cxn modelId="{8CB557F7-D610-46A3-9667-8C09646BF084}" type="presParOf" srcId="{46099724-7A3D-4B5F-8E46-AD2D8D8257AB}" destId="{9D5EFD78-72B5-4D21-B15E-AEE58AB3F6A9}" srcOrd="0" destOrd="0" presId="urn:microsoft.com/office/officeart/2005/8/layout/orgChart1"/>
    <dgm:cxn modelId="{96939D95-F6C3-463E-BE37-C59019C67B65}" type="presParOf" srcId="{9D5EFD78-72B5-4D21-B15E-AEE58AB3F6A9}" destId="{EA5520AC-5EA5-4BDC-B5C1-70FD0147A126}" srcOrd="0" destOrd="0" presId="urn:microsoft.com/office/officeart/2005/8/layout/orgChart1"/>
    <dgm:cxn modelId="{ECDB8EBD-4C01-4E89-BF4E-6CA69D94A82E}" type="presParOf" srcId="{9D5EFD78-72B5-4D21-B15E-AEE58AB3F6A9}" destId="{35CC161A-D7AE-4FBF-ADDB-4D00EFF88CAB}" srcOrd="1" destOrd="0" presId="urn:microsoft.com/office/officeart/2005/8/layout/orgChart1"/>
    <dgm:cxn modelId="{361A3BD9-8EDC-4596-94B9-B8BD0AEBB4CE}" type="presParOf" srcId="{46099724-7A3D-4B5F-8E46-AD2D8D8257AB}" destId="{F2C20CEB-83FC-43AC-A797-EB34796FE88F}" srcOrd="1" destOrd="0" presId="urn:microsoft.com/office/officeart/2005/8/layout/orgChart1"/>
    <dgm:cxn modelId="{713680FF-C1E2-4966-AB06-2B71F4C47631}" type="presParOf" srcId="{F2C20CEB-83FC-43AC-A797-EB34796FE88F}" destId="{3DF27527-1D18-4DCF-B37A-B0843EBCBDC7}" srcOrd="0" destOrd="0" presId="urn:microsoft.com/office/officeart/2005/8/layout/orgChart1"/>
    <dgm:cxn modelId="{8232C4EF-1777-4F7F-B478-A23E961EFCF2}" type="presParOf" srcId="{F2C20CEB-83FC-43AC-A797-EB34796FE88F}" destId="{16598540-F4CA-4DB1-A741-07772069D68A}" srcOrd="1" destOrd="0" presId="urn:microsoft.com/office/officeart/2005/8/layout/orgChart1"/>
    <dgm:cxn modelId="{80473B4B-5559-4277-8167-418173EFF79C}" type="presParOf" srcId="{16598540-F4CA-4DB1-A741-07772069D68A}" destId="{B2A132B2-35A6-4838-B27F-CD107EFBB324}" srcOrd="0" destOrd="0" presId="urn:microsoft.com/office/officeart/2005/8/layout/orgChart1"/>
    <dgm:cxn modelId="{E6005E88-9A80-4131-B364-7EEB715AC2D8}" type="presParOf" srcId="{B2A132B2-35A6-4838-B27F-CD107EFBB324}" destId="{20593AF1-A0CB-4313-8490-61D184CB7145}" srcOrd="0" destOrd="0" presId="urn:microsoft.com/office/officeart/2005/8/layout/orgChart1"/>
    <dgm:cxn modelId="{2AD56F6D-8501-4F32-BACA-078358534725}" type="presParOf" srcId="{B2A132B2-35A6-4838-B27F-CD107EFBB324}" destId="{4E4B6468-8A42-457E-B4CB-8AE57679B55C}" srcOrd="1" destOrd="0" presId="urn:microsoft.com/office/officeart/2005/8/layout/orgChart1"/>
    <dgm:cxn modelId="{B9F4F94D-FD21-4FEA-B040-B6AAF4FA71BB}" type="presParOf" srcId="{16598540-F4CA-4DB1-A741-07772069D68A}" destId="{13B2D379-C822-4AC6-86C2-38EADB535BCD}" srcOrd="1" destOrd="0" presId="urn:microsoft.com/office/officeart/2005/8/layout/orgChart1"/>
    <dgm:cxn modelId="{AF8FA974-A2EF-48DC-BCB3-1E312BADE913}" type="presParOf" srcId="{13B2D379-C822-4AC6-86C2-38EADB535BCD}" destId="{84BE70BE-61FE-431E-8FF1-0E3BD6F6D490}" srcOrd="0" destOrd="0" presId="urn:microsoft.com/office/officeart/2005/8/layout/orgChart1"/>
    <dgm:cxn modelId="{0ADECB09-2FE2-426F-B041-2630960614B8}" type="presParOf" srcId="{13B2D379-C822-4AC6-86C2-38EADB535BCD}" destId="{83E12DD0-FBF8-4D37-AFB8-7413F834CF6E}" srcOrd="1" destOrd="0" presId="urn:microsoft.com/office/officeart/2005/8/layout/orgChart1"/>
    <dgm:cxn modelId="{BCC149A7-3CAB-4E3C-AF99-44BB32F4A20A}" type="presParOf" srcId="{83E12DD0-FBF8-4D37-AFB8-7413F834CF6E}" destId="{AA6F99B1-A698-415D-9EB5-B05A9811FDD2}" srcOrd="0" destOrd="0" presId="urn:microsoft.com/office/officeart/2005/8/layout/orgChart1"/>
    <dgm:cxn modelId="{7082C9AD-100F-45C8-9234-C7756C220481}" type="presParOf" srcId="{AA6F99B1-A698-415D-9EB5-B05A9811FDD2}" destId="{E1DE2FC5-9CDB-4767-9EA7-500138323F8D}" srcOrd="0" destOrd="0" presId="urn:microsoft.com/office/officeart/2005/8/layout/orgChart1"/>
    <dgm:cxn modelId="{71149BA6-D82B-4CEF-B214-D3FAEE7DF760}" type="presParOf" srcId="{AA6F99B1-A698-415D-9EB5-B05A9811FDD2}" destId="{768705BB-EBCF-4014-A6EB-F6AEDFD47AEC}" srcOrd="1" destOrd="0" presId="urn:microsoft.com/office/officeart/2005/8/layout/orgChart1"/>
    <dgm:cxn modelId="{23D6536E-59D5-455E-BAFF-FE5270B32A19}" type="presParOf" srcId="{83E12DD0-FBF8-4D37-AFB8-7413F834CF6E}" destId="{C8991475-C058-4D83-832F-5AF5C2E23A80}" srcOrd="1" destOrd="0" presId="urn:microsoft.com/office/officeart/2005/8/layout/orgChart1"/>
    <dgm:cxn modelId="{F93C3E7D-0E85-4DD1-ACF9-2E054EC2CCFB}" type="presParOf" srcId="{83E12DD0-FBF8-4D37-AFB8-7413F834CF6E}" destId="{0F4A4966-43DD-43C2-A989-0B0425C4040B}" srcOrd="2" destOrd="0" presId="urn:microsoft.com/office/officeart/2005/8/layout/orgChart1"/>
    <dgm:cxn modelId="{726179CA-4D02-4884-AAF9-D3B634988146}" type="presParOf" srcId="{13B2D379-C822-4AC6-86C2-38EADB535BCD}" destId="{DD14A479-BADF-45D2-A817-1B1B3A7E2DAE}" srcOrd="2" destOrd="0" presId="urn:microsoft.com/office/officeart/2005/8/layout/orgChart1"/>
    <dgm:cxn modelId="{D420D521-411E-41EE-92C2-D0479A642955}" type="presParOf" srcId="{13B2D379-C822-4AC6-86C2-38EADB535BCD}" destId="{15A403EB-9176-4709-B51B-DEC00E7A8971}" srcOrd="3" destOrd="0" presId="urn:microsoft.com/office/officeart/2005/8/layout/orgChart1"/>
    <dgm:cxn modelId="{DFA4A616-775C-41D6-ABDC-7DAE48FC5726}" type="presParOf" srcId="{15A403EB-9176-4709-B51B-DEC00E7A8971}" destId="{95F32F25-01E0-4C83-AEC8-991486B805E4}" srcOrd="0" destOrd="0" presId="urn:microsoft.com/office/officeart/2005/8/layout/orgChart1"/>
    <dgm:cxn modelId="{32D803EC-3FE5-432F-B239-7869D7FE19F8}" type="presParOf" srcId="{95F32F25-01E0-4C83-AEC8-991486B805E4}" destId="{631D3DE8-A5E1-41A1-8D54-E5BEDA5208AD}" srcOrd="0" destOrd="0" presId="urn:microsoft.com/office/officeart/2005/8/layout/orgChart1"/>
    <dgm:cxn modelId="{5958F4F3-8E27-48A6-9C38-578CF785BF90}" type="presParOf" srcId="{95F32F25-01E0-4C83-AEC8-991486B805E4}" destId="{8CFFBA49-87BD-43FC-AAC9-5FDFF464A25E}" srcOrd="1" destOrd="0" presId="urn:microsoft.com/office/officeart/2005/8/layout/orgChart1"/>
    <dgm:cxn modelId="{0174369B-A556-4CB1-A35D-F4AB236D7152}" type="presParOf" srcId="{15A403EB-9176-4709-B51B-DEC00E7A8971}" destId="{ECA4F8E6-97A2-4C0C-892E-8CEE2F3A7343}" srcOrd="1" destOrd="0" presId="urn:microsoft.com/office/officeart/2005/8/layout/orgChart1"/>
    <dgm:cxn modelId="{16F4D91D-AB88-4C4B-800A-AB7DB671F447}" type="presParOf" srcId="{15A403EB-9176-4709-B51B-DEC00E7A8971}" destId="{7043B62E-0CC0-42C3-9B72-86AFC03F6272}" srcOrd="2" destOrd="0" presId="urn:microsoft.com/office/officeart/2005/8/layout/orgChart1"/>
    <dgm:cxn modelId="{DA251890-7BCB-4558-A098-B308B014A322}" type="presParOf" srcId="{13B2D379-C822-4AC6-86C2-38EADB535BCD}" destId="{49D4B913-C055-43BD-B882-82396B539CBB}" srcOrd="4" destOrd="0" presId="urn:microsoft.com/office/officeart/2005/8/layout/orgChart1"/>
    <dgm:cxn modelId="{E6D3D359-C6A6-44CE-BA0D-4E4F3D369C49}" type="presParOf" srcId="{13B2D379-C822-4AC6-86C2-38EADB535BCD}" destId="{1A71BE03-173D-445A-92F8-5D3FC5231046}" srcOrd="5" destOrd="0" presId="urn:microsoft.com/office/officeart/2005/8/layout/orgChart1"/>
    <dgm:cxn modelId="{32F577CF-AE6B-44D7-BF1D-A23F41CF6F9D}" type="presParOf" srcId="{1A71BE03-173D-445A-92F8-5D3FC5231046}" destId="{A861F09E-D4BD-4CE3-86A8-EFF89D843FC6}" srcOrd="0" destOrd="0" presId="urn:microsoft.com/office/officeart/2005/8/layout/orgChart1"/>
    <dgm:cxn modelId="{DFF9AEEB-637B-44D5-9672-7F91E94B13DD}" type="presParOf" srcId="{A861F09E-D4BD-4CE3-86A8-EFF89D843FC6}" destId="{19635511-5D84-48C7-94E8-4D9E5F29D2E0}" srcOrd="0" destOrd="0" presId="urn:microsoft.com/office/officeart/2005/8/layout/orgChart1"/>
    <dgm:cxn modelId="{78C0BC2E-53B9-4270-96B9-032B93695737}" type="presParOf" srcId="{A861F09E-D4BD-4CE3-86A8-EFF89D843FC6}" destId="{05B94657-FDAE-466A-98D9-9B0CD6E17ECB}" srcOrd="1" destOrd="0" presId="urn:microsoft.com/office/officeart/2005/8/layout/orgChart1"/>
    <dgm:cxn modelId="{E14AB8A8-7045-45D8-8FEB-F4EEB27C9273}" type="presParOf" srcId="{1A71BE03-173D-445A-92F8-5D3FC5231046}" destId="{F03BAD6F-A8BB-4D01-8F06-0DC5381BBA72}" srcOrd="1" destOrd="0" presId="urn:microsoft.com/office/officeart/2005/8/layout/orgChart1"/>
    <dgm:cxn modelId="{091DC973-079E-4DE9-BB7A-F97972812473}" type="presParOf" srcId="{1A71BE03-173D-445A-92F8-5D3FC5231046}" destId="{5AC13D20-A6D0-4251-94E7-AF61456FD162}" srcOrd="2" destOrd="0" presId="urn:microsoft.com/office/officeart/2005/8/layout/orgChart1"/>
    <dgm:cxn modelId="{7D2BE5E2-28F6-4789-A744-FC21F08C27A8}" type="presParOf" srcId="{16598540-F4CA-4DB1-A741-07772069D68A}" destId="{B2B3B24F-7C61-4645-BEA7-74349F4E3BBA}" srcOrd="2" destOrd="0" presId="urn:microsoft.com/office/officeart/2005/8/layout/orgChart1"/>
    <dgm:cxn modelId="{EF4ABA67-AF2E-4BF6-BD42-46DA2644362D}" type="presParOf" srcId="{F2C20CEB-83FC-43AC-A797-EB34796FE88F}" destId="{1D5AA893-342A-4291-B3B5-E4CAC1B7748F}" srcOrd="2" destOrd="0" presId="urn:microsoft.com/office/officeart/2005/8/layout/orgChart1"/>
    <dgm:cxn modelId="{0B7E9516-ED83-4E31-B0D2-29C93A077FC8}" type="presParOf" srcId="{F2C20CEB-83FC-43AC-A797-EB34796FE88F}" destId="{75CB1DDF-35AE-4FD8-A00F-29F62CCB2058}" srcOrd="3" destOrd="0" presId="urn:microsoft.com/office/officeart/2005/8/layout/orgChart1"/>
    <dgm:cxn modelId="{00081D6B-BA79-4A8C-BA2A-7C2B7CC23D4F}" type="presParOf" srcId="{75CB1DDF-35AE-4FD8-A00F-29F62CCB2058}" destId="{71F305C1-392B-4127-8B5A-507413473422}" srcOrd="0" destOrd="0" presId="urn:microsoft.com/office/officeart/2005/8/layout/orgChart1"/>
    <dgm:cxn modelId="{C4D67C1E-63B2-46D6-953B-B0859277D6A2}" type="presParOf" srcId="{71F305C1-392B-4127-8B5A-507413473422}" destId="{791C9332-0F68-43E6-983F-E94BDD2CC69C}" srcOrd="0" destOrd="0" presId="urn:microsoft.com/office/officeart/2005/8/layout/orgChart1"/>
    <dgm:cxn modelId="{76FC46A3-E5B7-406C-A39C-777498F2D6E3}" type="presParOf" srcId="{71F305C1-392B-4127-8B5A-507413473422}" destId="{6DE6C037-419C-465A-B705-8BFB51B0A4E2}" srcOrd="1" destOrd="0" presId="urn:microsoft.com/office/officeart/2005/8/layout/orgChart1"/>
    <dgm:cxn modelId="{10AE960E-1554-49B4-B138-6C3649A7F801}" type="presParOf" srcId="{75CB1DDF-35AE-4FD8-A00F-29F62CCB2058}" destId="{812DE852-BA3A-4082-9BF3-E248C1BC893F}" srcOrd="1" destOrd="0" presId="urn:microsoft.com/office/officeart/2005/8/layout/orgChart1"/>
    <dgm:cxn modelId="{5FBD54A7-BCFE-40DC-91B7-5D2BDEB1C794}" type="presParOf" srcId="{812DE852-BA3A-4082-9BF3-E248C1BC893F}" destId="{E2BACCC9-1519-4094-AB11-662E113EABBC}" srcOrd="0" destOrd="0" presId="urn:microsoft.com/office/officeart/2005/8/layout/orgChart1"/>
    <dgm:cxn modelId="{E38C2BCD-EC9B-4B9D-B94E-AB1313686E7D}" type="presParOf" srcId="{812DE852-BA3A-4082-9BF3-E248C1BC893F}" destId="{44EDDD46-E45F-4CBF-818C-6A36CB27FE10}" srcOrd="1" destOrd="0" presId="urn:microsoft.com/office/officeart/2005/8/layout/orgChart1"/>
    <dgm:cxn modelId="{9E60FBB0-A3DD-4966-9737-ED57BFEBD71D}" type="presParOf" srcId="{44EDDD46-E45F-4CBF-818C-6A36CB27FE10}" destId="{249A2CED-B423-4537-9BDC-076BB3365D33}" srcOrd="0" destOrd="0" presId="urn:microsoft.com/office/officeart/2005/8/layout/orgChart1"/>
    <dgm:cxn modelId="{D9866971-FA81-42E1-8598-176B1FA13BA8}" type="presParOf" srcId="{249A2CED-B423-4537-9BDC-076BB3365D33}" destId="{0BBD1029-3BE9-4A76-98E3-F0E2F36ED876}" srcOrd="0" destOrd="0" presId="urn:microsoft.com/office/officeart/2005/8/layout/orgChart1"/>
    <dgm:cxn modelId="{FA97D245-98A4-4363-9BB5-00A77B95534E}" type="presParOf" srcId="{249A2CED-B423-4537-9BDC-076BB3365D33}" destId="{351C143A-8D40-4570-B2F5-885D45D3E9FF}" srcOrd="1" destOrd="0" presId="urn:microsoft.com/office/officeart/2005/8/layout/orgChart1"/>
    <dgm:cxn modelId="{D516A560-8435-4821-A587-CB69FDF77664}" type="presParOf" srcId="{44EDDD46-E45F-4CBF-818C-6A36CB27FE10}" destId="{D0084CA3-94CE-47BC-B928-A90270C47873}" srcOrd="1" destOrd="0" presId="urn:microsoft.com/office/officeart/2005/8/layout/orgChart1"/>
    <dgm:cxn modelId="{8EC1CEA4-489A-49B2-B589-9ED43ABAB07A}" type="presParOf" srcId="{44EDDD46-E45F-4CBF-818C-6A36CB27FE10}" destId="{D159AD50-7AB5-4B7E-A07E-5C491D8BFD5F}" srcOrd="2" destOrd="0" presId="urn:microsoft.com/office/officeart/2005/8/layout/orgChart1"/>
    <dgm:cxn modelId="{B600C866-084D-4892-94CF-F6B27532320A}" type="presParOf" srcId="{812DE852-BA3A-4082-9BF3-E248C1BC893F}" destId="{281E57CC-0256-4708-9E8E-A81288BE69CD}" srcOrd="2" destOrd="0" presId="urn:microsoft.com/office/officeart/2005/8/layout/orgChart1"/>
    <dgm:cxn modelId="{5EB6DBF2-1365-4CC3-B1C7-09F59495444F}" type="presParOf" srcId="{812DE852-BA3A-4082-9BF3-E248C1BC893F}" destId="{2EF84F75-0F9C-495F-A563-AEF863338A19}" srcOrd="3" destOrd="0" presId="urn:microsoft.com/office/officeart/2005/8/layout/orgChart1"/>
    <dgm:cxn modelId="{447BB444-8A01-46C4-89B8-A695D7A30C6E}" type="presParOf" srcId="{2EF84F75-0F9C-495F-A563-AEF863338A19}" destId="{B88A990F-4E22-4292-AD26-306301C77737}" srcOrd="0" destOrd="0" presId="urn:microsoft.com/office/officeart/2005/8/layout/orgChart1"/>
    <dgm:cxn modelId="{4CA29C0B-D8FD-4D42-BE5B-F9700EFD6E9C}" type="presParOf" srcId="{B88A990F-4E22-4292-AD26-306301C77737}" destId="{944A657D-7832-4595-A2DD-61D46121B6F8}" srcOrd="0" destOrd="0" presId="urn:microsoft.com/office/officeart/2005/8/layout/orgChart1"/>
    <dgm:cxn modelId="{BEF130A2-6A69-4292-848F-A9C2AD33519E}" type="presParOf" srcId="{B88A990F-4E22-4292-AD26-306301C77737}" destId="{819DB682-5623-479F-B762-F1D8DC5582DC}" srcOrd="1" destOrd="0" presId="urn:microsoft.com/office/officeart/2005/8/layout/orgChart1"/>
    <dgm:cxn modelId="{C2ADE328-AC3F-498A-8B3B-4DE24D06D01F}" type="presParOf" srcId="{2EF84F75-0F9C-495F-A563-AEF863338A19}" destId="{C5C40807-5BD8-457B-A20D-85D8740CCA38}" srcOrd="1" destOrd="0" presId="urn:microsoft.com/office/officeart/2005/8/layout/orgChart1"/>
    <dgm:cxn modelId="{8CC306A0-42BD-486C-B78F-5E3DF789C009}" type="presParOf" srcId="{2EF84F75-0F9C-495F-A563-AEF863338A19}" destId="{87FB238D-DA17-4AEC-801D-3075F60BDE0F}" srcOrd="2" destOrd="0" presId="urn:microsoft.com/office/officeart/2005/8/layout/orgChart1"/>
    <dgm:cxn modelId="{A32BD2BA-B375-48CD-A614-35BB99F3A0DF}" type="presParOf" srcId="{812DE852-BA3A-4082-9BF3-E248C1BC893F}" destId="{507ACEAB-CB6B-4B50-BFF6-EC49376E09A9}" srcOrd="4" destOrd="0" presId="urn:microsoft.com/office/officeart/2005/8/layout/orgChart1"/>
    <dgm:cxn modelId="{41EE274C-D889-4641-AD5D-DD6D99C5BBB2}" type="presParOf" srcId="{812DE852-BA3A-4082-9BF3-E248C1BC893F}" destId="{2BFBBFC5-7375-4144-9762-75C4A5F738AE}" srcOrd="5" destOrd="0" presId="urn:microsoft.com/office/officeart/2005/8/layout/orgChart1"/>
    <dgm:cxn modelId="{5D229E3E-F506-4017-BEEB-4B3B443EDC46}" type="presParOf" srcId="{2BFBBFC5-7375-4144-9762-75C4A5F738AE}" destId="{5C180BBE-C756-4E22-BBDB-1D4737D1F4FD}" srcOrd="0" destOrd="0" presId="urn:microsoft.com/office/officeart/2005/8/layout/orgChart1"/>
    <dgm:cxn modelId="{87FB2963-FDF9-4A73-ACAD-B9CE44DB15AE}" type="presParOf" srcId="{5C180BBE-C756-4E22-BBDB-1D4737D1F4FD}" destId="{E29C968E-E525-4FC2-BB7B-BA39E7ADCF27}" srcOrd="0" destOrd="0" presId="urn:microsoft.com/office/officeart/2005/8/layout/orgChart1"/>
    <dgm:cxn modelId="{9ED79231-3299-4B54-BC2A-44BD62674F60}" type="presParOf" srcId="{5C180BBE-C756-4E22-BBDB-1D4737D1F4FD}" destId="{12EEDFA7-08FE-4591-911F-FDE6456EF853}" srcOrd="1" destOrd="0" presId="urn:microsoft.com/office/officeart/2005/8/layout/orgChart1"/>
    <dgm:cxn modelId="{1C94296E-7FA2-4671-9091-D9C92D3131A1}" type="presParOf" srcId="{2BFBBFC5-7375-4144-9762-75C4A5F738AE}" destId="{3B4C9215-AC92-44C5-B2D4-CAB3901719DE}" srcOrd="1" destOrd="0" presId="urn:microsoft.com/office/officeart/2005/8/layout/orgChart1"/>
    <dgm:cxn modelId="{C6919010-FC8D-4F0C-81BE-DEE2BF37352F}" type="presParOf" srcId="{2BFBBFC5-7375-4144-9762-75C4A5F738AE}" destId="{39F65F82-3B9A-4195-AE3A-53BFD24B79B7}" srcOrd="2" destOrd="0" presId="urn:microsoft.com/office/officeart/2005/8/layout/orgChart1"/>
    <dgm:cxn modelId="{19F7FCAF-9D71-4B2B-ABFC-779A506344AF}" type="presParOf" srcId="{812DE852-BA3A-4082-9BF3-E248C1BC893F}" destId="{DD0446D7-55E8-485C-AF7E-1D4F19459E20}" srcOrd="6" destOrd="0" presId="urn:microsoft.com/office/officeart/2005/8/layout/orgChart1"/>
    <dgm:cxn modelId="{6F53E0CC-EC3C-4735-855E-66DE2BEF0023}" type="presParOf" srcId="{812DE852-BA3A-4082-9BF3-E248C1BC893F}" destId="{532BF604-2802-4B6C-9E13-F56FEC9B6AA0}" srcOrd="7" destOrd="0" presId="urn:microsoft.com/office/officeart/2005/8/layout/orgChart1"/>
    <dgm:cxn modelId="{2843CD7E-00E5-49B7-AF2A-CEB28D0C128A}" type="presParOf" srcId="{532BF604-2802-4B6C-9E13-F56FEC9B6AA0}" destId="{3568F4D8-98B6-4198-B05C-384FFBA33B5D}" srcOrd="0" destOrd="0" presId="urn:microsoft.com/office/officeart/2005/8/layout/orgChart1"/>
    <dgm:cxn modelId="{BFF1B2CA-44F4-422A-94B2-3C4FE2300719}" type="presParOf" srcId="{3568F4D8-98B6-4198-B05C-384FFBA33B5D}" destId="{36D250AF-EE65-4F8F-83C6-16C9EC79CD05}" srcOrd="0" destOrd="0" presId="urn:microsoft.com/office/officeart/2005/8/layout/orgChart1"/>
    <dgm:cxn modelId="{45957AD0-756D-443B-B290-B8593B2230FE}" type="presParOf" srcId="{3568F4D8-98B6-4198-B05C-384FFBA33B5D}" destId="{BE211FDC-4B18-4A2F-913D-AD012D2F4B5C}" srcOrd="1" destOrd="0" presId="urn:microsoft.com/office/officeart/2005/8/layout/orgChart1"/>
    <dgm:cxn modelId="{55533B85-091D-4DD9-8AF4-11900BCAAEBE}" type="presParOf" srcId="{532BF604-2802-4B6C-9E13-F56FEC9B6AA0}" destId="{59E9709D-AE8D-4826-B6C1-AF92A76B2420}" srcOrd="1" destOrd="0" presId="urn:microsoft.com/office/officeart/2005/8/layout/orgChart1"/>
    <dgm:cxn modelId="{33FAC8EF-D7AD-4B36-9B68-7EBCFA4E81A2}" type="presParOf" srcId="{532BF604-2802-4B6C-9E13-F56FEC9B6AA0}" destId="{89C793A3-9CCA-48D1-A66B-4FA37799BD7F}" srcOrd="2" destOrd="0" presId="urn:microsoft.com/office/officeart/2005/8/layout/orgChart1"/>
    <dgm:cxn modelId="{BD0DD2B2-3138-4C24-8D09-341FFFCA87B1}" type="presParOf" srcId="{812DE852-BA3A-4082-9BF3-E248C1BC893F}" destId="{D0209A42-1257-44BA-A2B7-0B3D2EF81B74}" srcOrd="8" destOrd="0" presId="urn:microsoft.com/office/officeart/2005/8/layout/orgChart1"/>
    <dgm:cxn modelId="{1FDC7324-498B-4B56-80B4-DD8782600289}" type="presParOf" srcId="{812DE852-BA3A-4082-9BF3-E248C1BC893F}" destId="{43D8B78B-9FAC-4CB3-B874-622880F7968D}" srcOrd="9" destOrd="0" presId="urn:microsoft.com/office/officeart/2005/8/layout/orgChart1"/>
    <dgm:cxn modelId="{717B11B9-E5C8-4256-92B9-BA4E7E43DBDE}" type="presParOf" srcId="{43D8B78B-9FAC-4CB3-B874-622880F7968D}" destId="{AC6ADBD8-A918-4636-9D0D-BF7BFE35D028}" srcOrd="0" destOrd="0" presId="urn:microsoft.com/office/officeart/2005/8/layout/orgChart1"/>
    <dgm:cxn modelId="{E8C39CE6-6ED6-4539-BFFA-0B86BF4E09B4}" type="presParOf" srcId="{AC6ADBD8-A918-4636-9D0D-BF7BFE35D028}" destId="{B0014E9F-2B83-4014-94F6-30632E60D657}" srcOrd="0" destOrd="0" presId="urn:microsoft.com/office/officeart/2005/8/layout/orgChart1"/>
    <dgm:cxn modelId="{031F1C39-F825-4823-AD35-7948056A12A5}" type="presParOf" srcId="{AC6ADBD8-A918-4636-9D0D-BF7BFE35D028}" destId="{579842D9-2DEA-4F31-B7B2-1BAB8C4EC534}" srcOrd="1" destOrd="0" presId="urn:microsoft.com/office/officeart/2005/8/layout/orgChart1"/>
    <dgm:cxn modelId="{BDAAF89E-F4F0-4645-A9D3-7660B8E9F9FC}" type="presParOf" srcId="{43D8B78B-9FAC-4CB3-B874-622880F7968D}" destId="{5537F2BF-7747-46A1-865A-33800DFA5744}" srcOrd="1" destOrd="0" presId="urn:microsoft.com/office/officeart/2005/8/layout/orgChart1"/>
    <dgm:cxn modelId="{6BD01F30-E80A-4844-BFBC-B95605FE9A4B}" type="presParOf" srcId="{43D8B78B-9FAC-4CB3-B874-622880F7968D}" destId="{AA81BA9C-E40C-4A51-8AF7-D554290A0660}" srcOrd="2" destOrd="0" presId="urn:microsoft.com/office/officeart/2005/8/layout/orgChart1"/>
    <dgm:cxn modelId="{4C400122-5235-4AE2-882A-06E5CC0527B3}" type="presParOf" srcId="{812DE852-BA3A-4082-9BF3-E248C1BC893F}" destId="{1023EFAF-116C-40A7-89BC-221E5EE7700B}" srcOrd="10" destOrd="0" presId="urn:microsoft.com/office/officeart/2005/8/layout/orgChart1"/>
    <dgm:cxn modelId="{0D95087D-C55E-4F0D-BA49-DA35F5328B42}" type="presParOf" srcId="{812DE852-BA3A-4082-9BF3-E248C1BC893F}" destId="{FCB50281-69B5-4697-8931-D648894D687F}" srcOrd="11" destOrd="0" presId="urn:microsoft.com/office/officeart/2005/8/layout/orgChart1"/>
    <dgm:cxn modelId="{2E426981-825E-4E5F-877C-F9D624A62827}" type="presParOf" srcId="{FCB50281-69B5-4697-8931-D648894D687F}" destId="{B3F4679C-4440-41BF-8ABD-EC7A0EEF411B}" srcOrd="0" destOrd="0" presId="urn:microsoft.com/office/officeart/2005/8/layout/orgChart1"/>
    <dgm:cxn modelId="{446D610D-6006-4281-A2F6-FBFAE1440563}" type="presParOf" srcId="{B3F4679C-4440-41BF-8ABD-EC7A0EEF411B}" destId="{066F1CEF-9D0E-4141-A2E4-2704EB0983E4}" srcOrd="0" destOrd="0" presId="urn:microsoft.com/office/officeart/2005/8/layout/orgChart1"/>
    <dgm:cxn modelId="{5EDC8363-1F86-4441-954B-969E7EAF879F}" type="presParOf" srcId="{B3F4679C-4440-41BF-8ABD-EC7A0EEF411B}" destId="{8E33ABCB-1F42-4F23-853B-27772CC15A5B}" srcOrd="1" destOrd="0" presId="urn:microsoft.com/office/officeart/2005/8/layout/orgChart1"/>
    <dgm:cxn modelId="{063B3414-7B4D-49D0-AC93-0A84003ED4A3}" type="presParOf" srcId="{FCB50281-69B5-4697-8931-D648894D687F}" destId="{3E6275DC-E469-409D-9200-2E093160A01C}" srcOrd="1" destOrd="0" presId="urn:microsoft.com/office/officeart/2005/8/layout/orgChart1"/>
    <dgm:cxn modelId="{80E7F2A0-C683-4373-971F-A7A23C8E5103}" type="presParOf" srcId="{FCB50281-69B5-4697-8931-D648894D687F}" destId="{4E64A236-AD3C-496D-AD9D-7AA4093CF7ED}" srcOrd="2" destOrd="0" presId="urn:microsoft.com/office/officeart/2005/8/layout/orgChart1"/>
    <dgm:cxn modelId="{CF8958FE-3AAD-4892-9291-FA54EFE5C0C9}" type="presParOf" srcId="{812DE852-BA3A-4082-9BF3-E248C1BC893F}" destId="{E7E7CE1F-79B4-4878-B047-6ED81D516D88}" srcOrd="12" destOrd="0" presId="urn:microsoft.com/office/officeart/2005/8/layout/orgChart1"/>
    <dgm:cxn modelId="{92601DDB-3698-4A29-A8FF-94A012A3045C}" type="presParOf" srcId="{812DE852-BA3A-4082-9BF3-E248C1BC893F}" destId="{901AD707-7FC0-4FCE-BAE3-536FA6660F85}" srcOrd="13" destOrd="0" presId="urn:microsoft.com/office/officeart/2005/8/layout/orgChart1"/>
    <dgm:cxn modelId="{8904AFFC-3400-4EE8-A695-46BF70B8ACC7}" type="presParOf" srcId="{901AD707-7FC0-4FCE-BAE3-536FA6660F85}" destId="{2FBD3100-6FE0-4A12-A314-0C49B18DCD36}" srcOrd="0" destOrd="0" presId="urn:microsoft.com/office/officeart/2005/8/layout/orgChart1"/>
    <dgm:cxn modelId="{0F6F8034-A44B-4E23-A141-E5680D41BD95}" type="presParOf" srcId="{2FBD3100-6FE0-4A12-A314-0C49B18DCD36}" destId="{B3CABDC4-D2CC-4615-AD8A-8750D4F84A2C}" srcOrd="0" destOrd="0" presId="urn:microsoft.com/office/officeart/2005/8/layout/orgChart1"/>
    <dgm:cxn modelId="{852A4502-9D04-4A78-9A84-99EA758B2079}" type="presParOf" srcId="{2FBD3100-6FE0-4A12-A314-0C49B18DCD36}" destId="{8D8A79E5-EBFD-4EB3-85F5-7A011D010104}" srcOrd="1" destOrd="0" presId="urn:microsoft.com/office/officeart/2005/8/layout/orgChart1"/>
    <dgm:cxn modelId="{D47B211D-2428-45D1-B86D-6BCFA451675E}" type="presParOf" srcId="{901AD707-7FC0-4FCE-BAE3-536FA6660F85}" destId="{107DAE9F-4472-4512-8F1E-7F56694D1A42}" srcOrd="1" destOrd="0" presId="urn:microsoft.com/office/officeart/2005/8/layout/orgChart1"/>
    <dgm:cxn modelId="{3A8F59EA-DAE3-4094-AE54-2C32694020E2}" type="presParOf" srcId="{901AD707-7FC0-4FCE-BAE3-536FA6660F85}" destId="{0AC661BB-82A0-4746-A2F2-875F58B98029}" srcOrd="2" destOrd="0" presId="urn:microsoft.com/office/officeart/2005/8/layout/orgChart1"/>
    <dgm:cxn modelId="{59F8314A-FA31-4CC2-A36E-37559B3A7E3F}" type="presParOf" srcId="{812DE852-BA3A-4082-9BF3-E248C1BC893F}" destId="{3AD2EEA9-A44E-4F79-930B-C05DD83A9767}" srcOrd="14" destOrd="0" presId="urn:microsoft.com/office/officeart/2005/8/layout/orgChart1"/>
    <dgm:cxn modelId="{3C2C996F-A47F-4CD4-88A8-F93B3B66A7FF}" type="presParOf" srcId="{812DE852-BA3A-4082-9BF3-E248C1BC893F}" destId="{66A02180-A32B-422C-A023-18797094A83C}" srcOrd="15" destOrd="0" presId="urn:microsoft.com/office/officeart/2005/8/layout/orgChart1"/>
    <dgm:cxn modelId="{7D8C218B-37E4-4973-B91F-0DA4FE1EC802}" type="presParOf" srcId="{66A02180-A32B-422C-A023-18797094A83C}" destId="{6EF641D5-5BCA-4750-96D8-AB05185CD972}" srcOrd="0" destOrd="0" presId="urn:microsoft.com/office/officeart/2005/8/layout/orgChart1"/>
    <dgm:cxn modelId="{87398A0A-7F67-4928-95E0-E72AD2EFD586}" type="presParOf" srcId="{6EF641D5-5BCA-4750-96D8-AB05185CD972}" destId="{3664C391-7F45-4A9B-8E07-1687B3E72595}" srcOrd="0" destOrd="0" presId="urn:microsoft.com/office/officeart/2005/8/layout/orgChart1"/>
    <dgm:cxn modelId="{991D57A6-BE65-4990-9F9D-4080B5C62656}" type="presParOf" srcId="{6EF641D5-5BCA-4750-96D8-AB05185CD972}" destId="{36FECE75-5533-4C0B-91B2-73B42F341F66}" srcOrd="1" destOrd="0" presId="urn:microsoft.com/office/officeart/2005/8/layout/orgChart1"/>
    <dgm:cxn modelId="{D142F5A3-7375-4D56-BE3B-9CDA84315F7E}" type="presParOf" srcId="{66A02180-A32B-422C-A023-18797094A83C}" destId="{6F12117E-C44B-4177-9C98-E0E360E4E69B}" srcOrd="1" destOrd="0" presId="urn:microsoft.com/office/officeart/2005/8/layout/orgChart1"/>
    <dgm:cxn modelId="{F24FBB9E-084B-4A09-8FCB-54E714E804E7}" type="presParOf" srcId="{66A02180-A32B-422C-A023-18797094A83C}" destId="{0B0E3F08-0FC8-4C5B-9AEC-F23FD1CB72F5}" srcOrd="2" destOrd="0" presId="urn:microsoft.com/office/officeart/2005/8/layout/orgChart1"/>
    <dgm:cxn modelId="{FCF6B3C2-2499-419C-B464-BEA237EFA8AF}" type="presParOf" srcId="{812DE852-BA3A-4082-9BF3-E248C1BC893F}" destId="{A0A27337-2460-43CE-83B1-E552C9B0FD19}" srcOrd="16" destOrd="0" presId="urn:microsoft.com/office/officeart/2005/8/layout/orgChart1"/>
    <dgm:cxn modelId="{9DF54764-D038-41FA-A982-AAE5E54EE8E9}" type="presParOf" srcId="{812DE852-BA3A-4082-9BF3-E248C1BC893F}" destId="{AFB72C21-296B-4494-B070-5FE448AE2D38}" srcOrd="17" destOrd="0" presId="urn:microsoft.com/office/officeart/2005/8/layout/orgChart1"/>
    <dgm:cxn modelId="{10054ABC-CE39-4D3A-9597-DBA80244F2A0}" type="presParOf" srcId="{AFB72C21-296B-4494-B070-5FE448AE2D38}" destId="{C7D766E6-6053-4AF4-BEA9-74DC61B5C1FD}" srcOrd="0" destOrd="0" presId="urn:microsoft.com/office/officeart/2005/8/layout/orgChart1"/>
    <dgm:cxn modelId="{CA9FA587-6A4A-4EA2-977F-F8F769213E85}" type="presParOf" srcId="{C7D766E6-6053-4AF4-BEA9-74DC61B5C1FD}" destId="{421E8894-5FD5-45A9-8196-3F709DEC8D1F}" srcOrd="0" destOrd="0" presId="urn:microsoft.com/office/officeart/2005/8/layout/orgChart1"/>
    <dgm:cxn modelId="{C907D8D4-572D-4153-89AD-B6AE4D29B2C2}" type="presParOf" srcId="{C7D766E6-6053-4AF4-BEA9-74DC61B5C1FD}" destId="{92B9680C-3D28-4B88-8CF7-75A339BD7FCF}" srcOrd="1" destOrd="0" presId="urn:microsoft.com/office/officeart/2005/8/layout/orgChart1"/>
    <dgm:cxn modelId="{1E5AE6E1-FA4F-44AD-9D29-FA1E8F4A75FA}" type="presParOf" srcId="{AFB72C21-296B-4494-B070-5FE448AE2D38}" destId="{864A6E43-FEB9-4017-BB29-CB632DFD4AD0}" srcOrd="1" destOrd="0" presId="urn:microsoft.com/office/officeart/2005/8/layout/orgChart1"/>
    <dgm:cxn modelId="{D6AB5BF8-D2C6-40FB-ADC5-B74BB8BE2BF7}" type="presParOf" srcId="{AFB72C21-296B-4494-B070-5FE448AE2D38}" destId="{8ADE90E0-07EB-4456-9B26-8279DE07182D}" srcOrd="2" destOrd="0" presId="urn:microsoft.com/office/officeart/2005/8/layout/orgChart1"/>
    <dgm:cxn modelId="{D6AD7D61-2958-4294-8DC8-BA19A94AA786}" type="presParOf" srcId="{812DE852-BA3A-4082-9BF3-E248C1BC893F}" destId="{936FF62C-978F-43A7-A8F0-88C7C8F4A023}" srcOrd="18" destOrd="0" presId="urn:microsoft.com/office/officeart/2005/8/layout/orgChart1"/>
    <dgm:cxn modelId="{4912E146-8E4A-4AF9-B833-549B9CEC2E23}" type="presParOf" srcId="{812DE852-BA3A-4082-9BF3-E248C1BC893F}" destId="{5B08DC82-CE88-4516-8D23-F5DF10FC8110}" srcOrd="19" destOrd="0" presId="urn:microsoft.com/office/officeart/2005/8/layout/orgChart1"/>
    <dgm:cxn modelId="{3CB02654-8F17-47E0-864E-FB79DAD7EBAB}" type="presParOf" srcId="{5B08DC82-CE88-4516-8D23-F5DF10FC8110}" destId="{CB76115C-D0BF-4F9C-BA07-96219A1AC733}" srcOrd="0" destOrd="0" presId="urn:microsoft.com/office/officeart/2005/8/layout/orgChart1"/>
    <dgm:cxn modelId="{EBA2A98C-192E-436E-BA4E-CDFEA1DA6A31}" type="presParOf" srcId="{CB76115C-D0BF-4F9C-BA07-96219A1AC733}" destId="{C7A7B10C-5990-46B2-B68A-5256BEED4536}" srcOrd="0" destOrd="0" presId="urn:microsoft.com/office/officeart/2005/8/layout/orgChart1"/>
    <dgm:cxn modelId="{4DD4B363-6759-4DA8-8458-8A278287E8A7}" type="presParOf" srcId="{CB76115C-D0BF-4F9C-BA07-96219A1AC733}" destId="{BB65A31B-B253-4ECF-81DE-BEE1436AD051}" srcOrd="1" destOrd="0" presId="urn:microsoft.com/office/officeart/2005/8/layout/orgChart1"/>
    <dgm:cxn modelId="{E7D30133-5863-49BC-A7C0-AD04EF95B749}" type="presParOf" srcId="{5B08DC82-CE88-4516-8D23-F5DF10FC8110}" destId="{51C20105-5E79-4D75-845D-F71FAA27F790}" srcOrd="1" destOrd="0" presId="urn:microsoft.com/office/officeart/2005/8/layout/orgChart1"/>
    <dgm:cxn modelId="{C6EA0401-4E54-4817-B94C-2C83D9C620E2}" type="presParOf" srcId="{5B08DC82-CE88-4516-8D23-F5DF10FC8110}" destId="{0940F16F-DCEE-4321-855E-9B5712EF38E7}" srcOrd="2" destOrd="0" presId="urn:microsoft.com/office/officeart/2005/8/layout/orgChart1"/>
    <dgm:cxn modelId="{2AC2C3AD-0FFA-41DA-8C4B-39061C652DFF}" type="presParOf" srcId="{812DE852-BA3A-4082-9BF3-E248C1BC893F}" destId="{D3979BBA-D853-48CC-903F-5AF82DAA93A2}" srcOrd="20" destOrd="0" presId="urn:microsoft.com/office/officeart/2005/8/layout/orgChart1"/>
    <dgm:cxn modelId="{ABF627F3-9BBE-4066-B714-9626554062A7}" type="presParOf" srcId="{812DE852-BA3A-4082-9BF3-E248C1BC893F}" destId="{3A717D3D-175E-4CC5-9183-065A730C8503}" srcOrd="21" destOrd="0" presId="urn:microsoft.com/office/officeart/2005/8/layout/orgChart1"/>
    <dgm:cxn modelId="{A6A88269-4F70-49D7-9D30-253E71F3916E}" type="presParOf" srcId="{3A717D3D-175E-4CC5-9183-065A730C8503}" destId="{501F055F-206A-45F8-9ACF-638ED9D89303}" srcOrd="0" destOrd="0" presId="urn:microsoft.com/office/officeart/2005/8/layout/orgChart1"/>
    <dgm:cxn modelId="{26D40C61-A6F6-430A-B895-10572A19350E}" type="presParOf" srcId="{501F055F-206A-45F8-9ACF-638ED9D89303}" destId="{CDB54FF5-DD66-40F0-8E74-B4116D4EA2B4}" srcOrd="0" destOrd="0" presId="urn:microsoft.com/office/officeart/2005/8/layout/orgChart1"/>
    <dgm:cxn modelId="{3D62A108-16FB-472F-B1FB-94CF83DDB198}" type="presParOf" srcId="{501F055F-206A-45F8-9ACF-638ED9D89303}" destId="{B2F47B3F-DA63-4A05-9415-C6E0DEA5F4B4}" srcOrd="1" destOrd="0" presId="urn:microsoft.com/office/officeart/2005/8/layout/orgChart1"/>
    <dgm:cxn modelId="{78F13505-B8AB-498C-B5E4-2895981DF84B}" type="presParOf" srcId="{3A717D3D-175E-4CC5-9183-065A730C8503}" destId="{019971B1-5741-4CBB-8675-B8D4913E1886}" srcOrd="1" destOrd="0" presId="urn:microsoft.com/office/officeart/2005/8/layout/orgChart1"/>
    <dgm:cxn modelId="{FF1A73C0-0E57-49CD-88DA-0DAE071EBAC3}" type="presParOf" srcId="{3A717D3D-175E-4CC5-9183-065A730C8503}" destId="{31A96D00-90E3-431D-B7BE-9772BC3F8736}" srcOrd="2" destOrd="0" presId="urn:microsoft.com/office/officeart/2005/8/layout/orgChart1"/>
    <dgm:cxn modelId="{AC1EFE08-0332-4E1C-B8C1-DD0E386CA220}" type="presParOf" srcId="{812DE852-BA3A-4082-9BF3-E248C1BC893F}" destId="{21759D74-BB05-46E6-848E-9BDE803B7E30}" srcOrd="22" destOrd="0" presId="urn:microsoft.com/office/officeart/2005/8/layout/orgChart1"/>
    <dgm:cxn modelId="{DAEC3674-EDB9-4836-B990-6E8901ADF5DF}" type="presParOf" srcId="{812DE852-BA3A-4082-9BF3-E248C1BC893F}" destId="{627A0170-E036-4FB8-AA47-ECC485550B69}" srcOrd="23" destOrd="0" presId="urn:microsoft.com/office/officeart/2005/8/layout/orgChart1"/>
    <dgm:cxn modelId="{3100E3D2-240E-4D26-BF9E-74528EBCC0DB}" type="presParOf" srcId="{627A0170-E036-4FB8-AA47-ECC485550B69}" destId="{A987B381-D320-45A7-8DE2-9542310D9B1C}" srcOrd="0" destOrd="0" presId="urn:microsoft.com/office/officeart/2005/8/layout/orgChart1"/>
    <dgm:cxn modelId="{EEF3C63F-ADF7-4CA4-A111-C9458F0C3702}" type="presParOf" srcId="{A987B381-D320-45A7-8DE2-9542310D9B1C}" destId="{3BC37F03-E0B3-4320-B241-91FABC897007}" srcOrd="0" destOrd="0" presId="urn:microsoft.com/office/officeart/2005/8/layout/orgChart1"/>
    <dgm:cxn modelId="{AF489477-6830-41FD-A60B-DE15B06C2428}" type="presParOf" srcId="{A987B381-D320-45A7-8DE2-9542310D9B1C}" destId="{5496229D-065F-4886-90C4-9D19CECF40B1}" srcOrd="1" destOrd="0" presId="urn:microsoft.com/office/officeart/2005/8/layout/orgChart1"/>
    <dgm:cxn modelId="{52E723EB-DB07-4B83-9702-03D948A70C87}" type="presParOf" srcId="{627A0170-E036-4FB8-AA47-ECC485550B69}" destId="{246115EC-F724-4505-B5F1-B9125E19E60F}" srcOrd="1" destOrd="0" presId="urn:microsoft.com/office/officeart/2005/8/layout/orgChart1"/>
    <dgm:cxn modelId="{DBC25D56-B8C7-474F-A26F-5EBB18D9F532}" type="presParOf" srcId="{627A0170-E036-4FB8-AA47-ECC485550B69}" destId="{E2E4DBE5-BBCE-4303-BF86-46266F1DB8A6}" srcOrd="2" destOrd="0" presId="urn:microsoft.com/office/officeart/2005/8/layout/orgChart1"/>
    <dgm:cxn modelId="{6647160F-3B28-4BE2-B22E-CCCC84106E40}" type="presParOf" srcId="{812DE852-BA3A-4082-9BF3-E248C1BC893F}" destId="{5275E374-3338-4FE8-BE93-B5FDA2CFDED4}" srcOrd="24" destOrd="0" presId="urn:microsoft.com/office/officeart/2005/8/layout/orgChart1"/>
    <dgm:cxn modelId="{FD583161-211E-44F2-B3C2-B21A5599F600}" type="presParOf" srcId="{812DE852-BA3A-4082-9BF3-E248C1BC893F}" destId="{BE4B9D5D-A7BC-4078-9A23-95E8638EE09D}" srcOrd="25" destOrd="0" presId="urn:microsoft.com/office/officeart/2005/8/layout/orgChart1"/>
    <dgm:cxn modelId="{08E97631-EE16-4784-BECB-F401F2116597}" type="presParOf" srcId="{BE4B9D5D-A7BC-4078-9A23-95E8638EE09D}" destId="{7E26E736-9E1F-43D1-8C94-1BB63B3B1C5C}" srcOrd="0" destOrd="0" presId="urn:microsoft.com/office/officeart/2005/8/layout/orgChart1"/>
    <dgm:cxn modelId="{910240AC-685D-4D41-8503-1C223184BFBE}" type="presParOf" srcId="{7E26E736-9E1F-43D1-8C94-1BB63B3B1C5C}" destId="{AB3506F4-729A-4EAD-897A-1BBF2831080A}" srcOrd="0" destOrd="0" presId="urn:microsoft.com/office/officeart/2005/8/layout/orgChart1"/>
    <dgm:cxn modelId="{6B3AA468-19BE-4ABF-9666-45220345CFB5}" type="presParOf" srcId="{7E26E736-9E1F-43D1-8C94-1BB63B3B1C5C}" destId="{4405CE7F-ECD1-44A1-9118-002607969144}" srcOrd="1" destOrd="0" presId="urn:microsoft.com/office/officeart/2005/8/layout/orgChart1"/>
    <dgm:cxn modelId="{B2AD87A6-2714-48B8-A877-B48BB2CEBE39}" type="presParOf" srcId="{BE4B9D5D-A7BC-4078-9A23-95E8638EE09D}" destId="{92132B7A-3614-4D00-B673-4F82AC4EA361}" srcOrd="1" destOrd="0" presId="urn:microsoft.com/office/officeart/2005/8/layout/orgChart1"/>
    <dgm:cxn modelId="{71065A9D-E37E-4420-B177-0775DDB9A9EE}" type="presParOf" srcId="{BE4B9D5D-A7BC-4078-9A23-95E8638EE09D}" destId="{27A1FF8E-1010-4A4C-B704-2E0A0B91253D}" srcOrd="2" destOrd="0" presId="urn:microsoft.com/office/officeart/2005/8/layout/orgChart1"/>
    <dgm:cxn modelId="{66BB1F6D-E2AF-428A-93BB-2B5ABD237DE7}" type="presParOf" srcId="{75CB1DDF-35AE-4FD8-A00F-29F62CCB2058}" destId="{9DBD5F0A-807D-40D4-A41E-384F1CC376D0}" srcOrd="2" destOrd="0" presId="urn:microsoft.com/office/officeart/2005/8/layout/orgChart1"/>
    <dgm:cxn modelId="{27E1605F-F7E2-43F1-AA98-FEBDB325E7AB}" type="presParOf" srcId="{46099724-7A3D-4B5F-8E46-AD2D8D8257AB}" destId="{A616AE3A-3FB4-4DB5-AB68-286707585C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9A0A47-597E-4513-8327-DEE7DF92587F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AF37697C-0616-4F3F-A17A-38D2D8DFEBD0}">
      <dgm:prSet custT="1"/>
      <dgm:spPr/>
      <dgm:t>
        <a:bodyPr/>
        <a:lstStyle/>
        <a:p>
          <a:r>
            <a:rPr lang="zh-CN" altLang="en-US" sz="1050" dirty="0"/>
            <a:t>详细设计说明书</a:t>
          </a:r>
        </a:p>
      </dgm:t>
    </dgm:pt>
    <dgm:pt modelId="{AACDFE2A-A740-4631-980F-ABFDA1F05102}" type="parTrans" cxnId="{D08F657B-32EC-4C30-B3B2-63D81D2082D8}">
      <dgm:prSet/>
      <dgm:spPr/>
      <dgm:t>
        <a:bodyPr/>
        <a:lstStyle/>
        <a:p>
          <a:endParaRPr lang="zh-CN" altLang="en-US" sz="1050"/>
        </a:p>
      </dgm:t>
    </dgm:pt>
    <dgm:pt modelId="{3DEA6424-49BC-4315-9BD0-3861CF161DDB}" type="sibTrans" cxnId="{D08F657B-32EC-4C30-B3B2-63D81D2082D8}">
      <dgm:prSet/>
      <dgm:spPr/>
      <dgm:t>
        <a:bodyPr/>
        <a:lstStyle/>
        <a:p>
          <a:endParaRPr lang="zh-CN" altLang="en-US" sz="1050"/>
        </a:p>
      </dgm:t>
    </dgm:pt>
    <dgm:pt modelId="{5DF44FA1-5104-4F86-9F8C-BC07D505D37F}">
      <dgm:prSet custT="1"/>
      <dgm:spPr/>
      <dgm:t>
        <a:bodyPr/>
        <a:lstStyle/>
        <a:p>
          <a:r>
            <a:rPr lang="zh-CN" altLang="en-US" sz="1050" dirty="0"/>
            <a:t>引言</a:t>
          </a:r>
        </a:p>
      </dgm:t>
    </dgm:pt>
    <dgm:pt modelId="{5D81EAEF-FB9F-4A86-8418-3467B207FA4F}" type="parTrans" cxnId="{B7FE43BE-2FA1-4F39-96A7-C26BF9B3F550}">
      <dgm:prSet/>
      <dgm:spPr/>
      <dgm:t>
        <a:bodyPr/>
        <a:lstStyle/>
        <a:p>
          <a:endParaRPr lang="zh-CN" altLang="en-US" sz="1050"/>
        </a:p>
      </dgm:t>
    </dgm:pt>
    <dgm:pt modelId="{92802FCD-1080-4A15-8D7C-911AF9F1E8EA}" type="sibTrans" cxnId="{B7FE43BE-2FA1-4F39-96A7-C26BF9B3F550}">
      <dgm:prSet/>
      <dgm:spPr/>
      <dgm:t>
        <a:bodyPr/>
        <a:lstStyle/>
        <a:p>
          <a:endParaRPr lang="zh-CN" altLang="en-US" sz="1050"/>
        </a:p>
      </dgm:t>
    </dgm:pt>
    <dgm:pt modelId="{E9693A9A-38D2-49C6-8011-17827CD93856}">
      <dgm:prSet custT="1"/>
      <dgm:spPr/>
      <dgm:t>
        <a:bodyPr/>
        <a:lstStyle/>
        <a:p>
          <a:r>
            <a:rPr lang="zh-CN" altLang="en-US" sz="1050" dirty="0"/>
            <a:t>编写目的</a:t>
          </a:r>
        </a:p>
      </dgm:t>
    </dgm:pt>
    <dgm:pt modelId="{C2ABDABF-E7E9-45C0-8FEB-345F108A60BD}" type="parTrans" cxnId="{BABBCB94-8486-4D44-9FAC-74DE141A5E6C}">
      <dgm:prSet/>
      <dgm:spPr/>
      <dgm:t>
        <a:bodyPr/>
        <a:lstStyle/>
        <a:p>
          <a:endParaRPr lang="zh-CN" altLang="en-US" sz="1050"/>
        </a:p>
      </dgm:t>
    </dgm:pt>
    <dgm:pt modelId="{6F1DE746-4E18-4955-B797-3E1A70E2408C}" type="sibTrans" cxnId="{BABBCB94-8486-4D44-9FAC-74DE141A5E6C}">
      <dgm:prSet/>
      <dgm:spPr/>
      <dgm:t>
        <a:bodyPr/>
        <a:lstStyle/>
        <a:p>
          <a:endParaRPr lang="zh-CN" altLang="en-US" sz="1050"/>
        </a:p>
      </dgm:t>
    </dgm:pt>
    <dgm:pt modelId="{9B84C657-0CDE-4B9A-88EF-5CB963A3FC7D}">
      <dgm:prSet custT="1"/>
      <dgm:spPr/>
      <dgm:t>
        <a:bodyPr/>
        <a:lstStyle/>
        <a:p>
          <a:r>
            <a:rPr lang="zh-CN" altLang="en-US" sz="1050" dirty="0"/>
            <a:t>背景说明</a:t>
          </a:r>
        </a:p>
      </dgm:t>
    </dgm:pt>
    <dgm:pt modelId="{755ED0CD-A135-4D56-9219-3461981F97D7}" type="parTrans" cxnId="{33074470-501D-4D88-BBE1-5179ED0B1836}">
      <dgm:prSet/>
      <dgm:spPr/>
      <dgm:t>
        <a:bodyPr/>
        <a:lstStyle/>
        <a:p>
          <a:endParaRPr lang="zh-CN" altLang="en-US" sz="1050"/>
        </a:p>
      </dgm:t>
    </dgm:pt>
    <dgm:pt modelId="{8AC35B48-BE73-47B4-A24D-C1E9D78C0770}" type="sibTrans" cxnId="{33074470-501D-4D88-BBE1-5179ED0B1836}">
      <dgm:prSet/>
      <dgm:spPr/>
      <dgm:t>
        <a:bodyPr/>
        <a:lstStyle/>
        <a:p>
          <a:endParaRPr lang="zh-CN" altLang="en-US" sz="1050"/>
        </a:p>
      </dgm:t>
    </dgm:pt>
    <dgm:pt modelId="{1D32054F-A708-4AEA-A67D-68AA5E9571AC}">
      <dgm:prSet custT="1"/>
      <dgm:spPr/>
      <dgm:t>
        <a:bodyPr/>
        <a:lstStyle/>
        <a:p>
          <a:r>
            <a:rPr lang="zh-CN" altLang="en-US" sz="1050" dirty="0"/>
            <a:t>定义</a:t>
          </a:r>
        </a:p>
      </dgm:t>
    </dgm:pt>
    <dgm:pt modelId="{ABCB39A3-DD88-451E-9A80-D350892E400A}" type="parTrans" cxnId="{DEFE193E-F082-484E-ADB2-6C6EC469B7F5}">
      <dgm:prSet/>
      <dgm:spPr/>
      <dgm:t>
        <a:bodyPr/>
        <a:lstStyle/>
        <a:p>
          <a:endParaRPr lang="zh-CN" altLang="en-US" sz="1050"/>
        </a:p>
      </dgm:t>
    </dgm:pt>
    <dgm:pt modelId="{83684D9E-3DE5-42F9-BBD9-1558BD974DFB}" type="sibTrans" cxnId="{DEFE193E-F082-484E-ADB2-6C6EC469B7F5}">
      <dgm:prSet/>
      <dgm:spPr/>
      <dgm:t>
        <a:bodyPr/>
        <a:lstStyle/>
        <a:p>
          <a:endParaRPr lang="zh-CN" altLang="en-US" sz="1050"/>
        </a:p>
      </dgm:t>
    </dgm:pt>
    <dgm:pt modelId="{4B81BE27-95F7-44AA-98B8-FF1DD20735CC}">
      <dgm:prSet custT="1"/>
      <dgm:spPr/>
      <dgm:t>
        <a:bodyPr/>
        <a:lstStyle/>
        <a:p>
          <a:r>
            <a:rPr lang="zh-CN" altLang="en-US" sz="1050" dirty="0"/>
            <a:t>软件概述</a:t>
          </a:r>
        </a:p>
      </dgm:t>
    </dgm:pt>
    <dgm:pt modelId="{340E4B3B-B2F5-47D4-8B48-ED29244AA343}" type="parTrans" cxnId="{960A7BC5-635B-46FC-87A4-0EB1D181D19B}">
      <dgm:prSet/>
      <dgm:spPr/>
      <dgm:t>
        <a:bodyPr/>
        <a:lstStyle/>
        <a:p>
          <a:endParaRPr lang="zh-CN" altLang="en-US" sz="1050"/>
        </a:p>
      </dgm:t>
    </dgm:pt>
    <dgm:pt modelId="{7AEB9E05-9784-47CB-88EB-DC25540593BD}" type="sibTrans" cxnId="{960A7BC5-635B-46FC-87A4-0EB1D181D19B}">
      <dgm:prSet/>
      <dgm:spPr/>
      <dgm:t>
        <a:bodyPr/>
        <a:lstStyle/>
        <a:p>
          <a:endParaRPr lang="zh-CN" altLang="en-US" sz="1050"/>
        </a:p>
      </dgm:t>
    </dgm:pt>
    <dgm:pt modelId="{39B3C298-D0D8-4414-B899-3F005B2E9822}">
      <dgm:prSet custT="1"/>
      <dgm:spPr/>
      <dgm:t>
        <a:bodyPr/>
        <a:lstStyle/>
        <a:p>
          <a:r>
            <a:rPr lang="zh-CN" altLang="en-US" sz="1050" dirty="0"/>
            <a:t>软件的结构</a:t>
          </a:r>
        </a:p>
      </dgm:t>
    </dgm:pt>
    <dgm:pt modelId="{06F0EFDA-3496-47E5-88BE-71664DF47CCF}" type="parTrans" cxnId="{0EAEB33C-E254-4DE9-A7EB-0706B9396A8B}">
      <dgm:prSet/>
      <dgm:spPr/>
      <dgm:t>
        <a:bodyPr/>
        <a:lstStyle/>
        <a:p>
          <a:endParaRPr lang="zh-CN" altLang="en-US" sz="1050"/>
        </a:p>
      </dgm:t>
    </dgm:pt>
    <dgm:pt modelId="{D261E0FE-AA84-41CD-AD4D-C1919BD142E2}" type="sibTrans" cxnId="{0EAEB33C-E254-4DE9-A7EB-0706B9396A8B}">
      <dgm:prSet/>
      <dgm:spPr/>
      <dgm:t>
        <a:bodyPr/>
        <a:lstStyle/>
        <a:p>
          <a:endParaRPr lang="zh-CN" altLang="en-US" sz="1050"/>
        </a:p>
      </dgm:t>
    </dgm:pt>
    <dgm:pt modelId="{7B899378-1540-4937-8DE5-5EAA1E362C68}">
      <dgm:prSet custT="1"/>
      <dgm:spPr/>
      <dgm:t>
        <a:bodyPr/>
        <a:lstStyle/>
        <a:p>
          <a:r>
            <a:rPr lang="zh-CN" altLang="en-US" sz="1050" dirty="0"/>
            <a:t>程序表</a:t>
          </a:r>
        </a:p>
      </dgm:t>
    </dgm:pt>
    <dgm:pt modelId="{0DE0BBB9-1A47-442F-8486-262C3BC82199}" type="parTrans" cxnId="{62B9ED45-2C4A-4D98-8F88-3D5A2D65492D}">
      <dgm:prSet/>
      <dgm:spPr/>
      <dgm:t>
        <a:bodyPr/>
        <a:lstStyle/>
        <a:p>
          <a:endParaRPr lang="zh-CN" altLang="en-US" sz="1050"/>
        </a:p>
      </dgm:t>
    </dgm:pt>
    <dgm:pt modelId="{8B911587-252C-40E2-A62F-2EF5F91304A5}" type="sibTrans" cxnId="{62B9ED45-2C4A-4D98-8F88-3D5A2D65492D}">
      <dgm:prSet/>
      <dgm:spPr/>
      <dgm:t>
        <a:bodyPr/>
        <a:lstStyle/>
        <a:p>
          <a:endParaRPr lang="zh-CN" altLang="en-US" sz="1050"/>
        </a:p>
      </dgm:t>
    </dgm:pt>
    <dgm:pt modelId="{A25832C2-A09E-4551-8697-446AA921CA87}">
      <dgm:prSet custT="1"/>
      <dgm:spPr/>
      <dgm:t>
        <a:bodyPr/>
        <a:lstStyle/>
        <a:p>
          <a:r>
            <a:rPr lang="zh-CN" altLang="en-US" sz="1050" dirty="0"/>
            <a:t>文卷表</a:t>
          </a:r>
        </a:p>
      </dgm:t>
    </dgm:pt>
    <dgm:pt modelId="{98C3F9DF-60C5-48AC-8ABE-86EC44BC2A3A}" type="parTrans" cxnId="{F2BD37E0-F0BE-4EB3-9C83-F6C547A99F4B}">
      <dgm:prSet/>
      <dgm:spPr/>
      <dgm:t>
        <a:bodyPr/>
        <a:lstStyle/>
        <a:p>
          <a:endParaRPr lang="zh-CN" altLang="en-US" sz="1050"/>
        </a:p>
      </dgm:t>
    </dgm:pt>
    <dgm:pt modelId="{D71E7077-D821-48A9-82A9-C01172DAF4B5}" type="sibTrans" cxnId="{F2BD37E0-F0BE-4EB3-9C83-F6C547A99F4B}">
      <dgm:prSet/>
      <dgm:spPr/>
      <dgm:t>
        <a:bodyPr/>
        <a:lstStyle/>
        <a:p>
          <a:endParaRPr lang="zh-CN" altLang="en-US" sz="1050"/>
        </a:p>
      </dgm:t>
    </dgm:pt>
    <dgm:pt modelId="{5E65495C-1175-40AB-A21E-56719694D208}">
      <dgm:prSet custT="1"/>
      <dgm:spPr/>
      <dgm:t>
        <a:bodyPr/>
        <a:lstStyle/>
        <a:p>
          <a:r>
            <a:rPr lang="zh-CN" altLang="en-US" sz="1050" dirty="0"/>
            <a:t>安装和初始化</a:t>
          </a:r>
        </a:p>
      </dgm:t>
    </dgm:pt>
    <dgm:pt modelId="{3091445C-E80F-401C-A0A5-C7D1239C3E00}" type="parTrans" cxnId="{792EE2C9-3B9C-46E1-84FA-095A0E088E87}">
      <dgm:prSet/>
      <dgm:spPr/>
      <dgm:t>
        <a:bodyPr/>
        <a:lstStyle/>
        <a:p>
          <a:endParaRPr lang="zh-CN" altLang="en-US" sz="1050"/>
        </a:p>
      </dgm:t>
    </dgm:pt>
    <dgm:pt modelId="{9FA981DC-2B30-4E6F-A5BF-4AD18C0D82AC}" type="sibTrans" cxnId="{792EE2C9-3B9C-46E1-84FA-095A0E088E87}">
      <dgm:prSet/>
      <dgm:spPr/>
      <dgm:t>
        <a:bodyPr/>
        <a:lstStyle/>
        <a:p>
          <a:endParaRPr lang="zh-CN" altLang="en-US" sz="1050"/>
        </a:p>
      </dgm:t>
    </dgm:pt>
    <dgm:pt modelId="{ABF4B55B-E68E-4631-BA2D-6BCF61203AAE}">
      <dgm:prSet custT="1"/>
      <dgm:spPr/>
      <dgm:t>
        <a:bodyPr/>
        <a:lstStyle/>
        <a:p>
          <a:r>
            <a:rPr lang="zh-CN" altLang="en-US" sz="1050"/>
            <a:t>程序的存储形式</a:t>
          </a:r>
        </a:p>
      </dgm:t>
    </dgm:pt>
    <dgm:pt modelId="{C5964105-CCFF-4076-B291-05296FA2BFED}" type="parTrans" cxnId="{5545B5F6-D7B2-4205-B81D-492990F7F3A7}">
      <dgm:prSet/>
      <dgm:spPr/>
      <dgm:t>
        <a:bodyPr/>
        <a:lstStyle/>
        <a:p>
          <a:endParaRPr lang="zh-CN" altLang="en-US" sz="1050"/>
        </a:p>
      </dgm:t>
    </dgm:pt>
    <dgm:pt modelId="{0F6512F0-5885-46BE-A82F-15E30EA68443}" type="sibTrans" cxnId="{5545B5F6-D7B2-4205-B81D-492990F7F3A7}">
      <dgm:prSet/>
      <dgm:spPr/>
      <dgm:t>
        <a:bodyPr/>
        <a:lstStyle/>
        <a:p>
          <a:endParaRPr lang="zh-CN" altLang="en-US" sz="1050"/>
        </a:p>
      </dgm:t>
    </dgm:pt>
    <dgm:pt modelId="{A051CD9A-B716-4CEA-AD74-828E66FCE59C}">
      <dgm:prSet custT="1"/>
      <dgm:spPr/>
      <dgm:t>
        <a:bodyPr/>
        <a:lstStyle/>
        <a:p>
          <a:r>
            <a:rPr lang="zh-CN" altLang="en-US" sz="1050"/>
            <a:t>安装与初始化过程中的全部操作命令</a:t>
          </a:r>
        </a:p>
      </dgm:t>
    </dgm:pt>
    <dgm:pt modelId="{EDB9A513-5613-47E7-83E2-43615B452B29}" type="parTrans" cxnId="{307A2E12-75EA-4E08-9469-3DA4D3EBB9D0}">
      <dgm:prSet/>
      <dgm:spPr/>
      <dgm:t>
        <a:bodyPr/>
        <a:lstStyle/>
        <a:p>
          <a:endParaRPr lang="zh-CN" altLang="en-US" sz="1050"/>
        </a:p>
      </dgm:t>
    </dgm:pt>
    <dgm:pt modelId="{FD1D77A6-54DA-413A-830F-530C947D7C1D}" type="sibTrans" cxnId="{307A2E12-75EA-4E08-9469-3DA4D3EBB9D0}">
      <dgm:prSet/>
      <dgm:spPr/>
      <dgm:t>
        <a:bodyPr/>
        <a:lstStyle/>
        <a:p>
          <a:endParaRPr lang="zh-CN" altLang="en-US" sz="1050"/>
        </a:p>
      </dgm:t>
    </dgm:pt>
    <dgm:pt modelId="{625FFBCA-4BC1-478A-AA05-A53172F37DEA}">
      <dgm:prSet custT="1"/>
      <dgm:spPr/>
      <dgm:t>
        <a:bodyPr/>
        <a:lstStyle/>
        <a:p>
          <a:r>
            <a:rPr lang="zh-CN" altLang="en-US" sz="1050"/>
            <a:t>系统对命令的反应与答复</a:t>
          </a:r>
        </a:p>
      </dgm:t>
    </dgm:pt>
    <dgm:pt modelId="{83D64D59-D9C7-493A-A3EA-24C9585266D7}" type="parTrans" cxnId="{FA2E52F5-C675-48D2-AD31-0C06B88C4F99}">
      <dgm:prSet/>
      <dgm:spPr/>
      <dgm:t>
        <a:bodyPr/>
        <a:lstStyle/>
        <a:p>
          <a:endParaRPr lang="zh-CN" altLang="en-US" sz="1050"/>
        </a:p>
      </dgm:t>
    </dgm:pt>
    <dgm:pt modelId="{2EBD454E-5E3A-4AA3-BAB4-1726171AB3F3}" type="sibTrans" cxnId="{FA2E52F5-C675-48D2-AD31-0C06B88C4F99}">
      <dgm:prSet/>
      <dgm:spPr/>
      <dgm:t>
        <a:bodyPr/>
        <a:lstStyle/>
        <a:p>
          <a:endParaRPr lang="zh-CN" altLang="en-US" sz="1050"/>
        </a:p>
      </dgm:t>
    </dgm:pt>
    <dgm:pt modelId="{57AFCD53-0A60-4B15-8689-062AC078C4D4}">
      <dgm:prSet custT="1"/>
      <dgm:spPr/>
      <dgm:t>
        <a:bodyPr/>
        <a:lstStyle/>
        <a:p>
          <a:r>
            <a:rPr lang="zh-CN" altLang="en-US" sz="1050"/>
            <a:t>表明安装工作完成的测试实例</a:t>
          </a:r>
        </a:p>
      </dgm:t>
    </dgm:pt>
    <dgm:pt modelId="{DD5ACDCB-5BC4-4A4F-8D12-985CC173FEB0}" type="parTrans" cxnId="{9FB7996F-79F5-4C62-92F6-D25C3FB04502}">
      <dgm:prSet/>
      <dgm:spPr/>
      <dgm:t>
        <a:bodyPr/>
        <a:lstStyle/>
        <a:p>
          <a:endParaRPr lang="zh-CN" altLang="en-US" sz="1050"/>
        </a:p>
      </dgm:t>
    </dgm:pt>
    <dgm:pt modelId="{4B138382-1193-4CDE-9426-AB6225288080}" type="sibTrans" cxnId="{9FB7996F-79F5-4C62-92F6-D25C3FB04502}">
      <dgm:prSet/>
      <dgm:spPr/>
      <dgm:t>
        <a:bodyPr/>
        <a:lstStyle/>
        <a:p>
          <a:endParaRPr lang="zh-CN" altLang="en-US" sz="1050"/>
        </a:p>
      </dgm:t>
    </dgm:pt>
    <dgm:pt modelId="{9A911E2A-A620-4663-9E68-ED9CFBA9030D}">
      <dgm:prSet custT="1"/>
      <dgm:spPr/>
      <dgm:t>
        <a:bodyPr/>
        <a:lstStyle/>
        <a:p>
          <a:r>
            <a:rPr lang="zh-CN" altLang="en-US" sz="1050" dirty="0"/>
            <a:t>运行说明</a:t>
          </a:r>
        </a:p>
      </dgm:t>
    </dgm:pt>
    <dgm:pt modelId="{637E78D4-5C05-478A-94FC-FEA09C7D2894}" type="parTrans" cxnId="{69EEB1F6-F9E8-4C90-902F-83F9BFE392F4}">
      <dgm:prSet/>
      <dgm:spPr/>
      <dgm:t>
        <a:bodyPr/>
        <a:lstStyle/>
        <a:p>
          <a:endParaRPr lang="zh-CN" altLang="en-US" sz="1050"/>
        </a:p>
      </dgm:t>
    </dgm:pt>
    <dgm:pt modelId="{3AFF0958-A5F3-4F04-B9AB-FDC01D4E4FD9}" type="sibTrans" cxnId="{69EEB1F6-F9E8-4C90-902F-83F9BFE392F4}">
      <dgm:prSet/>
      <dgm:spPr/>
      <dgm:t>
        <a:bodyPr/>
        <a:lstStyle/>
        <a:p>
          <a:endParaRPr lang="zh-CN" altLang="en-US" sz="1050"/>
        </a:p>
      </dgm:t>
    </dgm:pt>
    <dgm:pt modelId="{90D20AA4-A9DE-4852-81CE-4FF04ACAC610}">
      <dgm:prSet custT="1"/>
      <dgm:spPr/>
      <dgm:t>
        <a:bodyPr/>
        <a:lstStyle/>
        <a:p>
          <a:r>
            <a:rPr lang="zh-CN" altLang="en-US" sz="1050" dirty="0"/>
            <a:t>运行表</a:t>
          </a:r>
        </a:p>
      </dgm:t>
    </dgm:pt>
    <dgm:pt modelId="{6414B5B7-3F8D-4E9E-9C46-7EC2CD45C7D3}" type="parTrans" cxnId="{2AC091FC-2739-4A9F-BB24-E2605575CA82}">
      <dgm:prSet/>
      <dgm:spPr/>
      <dgm:t>
        <a:bodyPr/>
        <a:lstStyle/>
        <a:p>
          <a:endParaRPr lang="zh-CN" altLang="en-US" sz="1050"/>
        </a:p>
      </dgm:t>
    </dgm:pt>
    <dgm:pt modelId="{BE77CB40-7A61-429E-B143-B88B1EE5A01E}" type="sibTrans" cxnId="{2AC091FC-2739-4A9F-BB24-E2605575CA82}">
      <dgm:prSet/>
      <dgm:spPr/>
      <dgm:t>
        <a:bodyPr/>
        <a:lstStyle/>
        <a:p>
          <a:endParaRPr lang="zh-CN" altLang="en-US" sz="1050"/>
        </a:p>
      </dgm:t>
    </dgm:pt>
    <dgm:pt modelId="{86788F57-2D1D-4222-9768-BFD385497FA4}">
      <dgm:prSet custT="1"/>
      <dgm:spPr/>
      <dgm:t>
        <a:bodyPr/>
        <a:lstStyle/>
        <a:p>
          <a:r>
            <a:rPr lang="zh-CN" altLang="en-US" sz="1050" dirty="0"/>
            <a:t>可能的运行</a:t>
          </a:r>
        </a:p>
      </dgm:t>
    </dgm:pt>
    <dgm:pt modelId="{FD4C0040-E511-45FE-AE46-13A6A68C8C2D}" type="parTrans" cxnId="{923B2C7B-9DC5-4CFA-A898-6C1C11ECB321}">
      <dgm:prSet/>
      <dgm:spPr/>
      <dgm:t>
        <a:bodyPr/>
        <a:lstStyle/>
        <a:p>
          <a:endParaRPr lang="zh-CN" altLang="en-US" sz="1050"/>
        </a:p>
      </dgm:t>
    </dgm:pt>
    <dgm:pt modelId="{782F2341-D42C-4C97-92CC-15F0A947A04E}" type="sibTrans" cxnId="{923B2C7B-9DC5-4CFA-A898-6C1C11ECB321}">
      <dgm:prSet/>
      <dgm:spPr/>
      <dgm:t>
        <a:bodyPr/>
        <a:lstStyle/>
        <a:p>
          <a:endParaRPr lang="zh-CN" altLang="en-US" sz="1050"/>
        </a:p>
      </dgm:t>
    </dgm:pt>
    <dgm:pt modelId="{DB0F39C5-5EB1-4423-85C0-7A456F6A2B61}">
      <dgm:prSet custT="1"/>
      <dgm:spPr/>
      <dgm:t>
        <a:bodyPr/>
        <a:lstStyle/>
        <a:p>
          <a:r>
            <a:rPr lang="zh-CN" altLang="en-US" sz="1050" dirty="0"/>
            <a:t>运行的目的</a:t>
          </a:r>
        </a:p>
      </dgm:t>
    </dgm:pt>
    <dgm:pt modelId="{60752E90-8D2A-4D4A-A1EF-D1657EDC0709}" type="parTrans" cxnId="{D7ECAFA6-C47C-4742-9583-08DB76E488CD}">
      <dgm:prSet/>
      <dgm:spPr/>
      <dgm:t>
        <a:bodyPr/>
        <a:lstStyle/>
        <a:p>
          <a:endParaRPr lang="zh-CN" altLang="en-US" sz="1050"/>
        </a:p>
      </dgm:t>
    </dgm:pt>
    <dgm:pt modelId="{2863E0D4-03C3-4FCE-9AA4-A4EC8D212DD5}" type="sibTrans" cxnId="{D7ECAFA6-C47C-4742-9583-08DB76E488CD}">
      <dgm:prSet/>
      <dgm:spPr/>
      <dgm:t>
        <a:bodyPr/>
        <a:lstStyle/>
        <a:p>
          <a:endParaRPr lang="zh-CN" altLang="en-US" sz="1050"/>
        </a:p>
      </dgm:t>
    </dgm:pt>
    <dgm:pt modelId="{BC4766C8-C4D7-4A0A-93A7-2A623E3022A9}">
      <dgm:prSet custT="1"/>
      <dgm:spPr/>
      <dgm:t>
        <a:bodyPr/>
        <a:lstStyle/>
        <a:p>
          <a:r>
            <a:rPr lang="zh-CN" altLang="en-US" sz="1050" dirty="0"/>
            <a:t>运行所执行的程序</a:t>
          </a:r>
        </a:p>
      </dgm:t>
    </dgm:pt>
    <dgm:pt modelId="{6692D92D-4172-4EA7-8EC4-06F426AA81DA}" type="parTrans" cxnId="{938435A7-9B92-4AF5-950E-1E4752670A26}">
      <dgm:prSet/>
      <dgm:spPr/>
      <dgm:t>
        <a:bodyPr/>
        <a:lstStyle/>
        <a:p>
          <a:endParaRPr lang="zh-CN" altLang="en-US" sz="1050"/>
        </a:p>
      </dgm:t>
    </dgm:pt>
    <dgm:pt modelId="{2BE85E43-BC97-4CC4-A8B5-C970CF0D39A6}" type="sibTrans" cxnId="{938435A7-9B92-4AF5-950E-1E4752670A26}">
      <dgm:prSet/>
      <dgm:spPr/>
      <dgm:t>
        <a:bodyPr/>
        <a:lstStyle/>
        <a:p>
          <a:endParaRPr lang="zh-CN" altLang="en-US" sz="1050"/>
        </a:p>
      </dgm:t>
    </dgm:pt>
    <dgm:pt modelId="{E8841AF4-FC0B-4375-9D1F-44623E28455F}">
      <dgm:prSet custT="1"/>
      <dgm:spPr/>
      <dgm:t>
        <a:bodyPr/>
        <a:lstStyle/>
        <a:p>
          <a:r>
            <a:rPr lang="zh-CN" altLang="en-US" sz="1050"/>
            <a:t>运行步骤</a:t>
          </a:r>
        </a:p>
      </dgm:t>
    </dgm:pt>
    <dgm:pt modelId="{8213ACD3-37F9-43BD-8A55-3EDF12BA98B5}" type="parTrans" cxnId="{CD3F98B5-1C50-480E-B65D-B5EFFDB1871F}">
      <dgm:prSet/>
      <dgm:spPr/>
      <dgm:t>
        <a:bodyPr/>
        <a:lstStyle/>
        <a:p>
          <a:endParaRPr lang="zh-CN" altLang="en-US" sz="1050"/>
        </a:p>
      </dgm:t>
    </dgm:pt>
    <dgm:pt modelId="{00E9BB67-1B73-4871-BF68-EB5D1BAE6A6D}" type="sibTrans" cxnId="{CD3F98B5-1C50-480E-B65D-B5EFFDB1871F}">
      <dgm:prSet/>
      <dgm:spPr/>
      <dgm:t>
        <a:bodyPr/>
        <a:lstStyle/>
        <a:p>
          <a:endParaRPr lang="zh-CN" altLang="en-US" sz="1050"/>
        </a:p>
      </dgm:t>
    </dgm:pt>
    <dgm:pt modelId="{E6662C5B-15D3-4708-870E-BF2DA4F5E0E4}">
      <dgm:prSet custT="1"/>
      <dgm:spPr/>
      <dgm:t>
        <a:bodyPr/>
        <a:lstStyle/>
        <a:p>
          <a:r>
            <a:rPr lang="zh-CN" altLang="en-US" sz="1050" dirty="0"/>
            <a:t>运行控制</a:t>
          </a:r>
        </a:p>
      </dgm:t>
    </dgm:pt>
    <dgm:pt modelId="{68E4FDD2-4571-4BE1-98E1-5A1F4FE51779}" type="parTrans" cxnId="{DF778986-2B47-4E0B-9BBB-A0D02455420B}">
      <dgm:prSet/>
      <dgm:spPr/>
      <dgm:t>
        <a:bodyPr/>
        <a:lstStyle/>
        <a:p>
          <a:endParaRPr lang="zh-CN" altLang="en-US" sz="1050"/>
        </a:p>
      </dgm:t>
    </dgm:pt>
    <dgm:pt modelId="{5B5E6A25-89F7-4C84-83E1-D7F2C3B022FD}" type="sibTrans" cxnId="{DF778986-2B47-4E0B-9BBB-A0D02455420B}">
      <dgm:prSet/>
      <dgm:spPr/>
      <dgm:t>
        <a:bodyPr/>
        <a:lstStyle/>
        <a:p>
          <a:endParaRPr lang="zh-CN" altLang="en-US" sz="1050"/>
        </a:p>
      </dgm:t>
    </dgm:pt>
    <dgm:pt modelId="{4B4EC649-36A5-4CE2-9684-5326578E9316}">
      <dgm:prSet custT="1"/>
      <dgm:spPr/>
      <dgm:t>
        <a:bodyPr/>
        <a:lstStyle/>
        <a:p>
          <a:r>
            <a:rPr lang="zh-CN" altLang="en-US" sz="1050" dirty="0"/>
            <a:t>操作信息</a:t>
          </a:r>
        </a:p>
      </dgm:t>
    </dgm:pt>
    <dgm:pt modelId="{F49466FA-5C1E-44F0-93EC-BE17D1C50178}" type="parTrans" cxnId="{6A7F9295-3A8B-44C9-8D46-CD5C6BC54A93}">
      <dgm:prSet/>
      <dgm:spPr/>
      <dgm:t>
        <a:bodyPr/>
        <a:lstStyle/>
        <a:p>
          <a:endParaRPr lang="zh-CN" altLang="en-US" sz="1050"/>
        </a:p>
      </dgm:t>
    </dgm:pt>
    <dgm:pt modelId="{5D9BEFAA-255A-4BE0-A7F0-05A101AC5FE7}" type="sibTrans" cxnId="{6A7F9295-3A8B-44C9-8D46-CD5C6BC54A93}">
      <dgm:prSet/>
      <dgm:spPr/>
      <dgm:t>
        <a:bodyPr/>
        <a:lstStyle/>
        <a:p>
          <a:endParaRPr lang="zh-CN" altLang="en-US" sz="1050"/>
        </a:p>
      </dgm:t>
    </dgm:pt>
    <dgm:pt modelId="{BFA5F1C4-D30B-45FD-9166-D7B445DE9A95}">
      <dgm:prSet custT="1"/>
      <dgm:spPr/>
      <dgm:t>
        <a:bodyPr/>
        <a:lstStyle/>
        <a:p>
          <a:r>
            <a:rPr lang="zh-CN" altLang="en-US" sz="1050" dirty="0"/>
            <a:t>运行目的</a:t>
          </a:r>
        </a:p>
      </dgm:t>
    </dgm:pt>
    <dgm:pt modelId="{55E067A3-F20C-4981-98D4-2F396EA671AB}" type="parTrans" cxnId="{A3B5FE89-595E-4248-9558-F3A49FAD1A26}">
      <dgm:prSet/>
      <dgm:spPr/>
      <dgm:t>
        <a:bodyPr/>
        <a:lstStyle/>
        <a:p>
          <a:endParaRPr lang="zh-CN" altLang="en-US" sz="1050"/>
        </a:p>
      </dgm:t>
    </dgm:pt>
    <dgm:pt modelId="{E213950F-52E7-4734-9F13-577A8C431CC8}" type="sibTrans" cxnId="{A3B5FE89-595E-4248-9558-F3A49FAD1A26}">
      <dgm:prSet/>
      <dgm:spPr/>
      <dgm:t>
        <a:bodyPr/>
        <a:lstStyle/>
        <a:p>
          <a:endParaRPr lang="zh-CN" altLang="en-US" sz="1050"/>
        </a:p>
      </dgm:t>
    </dgm:pt>
    <dgm:pt modelId="{432AE796-1A52-4D8E-874C-8513C20DB5DB}">
      <dgm:prSet custT="1"/>
      <dgm:spPr/>
      <dgm:t>
        <a:bodyPr/>
        <a:lstStyle/>
        <a:p>
          <a:r>
            <a:rPr lang="zh-CN" altLang="en-US" sz="1050" dirty="0"/>
            <a:t>非常规过程</a:t>
          </a:r>
        </a:p>
      </dgm:t>
    </dgm:pt>
    <dgm:pt modelId="{328A4C0E-5EEF-455D-BC2C-7EF188035CDA}" type="parTrans" cxnId="{03E9E1D9-963E-4FE9-A863-E206A4BE815B}">
      <dgm:prSet/>
      <dgm:spPr/>
      <dgm:t>
        <a:bodyPr/>
        <a:lstStyle/>
        <a:p>
          <a:endParaRPr lang="zh-CN" altLang="en-US" sz="1050"/>
        </a:p>
      </dgm:t>
    </dgm:pt>
    <dgm:pt modelId="{525CF1EB-9524-4B11-BB5E-366D3038A535}" type="sibTrans" cxnId="{03E9E1D9-963E-4FE9-A863-E206A4BE815B}">
      <dgm:prSet/>
      <dgm:spPr/>
      <dgm:t>
        <a:bodyPr/>
        <a:lstStyle/>
        <a:p>
          <a:endParaRPr lang="zh-CN" altLang="en-US" sz="1050"/>
        </a:p>
      </dgm:t>
    </dgm:pt>
    <dgm:pt modelId="{A3B2A16E-3F16-45BC-B6ED-43D9BDA0CC5D}">
      <dgm:prSet custT="1"/>
      <dgm:spPr/>
      <dgm:t>
        <a:bodyPr/>
        <a:lstStyle/>
        <a:p>
          <a:r>
            <a:rPr lang="zh-CN" altLang="en-US" sz="1050"/>
            <a:t>应急操作</a:t>
          </a:r>
        </a:p>
      </dgm:t>
    </dgm:pt>
    <dgm:pt modelId="{BC1E972C-644E-49DA-BBF4-01FE7DB7B5FE}" type="parTrans" cxnId="{7C9D6FE2-0068-4C86-8C3F-0DAE8B071244}">
      <dgm:prSet/>
      <dgm:spPr/>
      <dgm:t>
        <a:bodyPr/>
        <a:lstStyle/>
        <a:p>
          <a:endParaRPr lang="zh-CN" altLang="en-US" sz="1050"/>
        </a:p>
      </dgm:t>
    </dgm:pt>
    <dgm:pt modelId="{3455465E-DF33-421E-B100-5754FEBDDF9F}" type="sibTrans" cxnId="{7C9D6FE2-0068-4C86-8C3F-0DAE8B071244}">
      <dgm:prSet/>
      <dgm:spPr/>
      <dgm:t>
        <a:bodyPr/>
        <a:lstStyle/>
        <a:p>
          <a:endParaRPr lang="zh-CN" altLang="en-US" sz="1050"/>
        </a:p>
      </dgm:t>
    </dgm:pt>
    <dgm:pt modelId="{1C2FC8F6-DA6A-4B7F-9B5F-CFC85E16ED42}">
      <dgm:prSet custT="1"/>
      <dgm:spPr/>
      <dgm:t>
        <a:bodyPr/>
        <a:lstStyle/>
        <a:p>
          <a:r>
            <a:rPr lang="zh-CN" altLang="en-US" sz="1050"/>
            <a:t>非常规操作</a:t>
          </a:r>
        </a:p>
      </dgm:t>
    </dgm:pt>
    <dgm:pt modelId="{2D72C7FB-8FDF-4F51-B988-1A89647D8959}" type="parTrans" cxnId="{1280C71C-9645-4C35-AB16-9D08C0425452}">
      <dgm:prSet/>
      <dgm:spPr/>
      <dgm:t>
        <a:bodyPr/>
        <a:lstStyle/>
        <a:p>
          <a:endParaRPr lang="zh-CN" altLang="en-US" sz="1050"/>
        </a:p>
      </dgm:t>
    </dgm:pt>
    <dgm:pt modelId="{A3BC6C25-99A4-413E-BF45-6E4D73CB14BE}" type="sibTrans" cxnId="{1280C71C-9645-4C35-AB16-9D08C0425452}">
      <dgm:prSet/>
      <dgm:spPr/>
      <dgm:t>
        <a:bodyPr/>
        <a:lstStyle/>
        <a:p>
          <a:endParaRPr lang="zh-CN" altLang="en-US" sz="1050"/>
        </a:p>
      </dgm:t>
    </dgm:pt>
    <dgm:pt modelId="{5118404E-A02E-4A54-9F82-03A03489075D}">
      <dgm:prSet custT="1"/>
      <dgm:spPr/>
      <dgm:t>
        <a:bodyPr/>
        <a:lstStyle/>
        <a:p>
          <a:r>
            <a:rPr lang="zh-CN" altLang="en-US" sz="1050" dirty="0"/>
            <a:t>远程操作</a:t>
          </a:r>
        </a:p>
      </dgm:t>
    </dgm:pt>
    <dgm:pt modelId="{DA523756-9163-4477-BC78-BAE3BE969C62}" type="parTrans" cxnId="{D0EE7E60-9193-473F-9A27-156350E67A60}">
      <dgm:prSet/>
      <dgm:spPr/>
      <dgm:t>
        <a:bodyPr/>
        <a:lstStyle/>
        <a:p>
          <a:endParaRPr lang="zh-CN" altLang="en-US" sz="1050"/>
        </a:p>
      </dgm:t>
    </dgm:pt>
    <dgm:pt modelId="{E198EA55-FA6C-4C09-8DEB-630ADBD24BF8}" type="sibTrans" cxnId="{D0EE7E60-9193-473F-9A27-156350E67A60}">
      <dgm:prSet/>
      <dgm:spPr/>
      <dgm:t>
        <a:bodyPr/>
        <a:lstStyle/>
        <a:p>
          <a:endParaRPr lang="zh-CN" altLang="en-US" sz="1050"/>
        </a:p>
      </dgm:t>
    </dgm:pt>
    <dgm:pt modelId="{1A7682AC-88ED-4126-AEE5-22C46D78695C}">
      <dgm:prSet custT="1"/>
      <dgm:spPr/>
      <dgm:t>
        <a:bodyPr/>
        <a:lstStyle/>
        <a:p>
          <a:r>
            <a:rPr lang="zh-CN" altLang="en-US" sz="1050" dirty="0"/>
            <a:t>远程控制操作过程</a:t>
          </a:r>
        </a:p>
      </dgm:t>
    </dgm:pt>
    <dgm:pt modelId="{21D02F59-C061-4191-B66D-9EB983836956}" type="parTrans" cxnId="{7ED15FBE-44B4-4461-9FFD-11628ECCF291}">
      <dgm:prSet/>
      <dgm:spPr/>
      <dgm:t>
        <a:bodyPr/>
        <a:lstStyle/>
        <a:p>
          <a:endParaRPr lang="zh-CN" altLang="en-US" sz="1050"/>
        </a:p>
      </dgm:t>
    </dgm:pt>
    <dgm:pt modelId="{B848A59A-6384-4EB7-A82E-84CADCA56F44}" type="sibTrans" cxnId="{7ED15FBE-44B4-4461-9FFD-11628ECCF291}">
      <dgm:prSet/>
      <dgm:spPr/>
      <dgm:t>
        <a:bodyPr/>
        <a:lstStyle/>
        <a:p>
          <a:endParaRPr lang="zh-CN" altLang="en-US" sz="1050"/>
        </a:p>
      </dgm:t>
    </dgm:pt>
    <dgm:pt modelId="{2D8A82D0-E435-4711-BB78-B568E0DFD232}" type="pres">
      <dgm:prSet presAssocID="{639A0A47-597E-4513-8327-DEE7DF92587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099724-7A3D-4B5F-8E46-AD2D8D8257AB}" type="pres">
      <dgm:prSet presAssocID="{AF37697C-0616-4F3F-A17A-38D2D8DFEBD0}" presName="hierRoot1" presStyleCnt="0">
        <dgm:presLayoutVars>
          <dgm:hierBranch val="init"/>
        </dgm:presLayoutVars>
      </dgm:prSet>
      <dgm:spPr/>
    </dgm:pt>
    <dgm:pt modelId="{9D5EFD78-72B5-4D21-B15E-AEE58AB3F6A9}" type="pres">
      <dgm:prSet presAssocID="{AF37697C-0616-4F3F-A17A-38D2D8DFEBD0}" presName="rootComposite1" presStyleCnt="0"/>
      <dgm:spPr/>
    </dgm:pt>
    <dgm:pt modelId="{EA5520AC-5EA5-4BDC-B5C1-70FD0147A126}" type="pres">
      <dgm:prSet presAssocID="{AF37697C-0616-4F3F-A17A-38D2D8DFEBD0}" presName="rootText1" presStyleLbl="node0" presStyleIdx="0" presStyleCnt="1" custScaleY="54542">
        <dgm:presLayoutVars>
          <dgm:chPref val="3"/>
        </dgm:presLayoutVars>
      </dgm:prSet>
      <dgm:spPr/>
    </dgm:pt>
    <dgm:pt modelId="{35CC161A-D7AE-4FBF-ADDB-4D00EFF88CAB}" type="pres">
      <dgm:prSet presAssocID="{AF37697C-0616-4F3F-A17A-38D2D8DFEBD0}" presName="rootConnector1" presStyleLbl="node1" presStyleIdx="0" presStyleCnt="0"/>
      <dgm:spPr/>
    </dgm:pt>
    <dgm:pt modelId="{F2C20CEB-83FC-43AC-A797-EB34796FE88F}" type="pres">
      <dgm:prSet presAssocID="{AF37697C-0616-4F3F-A17A-38D2D8DFEBD0}" presName="hierChild2" presStyleCnt="0"/>
      <dgm:spPr/>
    </dgm:pt>
    <dgm:pt modelId="{3DF27527-1D18-4DCF-B37A-B0843EBCBDC7}" type="pres">
      <dgm:prSet presAssocID="{5D81EAEF-FB9F-4A86-8418-3467B207FA4F}" presName="Name37" presStyleLbl="parChTrans1D2" presStyleIdx="0" presStyleCnt="6"/>
      <dgm:spPr/>
    </dgm:pt>
    <dgm:pt modelId="{16598540-F4CA-4DB1-A741-07772069D68A}" type="pres">
      <dgm:prSet presAssocID="{5DF44FA1-5104-4F86-9F8C-BC07D505D37F}" presName="hierRoot2" presStyleCnt="0">
        <dgm:presLayoutVars>
          <dgm:hierBranch val="init"/>
        </dgm:presLayoutVars>
      </dgm:prSet>
      <dgm:spPr/>
    </dgm:pt>
    <dgm:pt modelId="{B2A132B2-35A6-4838-B27F-CD107EFBB324}" type="pres">
      <dgm:prSet presAssocID="{5DF44FA1-5104-4F86-9F8C-BC07D505D37F}" presName="rootComposite" presStyleCnt="0"/>
      <dgm:spPr/>
    </dgm:pt>
    <dgm:pt modelId="{20593AF1-A0CB-4313-8490-61D184CB7145}" type="pres">
      <dgm:prSet presAssocID="{5DF44FA1-5104-4F86-9F8C-BC07D505D37F}" presName="rootText" presStyleLbl="node2" presStyleIdx="0" presStyleCnt="6" custScaleX="81229" custScaleY="52577">
        <dgm:presLayoutVars>
          <dgm:chPref val="3"/>
        </dgm:presLayoutVars>
      </dgm:prSet>
      <dgm:spPr/>
    </dgm:pt>
    <dgm:pt modelId="{4E4B6468-8A42-457E-B4CB-8AE57679B55C}" type="pres">
      <dgm:prSet presAssocID="{5DF44FA1-5104-4F86-9F8C-BC07D505D37F}" presName="rootConnector" presStyleLbl="node2" presStyleIdx="0" presStyleCnt="6"/>
      <dgm:spPr/>
    </dgm:pt>
    <dgm:pt modelId="{13B2D379-C822-4AC6-86C2-38EADB535BCD}" type="pres">
      <dgm:prSet presAssocID="{5DF44FA1-5104-4F86-9F8C-BC07D505D37F}" presName="hierChild4" presStyleCnt="0"/>
      <dgm:spPr/>
    </dgm:pt>
    <dgm:pt modelId="{84BE70BE-61FE-431E-8FF1-0E3BD6F6D490}" type="pres">
      <dgm:prSet presAssocID="{C2ABDABF-E7E9-45C0-8FEB-345F108A60BD}" presName="Name37" presStyleLbl="parChTrans1D3" presStyleIdx="0" presStyleCnt="15"/>
      <dgm:spPr/>
    </dgm:pt>
    <dgm:pt modelId="{83E12DD0-FBF8-4D37-AFB8-7413F834CF6E}" type="pres">
      <dgm:prSet presAssocID="{E9693A9A-38D2-49C6-8011-17827CD93856}" presName="hierRoot2" presStyleCnt="0">
        <dgm:presLayoutVars>
          <dgm:hierBranch val="init"/>
        </dgm:presLayoutVars>
      </dgm:prSet>
      <dgm:spPr/>
    </dgm:pt>
    <dgm:pt modelId="{AA6F99B1-A698-415D-9EB5-B05A9811FDD2}" type="pres">
      <dgm:prSet presAssocID="{E9693A9A-38D2-49C6-8011-17827CD93856}" presName="rootComposite" presStyleCnt="0"/>
      <dgm:spPr/>
    </dgm:pt>
    <dgm:pt modelId="{E1DE2FC5-9CDB-4767-9EA7-500138323F8D}" type="pres">
      <dgm:prSet presAssocID="{E9693A9A-38D2-49C6-8011-17827CD93856}" presName="rootText" presStyleLbl="node3" presStyleIdx="0" presStyleCnt="15" custScaleX="70398" custScaleY="52577">
        <dgm:presLayoutVars>
          <dgm:chPref val="3"/>
        </dgm:presLayoutVars>
      </dgm:prSet>
      <dgm:spPr/>
    </dgm:pt>
    <dgm:pt modelId="{768705BB-EBCF-4014-A6EB-F6AEDFD47AEC}" type="pres">
      <dgm:prSet presAssocID="{E9693A9A-38D2-49C6-8011-17827CD93856}" presName="rootConnector" presStyleLbl="node3" presStyleIdx="0" presStyleCnt="15"/>
      <dgm:spPr/>
    </dgm:pt>
    <dgm:pt modelId="{C8991475-C058-4D83-832F-5AF5C2E23A80}" type="pres">
      <dgm:prSet presAssocID="{E9693A9A-38D2-49C6-8011-17827CD93856}" presName="hierChild4" presStyleCnt="0"/>
      <dgm:spPr/>
    </dgm:pt>
    <dgm:pt modelId="{0F4A4966-43DD-43C2-A989-0B0425C4040B}" type="pres">
      <dgm:prSet presAssocID="{E9693A9A-38D2-49C6-8011-17827CD93856}" presName="hierChild5" presStyleCnt="0"/>
      <dgm:spPr/>
    </dgm:pt>
    <dgm:pt modelId="{DD14A479-BADF-45D2-A817-1B1B3A7E2DAE}" type="pres">
      <dgm:prSet presAssocID="{755ED0CD-A135-4D56-9219-3461981F97D7}" presName="Name37" presStyleLbl="parChTrans1D3" presStyleIdx="1" presStyleCnt="15"/>
      <dgm:spPr/>
    </dgm:pt>
    <dgm:pt modelId="{15A403EB-9176-4709-B51B-DEC00E7A8971}" type="pres">
      <dgm:prSet presAssocID="{9B84C657-0CDE-4B9A-88EF-5CB963A3FC7D}" presName="hierRoot2" presStyleCnt="0">
        <dgm:presLayoutVars>
          <dgm:hierBranch val="init"/>
        </dgm:presLayoutVars>
      </dgm:prSet>
      <dgm:spPr/>
    </dgm:pt>
    <dgm:pt modelId="{95F32F25-01E0-4C83-AEC8-991486B805E4}" type="pres">
      <dgm:prSet presAssocID="{9B84C657-0CDE-4B9A-88EF-5CB963A3FC7D}" presName="rootComposite" presStyleCnt="0"/>
      <dgm:spPr/>
    </dgm:pt>
    <dgm:pt modelId="{631D3DE8-A5E1-41A1-8D54-E5BEDA5208AD}" type="pres">
      <dgm:prSet presAssocID="{9B84C657-0CDE-4B9A-88EF-5CB963A3FC7D}" presName="rootText" presStyleLbl="node3" presStyleIdx="1" presStyleCnt="15" custScaleX="70398" custScaleY="52577">
        <dgm:presLayoutVars>
          <dgm:chPref val="3"/>
        </dgm:presLayoutVars>
      </dgm:prSet>
      <dgm:spPr/>
    </dgm:pt>
    <dgm:pt modelId="{8CFFBA49-87BD-43FC-AAC9-5FDFF464A25E}" type="pres">
      <dgm:prSet presAssocID="{9B84C657-0CDE-4B9A-88EF-5CB963A3FC7D}" presName="rootConnector" presStyleLbl="node3" presStyleIdx="1" presStyleCnt="15"/>
      <dgm:spPr/>
    </dgm:pt>
    <dgm:pt modelId="{ECA4F8E6-97A2-4C0C-892E-8CEE2F3A7343}" type="pres">
      <dgm:prSet presAssocID="{9B84C657-0CDE-4B9A-88EF-5CB963A3FC7D}" presName="hierChild4" presStyleCnt="0"/>
      <dgm:spPr/>
    </dgm:pt>
    <dgm:pt modelId="{7043B62E-0CC0-42C3-9B72-86AFC03F6272}" type="pres">
      <dgm:prSet presAssocID="{9B84C657-0CDE-4B9A-88EF-5CB963A3FC7D}" presName="hierChild5" presStyleCnt="0"/>
      <dgm:spPr/>
    </dgm:pt>
    <dgm:pt modelId="{49D4B913-C055-43BD-B882-82396B539CBB}" type="pres">
      <dgm:prSet presAssocID="{ABCB39A3-DD88-451E-9A80-D350892E400A}" presName="Name37" presStyleLbl="parChTrans1D3" presStyleIdx="2" presStyleCnt="15"/>
      <dgm:spPr/>
    </dgm:pt>
    <dgm:pt modelId="{1A71BE03-173D-445A-92F8-5D3FC5231046}" type="pres">
      <dgm:prSet presAssocID="{1D32054F-A708-4AEA-A67D-68AA5E9571AC}" presName="hierRoot2" presStyleCnt="0">
        <dgm:presLayoutVars>
          <dgm:hierBranch val="init"/>
        </dgm:presLayoutVars>
      </dgm:prSet>
      <dgm:spPr/>
    </dgm:pt>
    <dgm:pt modelId="{A861F09E-D4BD-4CE3-86A8-EFF89D843FC6}" type="pres">
      <dgm:prSet presAssocID="{1D32054F-A708-4AEA-A67D-68AA5E9571AC}" presName="rootComposite" presStyleCnt="0"/>
      <dgm:spPr/>
    </dgm:pt>
    <dgm:pt modelId="{19635511-5D84-48C7-94E8-4D9E5F29D2E0}" type="pres">
      <dgm:prSet presAssocID="{1D32054F-A708-4AEA-A67D-68AA5E9571AC}" presName="rootText" presStyleLbl="node3" presStyleIdx="2" presStyleCnt="15" custScaleX="70398" custScaleY="52577">
        <dgm:presLayoutVars>
          <dgm:chPref val="3"/>
        </dgm:presLayoutVars>
      </dgm:prSet>
      <dgm:spPr/>
    </dgm:pt>
    <dgm:pt modelId="{05B94657-FDAE-466A-98D9-9B0CD6E17ECB}" type="pres">
      <dgm:prSet presAssocID="{1D32054F-A708-4AEA-A67D-68AA5E9571AC}" presName="rootConnector" presStyleLbl="node3" presStyleIdx="2" presStyleCnt="15"/>
      <dgm:spPr/>
    </dgm:pt>
    <dgm:pt modelId="{F03BAD6F-A8BB-4D01-8F06-0DC5381BBA72}" type="pres">
      <dgm:prSet presAssocID="{1D32054F-A708-4AEA-A67D-68AA5E9571AC}" presName="hierChild4" presStyleCnt="0"/>
      <dgm:spPr/>
    </dgm:pt>
    <dgm:pt modelId="{5AC13D20-A6D0-4251-94E7-AF61456FD162}" type="pres">
      <dgm:prSet presAssocID="{1D32054F-A708-4AEA-A67D-68AA5E9571AC}" presName="hierChild5" presStyleCnt="0"/>
      <dgm:spPr/>
    </dgm:pt>
    <dgm:pt modelId="{B2B3B24F-7C61-4645-BEA7-74349F4E3BBA}" type="pres">
      <dgm:prSet presAssocID="{5DF44FA1-5104-4F86-9F8C-BC07D505D37F}" presName="hierChild5" presStyleCnt="0"/>
      <dgm:spPr/>
    </dgm:pt>
    <dgm:pt modelId="{5275E374-3338-4FE8-BE93-B5FDA2CFDED4}" type="pres">
      <dgm:prSet presAssocID="{340E4B3B-B2F5-47D4-8B48-ED29244AA343}" presName="Name37" presStyleLbl="parChTrans1D2" presStyleIdx="1" presStyleCnt="6"/>
      <dgm:spPr/>
    </dgm:pt>
    <dgm:pt modelId="{BE4B9D5D-A7BC-4078-9A23-95E8638EE09D}" type="pres">
      <dgm:prSet presAssocID="{4B81BE27-95F7-44AA-98B8-FF1DD20735CC}" presName="hierRoot2" presStyleCnt="0">
        <dgm:presLayoutVars>
          <dgm:hierBranch val="init"/>
        </dgm:presLayoutVars>
      </dgm:prSet>
      <dgm:spPr/>
    </dgm:pt>
    <dgm:pt modelId="{7E26E736-9E1F-43D1-8C94-1BB63B3B1C5C}" type="pres">
      <dgm:prSet presAssocID="{4B81BE27-95F7-44AA-98B8-FF1DD20735CC}" presName="rootComposite" presStyleCnt="0"/>
      <dgm:spPr/>
    </dgm:pt>
    <dgm:pt modelId="{AB3506F4-729A-4EAD-897A-1BBF2831080A}" type="pres">
      <dgm:prSet presAssocID="{4B81BE27-95F7-44AA-98B8-FF1DD20735CC}" presName="rootText" presStyleLbl="node2" presStyleIdx="1" presStyleCnt="6" custScaleX="81229" custScaleY="52577">
        <dgm:presLayoutVars>
          <dgm:chPref val="3"/>
        </dgm:presLayoutVars>
      </dgm:prSet>
      <dgm:spPr/>
    </dgm:pt>
    <dgm:pt modelId="{4405CE7F-ECD1-44A1-9118-002607969144}" type="pres">
      <dgm:prSet presAssocID="{4B81BE27-95F7-44AA-98B8-FF1DD20735CC}" presName="rootConnector" presStyleLbl="node2" presStyleIdx="1" presStyleCnt="6"/>
      <dgm:spPr/>
    </dgm:pt>
    <dgm:pt modelId="{92132B7A-3614-4D00-B673-4F82AC4EA361}" type="pres">
      <dgm:prSet presAssocID="{4B81BE27-95F7-44AA-98B8-FF1DD20735CC}" presName="hierChild4" presStyleCnt="0"/>
      <dgm:spPr/>
    </dgm:pt>
    <dgm:pt modelId="{811C2411-D0D8-4310-821B-D7BFD7F820EC}" type="pres">
      <dgm:prSet presAssocID="{06F0EFDA-3496-47E5-88BE-71664DF47CCF}" presName="Name37" presStyleLbl="parChTrans1D3" presStyleIdx="3" presStyleCnt="15"/>
      <dgm:spPr/>
    </dgm:pt>
    <dgm:pt modelId="{5F37608E-3F78-40C4-A4FD-6467139CAF4F}" type="pres">
      <dgm:prSet presAssocID="{39B3C298-D0D8-4414-B899-3F005B2E9822}" presName="hierRoot2" presStyleCnt="0">
        <dgm:presLayoutVars>
          <dgm:hierBranch val="init"/>
        </dgm:presLayoutVars>
      </dgm:prSet>
      <dgm:spPr/>
    </dgm:pt>
    <dgm:pt modelId="{379A5BB2-7748-4D5E-82E1-F7E1372024CD}" type="pres">
      <dgm:prSet presAssocID="{39B3C298-D0D8-4414-B899-3F005B2E9822}" presName="rootComposite" presStyleCnt="0"/>
      <dgm:spPr/>
    </dgm:pt>
    <dgm:pt modelId="{D7E273AE-1042-49D1-9681-6212CA671D5A}" type="pres">
      <dgm:prSet presAssocID="{39B3C298-D0D8-4414-B899-3F005B2E9822}" presName="rootText" presStyleLbl="node3" presStyleIdx="3" presStyleCnt="15" custScaleX="81229" custScaleY="52577">
        <dgm:presLayoutVars>
          <dgm:chPref val="3"/>
        </dgm:presLayoutVars>
      </dgm:prSet>
      <dgm:spPr/>
    </dgm:pt>
    <dgm:pt modelId="{95FBCE8D-01B4-4CDE-B1D5-072E3FCCDB6B}" type="pres">
      <dgm:prSet presAssocID="{39B3C298-D0D8-4414-B899-3F005B2E9822}" presName="rootConnector" presStyleLbl="node3" presStyleIdx="3" presStyleCnt="15"/>
      <dgm:spPr/>
    </dgm:pt>
    <dgm:pt modelId="{B0CF794F-1702-4D33-B37E-4E916D29207C}" type="pres">
      <dgm:prSet presAssocID="{39B3C298-D0D8-4414-B899-3F005B2E9822}" presName="hierChild4" presStyleCnt="0"/>
      <dgm:spPr/>
    </dgm:pt>
    <dgm:pt modelId="{A3A1FE31-BB9B-4CE8-AB7A-C7728440ACA7}" type="pres">
      <dgm:prSet presAssocID="{39B3C298-D0D8-4414-B899-3F005B2E9822}" presName="hierChild5" presStyleCnt="0"/>
      <dgm:spPr/>
    </dgm:pt>
    <dgm:pt modelId="{4519A3DF-4A4A-4583-A358-AD13A0C95C36}" type="pres">
      <dgm:prSet presAssocID="{0DE0BBB9-1A47-442F-8486-262C3BC82199}" presName="Name37" presStyleLbl="parChTrans1D3" presStyleIdx="4" presStyleCnt="15"/>
      <dgm:spPr/>
    </dgm:pt>
    <dgm:pt modelId="{6EF2E4FA-374A-4A16-9D2B-D728150C4A75}" type="pres">
      <dgm:prSet presAssocID="{7B899378-1540-4937-8DE5-5EAA1E362C68}" presName="hierRoot2" presStyleCnt="0">
        <dgm:presLayoutVars>
          <dgm:hierBranch val="init"/>
        </dgm:presLayoutVars>
      </dgm:prSet>
      <dgm:spPr/>
    </dgm:pt>
    <dgm:pt modelId="{877725B7-912C-4634-80C9-7ECCCBFA6633}" type="pres">
      <dgm:prSet presAssocID="{7B899378-1540-4937-8DE5-5EAA1E362C68}" presName="rootComposite" presStyleCnt="0"/>
      <dgm:spPr/>
    </dgm:pt>
    <dgm:pt modelId="{1B9E7FA4-CCFB-4982-92F7-EC27454E6383}" type="pres">
      <dgm:prSet presAssocID="{7B899378-1540-4937-8DE5-5EAA1E362C68}" presName="rootText" presStyleLbl="node3" presStyleIdx="4" presStyleCnt="15" custScaleX="81229" custScaleY="52577">
        <dgm:presLayoutVars>
          <dgm:chPref val="3"/>
        </dgm:presLayoutVars>
      </dgm:prSet>
      <dgm:spPr/>
    </dgm:pt>
    <dgm:pt modelId="{1A8B66DD-517B-4CF0-9C40-C1C3E80365F2}" type="pres">
      <dgm:prSet presAssocID="{7B899378-1540-4937-8DE5-5EAA1E362C68}" presName="rootConnector" presStyleLbl="node3" presStyleIdx="4" presStyleCnt="15"/>
      <dgm:spPr/>
    </dgm:pt>
    <dgm:pt modelId="{0E3C83C0-D10C-431F-B1EA-BAA2EC43DB8A}" type="pres">
      <dgm:prSet presAssocID="{7B899378-1540-4937-8DE5-5EAA1E362C68}" presName="hierChild4" presStyleCnt="0"/>
      <dgm:spPr/>
    </dgm:pt>
    <dgm:pt modelId="{C3361BF4-F080-45FC-980B-E949B6BB90AE}" type="pres">
      <dgm:prSet presAssocID="{7B899378-1540-4937-8DE5-5EAA1E362C68}" presName="hierChild5" presStyleCnt="0"/>
      <dgm:spPr/>
    </dgm:pt>
    <dgm:pt modelId="{C9C65614-5BE4-4429-B88B-D338530244E7}" type="pres">
      <dgm:prSet presAssocID="{98C3F9DF-60C5-48AC-8ABE-86EC44BC2A3A}" presName="Name37" presStyleLbl="parChTrans1D3" presStyleIdx="5" presStyleCnt="15"/>
      <dgm:spPr/>
    </dgm:pt>
    <dgm:pt modelId="{A9DCEE84-8C73-4BD4-9AD8-5527D6AB6E94}" type="pres">
      <dgm:prSet presAssocID="{A25832C2-A09E-4551-8697-446AA921CA87}" presName="hierRoot2" presStyleCnt="0">
        <dgm:presLayoutVars>
          <dgm:hierBranch val="init"/>
        </dgm:presLayoutVars>
      </dgm:prSet>
      <dgm:spPr/>
    </dgm:pt>
    <dgm:pt modelId="{C4C7FF0A-A35B-4D70-9F65-6C8503D25DD0}" type="pres">
      <dgm:prSet presAssocID="{A25832C2-A09E-4551-8697-446AA921CA87}" presName="rootComposite" presStyleCnt="0"/>
      <dgm:spPr/>
    </dgm:pt>
    <dgm:pt modelId="{0011C72D-F59D-4AB0-AEAB-EFA49C1BBEB4}" type="pres">
      <dgm:prSet presAssocID="{A25832C2-A09E-4551-8697-446AA921CA87}" presName="rootText" presStyleLbl="node3" presStyleIdx="5" presStyleCnt="15" custScaleX="81229" custScaleY="52577">
        <dgm:presLayoutVars>
          <dgm:chPref val="3"/>
        </dgm:presLayoutVars>
      </dgm:prSet>
      <dgm:spPr/>
    </dgm:pt>
    <dgm:pt modelId="{7627B1B5-7B3D-407C-8E48-A7631B75875D}" type="pres">
      <dgm:prSet presAssocID="{A25832C2-A09E-4551-8697-446AA921CA87}" presName="rootConnector" presStyleLbl="node3" presStyleIdx="5" presStyleCnt="15"/>
      <dgm:spPr/>
    </dgm:pt>
    <dgm:pt modelId="{56BCAFD1-C7D4-4149-BE7D-56696E2F92DF}" type="pres">
      <dgm:prSet presAssocID="{A25832C2-A09E-4551-8697-446AA921CA87}" presName="hierChild4" presStyleCnt="0"/>
      <dgm:spPr/>
    </dgm:pt>
    <dgm:pt modelId="{1364036C-DD3C-4E47-AD51-776DE790598B}" type="pres">
      <dgm:prSet presAssocID="{A25832C2-A09E-4551-8697-446AA921CA87}" presName="hierChild5" presStyleCnt="0"/>
      <dgm:spPr/>
    </dgm:pt>
    <dgm:pt modelId="{27A1FF8E-1010-4A4C-B704-2E0A0B91253D}" type="pres">
      <dgm:prSet presAssocID="{4B81BE27-95F7-44AA-98B8-FF1DD20735CC}" presName="hierChild5" presStyleCnt="0"/>
      <dgm:spPr/>
    </dgm:pt>
    <dgm:pt modelId="{E454F613-C928-4D8D-BAEB-EAD090D86CDB}" type="pres">
      <dgm:prSet presAssocID="{3091445C-E80F-401C-A0A5-C7D1239C3E00}" presName="Name37" presStyleLbl="parChTrans1D2" presStyleIdx="2" presStyleCnt="6"/>
      <dgm:spPr/>
    </dgm:pt>
    <dgm:pt modelId="{BF006B92-6628-4E5C-B39B-CA31D9AF5E88}" type="pres">
      <dgm:prSet presAssocID="{5E65495C-1175-40AB-A21E-56719694D208}" presName="hierRoot2" presStyleCnt="0">
        <dgm:presLayoutVars>
          <dgm:hierBranch val="init"/>
        </dgm:presLayoutVars>
      </dgm:prSet>
      <dgm:spPr/>
    </dgm:pt>
    <dgm:pt modelId="{ED632910-8B3B-4AAE-A262-DD1CD0CBC080}" type="pres">
      <dgm:prSet presAssocID="{5E65495C-1175-40AB-A21E-56719694D208}" presName="rootComposite" presStyleCnt="0"/>
      <dgm:spPr/>
    </dgm:pt>
    <dgm:pt modelId="{8FF7673B-AE0E-4709-A30C-5ECF4597980C}" type="pres">
      <dgm:prSet presAssocID="{5E65495C-1175-40AB-A21E-56719694D208}" presName="rootText" presStyleLbl="node2" presStyleIdx="2" presStyleCnt="6" custScaleX="81229" custScaleY="52577">
        <dgm:presLayoutVars>
          <dgm:chPref val="3"/>
        </dgm:presLayoutVars>
      </dgm:prSet>
      <dgm:spPr/>
    </dgm:pt>
    <dgm:pt modelId="{A0AD6C1D-48A0-44BB-8852-F9545958674E}" type="pres">
      <dgm:prSet presAssocID="{5E65495C-1175-40AB-A21E-56719694D208}" presName="rootConnector" presStyleLbl="node2" presStyleIdx="2" presStyleCnt="6"/>
      <dgm:spPr/>
    </dgm:pt>
    <dgm:pt modelId="{6EA90381-FD39-4EEB-9915-9E84A7AEB8C7}" type="pres">
      <dgm:prSet presAssocID="{5E65495C-1175-40AB-A21E-56719694D208}" presName="hierChild4" presStyleCnt="0"/>
      <dgm:spPr/>
    </dgm:pt>
    <dgm:pt modelId="{F3A03858-C619-42AF-9FE4-A1A76C86A4B0}" type="pres">
      <dgm:prSet presAssocID="{C5964105-CCFF-4076-B291-05296FA2BFED}" presName="Name37" presStyleLbl="parChTrans1D3" presStyleIdx="6" presStyleCnt="15"/>
      <dgm:spPr/>
    </dgm:pt>
    <dgm:pt modelId="{EC961635-75E6-43BA-9119-487C7F18D103}" type="pres">
      <dgm:prSet presAssocID="{ABF4B55B-E68E-4631-BA2D-6BCF61203AAE}" presName="hierRoot2" presStyleCnt="0">
        <dgm:presLayoutVars>
          <dgm:hierBranch val="init"/>
        </dgm:presLayoutVars>
      </dgm:prSet>
      <dgm:spPr/>
    </dgm:pt>
    <dgm:pt modelId="{2F2E3E6E-8214-4959-A554-B2488E3DB2B0}" type="pres">
      <dgm:prSet presAssocID="{ABF4B55B-E68E-4631-BA2D-6BCF61203AAE}" presName="rootComposite" presStyleCnt="0"/>
      <dgm:spPr/>
    </dgm:pt>
    <dgm:pt modelId="{0379C858-EF8C-4E79-A803-E45618C9A830}" type="pres">
      <dgm:prSet presAssocID="{ABF4B55B-E68E-4631-BA2D-6BCF61203AAE}" presName="rootText" presStyleLbl="node3" presStyleIdx="6" presStyleCnt="15" custScaleY="52577">
        <dgm:presLayoutVars>
          <dgm:chPref val="3"/>
        </dgm:presLayoutVars>
      </dgm:prSet>
      <dgm:spPr/>
    </dgm:pt>
    <dgm:pt modelId="{87AACA37-EF7D-48FF-8CCF-C183A4345204}" type="pres">
      <dgm:prSet presAssocID="{ABF4B55B-E68E-4631-BA2D-6BCF61203AAE}" presName="rootConnector" presStyleLbl="node3" presStyleIdx="6" presStyleCnt="15"/>
      <dgm:spPr/>
    </dgm:pt>
    <dgm:pt modelId="{CC418875-9A2B-46B1-BD1B-97603B15A6FD}" type="pres">
      <dgm:prSet presAssocID="{ABF4B55B-E68E-4631-BA2D-6BCF61203AAE}" presName="hierChild4" presStyleCnt="0"/>
      <dgm:spPr/>
    </dgm:pt>
    <dgm:pt modelId="{C43A0E73-1657-44F8-B534-8073BAEDF27E}" type="pres">
      <dgm:prSet presAssocID="{ABF4B55B-E68E-4631-BA2D-6BCF61203AAE}" presName="hierChild5" presStyleCnt="0"/>
      <dgm:spPr/>
    </dgm:pt>
    <dgm:pt modelId="{099C25CE-2AA6-4B11-AA2C-117999271ACA}" type="pres">
      <dgm:prSet presAssocID="{EDB9A513-5613-47E7-83E2-43615B452B29}" presName="Name37" presStyleLbl="parChTrans1D3" presStyleIdx="7" presStyleCnt="15"/>
      <dgm:spPr/>
    </dgm:pt>
    <dgm:pt modelId="{C626BAE4-A7FF-48A5-8F94-1E0E82B041D0}" type="pres">
      <dgm:prSet presAssocID="{A051CD9A-B716-4CEA-AD74-828E66FCE59C}" presName="hierRoot2" presStyleCnt="0">
        <dgm:presLayoutVars>
          <dgm:hierBranch val="init"/>
        </dgm:presLayoutVars>
      </dgm:prSet>
      <dgm:spPr/>
    </dgm:pt>
    <dgm:pt modelId="{43D00F01-A809-4A06-A550-79508A15CAB3}" type="pres">
      <dgm:prSet presAssocID="{A051CD9A-B716-4CEA-AD74-828E66FCE59C}" presName="rootComposite" presStyleCnt="0"/>
      <dgm:spPr/>
    </dgm:pt>
    <dgm:pt modelId="{7A87AD6B-EAEA-44E0-B071-53299212ACD7}" type="pres">
      <dgm:prSet presAssocID="{A051CD9A-B716-4CEA-AD74-828E66FCE59C}" presName="rootText" presStyleLbl="node3" presStyleIdx="7" presStyleCnt="15" custScaleY="56582">
        <dgm:presLayoutVars>
          <dgm:chPref val="3"/>
        </dgm:presLayoutVars>
      </dgm:prSet>
      <dgm:spPr/>
    </dgm:pt>
    <dgm:pt modelId="{22D052E8-6B44-482A-A0D4-BF489E4AEFBB}" type="pres">
      <dgm:prSet presAssocID="{A051CD9A-B716-4CEA-AD74-828E66FCE59C}" presName="rootConnector" presStyleLbl="node3" presStyleIdx="7" presStyleCnt="15"/>
      <dgm:spPr/>
    </dgm:pt>
    <dgm:pt modelId="{4CBA9ED7-EEB4-4869-B284-9951FC4D716D}" type="pres">
      <dgm:prSet presAssocID="{A051CD9A-B716-4CEA-AD74-828E66FCE59C}" presName="hierChild4" presStyleCnt="0"/>
      <dgm:spPr/>
    </dgm:pt>
    <dgm:pt modelId="{8F8B9CD9-88ED-4EEA-83F8-7375C0FF7879}" type="pres">
      <dgm:prSet presAssocID="{A051CD9A-B716-4CEA-AD74-828E66FCE59C}" presName="hierChild5" presStyleCnt="0"/>
      <dgm:spPr/>
    </dgm:pt>
    <dgm:pt modelId="{BC32EA29-0FAD-4EDE-861F-CF515C2647B0}" type="pres">
      <dgm:prSet presAssocID="{83D64D59-D9C7-493A-A3EA-24C9585266D7}" presName="Name37" presStyleLbl="parChTrans1D3" presStyleIdx="8" presStyleCnt="15"/>
      <dgm:spPr/>
    </dgm:pt>
    <dgm:pt modelId="{7F269600-B8E5-4223-BFA6-7B4D03637C18}" type="pres">
      <dgm:prSet presAssocID="{625FFBCA-4BC1-478A-AA05-A53172F37DEA}" presName="hierRoot2" presStyleCnt="0">
        <dgm:presLayoutVars>
          <dgm:hierBranch val="init"/>
        </dgm:presLayoutVars>
      </dgm:prSet>
      <dgm:spPr/>
    </dgm:pt>
    <dgm:pt modelId="{102A8E4E-21CB-48A8-A9E8-C46046EB1F45}" type="pres">
      <dgm:prSet presAssocID="{625FFBCA-4BC1-478A-AA05-A53172F37DEA}" presName="rootComposite" presStyleCnt="0"/>
      <dgm:spPr/>
    </dgm:pt>
    <dgm:pt modelId="{E86AA089-7AE8-4E76-9ADC-FC65D16094CB}" type="pres">
      <dgm:prSet presAssocID="{625FFBCA-4BC1-478A-AA05-A53172F37DEA}" presName="rootText" presStyleLbl="node3" presStyleIdx="8" presStyleCnt="15" custScaleY="56582">
        <dgm:presLayoutVars>
          <dgm:chPref val="3"/>
        </dgm:presLayoutVars>
      </dgm:prSet>
      <dgm:spPr/>
    </dgm:pt>
    <dgm:pt modelId="{257C3D2F-9E86-4714-9581-3F111217D5DA}" type="pres">
      <dgm:prSet presAssocID="{625FFBCA-4BC1-478A-AA05-A53172F37DEA}" presName="rootConnector" presStyleLbl="node3" presStyleIdx="8" presStyleCnt="15"/>
      <dgm:spPr/>
    </dgm:pt>
    <dgm:pt modelId="{D80E4D1C-09E5-4DE5-8EB4-C6EB5B190C5A}" type="pres">
      <dgm:prSet presAssocID="{625FFBCA-4BC1-478A-AA05-A53172F37DEA}" presName="hierChild4" presStyleCnt="0"/>
      <dgm:spPr/>
    </dgm:pt>
    <dgm:pt modelId="{477018CB-C255-4318-B494-760D7C7A3BD0}" type="pres">
      <dgm:prSet presAssocID="{625FFBCA-4BC1-478A-AA05-A53172F37DEA}" presName="hierChild5" presStyleCnt="0"/>
      <dgm:spPr/>
    </dgm:pt>
    <dgm:pt modelId="{BE4909ED-6C0C-400A-AF08-20FDE0AB5FCA}" type="pres">
      <dgm:prSet presAssocID="{DD5ACDCB-5BC4-4A4F-8D12-985CC173FEB0}" presName="Name37" presStyleLbl="parChTrans1D3" presStyleIdx="9" presStyleCnt="15"/>
      <dgm:spPr/>
    </dgm:pt>
    <dgm:pt modelId="{91F67A4B-4FCD-49B4-B4F2-23FCCBB80633}" type="pres">
      <dgm:prSet presAssocID="{57AFCD53-0A60-4B15-8689-062AC078C4D4}" presName="hierRoot2" presStyleCnt="0">
        <dgm:presLayoutVars>
          <dgm:hierBranch val="init"/>
        </dgm:presLayoutVars>
      </dgm:prSet>
      <dgm:spPr/>
    </dgm:pt>
    <dgm:pt modelId="{96486A48-EDA5-4DC9-9A0D-B523EB692861}" type="pres">
      <dgm:prSet presAssocID="{57AFCD53-0A60-4B15-8689-062AC078C4D4}" presName="rootComposite" presStyleCnt="0"/>
      <dgm:spPr/>
    </dgm:pt>
    <dgm:pt modelId="{3F175F6F-A3EF-49CA-B19F-9EA630FB8067}" type="pres">
      <dgm:prSet presAssocID="{57AFCD53-0A60-4B15-8689-062AC078C4D4}" presName="rootText" presStyleLbl="node3" presStyleIdx="9" presStyleCnt="15" custScaleY="56582">
        <dgm:presLayoutVars>
          <dgm:chPref val="3"/>
        </dgm:presLayoutVars>
      </dgm:prSet>
      <dgm:spPr/>
    </dgm:pt>
    <dgm:pt modelId="{FADA94B8-10D1-4A98-B8DF-B1E1C4BA5E66}" type="pres">
      <dgm:prSet presAssocID="{57AFCD53-0A60-4B15-8689-062AC078C4D4}" presName="rootConnector" presStyleLbl="node3" presStyleIdx="9" presStyleCnt="15"/>
      <dgm:spPr/>
    </dgm:pt>
    <dgm:pt modelId="{23E243B8-9EBA-41EE-AFF1-FB3A1C5D40DE}" type="pres">
      <dgm:prSet presAssocID="{57AFCD53-0A60-4B15-8689-062AC078C4D4}" presName="hierChild4" presStyleCnt="0"/>
      <dgm:spPr/>
    </dgm:pt>
    <dgm:pt modelId="{001F1339-54E8-46C1-B982-D2DE66BEE51B}" type="pres">
      <dgm:prSet presAssocID="{57AFCD53-0A60-4B15-8689-062AC078C4D4}" presName="hierChild5" presStyleCnt="0"/>
      <dgm:spPr/>
    </dgm:pt>
    <dgm:pt modelId="{76261B6B-AE4E-40E5-9893-302A6EBF7668}" type="pres">
      <dgm:prSet presAssocID="{5E65495C-1175-40AB-A21E-56719694D208}" presName="hierChild5" presStyleCnt="0"/>
      <dgm:spPr/>
    </dgm:pt>
    <dgm:pt modelId="{CBAC184B-2CD5-45D8-BF30-F9E5C69D76A4}" type="pres">
      <dgm:prSet presAssocID="{637E78D4-5C05-478A-94FC-FEA09C7D2894}" presName="Name37" presStyleLbl="parChTrans1D2" presStyleIdx="3" presStyleCnt="6"/>
      <dgm:spPr/>
    </dgm:pt>
    <dgm:pt modelId="{4BC99822-4C86-4116-BFFD-57DD29848D4A}" type="pres">
      <dgm:prSet presAssocID="{9A911E2A-A620-4663-9E68-ED9CFBA9030D}" presName="hierRoot2" presStyleCnt="0">
        <dgm:presLayoutVars>
          <dgm:hierBranch val="r"/>
        </dgm:presLayoutVars>
      </dgm:prSet>
      <dgm:spPr/>
    </dgm:pt>
    <dgm:pt modelId="{56420AF0-DEE0-497A-BE7C-1B522BD2AFEA}" type="pres">
      <dgm:prSet presAssocID="{9A911E2A-A620-4663-9E68-ED9CFBA9030D}" presName="rootComposite" presStyleCnt="0"/>
      <dgm:spPr/>
    </dgm:pt>
    <dgm:pt modelId="{D027C480-8132-4644-A6F2-546C516D6F7E}" type="pres">
      <dgm:prSet presAssocID="{9A911E2A-A620-4663-9E68-ED9CFBA9030D}" presName="rootText" presStyleLbl="node2" presStyleIdx="3" presStyleCnt="6" custScaleX="81229" custScaleY="52577">
        <dgm:presLayoutVars>
          <dgm:chPref val="3"/>
        </dgm:presLayoutVars>
      </dgm:prSet>
      <dgm:spPr/>
    </dgm:pt>
    <dgm:pt modelId="{B1CCF574-0EBB-4298-BF72-F396FD8BC398}" type="pres">
      <dgm:prSet presAssocID="{9A911E2A-A620-4663-9E68-ED9CFBA9030D}" presName="rootConnector" presStyleLbl="node2" presStyleIdx="3" presStyleCnt="6"/>
      <dgm:spPr/>
    </dgm:pt>
    <dgm:pt modelId="{AA663874-5ECE-49C0-AD06-C1971CA87EA5}" type="pres">
      <dgm:prSet presAssocID="{9A911E2A-A620-4663-9E68-ED9CFBA9030D}" presName="hierChild4" presStyleCnt="0"/>
      <dgm:spPr/>
    </dgm:pt>
    <dgm:pt modelId="{CA5CD7E7-3F63-4E63-A24A-0D596FEC6A1B}" type="pres">
      <dgm:prSet presAssocID="{6414B5B7-3F8D-4E9E-9C46-7EC2CD45C7D3}" presName="Name50" presStyleLbl="parChTrans1D3" presStyleIdx="10" presStyleCnt="15"/>
      <dgm:spPr/>
    </dgm:pt>
    <dgm:pt modelId="{FC238259-3F4A-4D5A-B8A7-D9D6775F4C24}" type="pres">
      <dgm:prSet presAssocID="{90D20AA4-A9DE-4852-81CE-4FF04ACAC610}" presName="hierRoot2" presStyleCnt="0">
        <dgm:presLayoutVars>
          <dgm:hierBranch val="init"/>
        </dgm:presLayoutVars>
      </dgm:prSet>
      <dgm:spPr/>
    </dgm:pt>
    <dgm:pt modelId="{04CFC6BF-430F-47D2-8E80-36D6B5271A9A}" type="pres">
      <dgm:prSet presAssocID="{90D20AA4-A9DE-4852-81CE-4FF04ACAC610}" presName="rootComposite" presStyleCnt="0"/>
      <dgm:spPr/>
    </dgm:pt>
    <dgm:pt modelId="{F838054F-CA0C-4FAE-8D3C-5A315E987C23}" type="pres">
      <dgm:prSet presAssocID="{90D20AA4-A9DE-4852-81CE-4FF04ACAC610}" presName="rootText" presStyleLbl="node3" presStyleIdx="10" presStyleCnt="15" custScaleX="81229" custScaleY="52577">
        <dgm:presLayoutVars>
          <dgm:chPref val="3"/>
        </dgm:presLayoutVars>
      </dgm:prSet>
      <dgm:spPr/>
    </dgm:pt>
    <dgm:pt modelId="{061D2CC3-B329-450B-8512-871BB40CAED8}" type="pres">
      <dgm:prSet presAssocID="{90D20AA4-A9DE-4852-81CE-4FF04ACAC610}" presName="rootConnector" presStyleLbl="node3" presStyleIdx="10" presStyleCnt="15"/>
      <dgm:spPr/>
    </dgm:pt>
    <dgm:pt modelId="{73778524-6E0E-4777-B1FE-C76D9D7207A2}" type="pres">
      <dgm:prSet presAssocID="{90D20AA4-A9DE-4852-81CE-4FF04ACAC610}" presName="hierChild4" presStyleCnt="0"/>
      <dgm:spPr/>
    </dgm:pt>
    <dgm:pt modelId="{83C006FE-BFE0-45C7-B2DE-F2A3BD415776}" type="pres">
      <dgm:prSet presAssocID="{FD4C0040-E511-45FE-AE46-13A6A68C8C2D}" presName="Name37" presStyleLbl="parChTrans1D4" presStyleIdx="0" presStyleCnt="6"/>
      <dgm:spPr/>
    </dgm:pt>
    <dgm:pt modelId="{98BDCA3A-D854-4629-962D-F640467FD8CA}" type="pres">
      <dgm:prSet presAssocID="{86788F57-2D1D-4222-9768-BFD385497FA4}" presName="hierRoot2" presStyleCnt="0">
        <dgm:presLayoutVars>
          <dgm:hierBranch val="init"/>
        </dgm:presLayoutVars>
      </dgm:prSet>
      <dgm:spPr/>
    </dgm:pt>
    <dgm:pt modelId="{DAAA97B1-41F7-441C-A660-D6996CDDAA7D}" type="pres">
      <dgm:prSet presAssocID="{86788F57-2D1D-4222-9768-BFD385497FA4}" presName="rootComposite" presStyleCnt="0"/>
      <dgm:spPr/>
    </dgm:pt>
    <dgm:pt modelId="{EAFC6D0C-7D1D-4EC9-BA9A-6C79249BB00D}" type="pres">
      <dgm:prSet presAssocID="{86788F57-2D1D-4222-9768-BFD385497FA4}" presName="rootText" presStyleLbl="node4" presStyleIdx="0" presStyleCnt="6" custScaleX="81229" custScaleY="52577">
        <dgm:presLayoutVars>
          <dgm:chPref val="3"/>
        </dgm:presLayoutVars>
      </dgm:prSet>
      <dgm:spPr/>
    </dgm:pt>
    <dgm:pt modelId="{75B46BE6-5BAE-413E-981C-2E03622CE694}" type="pres">
      <dgm:prSet presAssocID="{86788F57-2D1D-4222-9768-BFD385497FA4}" presName="rootConnector" presStyleLbl="node4" presStyleIdx="0" presStyleCnt="6"/>
      <dgm:spPr/>
    </dgm:pt>
    <dgm:pt modelId="{5D35F759-643B-434A-AB4D-85D17AF836F8}" type="pres">
      <dgm:prSet presAssocID="{86788F57-2D1D-4222-9768-BFD385497FA4}" presName="hierChild4" presStyleCnt="0"/>
      <dgm:spPr/>
    </dgm:pt>
    <dgm:pt modelId="{DB2DC159-FEBD-4FE1-A810-4960C467E111}" type="pres">
      <dgm:prSet presAssocID="{86788F57-2D1D-4222-9768-BFD385497FA4}" presName="hierChild5" presStyleCnt="0"/>
      <dgm:spPr/>
    </dgm:pt>
    <dgm:pt modelId="{ED745706-012E-408B-B53A-2EA278DE9EAC}" type="pres">
      <dgm:prSet presAssocID="{60752E90-8D2A-4D4A-A1EF-D1657EDC0709}" presName="Name37" presStyleLbl="parChTrans1D4" presStyleIdx="1" presStyleCnt="6"/>
      <dgm:spPr/>
    </dgm:pt>
    <dgm:pt modelId="{1756BB1F-4F24-4E91-9477-968702871177}" type="pres">
      <dgm:prSet presAssocID="{DB0F39C5-5EB1-4423-85C0-7A456F6A2B61}" presName="hierRoot2" presStyleCnt="0">
        <dgm:presLayoutVars>
          <dgm:hierBranch val="init"/>
        </dgm:presLayoutVars>
      </dgm:prSet>
      <dgm:spPr/>
    </dgm:pt>
    <dgm:pt modelId="{4CD32C07-AA4E-4947-A423-D3285B5EDEBB}" type="pres">
      <dgm:prSet presAssocID="{DB0F39C5-5EB1-4423-85C0-7A456F6A2B61}" presName="rootComposite" presStyleCnt="0"/>
      <dgm:spPr/>
    </dgm:pt>
    <dgm:pt modelId="{DDC3F52F-0F90-4794-AEF8-18F35BBDCBFE}" type="pres">
      <dgm:prSet presAssocID="{DB0F39C5-5EB1-4423-85C0-7A456F6A2B61}" presName="rootText" presStyleLbl="node4" presStyleIdx="1" presStyleCnt="6" custScaleX="81229" custScaleY="52577">
        <dgm:presLayoutVars>
          <dgm:chPref val="3"/>
        </dgm:presLayoutVars>
      </dgm:prSet>
      <dgm:spPr/>
    </dgm:pt>
    <dgm:pt modelId="{1616AF8B-D6EE-46E6-B4EA-960D5BE8AEC9}" type="pres">
      <dgm:prSet presAssocID="{DB0F39C5-5EB1-4423-85C0-7A456F6A2B61}" presName="rootConnector" presStyleLbl="node4" presStyleIdx="1" presStyleCnt="6"/>
      <dgm:spPr/>
    </dgm:pt>
    <dgm:pt modelId="{C2DB4EDD-9D71-4263-BBC8-9BFC62C7509C}" type="pres">
      <dgm:prSet presAssocID="{DB0F39C5-5EB1-4423-85C0-7A456F6A2B61}" presName="hierChild4" presStyleCnt="0"/>
      <dgm:spPr/>
    </dgm:pt>
    <dgm:pt modelId="{BD59CBAF-5F57-497C-A185-8816B5B90C42}" type="pres">
      <dgm:prSet presAssocID="{DB0F39C5-5EB1-4423-85C0-7A456F6A2B61}" presName="hierChild5" presStyleCnt="0"/>
      <dgm:spPr/>
    </dgm:pt>
    <dgm:pt modelId="{BA0D6A6B-92E3-4EB0-A640-D6AEFA7003C5}" type="pres">
      <dgm:prSet presAssocID="{6692D92D-4172-4EA7-8EC4-06F426AA81DA}" presName="Name37" presStyleLbl="parChTrans1D4" presStyleIdx="2" presStyleCnt="6"/>
      <dgm:spPr/>
    </dgm:pt>
    <dgm:pt modelId="{D39FA202-C4B0-42A6-84E7-50A06ADB91C0}" type="pres">
      <dgm:prSet presAssocID="{BC4766C8-C4D7-4A0A-93A7-2A623E3022A9}" presName="hierRoot2" presStyleCnt="0">
        <dgm:presLayoutVars>
          <dgm:hierBranch val="init"/>
        </dgm:presLayoutVars>
      </dgm:prSet>
      <dgm:spPr/>
    </dgm:pt>
    <dgm:pt modelId="{0712CC63-81D3-41F1-9D6C-7400325C06D6}" type="pres">
      <dgm:prSet presAssocID="{BC4766C8-C4D7-4A0A-93A7-2A623E3022A9}" presName="rootComposite" presStyleCnt="0"/>
      <dgm:spPr/>
    </dgm:pt>
    <dgm:pt modelId="{B3351222-2519-4757-BBBE-3F4219A39D6D}" type="pres">
      <dgm:prSet presAssocID="{BC4766C8-C4D7-4A0A-93A7-2A623E3022A9}" presName="rootText" presStyleLbl="node4" presStyleIdx="2" presStyleCnt="6" custScaleX="81229" custScaleY="55309">
        <dgm:presLayoutVars>
          <dgm:chPref val="3"/>
        </dgm:presLayoutVars>
      </dgm:prSet>
      <dgm:spPr/>
    </dgm:pt>
    <dgm:pt modelId="{270C62E2-6B2F-4E68-A501-E64DAADDF1E4}" type="pres">
      <dgm:prSet presAssocID="{BC4766C8-C4D7-4A0A-93A7-2A623E3022A9}" presName="rootConnector" presStyleLbl="node4" presStyleIdx="2" presStyleCnt="6"/>
      <dgm:spPr/>
    </dgm:pt>
    <dgm:pt modelId="{0DC86FA4-EB65-49D0-A620-757BB154E4EA}" type="pres">
      <dgm:prSet presAssocID="{BC4766C8-C4D7-4A0A-93A7-2A623E3022A9}" presName="hierChild4" presStyleCnt="0"/>
      <dgm:spPr/>
    </dgm:pt>
    <dgm:pt modelId="{29A3B810-2E50-4A2A-8CAE-7A8E940C3444}" type="pres">
      <dgm:prSet presAssocID="{BC4766C8-C4D7-4A0A-93A7-2A623E3022A9}" presName="hierChild5" presStyleCnt="0"/>
      <dgm:spPr/>
    </dgm:pt>
    <dgm:pt modelId="{F68A6817-C216-4059-A76C-53D39951FA7A}" type="pres">
      <dgm:prSet presAssocID="{90D20AA4-A9DE-4852-81CE-4FF04ACAC610}" presName="hierChild5" presStyleCnt="0"/>
      <dgm:spPr/>
    </dgm:pt>
    <dgm:pt modelId="{C57D55BB-B818-45ED-8867-9E809FAB48D2}" type="pres">
      <dgm:prSet presAssocID="{8213ACD3-37F9-43BD-8A55-3EDF12BA98B5}" presName="Name50" presStyleLbl="parChTrans1D3" presStyleIdx="11" presStyleCnt="15"/>
      <dgm:spPr/>
    </dgm:pt>
    <dgm:pt modelId="{C8FA3FBC-FFFA-494E-A89A-3CC9E45406AD}" type="pres">
      <dgm:prSet presAssocID="{E8841AF4-FC0B-4375-9D1F-44623E28455F}" presName="hierRoot2" presStyleCnt="0">
        <dgm:presLayoutVars>
          <dgm:hierBranch val="init"/>
        </dgm:presLayoutVars>
      </dgm:prSet>
      <dgm:spPr/>
    </dgm:pt>
    <dgm:pt modelId="{40C99701-4996-49BB-90FF-2879CEBC0FD1}" type="pres">
      <dgm:prSet presAssocID="{E8841AF4-FC0B-4375-9D1F-44623E28455F}" presName="rootComposite" presStyleCnt="0"/>
      <dgm:spPr/>
    </dgm:pt>
    <dgm:pt modelId="{774FE21C-61CD-44A7-8E4B-EFF9B392A02C}" type="pres">
      <dgm:prSet presAssocID="{E8841AF4-FC0B-4375-9D1F-44623E28455F}" presName="rootText" presStyleLbl="node3" presStyleIdx="11" presStyleCnt="15" custScaleX="81229" custScaleY="52577">
        <dgm:presLayoutVars>
          <dgm:chPref val="3"/>
        </dgm:presLayoutVars>
      </dgm:prSet>
      <dgm:spPr/>
    </dgm:pt>
    <dgm:pt modelId="{6C8B79F0-ADEA-496B-B93B-F333B696ED5C}" type="pres">
      <dgm:prSet presAssocID="{E8841AF4-FC0B-4375-9D1F-44623E28455F}" presName="rootConnector" presStyleLbl="node3" presStyleIdx="11" presStyleCnt="15"/>
      <dgm:spPr/>
    </dgm:pt>
    <dgm:pt modelId="{794FBC40-60F9-41C9-B3C0-ECBE45F44CA8}" type="pres">
      <dgm:prSet presAssocID="{E8841AF4-FC0B-4375-9D1F-44623E28455F}" presName="hierChild4" presStyleCnt="0"/>
      <dgm:spPr/>
    </dgm:pt>
    <dgm:pt modelId="{5F79D39C-84EE-43A9-82C4-9FA7AA621752}" type="pres">
      <dgm:prSet presAssocID="{68E4FDD2-4571-4BE1-98E1-5A1F4FE51779}" presName="Name37" presStyleLbl="parChTrans1D4" presStyleIdx="3" presStyleCnt="6"/>
      <dgm:spPr/>
    </dgm:pt>
    <dgm:pt modelId="{8CA0B360-C3F2-40F7-B60B-FDA54B93F730}" type="pres">
      <dgm:prSet presAssocID="{E6662C5B-15D3-4708-870E-BF2DA4F5E0E4}" presName="hierRoot2" presStyleCnt="0">
        <dgm:presLayoutVars>
          <dgm:hierBranch val="init"/>
        </dgm:presLayoutVars>
      </dgm:prSet>
      <dgm:spPr/>
    </dgm:pt>
    <dgm:pt modelId="{96880C1C-229E-43E0-A431-DAD7750B6F66}" type="pres">
      <dgm:prSet presAssocID="{E6662C5B-15D3-4708-870E-BF2DA4F5E0E4}" presName="rootComposite" presStyleCnt="0"/>
      <dgm:spPr/>
    </dgm:pt>
    <dgm:pt modelId="{44E2B3F0-55E3-4AC0-A92F-0C9F97DB8031}" type="pres">
      <dgm:prSet presAssocID="{E6662C5B-15D3-4708-870E-BF2DA4F5E0E4}" presName="rootText" presStyleLbl="node4" presStyleIdx="3" presStyleCnt="6" custScaleX="81229" custScaleY="52577">
        <dgm:presLayoutVars>
          <dgm:chPref val="3"/>
        </dgm:presLayoutVars>
      </dgm:prSet>
      <dgm:spPr/>
    </dgm:pt>
    <dgm:pt modelId="{F62C52FC-710D-452A-853B-052FF4ADBFDF}" type="pres">
      <dgm:prSet presAssocID="{E6662C5B-15D3-4708-870E-BF2DA4F5E0E4}" presName="rootConnector" presStyleLbl="node4" presStyleIdx="3" presStyleCnt="6"/>
      <dgm:spPr/>
    </dgm:pt>
    <dgm:pt modelId="{25F77EB5-3C49-4A82-9653-1AAEA3B8F94A}" type="pres">
      <dgm:prSet presAssocID="{E6662C5B-15D3-4708-870E-BF2DA4F5E0E4}" presName="hierChild4" presStyleCnt="0"/>
      <dgm:spPr/>
    </dgm:pt>
    <dgm:pt modelId="{7BE0D40B-4148-4912-92B0-264585C92449}" type="pres">
      <dgm:prSet presAssocID="{E6662C5B-15D3-4708-870E-BF2DA4F5E0E4}" presName="hierChild5" presStyleCnt="0"/>
      <dgm:spPr/>
    </dgm:pt>
    <dgm:pt modelId="{C666D146-F0EF-4ACB-97A2-4BCD14191CBD}" type="pres">
      <dgm:prSet presAssocID="{F49466FA-5C1E-44F0-93EC-BE17D1C50178}" presName="Name37" presStyleLbl="parChTrans1D4" presStyleIdx="4" presStyleCnt="6"/>
      <dgm:spPr/>
    </dgm:pt>
    <dgm:pt modelId="{6B55CE16-F24F-4793-A7B7-E8868742A43B}" type="pres">
      <dgm:prSet presAssocID="{4B4EC649-36A5-4CE2-9684-5326578E9316}" presName="hierRoot2" presStyleCnt="0">
        <dgm:presLayoutVars>
          <dgm:hierBranch val="init"/>
        </dgm:presLayoutVars>
      </dgm:prSet>
      <dgm:spPr/>
    </dgm:pt>
    <dgm:pt modelId="{3C62E947-3C14-458C-B309-60E6161A9577}" type="pres">
      <dgm:prSet presAssocID="{4B4EC649-36A5-4CE2-9684-5326578E9316}" presName="rootComposite" presStyleCnt="0"/>
      <dgm:spPr/>
    </dgm:pt>
    <dgm:pt modelId="{15D7787D-A621-4C83-ADF4-F5003A01F3E0}" type="pres">
      <dgm:prSet presAssocID="{4B4EC649-36A5-4CE2-9684-5326578E9316}" presName="rootText" presStyleLbl="node4" presStyleIdx="4" presStyleCnt="6" custScaleX="81229" custScaleY="52577">
        <dgm:presLayoutVars>
          <dgm:chPref val="3"/>
        </dgm:presLayoutVars>
      </dgm:prSet>
      <dgm:spPr/>
    </dgm:pt>
    <dgm:pt modelId="{48C706F0-CC25-4332-9CC0-ECEA39C00D4E}" type="pres">
      <dgm:prSet presAssocID="{4B4EC649-36A5-4CE2-9684-5326578E9316}" presName="rootConnector" presStyleLbl="node4" presStyleIdx="4" presStyleCnt="6"/>
      <dgm:spPr/>
    </dgm:pt>
    <dgm:pt modelId="{63225B29-A36E-45DC-B2FE-81B4CE65060C}" type="pres">
      <dgm:prSet presAssocID="{4B4EC649-36A5-4CE2-9684-5326578E9316}" presName="hierChild4" presStyleCnt="0"/>
      <dgm:spPr/>
    </dgm:pt>
    <dgm:pt modelId="{0EFDBA3A-51B0-4A42-8FE9-3529503FDAEE}" type="pres">
      <dgm:prSet presAssocID="{4B4EC649-36A5-4CE2-9684-5326578E9316}" presName="hierChild5" presStyleCnt="0"/>
      <dgm:spPr/>
    </dgm:pt>
    <dgm:pt modelId="{AA87B43F-AA65-4FE9-827C-C0C5855C7259}" type="pres">
      <dgm:prSet presAssocID="{55E067A3-F20C-4981-98D4-2F396EA671AB}" presName="Name37" presStyleLbl="parChTrans1D4" presStyleIdx="5" presStyleCnt="6"/>
      <dgm:spPr/>
    </dgm:pt>
    <dgm:pt modelId="{029131A5-A0D4-4049-B45D-A90D580093A0}" type="pres">
      <dgm:prSet presAssocID="{BFA5F1C4-D30B-45FD-9166-D7B445DE9A95}" presName="hierRoot2" presStyleCnt="0">
        <dgm:presLayoutVars>
          <dgm:hierBranch val="init"/>
        </dgm:presLayoutVars>
      </dgm:prSet>
      <dgm:spPr/>
    </dgm:pt>
    <dgm:pt modelId="{91DDB7DE-E549-4376-8C0B-1AC08A903E99}" type="pres">
      <dgm:prSet presAssocID="{BFA5F1C4-D30B-45FD-9166-D7B445DE9A95}" presName="rootComposite" presStyleCnt="0"/>
      <dgm:spPr/>
    </dgm:pt>
    <dgm:pt modelId="{F9D87570-78AD-45D4-BE2C-4A9594F2249C}" type="pres">
      <dgm:prSet presAssocID="{BFA5F1C4-D30B-45FD-9166-D7B445DE9A95}" presName="rootText" presStyleLbl="node4" presStyleIdx="5" presStyleCnt="6" custScaleX="81229" custScaleY="52577">
        <dgm:presLayoutVars>
          <dgm:chPref val="3"/>
        </dgm:presLayoutVars>
      </dgm:prSet>
      <dgm:spPr/>
    </dgm:pt>
    <dgm:pt modelId="{CC1EAD62-1C3B-48E5-9DC8-F7A285D3F291}" type="pres">
      <dgm:prSet presAssocID="{BFA5F1C4-D30B-45FD-9166-D7B445DE9A95}" presName="rootConnector" presStyleLbl="node4" presStyleIdx="5" presStyleCnt="6"/>
      <dgm:spPr/>
    </dgm:pt>
    <dgm:pt modelId="{90E8D7A1-D5A8-4C9C-BAAC-BEA00FCDA63B}" type="pres">
      <dgm:prSet presAssocID="{BFA5F1C4-D30B-45FD-9166-D7B445DE9A95}" presName="hierChild4" presStyleCnt="0"/>
      <dgm:spPr/>
    </dgm:pt>
    <dgm:pt modelId="{02DEDD26-1937-471A-AF8D-2572BF614E8D}" type="pres">
      <dgm:prSet presAssocID="{BFA5F1C4-D30B-45FD-9166-D7B445DE9A95}" presName="hierChild5" presStyleCnt="0"/>
      <dgm:spPr/>
    </dgm:pt>
    <dgm:pt modelId="{139B2DFC-8AD8-4D4A-8580-54BB0881E52C}" type="pres">
      <dgm:prSet presAssocID="{E8841AF4-FC0B-4375-9D1F-44623E28455F}" presName="hierChild5" presStyleCnt="0"/>
      <dgm:spPr/>
    </dgm:pt>
    <dgm:pt modelId="{1E4DDF62-D9C2-4976-86F2-F111C4F4360D}" type="pres">
      <dgm:prSet presAssocID="{9A911E2A-A620-4663-9E68-ED9CFBA9030D}" presName="hierChild5" presStyleCnt="0"/>
      <dgm:spPr/>
    </dgm:pt>
    <dgm:pt modelId="{C8899CD3-B615-4150-A060-64B2E42C8E80}" type="pres">
      <dgm:prSet presAssocID="{328A4C0E-5EEF-455D-BC2C-7EF188035CDA}" presName="Name37" presStyleLbl="parChTrans1D2" presStyleIdx="4" presStyleCnt="6"/>
      <dgm:spPr/>
    </dgm:pt>
    <dgm:pt modelId="{591B742B-0A51-4459-B58C-F5A79A0F50E8}" type="pres">
      <dgm:prSet presAssocID="{432AE796-1A52-4D8E-874C-8513C20DB5DB}" presName="hierRoot2" presStyleCnt="0">
        <dgm:presLayoutVars>
          <dgm:hierBranch val="init"/>
        </dgm:presLayoutVars>
      </dgm:prSet>
      <dgm:spPr/>
    </dgm:pt>
    <dgm:pt modelId="{30761888-411E-430E-8CBC-9C94DDF1A963}" type="pres">
      <dgm:prSet presAssocID="{432AE796-1A52-4D8E-874C-8513C20DB5DB}" presName="rootComposite" presStyleCnt="0"/>
      <dgm:spPr/>
    </dgm:pt>
    <dgm:pt modelId="{1E09886C-F575-4298-8298-48F05AF84085}" type="pres">
      <dgm:prSet presAssocID="{432AE796-1A52-4D8E-874C-8513C20DB5DB}" presName="rootText" presStyleLbl="node2" presStyleIdx="4" presStyleCnt="6" custScaleX="81229" custScaleY="52577">
        <dgm:presLayoutVars>
          <dgm:chPref val="3"/>
        </dgm:presLayoutVars>
      </dgm:prSet>
      <dgm:spPr/>
    </dgm:pt>
    <dgm:pt modelId="{8D57F630-A866-4FC3-9A58-268357F18AE7}" type="pres">
      <dgm:prSet presAssocID="{432AE796-1A52-4D8E-874C-8513C20DB5DB}" presName="rootConnector" presStyleLbl="node2" presStyleIdx="4" presStyleCnt="6"/>
      <dgm:spPr/>
    </dgm:pt>
    <dgm:pt modelId="{12DC0CB8-6F12-47F7-8169-0DFA1010886E}" type="pres">
      <dgm:prSet presAssocID="{432AE796-1A52-4D8E-874C-8513C20DB5DB}" presName="hierChild4" presStyleCnt="0"/>
      <dgm:spPr/>
    </dgm:pt>
    <dgm:pt modelId="{A1DE0E10-DEDE-479B-B968-0593F8F1A749}" type="pres">
      <dgm:prSet presAssocID="{BC1E972C-644E-49DA-BBF4-01FE7DB7B5FE}" presName="Name37" presStyleLbl="parChTrans1D3" presStyleIdx="12" presStyleCnt="15"/>
      <dgm:spPr/>
    </dgm:pt>
    <dgm:pt modelId="{495C8AE3-982F-44FF-BD54-25E9A99FB856}" type="pres">
      <dgm:prSet presAssocID="{A3B2A16E-3F16-45BC-B6ED-43D9BDA0CC5D}" presName="hierRoot2" presStyleCnt="0">
        <dgm:presLayoutVars>
          <dgm:hierBranch val="init"/>
        </dgm:presLayoutVars>
      </dgm:prSet>
      <dgm:spPr/>
    </dgm:pt>
    <dgm:pt modelId="{3211B538-7E63-4094-834D-851C8FF16A4A}" type="pres">
      <dgm:prSet presAssocID="{A3B2A16E-3F16-45BC-B6ED-43D9BDA0CC5D}" presName="rootComposite" presStyleCnt="0"/>
      <dgm:spPr/>
    </dgm:pt>
    <dgm:pt modelId="{24B7F4AB-9809-4100-9C6C-ABE4AC292961}" type="pres">
      <dgm:prSet presAssocID="{A3B2A16E-3F16-45BC-B6ED-43D9BDA0CC5D}" presName="rootText" presStyleLbl="node3" presStyleIdx="12" presStyleCnt="15" custScaleX="81229" custScaleY="52577">
        <dgm:presLayoutVars>
          <dgm:chPref val="3"/>
        </dgm:presLayoutVars>
      </dgm:prSet>
      <dgm:spPr/>
    </dgm:pt>
    <dgm:pt modelId="{B9131C79-FD83-4678-922A-13EA3731B5AE}" type="pres">
      <dgm:prSet presAssocID="{A3B2A16E-3F16-45BC-B6ED-43D9BDA0CC5D}" presName="rootConnector" presStyleLbl="node3" presStyleIdx="12" presStyleCnt="15"/>
      <dgm:spPr/>
    </dgm:pt>
    <dgm:pt modelId="{A3A883B8-8E4C-4F61-A879-3FE8F1B76EFE}" type="pres">
      <dgm:prSet presAssocID="{A3B2A16E-3F16-45BC-B6ED-43D9BDA0CC5D}" presName="hierChild4" presStyleCnt="0"/>
      <dgm:spPr/>
    </dgm:pt>
    <dgm:pt modelId="{054D1FEA-2E27-4F83-846C-3D7D5B03BCD1}" type="pres">
      <dgm:prSet presAssocID="{A3B2A16E-3F16-45BC-B6ED-43D9BDA0CC5D}" presName="hierChild5" presStyleCnt="0"/>
      <dgm:spPr/>
    </dgm:pt>
    <dgm:pt modelId="{5C6509D9-5A12-49BE-A07F-AE54B40807A0}" type="pres">
      <dgm:prSet presAssocID="{2D72C7FB-8FDF-4F51-B988-1A89647D8959}" presName="Name37" presStyleLbl="parChTrans1D3" presStyleIdx="13" presStyleCnt="15"/>
      <dgm:spPr/>
    </dgm:pt>
    <dgm:pt modelId="{A695151A-85D9-44FD-AFBB-1D0739C47E62}" type="pres">
      <dgm:prSet presAssocID="{1C2FC8F6-DA6A-4B7F-9B5F-CFC85E16ED42}" presName="hierRoot2" presStyleCnt="0">
        <dgm:presLayoutVars>
          <dgm:hierBranch val="init"/>
        </dgm:presLayoutVars>
      </dgm:prSet>
      <dgm:spPr/>
    </dgm:pt>
    <dgm:pt modelId="{54F53B9A-2D96-4035-9C05-2DE8471DD0B4}" type="pres">
      <dgm:prSet presAssocID="{1C2FC8F6-DA6A-4B7F-9B5F-CFC85E16ED42}" presName="rootComposite" presStyleCnt="0"/>
      <dgm:spPr/>
    </dgm:pt>
    <dgm:pt modelId="{9100C3E3-2B5C-4D6F-9D9D-6F26A378158A}" type="pres">
      <dgm:prSet presAssocID="{1C2FC8F6-DA6A-4B7F-9B5F-CFC85E16ED42}" presName="rootText" presStyleLbl="node3" presStyleIdx="13" presStyleCnt="15" custScaleX="81229" custScaleY="52577">
        <dgm:presLayoutVars>
          <dgm:chPref val="3"/>
        </dgm:presLayoutVars>
      </dgm:prSet>
      <dgm:spPr/>
    </dgm:pt>
    <dgm:pt modelId="{B97A4284-7ED1-4456-BB2A-0B1CCB78BBF7}" type="pres">
      <dgm:prSet presAssocID="{1C2FC8F6-DA6A-4B7F-9B5F-CFC85E16ED42}" presName="rootConnector" presStyleLbl="node3" presStyleIdx="13" presStyleCnt="15"/>
      <dgm:spPr/>
    </dgm:pt>
    <dgm:pt modelId="{7D6B6DA3-4ABB-4A9F-8339-EFD80224AC34}" type="pres">
      <dgm:prSet presAssocID="{1C2FC8F6-DA6A-4B7F-9B5F-CFC85E16ED42}" presName="hierChild4" presStyleCnt="0"/>
      <dgm:spPr/>
    </dgm:pt>
    <dgm:pt modelId="{084A8657-F49F-40BE-AF62-2094C74E6972}" type="pres">
      <dgm:prSet presAssocID="{1C2FC8F6-DA6A-4B7F-9B5F-CFC85E16ED42}" presName="hierChild5" presStyleCnt="0"/>
      <dgm:spPr/>
    </dgm:pt>
    <dgm:pt modelId="{E84296BF-9C9B-4ABD-A14A-8F9CB40CFE0C}" type="pres">
      <dgm:prSet presAssocID="{432AE796-1A52-4D8E-874C-8513C20DB5DB}" presName="hierChild5" presStyleCnt="0"/>
      <dgm:spPr/>
    </dgm:pt>
    <dgm:pt modelId="{93288DA8-E787-4DDA-9135-A7EA2721CDA1}" type="pres">
      <dgm:prSet presAssocID="{DA523756-9163-4477-BC78-BAE3BE969C62}" presName="Name37" presStyleLbl="parChTrans1D2" presStyleIdx="5" presStyleCnt="6"/>
      <dgm:spPr/>
    </dgm:pt>
    <dgm:pt modelId="{9BB37CBB-CB38-4328-B261-7B83D5DF1B58}" type="pres">
      <dgm:prSet presAssocID="{5118404E-A02E-4A54-9F82-03A03489075D}" presName="hierRoot2" presStyleCnt="0">
        <dgm:presLayoutVars>
          <dgm:hierBranch val="init"/>
        </dgm:presLayoutVars>
      </dgm:prSet>
      <dgm:spPr/>
    </dgm:pt>
    <dgm:pt modelId="{2CABE1D9-7CD9-4854-BF32-092A6C49D31D}" type="pres">
      <dgm:prSet presAssocID="{5118404E-A02E-4A54-9F82-03A03489075D}" presName="rootComposite" presStyleCnt="0"/>
      <dgm:spPr/>
    </dgm:pt>
    <dgm:pt modelId="{967725E3-9F79-41A5-BA5B-8081F9A24D37}" type="pres">
      <dgm:prSet presAssocID="{5118404E-A02E-4A54-9F82-03A03489075D}" presName="rootText" presStyleLbl="node2" presStyleIdx="5" presStyleCnt="6" custScaleX="81229" custScaleY="52577">
        <dgm:presLayoutVars>
          <dgm:chPref val="3"/>
        </dgm:presLayoutVars>
      </dgm:prSet>
      <dgm:spPr/>
    </dgm:pt>
    <dgm:pt modelId="{CF213B56-BB76-4022-9FE2-CD83CD9B4F8D}" type="pres">
      <dgm:prSet presAssocID="{5118404E-A02E-4A54-9F82-03A03489075D}" presName="rootConnector" presStyleLbl="node2" presStyleIdx="5" presStyleCnt="6"/>
      <dgm:spPr/>
    </dgm:pt>
    <dgm:pt modelId="{6B94CB75-E0BC-4853-B2DC-8EEA68B149F9}" type="pres">
      <dgm:prSet presAssocID="{5118404E-A02E-4A54-9F82-03A03489075D}" presName="hierChild4" presStyleCnt="0"/>
      <dgm:spPr/>
    </dgm:pt>
    <dgm:pt modelId="{71B1DD97-F0B0-4EAE-9ADD-283EA374C1D9}" type="pres">
      <dgm:prSet presAssocID="{21D02F59-C061-4191-B66D-9EB983836956}" presName="Name37" presStyleLbl="parChTrans1D3" presStyleIdx="14" presStyleCnt="15"/>
      <dgm:spPr/>
    </dgm:pt>
    <dgm:pt modelId="{F19D65E6-EB76-40B5-9B3D-F1AC61F7AF46}" type="pres">
      <dgm:prSet presAssocID="{1A7682AC-88ED-4126-AEE5-22C46D78695C}" presName="hierRoot2" presStyleCnt="0">
        <dgm:presLayoutVars>
          <dgm:hierBranch val="init"/>
        </dgm:presLayoutVars>
      </dgm:prSet>
      <dgm:spPr/>
    </dgm:pt>
    <dgm:pt modelId="{52C934FD-EE67-464B-A105-8507D77AFAAF}" type="pres">
      <dgm:prSet presAssocID="{1A7682AC-88ED-4126-AEE5-22C46D78695C}" presName="rootComposite" presStyleCnt="0"/>
      <dgm:spPr/>
    </dgm:pt>
    <dgm:pt modelId="{4CCCB877-C5B5-47DB-9ABD-F90EBACBDCAB}" type="pres">
      <dgm:prSet presAssocID="{1A7682AC-88ED-4126-AEE5-22C46D78695C}" presName="rootText" presStyleLbl="node3" presStyleIdx="14" presStyleCnt="15" custScaleX="94767" custScaleY="52577">
        <dgm:presLayoutVars>
          <dgm:chPref val="3"/>
        </dgm:presLayoutVars>
      </dgm:prSet>
      <dgm:spPr/>
    </dgm:pt>
    <dgm:pt modelId="{5333F78D-6224-432E-B9BE-DCD2B5D086C4}" type="pres">
      <dgm:prSet presAssocID="{1A7682AC-88ED-4126-AEE5-22C46D78695C}" presName="rootConnector" presStyleLbl="node3" presStyleIdx="14" presStyleCnt="15"/>
      <dgm:spPr/>
    </dgm:pt>
    <dgm:pt modelId="{9FF2FBAB-D59C-4F3A-AE9C-499782C8D216}" type="pres">
      <dgm:prSet presAssocID="{1A7682AC-88ED-4126-AEE5-22C46D78695C}" presName="hierChild4" presStyleCnt="0"/>
      <dgm:spPr/>
    </dgm:pt>
    <dgm:pt modelId="{924C80DE-CEE3-4D11-A5DC-976F1180AEF1}" type="pres">
      <dgm:prSet presAssocID="{1A7682AC-88ED-4126-AEE5-22C46D78695C}" presName="hierChild5" presStyleCnt="0"/>
      <dgm:spPr/>
    </dgm:pt>
    <dgm:pt modelId="{A6146EBA-8B14-4D63-9CB3-A9FA2646FA16}" type="pres">
      <dgm:prSet presAssocID="{5118404E-A02E-4A54-9F82-03A03489075D}" presName="hierChild5" presStyleCnt="0"/>
      <dgm:spPr/>
    </dgm:pt>
    <dgm:pt modelId="{A616AE3A-3FB4-4DB5-AB68-286707585CC2}" type="pres">
      <dgm:prSet presAssocID="{AF37697C-0616-4F3F-A17A-38D2D8DFEBD0}" presName="hierChild3" presStyleCnt="0"/>
      <dgm:spPr/>
    </dgm:pt>
  </dgm:ptLst>
  <dgm:cxnLst>
    <dgm:cxn modelId="{7CC26A09-28D7-44CC-82EC-61B5DB8FB5F0}" type="presOf" srcId="{A3B2A16E-3F16-45BC-B6ED-43D9BDA0CC5D}" destId="{B9131C79-FD83-4678-922A-13EA3731B5AE}" srcOrd="1" destOrd="0" presId="urn:microsoft.com/office/officeart/2005/8/layout/orgChart1"/>
    <dgm:cxn modelId="{4395660B-AF60-46EB-8398-73A5BE397736}" type="presOf" srcId="{5E65495C-1175-40AB-A21E-56719694D208}" destId="{8FF7673B-AE0E-4709-A30C-5ECF4597980C}" srcOrd="0" destOrd="0" presId="urn:microsoft.com/office/officeart/2005/8/layout/orgChart1"/>
    <dgm:cxn modelId="{967F260E-2593-481D-A4D5-74447FCBB09C}" type="presOf" srcId="{1C2FC8F6-DA6A-4B7F-9B5F-CFC85E16ED42}" destId="{9100C3E3-2B5C-4D6F-9D9D-6F26A378158A}" srcOrd="0" destOrd="0" presId="urn:microsoft.com/office/officeart/2005/8/layout/orgChart1"/>
    <dgm:cxn modelId="{B1C74810-A398-46B8-A18A-03420415D6C5}" type="presOf" srcId="{0DE0BBB9-1A47-442F-8486-262C3BC82199}" destId="{4519A3DF-4A4A-4583-A358-AD13A0C95C36}" srcOrd="0" destOrd="0" presId="urn:microsoft.com/office/officeart/2005/8/layout/orgChart1"/>
    <dgm:cxn modelId="{D8E75310-8768-4669-B8CC-621968FF9958}" type="presOf" srcId="{6414B5B7-3F8D-4E9E-9C46-7EC2CD45C7D3}" destId="{CA5CD7E7-3F63-4E63-A24A-0D596FEC6A1B}" srcOrd="0" destOrd="0" presId="urn:microsoft.com/office/officeart/2005/8/layout/orgChart1"/>
    <dgm:cxn modelId="{307A2E12-75EA-4E08-9469-3DA4D3EBB9D0}" srcId="{5E65495C-1175-40AB-A21E-56719694D208}" destId="{A051CD9A-B716-4CEA-AD74-828E66FCE59C}" srcOrd="1" destOrd="0" parTransId="{EDB9A513-5613-47E7-83E2-43615B452B29}" sibTransId="{FD1D77A6-54DA-413A-830F-530C947D7C1D}"/>
    <dgm:cxn modelId="{F76CA114-8C13-4615-B930-CD4AEFC348F5}" type="presOf" srcId="{21D02F59-C061-4191-B66D-9EB983836956}" destId="{71B1DD97-F0B0-4EAE-9ADD-283EA374C1D9}" srcOrd="0" destOrd="0" presId="urn:microsoft.com/office/officeart/2005/8/layout/orgChart1"/>
    <dgm:cxn modelId="{D268C61C-459C-45CB-9D8F-1B173CF80A2D}" type="presOf" srcId="{2D72C7FB-8FDF-4F51-B988-1A89647D8959}" destId="{5C6509D9-5A12-49BE-A07F-AE54B40807A0}" srcOrd="0" destOrd="0" presId="urn:microsoft.com/office/officeart/2005/8/layout/orgChart1"/>
    <dgm:cxn modelId="{1280C71C-9645-4C35-AB16-9D08C0425452}" srcId="{432AE796-1A52-4D8E-874C-8513C20DB5DB}" destId="{1C2FC8F6-DA6A-4B7F-9B5F-CFC85E16ED42}" srcOrd="1" destOrd="0" parTransId="{2D72C7FB-8FDF-4F51-B988-1A89647D8959}" sibTransId="{A3BC6C25-99A4-413E-BF45-6E4D73CB14BE}"/>
    <dgm:cxn modelId="{3AB70B1F-C3EF-440F-AF3B-CFA424238AE4}" type="presOf" srcId="{639A0A47-597E-4513-8327-DEE7DF92587F}" destId="{2D8A82D0-E435-4711-BB78-B568E0DFD232}" srcOrd="0" destOrd="0" presId="urn:microsoft.com/office/officeart/2005/8/layout/orgChart1"/>
    <dgm:cxn modelId="{A7AA3920-697E-4694-831E-B2A782E9E8D2}" type="presOf" srcId="{E8841AF4-FC0B-4375-9D1F-44623E28455F}" destId="{6C8B79F0-ADEA-496B-B93B-F333B696ED5C}" srcOrd="1" destOrd="0" presId="urn:microsoft.com/office/officeart/2005/8/layout/orgChart1"/>
    <dgm:cxn modelId="{D7EB5E28-50C7-46BB-884C-4E5CA37B67C5}" type="presOf" srcId="{DB0F39C5-5EB1-4423-85C0-7A456F6A2B61}" destId="{1616AF8B-D6EE-46E6-B4EA-960D5BE8AEC9}" srcOrd="1" destOrd="0" presId="urn:microsoft.com/office/officeart/2005/8/layout/orgChart1"/>
    <dgm:cxn modelId="{075D6A2A-B66C-4B3B-9DDA-B03851BC2BFC}" type="presOf" srcId="{E6662C5B-15D3-4708-870E-BF2DA4F5E0E4}" destId="{44E2B3F0-55E3-4AC0-A92F-0C9F97DB8031}" srcOrd="0" destOrd="0" presId="urn:microsoft.com/office/officeart/2005/8/layout/orgChart1"/>
    <dgm:cxn modelId="{10F7342B-64F2-4114-89DD-C26E06DA8E1A}" type="presOf" srcId="{5E65495C-1175-40AB-A21E-56719694D208}" destId="{A0AD6C1D-48A0-44BB-8852-F9545958674E}" srcOrd="1" destOrd="0" presId="urn:microsoft.com/office/officeart/2005/8/layout/orgChart1"/>
    <dgm:cxn modelId="{3EFCCC2D-766E-4842-8C12-D383B0B6D54C}" type="presOf" srcId="{E9693A9A-38D2-49C6-8011-17827CD93856}" destId="{E1DE2FC5-9CDB-4767-9EA7-500138323F8D}" srcOrd="0" destOrd="0" presId="urn:microsoft.com/office/officeart/2005/8/layout/orgChart1"/>
    <dgm:cxn modelId="{704F852E-76A7-4051-AD15-B6DF9BFF106D}" type="presOf" srcId="{C5964105-CCFF-4076-B291-05296FA2BFED}" destId="{F3A03858-C619-42AF-9FE4-A1A76C86A4B0}" srcOrd="0" destOrd="0" presId="urn:microsoft.com/office/officeart/2005/8/layout/orgChart1"/>
    <dgm:cxn modelId="{37B15630-82E5-4F26-8EFF-8D13554083BA}" type="presOf" srcId="{1A7682AC-88ED-4126-AEE5-22C46D78695C}" destId="{5333F78D-6224-432E-B9BE-DCD2B5D086C4}" srcOrd="1" destOrd="0" presId="urn:microsoft.com/office/officeart/2005/8/layout/orgChart1"/>
    <dgm:cxn modelId="{41971132-0F33-4384-B6A7-F2EE8728F052}" type="presOf" srcId="{3091445C-E80F-401C-A0A5-C7D1239C3E00}" destId="{E454F613-C928-4D8D-BAEB-EAD090D86CDB}" srcOrd="0" destOrd="0" presId="urn:microsoft.com/office/officeart/2005/8/layout/orgChart1"/>
    <dgm:cxn modelId="{CE7D6F35-259D-4DB4-B975-D04543953D65}" type="presOf" srcId="{637E78D4-5C05-478A-94FC-FEA09C7D2894}" destId="{CBAC184B-2CD5-45D8-BF30-F9E5C69D76A4}" srcOrd="0" destOrd="0" presId="urn:microsoft.com/office/officeart/2005/8/layout/orgChart1"/>
    <dgm:cxn modelId="{099A0B36-7DFA-4926-99B2-4E6BA6AD08DF}" type="presOf" srcId="{90D20AA4-A9DE-4852-81CE-4FF04ACAC610}" destId="{061D2CC3-B329-450B-8512-871BB40CAED8}" srcOrd="1" destOrd="0" presId="urn:microsoft.com/office/officeart/2005/8/layout/orgChart1"/>
    <dgm:cxn modelId="{2538C73A-C030-4D0C-BFFA-EBF8ACA7B7D1}" type="presOf" srcId="{ABF4B55B-E68E-4631-BA2D-6BCF61203AAE}" destId="{87AACA37-EF7D-48FF-8CCF-C183A4345204}" srcOrd="1" destOrd="0" presId="urn:microsoft.com/office/officeart/2005/8/layout/orgChart1"/>
    <dgm:cxn modelId="{22A83A3B-140C-4928-8968-88BA42A2757B}" type="presOf" srcId="{5DF44FA1-5104-4F86-9F8C-BC07D505D37F}" destId="{4E4B6468-8A42-457E-B4CB-8AE57679B55C}" srcOrd="1" destOrd="0" presId="urn:microsoft.com/office/officeart/2005/8/layout/orgChart1"/>
    <dgm:cxn modelId="{342D803C-B21F-4379-9D5A-8A86D80EC572}" type="presOf" srcId="{39B3C298-D0D8-4414-B899-3F005B2E9822}" destId="{D7E273AE-1042-49D1-9681-6212CA671D5A}" srcOrd="0" destOrd="0" presId="urn:microsoft.com/office/officeart/2005/8/layout/orgChart1"/>
    <dgm:cxn modelId="{0EAEB33C-E254-4DE9-A7EB-0706B9396A8B}" srcId="{4B81BE27-95F7-44AA-98B8-FF1DD20735CC}" destId="{39B3C298-D0D8-4414-B899-3F005B2E9822}" srcOrd="0" destOrd="0" parTransId="{06F0EFDA-3496-47E5-88BE-71664DF47CCF}" sibTransId="{D261E0FE-AA84-41CD-AD4D-C1919BD142E2}"/>
    <dgm:cxn modelId="{D088CC3C-B22D-4F10-9A25-0CBA501BFC38}" type="presOf" srcId="{98C3F9DF-60C5-48AC-8ABE-86EC44BC2A3A}" destId="{C9C65614-5BE4-4429-B88B-D338530244E7}" srcOrd="0" destOrd="0" presId="urn:microsoft.com/office/officeart/2005/8/layout/orgChart1"/>
    <dgm:cxn modelId="{DEFE193E-F082-484E-ADB2-6C6EC469B7F5}" srcId="{5DF44FA1-5104-4F86-9F8C-BC07D505D37F}" destId="{1D32054F-A708-4AEA-A67D-68AA5E9571AC}" srcOrd="2" destOrd="0" parTransId="{ABCB39A3-DD88-451E-9A80-D350892E400A}" sibTransId="{83684D9E-3DE5-42F9-BBD9-1558BD974DFB}"/>
    <dgm:cxn modelId="{B346D33E-7041-4B6D-A8B7-9D6C5F172FF7}" type="presOf" srcId="{E6662C5B-15D3-4708-870E-BF2DA4F5E0E4}" destId="{F62C52FC-710D-452A-853B-052FF4ADBFDF}" srcOrd="1" destOrd="0" presId="urn:microsoft.com/office/officeart/2005/8/layout/orgChart1"/>
    <dgm:cxn modelId="{980F9E5B-14AD-49CB-9D1D-A2D9802D1160}" type="presOf" srcId="{A25832C2-A09E-4551-8697-446AA921CA87}" destId="{0011C72D-F59D-4AB0-AEAB-EFA49C1BBEB4}" srcOrd="0" destOrd="0" presId="urn:microsoft.com/office/officeart/2005/8/layout/orgChart1"/>
    <dgm:cxn modelId="{FE94045C-CD9B-4869-9D21-4CCE56C029F3}" type="presOf" srcId="{DD5ACDCB-5BC4-4A4F-8D12-985CC173FEB0}" destId="{BE4909ED-6C0C-400A-AF08-20FDE0AB5FCA}" srcOrd="0" destOrd="0" presId="urn:microsoft.com/office/officeart/2005/8/layout/orgChart1"/>
    <dgm:cxn modelId="{D0EE7E60-9193-473F-9A27-156350E67A60}" srcId="{AF37697C-0616-4F3F-A17A-38D2D8DFEBD0}" destId="{5118404E-A02E-4A54-9F82-03A03489075D}" srcOrd="5" destOrd="0" parTransId="{DA523756-9163-4477-BC78-BAE3BE969C62}" sibTransId="{E198EA55-FA6C-4C09-8DEB-630ADBD24BF8}"/>
    <dgm:cxn modelId="{4E513041-581C-4CA5-AA47-A8BF6ED4997F}" type="presOf" srcId="{68E4FDD2-4571-4BE1-98E1-5A1F4FE51779}" destId="{5F79D39C-84EE-43A9-82C4-9FA7AA621752}" srcOrd="0" destOrd="0" presId="urn:microsoft.com/office/officeart/2005/8/layout/orgChart1"/>
    <dgm:cxn modelId="{06BAC442-A0CB-4D14-9C97-5D0610DA4C27}" type="presOf" srcId="{7B899378-1540-4937-8DE5-5EAA1E362C68}" destId="{1B9E7FA4-CCFB-4982-92F7-EC27454E6383}" srcOrd="0" destOrd="0" presId="urn:microsoft.com/office/officeart/2005/8/layout/orgChart1"/>
    <dgm:cxn modelId="{AE6B0F45-E02D-46C9-A430-D76EC618A512}" type="presOf" srcId="{57AFCD53-0A60-4B15-8689-062AC078C4D4}" destId="{3F175F6F-A3EF-49CA-B19F-9EA630FB8067}" srcOrd="0" destOrd="0" presId="urn:microsoft.com/office/officeart/2005/8/layout/orgChart1"/>
    <dgm:cxn modelId="{62B9ED45-2C4A-4D98-8F88-3D5A2D65492D}" srcId="{4B81BE27-95F7-44AA-98B8-FF1DD20735CC}" destId="{7B899378-1540-4937-8DE5-5EAA1E362C68}" srcOrd="1" destOrd="0" parTransId="{0DE0BBB9-1A47-442F-8486-262C3BC82199}" sibTransId="{8B911587-252C-40E2-A62F-2EF5F91304A5}"/>
    <dgm:cxn modelId="{F89C1D46-2F48-4965-BC7D-F315B6C52D3A}" type="presOf" srcId="{39B3C298-D0D8-4414-B899-3F005B2E9822}" destId="{95FBCE8D-01B4-4CDE-B1D5-072E3FCCDB6B}" srcOrd="1" destOrd="0" presId="urn:microsoft.com/office/officeart/2005/8/layout/orgChart1"/>
    <dgm:cxn modelId="{5835C368-6616-4AE7-9008-59DEEDB6FEA9}" type="presOf" srcId="{BC4766C8-C4D7-4A0A-93A7-2A623E3022A9}" destId="{B3351222-2519-4757-BBBE-3F4219A39D6D}" srcOrd="0" destOrd="0" presId="urn:microsoft.com/office/officeart/2005/8/layout/orgChart1"/>
    <dgm:cxn modelId="{C3EA7B4C-D300-4649-B5B7-4DBFC03937DE}" type="presOf" srcId="{432AE796-1A52-4D8E-874C-8513C20DB5DB}" destId="{8D57F630-A866-4FC3-9A58-268357F18AE7}" srcOrd="1" destOrd="0" presId="urn:microsoft.com/office/officeart/2005/8/layout/orgChart1"/>
    <dgm:cxn modelId="{9FB7996F-79F5-4C62-92F6-D25C3FB04502}" srcId="{5E65495C-1175-40AB-A21E-56719694D208}" destId="{57AFCD53-0A60-4B15-8689-062AC078C4D4}" srcOrd="3" destOrd="0" parTransId="{DD5ACDCB-5BC4-4A4F-8D12-985CC173FEB0}" sibTransId="{4B138382-1193-4CDE-9426-AB6225288080}"/>
    <dgm:cxn modelId="{33074470-501D-4D88-BBE1-5179ED0B1836}" srcId="{5DF44FA1-5104-4F86-9F8C-BC07D505D37F}" destId="{9B84C657-0CDE-4B9A-88EF-5CB963A3FC7D}" srcOrd="1" destOrd="0" parTransId="{755ED0CD-A135-4D56-9219-3461981F97D7}" sibTransId="{8AC35B48-BE73-47B4-A24D-C1E9D78C0770}"/>
    <dgm:cxn modelId="{65A2D070-46BD-483B-BB52-5FF2ADAAC0F9}" type="presOf" srcId="{DB0F39C5-5EB1-4423-85C0-7A456F6A2B61}" destId="{DDC3F52F-0F90-4794-AEF8-18F35BBDCBFE}" srcOrd="0" destOrd="0" presId="urn:microsoft.com/office/officeart/2005/8/layout/orgChart1"/>
    <dgm:cxn modelId="{68E84B72-D69D-41EB-9342-59E05F5F4926}" type="presOf" srcId="{1D32054F-A708-4AEA-A67D-68AA5E9571AC}" destId="{19635511-5D84-48C7-94E8-4D9E5F29D2E0}" srcOrd="0" destOrd="0" presId="urn:microsoft.com/office/officeart/2005/8/layout/orgChart1"/>
    <dgm:cxn modelId="{F0364A75-5344-4A60-BC17-68D00A23BF14}" type="presOf" srcId="{A051CD9A-B716-4CEA-AD74-828E66FCE59C}" destId="{7A87AD6B-EAEA-44E0-B071-53299212ACD7}" srcOrd="0" destOrd="0" presId="urn:microsoft.com/office/officeart/2005/8/layout/orgChart1"/>
    <dgm:cxn modelId="{7818CA55-2674-4C3C-8F48-0BB48CA2CE73}" type="presOf" srcId="{E9693A9A-38D2-49C6-8011-17827CD93856}" destId="{768705BB-EBCF-4014-A6EB-F6AEDFD47AEC}" srcOrd="1" destOrd="0" presId="urn:microsoft.com/office/officeart/2005/8/layout/orgChart1"/>
    <dgm:cxn modelId="{D874F255-3CDD-4F8B-A263-EFB28EE8D979}" type="presOf" srcId="{FD4C0040-E511-45FE-AE46-13A6A68C8C2D}" destId="{83C006FE-BFE0-45C7-B2DE-F2A3BD415776}" srcOrd="0" destOrd="0" presId="urn:microsoft.com/office/officeart/2005/8/layout/orgChart1"/>
    <dgm:cxn modelId="{0DFB2F76-8DE4-454C-9597-B8CE4317EE90}" type="presOf" srcId="{BC1E972C-644E-49DA-BBF4-01FE7DB7B5FE}" destId="{A1DE0E10-DEDE-479B-B968-0593F8F1A749}" srcOrd="0" destOrd="0" presId="urn:microsoft.com/office/officeart/2005/8/layout/orgChart1"/>
    <dgm:cxn modelId="{173C3757-47F8-4F8C-B443-3DC85E30A39F}" type="presOf" srcId="{BFA5F1C4-D30B-45FD-9166-D7B445DE9A95}" destId="{CC1EAD62-1C3B-48E5-9DC8-F7A285D3F291}" srcOrd="1" destOrd="0" presId="urn:microsoft.com/office/officeart/2005/8/layout/orgChart1"/>
    <dgm:cxn modelId="{D88D5379-2253-4390-AA0E-B8B95FA46241}" type="presOf" srcId="{5118404E-A02E-4A54-9F82-03A03489075D}" destId="{CF213B56-BB76-4022-9FE2-CD83CD9B4F8D}" srcOrd="1" destOrd="0" presId="urn:microsoft.com/office/officeart/2005/8/layout/orgChart1"/>
    <dgm:cxn modelId="{AAA8D259-9CED-4B2F-922C-1209310B1CDA}" type="presOf" srcId="{755ED0CD-A135-4D56-9219-3461981F97D7}" destId="{DD14A479-BADF-45D2-A817-1B1B3A7E2DAE}" srcOrd="0" destOrd="0" presId="urn:microsoft.com/office/officeart/2005/8/layout/orgChart1"/>
    <dgm:cxn modelId="{45A3D85A-00DA-4458-A227-0E8DEDB78812}" type="presOf" srcId="{5DF44FA1-5104-4F86-9F8C-BC07D505D37F}" destId="{20593AF1-A0CB-4313-8490-61D184CB7145}" srcOrd="0" destOrd="0" presId="urn:microsoft.com/office/officeart/2005/8/layout/orgChart1"/>
    <dgm:cxn modelId="{923B2C7B-9DC5-4CFA-A898-6C1C11ECB321}" srcId="{90D20AA4-A9DE-4852-81CE-4FF04ACAC610}" destId="{86788F57-2D1D-4222-9768-BFD385497FA4}" srcOrd="0" destOrd="0" parTransId="{FD4C0040-E511-45FE-AE46-13A6A68C8C2D}" sibTransId="{782F2341-D42C-4C97-92CC-15F0A947A04E}"/>
    <dgm:cxn modelId="{D08F657B-32EC-4C30-B3B2-63D81D2082D8}" srcId="{639A0A47-597E-4513-8327-DEE7DF92587F}" destId="{AF37697C-0616-4F3F-A17A-38D2D8DFEBD0}" srcOrd="0" destOrd="0" parTransId="{AACDFE2A-A740-4631-980F-ABFDA1F05102}" sibTransId="{3DEA6424-49BC-4315-9BD0-3861CF161DDB}"/>
    <dgm:cxn modelId="{F201157E-63AA-4DBD-919A-B0E4F8E56C3B}" type="presOf" srcId="{AF37697C-0616-4F3F-A17A-38D2D8DFEBD0}" destId="{EA5520AC-5EA5-4BDC-B5C1-70FD0147A126}" srcOrd="0" destOrd="0" presId="urn:microsoft.com/office/officeart/2005/8/layout/orgChart1"/>
    <dgm:cxn modelId="{0D70207F-542C-4C9F-9909-E7A93620A8EC}" type="presOf" srcId="{4B81BE27-95F7-44AA-98B8-FF1DD20735CC}" destId="{4405CE7F-ECD1-44A1-9118-002607969144}" srcOrd="1" destOrd="0" presId="urn:microsoft.com/office/officeart/2005/8/layout/orgChart1"/>
    <dgm:cxn modelId="{BBAD7C83-A424-49D7-8BD7-FDB651083CFA}" type="presOf" srcId="{A3B2A16E-3F16-45BC-B6ED-43D9BDA0CC5D}" destId="{24B7F4AB-9809-4100-9C6C-ABE4AC292961}" srcOrd="0" destOrd="0" presId="urn:microsoft.com/office/officeart/2005/8/layout/orgChart1"/>
    <dgm:cxn modelId="{10D03C85-3B01-469E-9828-268013C8B988}" type="presOf" srcId="{6692D92D-4172-4EA7-8EC4-06F426AA81DA}" destId="{BA0D6A6B-92E3-4EB0-A640-D6AEFA7003C5}" srcOrd="0" destOrd="0" presId="urn:microsoft.com/office/officeart/2005/8/layout/orgChart1"/>
    <dgm:cxn modelId="{DF778986-2B47-4E0B-9BBB-A0D02455420B}" srcId="{E8841AF4-FC0B-4375-9D1F-44623E28455F}" destId="{E6662C5B-15D3-4708-870E-BF2DA4F5E0E4}" srcOrd="0" destOrd="0" parTransId="{68E4FDD2-4571-4BE1-98E1-5A1F4FE51779}" sibTransId="{5B5E6A25-89F7-4C84-83E1-D7F2C3B022FD}"/>
    <dgm:cxn modelId="{1E5FD387-EE5C-4D4B-A8B1-6FFA9E73E66F}" type="presOf" srcId="{AF37697C-0616-4F3F-A17A-38D2D8DFEBD0}" destId="{35CC161A-D7AE-4FBF-ADDB-4D00EFF88CAB}" srcOrd="1" destOrd="0" presId="urn:microsoft.com/office/officeart/2005/8/layout/orgChart1"/>
    <dgm:cxn modelId="{81C3DB88-76B8-4864-BB57-6B53AB9D7390}" type="presOf" srcId="{ABF4B55B-E68E-4631-BA2D-6BCF61203AAE}" destId="{0379C858-EF8C-4E79-A803-E45618C9A830}" srcOrd="0" destOrd="0" presId="urn:microsoft.com/office/officeart/2005/8/layout/orgChart1"/>
    <dgm:cxn modelId="{BD32A889-6711-401C-8478-A2366B363B6F}" type="presOf" srcId="{90D20AA4-A9DE-4852-81CE-4FF04ACAC610}" destId="{F838054F-CA0C-4FAE-8D3C-5A315E987C23}" srcOrd="0" destOrd="0" presId="urn:microsoft.com/office/officeart/2005/8/layout/orgChart1"/>
    <dgm:cxn modelId="{A3B5FE89-595E-4248-9558-F3A49FAD1A26}" srcId="{E8841AF4-FC0B-4375-9D1F-44623E28455F}" destId="{BFA5F1C4-D30B-45FD-9166-D7B445DE9A95}" srcOrd="2" destOrd="0" parTransId="{55E067A3-F20C-4981-98D4-2F396EA671AB}" sibTransId="{E213950F-52E7-4734-9F13-577A8C431CC8}"/>
    <dgm:cxn modelId="{FB4F368A-1C3C-4288-92B1-A565A81CE4B1}" type="presOf" srcId="{9A911E2A-A620-4663-9E68-ED9CFBA9030D}" destId="{D027C480-8132-4644-A6F2-546C516D6F7E}" srcOrd="0" destOrd="0" presId="urn:microsoft.com/office/officeart/2005/8/layout/orgChart1"/>
    <dgm:cxn modelId="{F2EC7493-05C4-4165-8B61-4419FBE1DC9D}" type="presOf" srcId="{1C2FC8F6-DA6A-4B7F-9B5F-CFC85E16ED42}" destId="{B97A4284-7ED1-4456-BB2A-0B1CCB78BBF7}" srcOrd="1" destOrd="0" presId="urn:microsoft.com/office/officeart/2005/8/layout/orgChart1"/>
    <dgm:cxn modelId="{BABBCB94-8486-4D44-9FAC-74DE141A5E6C}" srcId="{5DF44FA1-5104-4F86-9F8C-BC07D505D37F}" destId="{E9693A9A-38D2-49C6-8011-17827CD93856}" srcOrd="0" destOrd="0" parTransId="{C2ABDABF-E7E9-45C0-8FEB-345F108A60BD}" sibTransId="{6F1DE746-4E18-4955-B797-3E1A70E2408C}"/>
    <dgm:cxn modelId="{6A7F9295-3A8B-44C9-8D46-CD5C6BC54A93}" srcId="{E8841AF4-FC0B-4375-9D1F-44623E28455F}" destId="{4B4EC649-36A5-4CE2-9684-5326578E9316}" srcOrd="1" destOrd="0" parTransId="{F49466FA-5C1E-44F0-93EC-BE17D1C50178}" sibTransId="{5D9BEFAA-255A-4BE0-A7F0-05A101AC5FE7}"/>
    <dgm:cxn modelId="{13D33B97-CE9D-48AC-8561-1BDBBBBBB499}" type="presOf" srcId="{DA523756-9163-4477-BC78-BAE3BE969C62}" destId="{93288DA8-E787-4DDA-9135-A7EA2721CDA1}" srcOrd="0" destOrd="0" presId="urn:microsoft.com/office/officeart/2005/8/layout/orgChart1"/>
    <dgm:cxn modelId="{C1A8C798-CCC4-4D58-80F7-1D5A23D45C38}" type="presOf" srcId="{E8841AF4-FC0B-4375-9D1F-44623E28455F}" destId="{774FE21C-61CD-44A7-8E4B-EFF9B392A02C}" srcOrd="0" destOrd="0" presId="urn:microsoft.com/office/officeart/2005/8/layout/orgChart1"/>
    <dgm:cxn modelId="{194E77A3-AA8C-4E8F-BC0E-1B105EF22D74}" type="presOf" srcId="{1D32054F-A708-4AEA-A67D-68AA5E9571AC}" destId="{05B94657-FDAE-466A-98D9-9B0CD6E17ECB}" srcOrd="1" destOrd="0" presId="urn:microsoft.com/office/officeart/2005/8/layout/orgChart1"/>
    <dgm:cxn modelId="{7191BFA4-769A-41E5-840C-22A471600AC7}" type="presOf" srcId="{1A7682AC-88ED-4126-AEE5-22C46D78695C}" destId="{4CCCB877-C5B5-47DB-9ABD-F90EBACBDCAB}" srcOrd="0" destOrd="0" presId="urn:microsoft.com/office/officeart/2005/8/layout/orgChart1"/>
    <dgm:cxn modelId="{2DB996A6-37F2-4A28-9BE6-470D57613238}" type="presOf" srcId="{86788F57-2D1D-4222-9768-BFD385497FA4}" destId="{EAFC6D0C-7D1D-4EC9-BA9A-6C79249BB00D}" srcOrd="0" destOrd="0" presId="urn:microsoft.com/office/officeart/2005/8/layout/orgChart1"/>
    <dgm:cxn modelId="{D7ECAFA6-C47C-4742-9583-08DB76E488CD}" srcId="{90D20AA4-A9DE-4852-81CE-4FF04ACAC610}" destId="{DB0F39C5-5EB1-4423-85C0-7A456F6A2B61}" srcOrd="1" destOrd="0" parTransId="{60752E90-8D2A-4D4A-A1EF-D1657EDC0709}" sibTransId="{2863E0D4-03C3-4FCE-9AA4-A4EC8D212DD5}"/>
    <dgm:cxn modelId="{938435A7-9B92-4AF5-950E-1E4752670A26}" srcId="{90D20AA4-A9DE-4852-81CE-4FF04ACAC610}" destId="{BC4766C8-C4D7-4A0A-93A7-2A623E3022A9}" srcOrd="2" destOrd="0" parTransId="{6692D92D-4172-4EA7-8EC4-06F426AA81DA}" sibTransId="{2BE85E43-BC97-4CC4-A8B5-C970CF0D39A6}"/>
    <dgm:cxn modelId="{D8A9AFA7-5B66-433C-B0A5-460F550B3780}" type="presOf" srcId="{5D81EAEF-FB9F-4A86-8418-3467B207FA4F}" destId="{3DF27527-1D18-4DCF-B37A-B0843EBCBDC7}" srcOrd="0" destOrd="0" presId="urn:microsoft.com/office/officeart/2005/8/layout/orgChart1"/>
    <dgm:cxn modelId="{BF3988A8-1FE1-4C26-849A-FF9996710481}" type="presOf" srcId="{06F0EFDA-3496-47E5-88BE-71664DF47CCF}" destId="{811C2411-D0D8-4310-821B-D7BFD7F820EC}" srcOrd="0" destOrd="0" presId="urn:microsoft.com/office/officeart/2005/8/layout/orgChart1"/>
    <dgm:cxn modelId="{9CA6F4AC-C821-4571-983F-42984D68F06F}" type="presOf" srcId="{625FFBCA-4BC1-478A-AA05-A53172F37DEA}" destId="{257C3D2F-9E86-4714-9581-3F111217D5DA}" srcOrd="1" destOrd="0" presId="urn:microsoft.com/office/officeart/2005/8/layout/orgChart1"/>
    <dgm:cxn modelId="{AEA6F2AD-E13B-4AE9-A76A-9060818CE458}" type="presOf" srcId="{9B84C657-0CDE-4B9A-88EF-5CB963A3FC7D}" destId="{631D3DE8-A5E1-41A1-8D54-E5BEDA5208AD}" srcOrd="0" destOrd="0" presId="urn:microsoft.com/office/officeart/2005/8/layout/orgChart1"/>
    <dgm:cxn modelId="{CD3F98B5-1C50-480E-B65D-B5EFFDB1871F}" srcId="{9A911E2A-A620-4663-9E68-ED9CFBA9030D}" destId="{E8841AF4-FC0B-4375-9D1F-44623E28455F}" srcOrd="1" destOrd="0" parTransId="{8213ACD3-37F9-43BD-8A55-3EDF12BA98B5}" sibTransId="{00E9BB67-1B73-4871-BF68-EB5D1BAE6A6D}"/>
    <dgm:cxn modelId="{A17004B7-D89A-4C8A-BCCB-D85C59FAC29A}" type="presOf" srcId="{55E067A3-F20C-4981-98D4-2F396EA671AB}" destId="{AA87B43F-AA65-4FE9-827C-C0C5855C7259}" srcOrd="0" destOrd="0" presId="urn:microsoft.com/office/officeart/2005/8/layout/orgChart1"/>
    <dgm:cxn modelId="{AEE384BA-2A0B-4597-9894-995EB9D406CB}" type="presOf" srcId="{8213ACD3-37F9-43BD-8A55-3EDF12BA98B5}" destId="{C57D55BB-B818-45ED-8867-9E809FAB48D2}" srcOrd="0" destOrd="0" presId="urn:microsoft.com/office/officeart/2005/8/layout/orgChart1"/>
    <dgm:cxn modelId="{F2762ABE-3CFE-4E0A-AA44-6C8B31A2C770}" type="presOf" srcId="{4B4EC649-36A5-4CE2-9684-5326578E9316}" destId="{15D7787D-A621-4C83-ADF4-F5003A01F3E0}" srcOrd="0" destOrd="0" presId="urn:microsoft.com/office/officeart/2005/8/layout/orgChart1"/>
    <dgm:cxn modelId="{7ED15FBE-44B4-4461-9FFD-11628ECCF291}" srcId="{5118404E-A02E-4A54-9F82-03A03489075D}" destId="{1A7682AC-88ED-4126-AEE5-22C46D78695C}" srcOrd="0" destOrd="0" parTransId="{21D02F59-C061-4191-B66D-9EB983836956}" sibTransId="{B848A59A-6384-4EB7-A82E-84CADCA56F44}"/>
    <dgm:cxn modelId="{B7FE43BE-2FA1-4F39-96A7-C26BF9B3F550}" srcId="{AF37697C-0616-4F3F-A17A-38D2D8DFEBD0}" destId="{5DF44FA1-5104-4F86-9F8C-BC07D505D37F}" srcOrd="0" destOrd="0" parTransId="{5D81EAEF-FB9F-4A86-8418-3467B207FA4F}" sibTransId="{92802FCD-1080-4A15-8D7C-911AF9F1E8EA}"/>
    <dgm:cxn modelId="{FD5C2EBF-E777-471E-8E02-9B15943A3B5B}" type="presOf" srcId="{60752E90-8D2A-4D4A-A1EF-D1657EDC0709}" destId="{ED745706-012E-408B-B53A-2EA278DE9EAC}" srcOrd="0" destOrd="0" presId="urn:microsoft.com/office/officeart/2005/8/layout/orgChart1"/>
    <dgm:cxn modelId="{5E9163BF-E056-487E-A6D0-D2251CEE4D5C}" type="presOf" srcId="{BFA5F1C4-D30B-45FD-9166-D7B445DE9A95}" destId="{F9D87570-78AD-45D4-BE2C-4A9594F2249C}" srcOrd="0" destOrd="0" presId="urn:microsoft.com/office/officeart/2005/8/layout/orgChart1"/>
    <dgm:cxn modelId="{1AF3D7C0-9225-4639-BD01-23F9CEF88481}" type="presOf" srcId="{57AFCD53-0A60-4B15-8689-062AC078C4D4}" destId="{FADA94B8-10D1-4A98-B8DF-B1E1C4BA5E66}" srcOrd="1" destOrd="0" presId="urn:microsoft.com/office/officeart/2005/8/layout/orgChart1"/>
    <dgm:cxn modelId="{BB57B0C1-B3E7-40C2-B608-02D0FF1D4B46}" type="presOf" srcId="{EDB9A513-5613-47E7-83E2-43615B452B29}" destId="{099C25CE-2AA6-4B11-AA2C-117999271ACA}" srcOrd="0" destOrd="0" presId="urn:microsoft.com/office/officeart/2005/8/layout/orgChart1"/>
    <dgm:cxn modelId="{4D763DC3-9615-4666-8410-00C274A7AEEA}" type="presOf" srcId="{4B4EC649-36A5-4CE2-9684-5326578E9316}" destId="{48C706F0-CC25-4332-9CC0-ECEA39C00D4E}" srcOrd="1" destOrd="0" presId="urn:microsoft.com/office/officeart/2005/8/layout/orgChart1"/>
    <dgm:cxn modelId="{0E9676C3-E7BF-46EA-8993-6F855AA64C65}" type="presOf" srcId="{9B84C657-0CDE-4B9A-88EF-5CB963A3FC7D}" destId="{8CFFBA49-87BD-43FC-AAC9-5FDFF464A25E}" srcOrd="1" destOrd="0" presId="urn:microsoft.com/office/officeart/2005/8/layout/orgChart1"/>
    <dgm:cxn modelId="{C45189C3-B804-406B-B0FE-B9E3696A32DE}" type="presOf" srcId="{328A4C0E-5EEF-455D-BC2C-7EF188035CDA}" destId="{C8899CD3-B615-4150-A060-64B2E42C8E80}" srcOrd="0" destOrd="0" presId="urn:microsoft.com/office/officeart/2005/8/layout/orgChart1"/>
    <dgm:cxn modelId="{960A7BC5-635B-46FC-87A4-0EB1D181D19B}" srcId="{AF37697C-0616-4F3F-A17A-38D2D8DFEBD0}" destId="{4B81BE27-95F7-44AA-98B8-FF1DD20735CC}" srcOrd="1" destOrd="0" parTransId="{340E4B3B-B2F5-47D4-8B48-ED29244AA343}" sibTransId="{7AEB9E05-9784-47CB-88EB-DC25540593BD}"/>
    <dgm:cxn modelId="{CE1B12C6-6682-4A56-9B7D-EA3E08001033}" type="presOf" srcId="{F49466FA-5C1E-44F0-93EC-BE17D1C50178}" destId="{C666D146-F0EF-4ACB-97A2-4BCD14191CBD}" srcOrd="0" destOrd="0" presId="urn:microsoft.com/office/officeart/2005/8/layout/orgChart1"/>
    <dgm:cxn modelId="{2E94BFC8-17D6-4EBD-AC97-BC38F7BC6336}" type="presOf" srcId="{9A911E2A-A620-4663-9E68-ED9CFBA9030D}" destId="{B1CCF574-0EBB-4298-BF72-F396FD8BC398}" srcOrd="1" destOrd="0" presId="urn:microsoft.com/office/officeart/2005/8/layout/orgChart1"/>
    <dgm:cxn modelId="{792EE2C9-3B9C-46E1-84FA-095A0E088E87}" srcId="{AF37697C-0616-4F3F-A17A-38D2D8DFEBD0}" destId="{5E65495C-1175-40AB-A21E-56719694D208}" srcOrd="2" destOrd="0" parTransId="{3091445C-E80F-401C-A0A5-C7D1239C3E00}" sibTransId="{9FA981DC-2B30-4E6F-A5BF-4AD18C0D82AC}"/>
    <dgm:cxn modelId="{B141F5CE-E1B9-48AA-8334-1C17A5738923}" type="presOf" srcId="{4B81BE27-95F7-44AA-98B8-FF1DD20735CC}" destId="{AB3506F4-729A-4EAD-897A-1BBF2831080A}" srcOrd="0" destOrd="0" presId="urn:microsoft.com/office/officeart/2005/8/layout/orgChart1"/>
    <dgm:cxn modelId="{E9FC20D3-1DC0-44D0-A976-87F42A93BF66}" type="presOf" srcId="{A051CD9A-B716-4CEA-AD74-828E66FCE59C}" destId="{22D052E8-6B44-482A-A0D4-BF489E4AEFBB}" srcOrd="1" destOrd="0" presId="urn:microsoft.com/office/officeart/2005/8/layout/orgChart1"/>
    <dgm:cxn modelId="{13A80BD4-CFB6-4B8A-9F98-EADD3A7BEBF0}" type="presOf" srcId="{ABCB39A3-DD88-451E-9A80-D350892E400A}" destId="{49D4B913-C055-43BD-B882-82396B539CBB}" srcOrd="0" destOrd="0" presId="urn:microsoft.com/office/officeart/2005/8/layout/orgChart1"/>
    <dgm:cxn modelId="{C8B2CDD6-FF06-4C79-8900-0EB979A5795F}" type="presOf" srcId="{C2ABDABF-E7E9-45C0-8FEB-345F108A60BD}" destId="{84BE70BE-61FE-431E-8FF1-0E3BD6F6D490}" srcOrd="0" destOrd="0" presId="urn:microsoft.com/office/officeart/2005/8/layout/orgChart1"/>
    <dgm:cxn modelId="{A10132D9-F612-4B91-AC91-B781509972E5}" type="presOf" srcId="{7B899378-1540-4937-8DE5-5EAA1E362C68}" destId="{1A8B66DD-517B-4CF0-9C40-C1C3E80365F2}" srcOrd="1" destOrd="0" presId="urn:microsoft.com/office/officeart/2005/8/layout/orgChart1"/>
    <dgm:cxn modelId="{03E9E1D9-963E-4FE9-A863-E206A4BE815B}" srcId="{AF37697C-0616-4F3F-A17A-38D2D8DFEBD0}" destId="{432AE796-1A52-4D8E-874C-8513C20DB5DB}" srcOrd="4" destOrd="0" parTransId="{328A4C0E-5EEF-455D-BC2C-7EF188035CDA}" sibTransId="{525CF1EB-9524-4B11-BB5E-366D3038A535}"/>
    <dgm:cxn modelId="{F2BD37E0-F0BE-4EB3-9C83-F6C547A99F4B}" srcId="{4B81BE27-95F7-44AA-98B8-FF1DD20735CC}" destId="{A25832C2-A09E-4551-8697-446AA921CA87}" srcOrd="2" destOrd="0" parTransId="{98C3F9DF-60C5-48AC-8ABE-86EC44BC2A3A}" sibTransId="{D71E7077-D821-48A9-82A9-C01172DAF4B5}"/>
    <dgm:cxn modelId="{7C9D6FE2-0068-4C86-8C3F-0DAE8B071244}" srcId="{432AE796-1A52-4D8E-874C-8513C20DB5DB}" destId="{A3B2A16E-3F16-45BC-B6ED-43D9BDA0CC5D}" srcOrd="0" destOrd="0" parTransId="{BC1E972C-644E-49DA-BBF4-01FE7DB7B5FE}" sibTransId="{3455465E-DF33-421E-B100-5754FEBDDF9F}"/>
    <dgm:cxn modelId="{693BD9E2-82F4-4351-A6FB-0415D54952C8}" type="presOf" srcId="{83D64D59-D9C7-493A-A3EA-24C9585266D7}" destId="{BC32EA29-0FAD-4EDE-861F-CF515C2647B0}" srcOrd="0" destOrd="0" presId="urn:microsoft.com/office/officeart/2005/8/layout/orgChart1"/>
    <dgm:cxn modelId="{1AD834E8-315A-444E-A1B6-1CDB244F72AD}" type="presOf" srcId="{432AE796-1A52-4D8E-874C-8513C20DB5DB}" destId="{1E09886C-F575-4298-8298-48F05AF84085}" srcOrd="0" destOrd="0" presId="urn:microsoft.com/office/officeart/2005/8/layout/orgChart1"/>
    <dgm:cxn modelId="{E70C5CF2-AB73-4850-A9C2-A4F22E475EE1}" type="presOf" srcId="{625FFBCA-4BC1-478A-AA05-A53172F37DEA}" destId="{E86AA089-7AE8-4E76-9ADC-FC65D16094CB}" srcOrd="0" destOrd="0" presId="urn:microsoft.com/office/officeart/2005/8/layout/orgChart1"/>
    <dgm:cxn modelId="{74BBE9F3-7654-40A8-80E6-3385B0C91FBD}" type="presOf" srcId="{5118404E-A02E-4A54-9F82-03A03489075D}" destId="{967725E3-9F79-41A5-BA5B-8081F9A24D37}" srcOrd="0" destOrd="0" presId="urn:microsoft.com/office/officeart/2005/8/layout/orgChart1"/>
    <dgm:cxn modelId="{FA2E52F5-C675-48D2-AD31-0C06B88C4F99}" srcId="{5E65495C-1175-40AB-A21E-56719694D208}" destId="{625FFBCA-4BC1-478A-AA05-A53172F37DEA}" srcOrd="2" destOrd="0" parTransId="{83D64D59-D9C7-493A-A3EA-24C9585266D7}" sibTransId="{2EBD454E-5E3A-4AA3-BAB4-1726171AB3F3}"/>
    <dgm:cxn modelId="{5797E3F5-AC95-43C5-B74B-A79D88FBE9A1}" type="presOf" srcId="{86788F57-2D1D-4222-9768-BFD385497FA4}" destId="{75B46BE6-5BAE-413E-981C-2E03622CE694}" srcOrd="1" destOrd="0" presId="urn:microsoft.com/office/officeart/2005/8/layout/orgChart1"/>
    <dgm:cxn modelId="{69EEB1F6-F9E8-4C90-902F-83F9BFE392F4}" srcId="{AF37697C-0616-4F3F-A17A-38D2D8DFEBD0}" destId="{9A911E2A-A620-4663-9E68-ED9CFBA9030D}" srcOrd="3" destOrd="0" parTransId="{637E78D4-5C05-478A-94FC-FEA09C7D2894}" sibTransId="{3AFF0958-A5F3-4F04-B9AB-FDC01D4E4FD9}"/>
    <dgm:cxn modelId="{5545B5F6-D7B2-4205-B81D-492990F7F3A7}" srcId="{5E65495C-1175-40AB-A21E-56719694D208}" destId="{ABF4B55B-E68E-4631-BA2D-6BCF61203AAE}" srcOrd="0" destOrd="0" parTransId="{C5964105-CCFF-4076-B291-05296FA2BFED}" sibTransId="{0F6512F0-5885-46BE-A82F-15E30EA68443}"/>
    <dgm:cxn modelId="{2AC091FC-2739-4A9F-BB24-E2605575CA82}" srcId="{9A911E2A-A620-4663-9E68-ED9CFBA9030D}" destId="{90D20AA4-A9DE-4852-81CE-4FF04ACAC610}" srcOrd="0" destOrd="0" parTransId="{6414B5B7-3F8D-4E9E-9C46-7EC2CD45C7D3}" sibTransId="{BE77CB40-7A61-429E-B143-B88B1EE5A01E}"/>
    <dgm:cxn modelId="{70E392FD-CE70-4068-9933-6C41D4669F77}" type="presOf" srcId="{BC4766C8-C4D7-4A0A-93A7-2A623E3022A9}" destId="{270C62E2-6B2F-4E68-A501-E64DAADDF1E4}" srcOrd="1" destOrd="0" presId="urn:microsoft.com/office/officeart/2005/8/layout/orgChart1"/>
    <dgm:cxn modelId="{D95B28FE-0B01-481F-9B43-6CFA5F529FD6}" type="presOf" srcId="{A25832C2-A09E-4551-8697-446AA921CA87}" destId="{7627B1B5-7B3D-407C-8E48-A7631B75875D}" srcOrd="1" destOrd="0" presId="urn:microsoft.com/office/officeart/2005/8/layout/orgChart1"/>
    <dgm:cxn modelId="{B74361FE-F78B-4E1F-8035-2E45149058EB}" type="presOf" srcId="{340E4B3B-B2F5-47D4-8B48-ED29244AA343}" destId="{5275E374-3338-4FE8-BE93-B5FDA2CFDED4}" srcOrd="0" destOrd="0" presId="urn:microsoft.com/office/officeart/2005/8/layout/orgChart1"/>
    <dgm:cxn modelId="{5B11A60B-ACE5-4DE8-BE98-44E67FEB510F}" type="presParOf" srcId="{2D8A82D0-E435-4711-BB78-B568E0DFD232}" destId="{46099724-7A3D-4B5F-8E46-AD2D8D8257AB}" srcOrd="0" destOrd="0" presId="urn:microsoft.com/office/officeart/2005/8/layout/orgChart1"/>
    <dgm:cxn modelId="{80C76A98-CEBA-4C3B-8C92-09401218530C}" type="presParOf" srcId="{46099724-7A3D-4B5F-8E46-AD2D8D8257AB}" destId="{9D5EFD78-72B5-4D21-B15E-AEE58AB3F6A9}" srcOrd="0" destOrd="0" presId="urn:microsoft.com/office/officeart/2005/8/layout/orgChart1"/>
    <dgm:cxn modelId="{F365BC4C-DB76-4BC7-8287-535907B4EDD6}" type="presParOf" srcId="{9D5EFD78-72B5-4D21-B15E-AEE58AB3F6A9}" destId="{EA5520AC-5EA5-4BDC-B5C1-70FD0147A126}" srcOrd="0" destOrd="0" presId="urn:microsoft.com/office/officeart/2005/8/layout/orgChart1"/>
    <dgm:cxn modelId="{BF2ECD19-7E00-4717-84C6-EE0DD15E76E0}" type="presParOf" srcId="{9D5EFD78-72B5-4D21-B15E-AEE58AB3F6A9}" destId="{35CC161A-D7AE-4FBF-ADDB-4D00EFF88CAB}" srcOrd="1" destOrd="0" presId="urn:microsoft.com/office/officeart/2005/8/layout/orgChart1"/>
    <dgm:cxn modelId="{0FAE830E-F017-490E-ABED-9D6476C20449}" type="presParOf" srcId="{46099724-7A3D-4B5F-8E46-AD2D8D8257AB}" destId="{F2C20CEB-83FC-43AC-A797-EB34796FE88F}" srcOrd="1" destOrd="0" presId="urn:microsoft.com/office/officeart/2005/8/layout/orgChart1"/>
    <dgm:cxn modelId="{A14F0DC3-2698-4C54-9D23-99E8F5E5D81F}" type="presParOf" srcId="{F2C20CEB-83FC-43AC-A797-EB34796FE88F}" destId="{3DF27527-1D18-4DCF-B37A-B0843EBCBDC7}" srcOrd="0" destOrd="0" presId="urn:microsoft.com/office/officeart/2005/8/layout/orgChart1"/>
    <dgm:cxn modelId="{D8C29481-463E-4AE8-82AD-55761C3B77E1}" type="presParOf" srcId="{F2C20CEB-83FC-43AC-A797-EB34796FE88F}" destId="{16598540-F4CA-4DB1-A741-07772069D68A}" srcOrd="1" destOrd="0" presId="urn:microsoft.com/office/officeart/2005/8/layout/orgChart1"/>
    <dgm:cxn modelId="{6F6E6187-8325-466F-AA33-1D089ECB218C}" type="presParOf" srcId="{16598540-F4CA-4DB1-A741-07772069D68A}" destId="{B2A132B2-35A6-4838-B27F-CD107EFBB324}" srcOrd="0" destOrd="0" presId="urn:microsoft.com/office/officeart/2005/8/layout/orgChart1"/>
    <dgm:cxn modelId="{1597130C-4544-4BA0-8F4B-076735A63728}" type="presParOf" srcId="{B2A132B2-35A6-4838-B27F-CD107EFBB324}" destId="{20593AF1-A0CB-4313-8490-61D184CB7145}" srcOrd="0" destOrd="0" presId="urn:microsoft.com/office/officeart/2005/8/layout/orgChart1"/>
    <dgm:cxn modelId="{E7B05663-19BF-410B-BD74-343141D71111}" type="presParOf" srcId="{B2A132B2-35A6-4838-B27F-CD107EFBB324}" destId="{4E4B6468-8A42-457E-B4CB-8AE57679B55C}" srcOrd="1" destOrd="0" presId="urn:microsoft.com/office/officeart/2005/8/layout/orgChart1"/>
    <dgm:cxn modelId="{0D6669D4-AD3A-4AB9-A681-2AF0908D4069}" type="presParOf" srcId="{16598540-F4CA-4DB1-A741-07772069D68A}" destId="{13B2D379-C822-4AC6-86C2-38EADB535BCD}" srcOrd="1" destOrd="0" presId="urn:microsoft.com/office/officeart/2005/8/layout/orgChart1"/>
    <dgm:cxn modelId="{065C5D49-7461-4530-A504-429E2DDBBD6E}" type="presParOf" srcId="{13B2D379-C822-4AC6-86C2-38EADB535BCD}" destId="{84BE70BE-61FE-431E-8FF1-0E3BD6F6D490}" srcOrd="0" destOrd="0" presId="urn:microsoft.com/office/officeart/2005/8/layout/orgChart1"/>
    <dgm:cxn modelId="{1D7D75A2-07FA-4476-87ED-2A4D0D38EF31}" type="presParOf" srcId="{13B2D379-C822-4AC6-86C2-38EADB535BCD}" destId="{83E12DD0-FBF8-4D37-AFB8-7413F834CF6E}" srcOrd="1" destOrd="0" presId="urn:microsoft.com/office/officeart/2005/8/layout/orgChart1"/>
    <dgm:cxn modelId="{2FA75C23-E814-4A1A-BF79-758B84DDCF7D}" type="presParOf" srcId="{83E12DD0-FBF8-4D37-AFB8-7413F834CF6E}" destId="{AA6F99B1-A698-415D-9EB5-B05A9811FDD2}" srcOrd="0" destOrd="0" presId="urn:microsoft.com/office/officeart/2005/8/layout/orgChart1"/>
    <dgm:cxn modelId="{85AAADA0-A342-4866-A1B6-F10C22F6139B}" type="presParOf" srcId="{AA6F99B1-A698-415D-9EB5-B05A9811FDD2}" destId="{E1DE2FC5-9CDB-4767-9EA7-500138323F8D}" srcOrd="0" destOrd="0" presId="urn:microsoft.com/office/officeart/2005/8/layout/orgChart1"/>
    <dgm:cxn modelId="{7CD236FC-6797-437B-A41F-DC0E051AEFDC}" type="presParOf" srcId="{AA6F99B1-A698-415D-9EB5-B05A9811FDD2}" destId="{768705BB-EBCF-4014-A6EB-F6AEDFD47AEC}" srcOrd="1" destOrd="0" presId="urn:microsoft.com/office/officeart/2005/8/layout/orgChart1"/>
    <dgm:cxn modelId="{2060A427-09FE-4C67-B5AC-78E41BE66731}" type="presParOf" srcId="{83E12DD0-FBF8-4D37-AFB8-7413F834CF6E}" destId="{C8991475-C058-4D83-832F-5AF5C2E23A80}" srcOrd="1" destOrd="0" presId="urn:microsoft.com/office/officeart/2005/8/layout/orgChart1"/>
    <dgm:cxn modelId="{FD14C471-12DA-4140-9DAD-959CC1852798}" type="presParOf" srcId="{83E12DD0-FBF8-4D37-AFB8-7413F834CF6E}" destId="{0F4A4966-43DD-43C2-A989-0B0425C4040B}" srcOrd="2" destOrd="0" presId="urn:microsoft.com/office/officeart/2005/8/layout/orgChart1"/>
    <dgm:cxn modelId="{2A7740DE-CEC5-4B24-87CF-65F92DB3088A}" type="presParOf" srcId="{13B2D379-C822-4AC6-86C2-38EADB535BCD}" destId="{DD14A479-BADF-45D2-A817-1B1B3A7E2DAE}" srcOrd="2" destOrd="0" presId="urn:microsoft.com/office/officeart/2005/8/layout/orgChart1"/>
    <dgm:cxn modelId="{F1AC9F46-A69F-4F03-B005-88BB615BAA85}" type="presParOf" srcId="{13B2D379-C822-4AC6-86C2-38EADB535BCD}" destId="{15A403EB-9176-4709-B51B-DEC00E7A8971}" srcOrd="3" destOrd="0" presId="urn:microsoft.com/office/officeart/2005/8/layout/orgChart1"/>
    <dgm:cxn modelId="{0509DBB6-E7EF-413C-9F06-6A3192ECFD9B}" type="presParOf" srcId="{15A403EB-9176-4709-B51B-DEC00E7A8971}" destId="{95F32F25-01E0-4C83-AEC8-991486B805E4}" srcOrd="0" destOrd="0" presId="urn:microsoft.com/office/officeart/2005/8/layout/orgChart1"/>
    <dgm:cxn modelId="{27AF3B20-8C33-4326-B069-11971D2F16FE}" type="presParOf" srcId="{95F32F25-01E0-4C83-AEC8-991486B805E4}" destId="{631D3DE8-A5E1-41A1-8D54-E5BEDA5208AD}" srcOrd="0" destOrd="0" presId="urn:microsoft.com/office/officeart/2005/8/layout/orgChart1"/>
    <dgm:cxn modelId="{A7FC8D5A-74A5-48F1-B8AA-1349E87509EA}" type="presParOf" srcId="{95F32F25-01E0-4C83-AEC8-991486B805E4}" destId="{8CFFBA49-87BD-43FC-AAC9-5FDFF464A25E}" srcOrd="1" destOrd="0" presId="urn:microsoft.com/office/officeart/2005/8/layout/orgChart1"/>
    <dgm:cxn modelId="{C7660D16-EFFB-4E8C-86F5-D7DC9C971914}" type="presParOf" srcId="{15A403EB-9176-4709-B51B-DEC00E7A8971}" destId="{ECA4F8E6-97A2-4C0C-892E-8CEE2F3A7343}" srcOrd="1" destOrd="0" presId="urn:microsoft.com/office/officeart/2005/8/layout/orgChart1"/>
    <dgm:cxn modelId="{87396974-1C14-4BB7-BB2E-D4C1639871C5}" type="presParOf" srcId="{15A403EB-9176-4709-B51B-DEC00E7A8971}" destId="{7043B62E-0CC0-42C3-9B72-86AFC03F6272}" srcOrd="2" destOrd="0" presId="urn:microsoft.com/office/officeart/2005/8/layout/orgChart1"/>
    <dgm:cxn modelId="{ABB8A9F8-F833-4D56-9AF6-F1659D81393B}" type="presParOf" srcId="{13B2D379-C822-4AC6-86C2-38EADB535BCD}" destId="{49D4B913-C055-43BD-B882-82396B539CBB}" srcOrd="4" destOrd="0" presId="urn:microsoft.com/office/officeart/2005/8/layout/orgChart1"/>
    <dgm:cxn modelId="{9E88563E-2FDC-4EBE-9BAA-EE7D5ACC905E}" type="presParOf" srcId="{13B2D379-C822-4AC6-86C2-38EADB535BCD}" destId="{1A71BE03-173D-445A-92F8-5D3FC5231046}" srcOrd="5" destOrd="0" presId="urn:microsoft.com/office/officeart/2005/8/layout/orgChart1"/>
    <dgm:cxn modelId="{2067ABD1-C245-4DEE-9EF1-4535081C9BB9}" type="presParOf" srcId="{1A71BE03-173D-445A-92F8-5D3FC5231046}" destId="{A861F09E-D4BD-4CE3-86A8-EFF89D843FC6}" srcOrd="0" destOrd="0" presId="urn:microsoft.com/office/officeart/2005/8/layout/orgChart1"/>
    <dgm:cxn modelId="{4FDF29C5-BDDC-4134-89D0-B4A71BC644F2}" type="presParOf" srcId="{A861F09E-D4BD-4CE3-86A8-EFF89D843FC6}" destId="{19635511-5D84-48C7-94E8-4D9E5F29D2E0}" srcOrd="0" destOrd="0" presId="urn:microsoft.com/office/officeart/2005/8/layout/orgChart1"/>
    <dgm:cxn modelId="{2E297EB8-0934-4FF8-81BE-162F575DCA97}" type="presParOf" srcId="{A861F09E-D4BD-4CE3-86A8-EFF89D843FC6}" destId="{05B94657-FDAE-466A-98D9-9B0CD6E17ECB}" srcOrd="1" destOrd="0" presId="urn:microsoft.com/office/officeart/2005/8/layout/orgChart1"/>
    <dgm:cxn modelId="{17938412-F7A6-4B37-8FE8-8F01D8BD15D3}" type="presParOf" srcId="{1A71BE03-173D-445A-92F8-5D3FC5231046}" destId="{F03BAD6F-A8BB-4D01-8F06-0DC5381BBA72}" srcOrd="1" destOrd="0" presId="urn:microsoft.com/office/officeart/2005/8/layout/orgChart1"/>
    <dgm:cxn modelId="{2283B0AF-7FB6-40FD-9FA0-F3281955D6FE}" type="presParOf" srcId="{1A71BE03-173D-445A-92F8-5D3FC5231046}" destId="{5AC13D20-A6D0-4251-94E7-AF61456FD162}" srcOrd="2" destOrd="0" presId="urn:microsoft.com/office/officeart/2005/8/layout/orgChart1"/>
    <dgm:cxn modelId="{BD589B10-B1A8-434A-A131-35CCE97C7C85}" type="presParOf" srcId="{16598540-F4CA-4DB1-A741-07772069D68A}" destId="{B2B3B24F-7C61-4645-BEA7-74349F4E3BBA}" srcOrd="2" destOrd="0" presId="urn:microsoft.com/office/officeart/2005/8/layout/orgChart1"/>
    <dgm:cxn modelId="{02AF3EF0-3ED5-45BA-9357-6F5C3550F3EE}" type="presParOf" srcId="{F2C20CEB-83FC-43AC-A797-EB34796FE88F}" destId="{5275E374-3338-4FE8-BE93-B5FDA2CFDED4}" srcOrd="2" destOrd="0" presId="urn:microsoft.com/office/officeart/2005/8/layout/orgChart1"/>
    <dgm:cxn modelId="{87883438-9A69-4BEE-B484-B4183DAB4443}" type="presParOf" srcId="{F2C20CEB-83FC-43AC-A797-EB34796FE88F}" destId="{BE4B9D5D-A7BC-4078-9A23-95E8638EE09D}" srcOrd="3" destOrd="0" presId="urn:microsoft.com/office/officeart/2005/8/layout/orgChart1"/>
    <dgm:cxn modelId="{D9EE71AC-DE9E-4859-AACE-0837DA6C9B96}" type="presParOf" srcId="{BE4B9D5D-A7BC-4078-9A23-95E8638EE09D}" destId="{7E26E736-9E1F-43D1-8C94-1BB63B3B1C5C}" srcOrd="0" destOrd="0" presId="urn:microsoft.com/office/officeart/2005/8/layout/orgChart1"/>
    <dgm:cxn modelId="{CFE03D58-0EF7-4B1A-9312-38E591F3C2E8}" type="presParOf" srcId="{7E26E736-9E1F-43D1-8C94-1BB63B3B1C5C}" destId="{AB3506F4-729A-4EAD-897A-1BBF2831080A}" srcOrd="0" destOrd="0" presId="urn:microsoft.com/office/officeart/2005/8/layout/orgChart1"/>
    <dgm:cxn modelId="{A8953E9E-957E-4964-87EF-E3B8AC390BB3}" type="presParOf" srcId="{7E26E736-9E1F-43D1-8C94-1BB63B3B1C5C}" destId="{4405CE7F-ECD1-44A1-9118-002607969144}" srcOrd="1" destOrd="0" presId="urn:microsoft.com/office/officeart/2005/8/layout/orgChart1"/>
    <dgm:cxn modelId="{EFFD6C69-4439-46BB-B121-77A9127AE546}" type="presParOf" srcId="{BE4B9D5D-A7BC-4078-9A23-95E8638EE09D}" destId="{92132B7A-3614-4D00-B673-4F82AC4EA361}" srcOrd="1" destOrd="0" presId="urn:microsoft.com/office/officeart/2005/8/layout/orgChart1"/>
    <dgm:cxn modelId="{F2D4E020-E4E0-44CF-BCA3-C8D3DEC0B71B}" type="presParOf" srcId="{92132B7A-3614-4D00-B673-4F82AC4EA361}" destId="{811C2411-D0D8-4310-821B-D7BFD7F820EC}" srcOrd="0" destOrd="0" presId="urn:microsoft.com/office/officeart/2005/8/layout/orgChart1"/>
    <dgm:cxn modelId="{D9334920-82C2-4A44-BE25-9AD4CE146605}" type="presParOf" srcId="{92132B7A-3614-4D00-B673-4F82AC4EA361}" destId="{5F37608E-3F78-40C4-A4FD-6467139CAF4F}" srcOrd="1" destOrd="0" presId="urn:microsoft.com/office/officeart/2005/8/layout/orgChart1"/>
    <dgm:cxn modelId="{BC80D09B-37A6-4622-B1A8-5A4257DC8DD2}" type="presParOf" srcId="{5F37608E-3F78-40C4-A4FD-6467139CAF4F}" destId="{379A5BB2-7748-4D5E-82E1-F7E1372024CD}" srcOrd="0" destOrd="0" presId="urn:microsoft.com/office/officeart/2005/8/layout/orgChart1"/>
    <dgm:cxn modelId="{98D91F63-4630-4EFE-B6DD-B43F8112452E}" type="presParOf" srcId="{379A5BB2-7748-4D5E-82E1-F7E1372024CD}" destId="{D7E273AE-1042-49D1-9681-6212CA671D5A}" srcOrd="0" destOrd="0" presId="urn:microsoft.com/office/officeart/2005/8/layout/orgChart1"/>
    <dgm:cxn modelId="{A9D09B6A-3D16-4F7F-9966-C9752AA1B564}" type="presParOf" srcId="{379A5BB2-7748-4D5E-82E1-F7E1372024CD}" destId="{95FBCE8D-01B4-4CDE-B1D5-072E3FCCDB6B}" srcOrd="1" destOrd="0" presId="urn:microsoft.com/office/officeart/2005/8/layout/orgChart1"/>
    <dgm:cxn modelId="{B1386E11-CC56-4AB8-A695-5E9FFCE5FDFA}" type="presParOf" srcId="{5F37608E-3F78-40C4-A4FD-6467139CAF4F}" destId="{B0CF794F-1702-4D33-B37E-4E916D29207C}" srcOrd="1" destOrd="0" presId="urn:microsoft.com/office/officeart/2005/8/layout/orgChart1"/>
    <dgm:cxn modelId="{D37983C3-18B3-46C6-AD6D-2A485422C94B}" type="presParOf" srcId="{5F37608E-3F78-40C4-A4FD-6467139CAF4F}" destId="{A3A1FE31-BB9B-4CE8-AB7A-C7728440ACA7}" srcOrd="2" destOrd="0" presId="urn:microsoft.com/office/officeart/2005/8/layout/orgChart1"/>
    <dgm:cxn modelId="{E4E1FC5F-08C3-416C-A9AA-A75039A02A75}" type="presParOf" srcId="{92132B7A-3614-4D00-B673-4F82AC4EA361}" destId="{4519A3DF-4A4A-4583-A358-AD13A0C95C36}" srcOrd="2" destOrd="0" presId="urn:microsoft.com/office/officeart/2005/8/layout/orgChart1"/>
    <dgm:cxn modelId="{BC5DEF3F-C58C-4289-BF0C-1F6FBA310939}" type="presParOf" srcId="{92132B7A-3614-4D00-B673-4F82AC4EA361}" destId="{6EF2E4FA-374A-4A16-9D2B-D728150C4A75}" srcOrd="3" destOrd="0" presId="urn:microsoft.com/office/officeart/2005/8/layout/orgChart1"/>
    <dgm:cxn modelId="{AC597DA8-4ED2-4115-AB60-015E2BD62704}" type="presParOf" srcId="{6EF2E4FA-374A-4A16-9D2B-D728150C4A75}" destId="{877725B7-912C-4634-80C9-7ECCCBFA6633}" srcOrd="0" destOrd="0" presId="urn:microsoft.com/office/officeart/2005/8/layout/orgChart1"/>
    <dgm:cxn modelId="{DDB50E2F-10F1-447D-A4F6-9247CD02D422}" type="presParOf" srcId="{877725B7-912C-4634-80C9-7ECCCBFA6633}" destId="{1B9E7FA4-CCFB-4982-92F7-EC27454E6383}" srcOrd="0" destOrd="0" presId="urn:microsoft.com/office/officeart/2005/8/layout/orgChart1"/>
    <dgm:cxn modelId="{8C799491-CCE4-48BA-9A52-93D50D9FCD87}" type="presParOf" srcId="{877725B7-912C-4634-80C9-7ECCCBFA6633}" destId="{1A8B66DD-517B-4CF0-9C40-C1C3E80365F2}" srcOrd="1" destOrd="0" presId="urn:microsoft.com/office/officeart/2005/8/layout/orgChart1"/>
    <dgm:cxn modelId="{476F340B-0633-436B-9069-49D7F3B25EF4}" type="presParOf" srcId="{6EF2E4FA-374A-4A16-9D2B-D728150C4A75}" destId="{0E3C83C0-D10C-431F-B1EA-BAA2EC43DB8A}" srcOrd="1" destOrd="0" presId="urn:microsoft.com/office/officeart/2005/8/layout/orgChart1"/>
    <dgm:cxn modelId="{EE76ACF1-1CB1-4FA1-A316-0566489F66CB}" type="presParOf" srcId="{6EF2E4FA-374A-4A16-9D2B-D728150C4A75}" destId="{C3361BF4-F080-45FC-980B-E949B6BB90AE}" srcOrd="2" destOrd="0" presId="urn:microsoft.com/office/officeart/2005/8/layout/orgChart1"/>
    <dgm:cxn modelId="{1603577C-9257-4797-8BD0-27510FBE8754}" type="presParOf" srcId="{92132B7A-3614-4D00-B673-4F82AC4EA361}" destId="{C9C65614-5BE4-4429-B88B-D338530244E7}" srcOrd="4" destOrd="0" presId="urn:microsoft.com/office/officeart/2005/8/layout/orgChart1"/>
    <dgm:cxn modelId="{D6B98B2B-9F5B-4016-B363-69E92305E4E9}" type="presParOf" srcId="{92132B7A-3614-4D00-B673-4F82AC4EA361}" destId="{A9DCEE84-8C73-4BD4-9AD8-5527D6AB6E94}" srcOrd="5" destOrd="0" presId="urn:microsoft.com/office/officeart/2005/8/layout/orgChart1"/>
    <dgm:cxn modelId="{1A98B3EA-2460-4A72-A529-6C449CFAAC90}" type="presParOf" srcId="{A9DCEE84-8C73-4BD4-9AD8-5527D6AB6E94}" destId="{C4C7FF0A-A35B-4D70-9F65-6C8503D25DD0}" srcOrd="0" destOrd="0" presId="urn:microsoft.com/office/officeart/2005/8/layout/orgChart1"/>
    <dgm:cxn modelId="{EB014B17-DDB6-4EA9-94B6-652DF4A86273}" type="presParOf" srcId="{C4C7FF0A-A35B-4D70-9F65-6C8503D25DD0}" destId="{0011C72D-F59D-4AB0-AEAB-EFA49C1BBEB4}" srcOrd="0" destOrd="0" presId="urn:microsoft.com/office/officeart/2005/8/layout/orgChart1"/>
    <dgm:cxn modelId="{4C248E2A-99F7-40CC-8E53-98105FE2FF03}" type="presParOf" srcId="{C4C7FF0A-A35B-4D70-9F65-6C8503D25DD0}" destId="{7627B1B5-7B3D-407C-8E48-A7631B75875D}" srcOrd="1" destOrd="0" presId="urn:microsoft.com/office/officeart/2005/8/layout/orgChart1"/>
    <dgm:cxn modelId="{CB966FB1-A014-4409-8017-7E7EB028DFE3}" type="presParOf" srcId="{A9DCEE84-8C73-4BD4-9AD8-5527D6AB6E94}" destId="{56BCAFD1-C7D4-4149-BE7D-56696E2F92DF}" srcOrd="1" destOrd="0" presId="urn:microsoft.com/office/officeart/2005/8/layout/orgChart1"/>
    <dgm:cxn modelId="{FA4F1615-45E2-4F53-BE43-C6328394F756}" type="presParOf" srcId="{A9DCEE84-8C73-4BD4-9AD8-5527D6AB6E94}" destId="{1364036C-DD3C-4E47-AD51-776DE790598B}" srcOrd="2" destOrd="0" presId="urn:microsoft.com/office/officeart/2005/8/layout/orgChart1"/>
    <dgm:cxn modelId="{2BF0BA73-7DD2-4A97-9457-A079616FB4D5}" type="presParOf" srcId="{BE4B9D5D-A7BC-4078-9A23-95E8638EE09D}" destId="{27A1FF8E-1010-4A4C-B704-2E0A0B91253D}" srcOrd="2" destOrd="0" presId="urn:microsoft.com/office/officeart/2005/8/layout/orgChart1"/>
    <dgm:cxn modelId="{BD26110B-08D7-47C3-9324-13BAD2047DC0}" type="presParOf" srcId="{F2C20CEB-83FC-43AC-A797-EB34796FE88F}" destId="{E454F613-C928-4D8D-BAEB-EAD090D86CDB}" srcOrd="4" destOrd="0" presId="urn:microsoft.com/office/officeart/2005/8/layout/orgChart1"/>
    <dgm:cxn modelId="{C80D6981-A0BD-4D1E-9580-8EC4E2A1B5C5}" type="presParOf" srcId="{F2C20CEB-83FC-43AC-A797-EB34796FE88F}" destId="{BF006B92-6628-4E5C-B39B-CA31D9AF5E88}" srcOrd="5" destOrd="0" presId="urn:microsoft.com/office/officeart/2005/8/layout/orgChart1"/>
    <dgm:cxn modelId="{CB63F486-6B39-4F4E-943B-FA82BBF7DF27}" type="presParOf" srcId="{BF006B92-6628-4E5C-B39B-CA31D9AF5E88}" destId="{ED632910-8B3B-4AAE-A262-DD1CD0CBC080}" srcOrd="0" destOrd="0" presId="urn:microsoft.com/office/officeart/2005/8/layout/orgChart1"/>
    <dgm:cxn modelId="{F5A4F9BF-5019-4CFF-8AFC-CA24FD03D260}" type="presParOf" srcId="{ED632910-8B3B-4AAE-A262-DD1CD0CBC080}" destId="{8FF7673B-AE0E-4709-A30C-5ECF4597980C}" srcOrd="0" destOrd="0" presId="urn:microsoft.com/office/officeart/2005/8/layout/orgChart1"/>
    <dgm:cxn modelId="{A8650BA4-B6F0-495C-A42B-99F4435BF348}" type="presParOf" srcId="{ED632910-8B3B-4AAE-A262-DD1CD0CBC080}" destId="{A0AD6C1D-48A0-44BB-8852-F9545958674E}" srcOrd="1" destOrd="0" presId="urn:microsoft.com/office/officeart/2005/8/layout/orgChart1"/>
    <dgm:cxn modelId="{1B399D82-570F-4397-8C77-E02B94299C19}" type="presParOf" srcId="{BF006B92-6628-4E5C-B39B-CA31D9AF5E88}" destId="{6EA90381-FD39-4EEB-9915-9E84A7AEB8C7}" srcOrd="1" destOrd="0" presId="urn:microsoft.com/office/officeart/2005/8/layout/orgChart1"/>
    <dgm:cxn modelId="{BB246799-8BC2-4F8A-8268-A1ECF0794A47}" type="presParOf" srcId="{6EA90381-FD39-4EEB-9915-9E84A7AEB8C7}" destId="{F3A03858-C619-42AF-9FE4-A1A76C86A4B0}" srcOrd="0" destOrd="0" presId="urn:microsoft.com/office/officeart/2005/8/layout/orgChart1"/>
    <dgm:cxn modelId="{6ED085AC-242E-441A-BB74-4DEDD73C1ADA}" type="presParOf" srcId="{6EA90381-FD39-4EEB-9915-9E84A7AEB8C7}" destId="{EC961635-75E6-43BA-9119-487C7F18D103}" srcOrd="1" destOrd="0" presId="urn:microsoft.com/office/officeart/2005/8/layout/orgChart1"/>
    <dgm:cxn modelId="{A222EBF8-6EFE-47AC-AEFE-A6300FF3CF5B}" type="presParOf" srcId="{EC961635-75E6-43BA-9119-487C7F18D103}" destId="{2F2E3E6E-8214-4959-A554-B2488E3DB2B0}" srcOrd="0" destOrd="0" presId="urn:microsoft.com/office/officeart/2005/8/layout/orgChart1"/>
    <dgm:cxn modelId="{2E9B8E90-43F4-4AB0-8B35-86736B213D4D}" type="presParOf" srcId="{2F2E3E6E-8214-4959-A554-B2488E3DB2B0}" destId="{0379C858-EF8C-4E79-A803-E45618C9A830}" srcOrd="0" destOrd="0" presId="urn:microsoft.com/office/officeart/2005/8/layout/orgChart1"/>
    <dgm:cxn modelId="{2C92D8FD-6875-421E-9F37-A8719F5F5622}" type="presParOf" srcId="{2F2E3E6E-8214-4959-A554-B2488E3DB2B0}" destId="{87AACA37-EF7D-48FF-8CCF-C183A4345204}" srcOrd="1" destOrd="0" presId="urn:microsoft.com/office/officeart/2005/8/layout/orgChart1"/>
    <dgm:cxn modelId="{00F90E0B-8143-41C0-A4C0-D4F641F4E63C}" type="presParOf" srcId="{EC961635-75E6-43BA-9119-487C7F18D103}" destId="{CC418875-9A2B-46B1-BD1B-97603B15A6FD}" srcOrd="1" destOrd="0" presId="urn:microsoft.com/office/officeart/2005/8/layout/orgChart1"/>
    <dgm:cxn modelId="{37C5F304-E89B-479C-99BE-517CF00AA3DB}" type="presParOf" srcId="{EC961635-75E6-43BA-9119-487C7F18D103}" destId="{C43A0E73-1657-44F8-B534-8073BAEDF27E}" srcOrd="2" destOrd="0" presId="urn:microsoft.com/office/officeart/2005/8/layout/orgChart1"/>
    <dgm:cxn modelId="{64CF07F8-D26F-4E36-BD66-FA76DF72BFE3}" type="presParOf" srcId="{6EA90381-FD39-4EEB-9915-9E84A7AEB8C7}" destId="{099C25CE-2AA6-4B11-AA2C-117999271ACA}" srcOrd="2" destOrd="0" presId="urn:microsoft.com/office/officeart/2005/8/layout/orgChart1"/>
    <dgm:cxn modelId="{2BD6ED58-4895-41D5-9B54-1E4EE625F50A}" type="presParOf" srcId="{6EA90381-FD39-4EEB-9915-9E84A7AEB8C7}" destId="{C626BAE4-A7FF-48A5-8F94-1E0E82B041D0}" srcOrd="3" destOrd="0" presId="urn:microsoft.com/office/officeart/2005/8/layout/orgChart1"/>
    <dgm:cxn modelId="{5E6830DB-F147-41F7-9BBD-9DDECB1BF71E}" type="presParOf" srcId="{C626BAE4-A7FF-48A5-8F94-1E0E82B041D0}" destId="{43D00F01-A809-4A06-A550-79508A15CAB3}" srcOrd="0" destOrd="0" presId="urn:microsoft.com/office/officeart/2005/8/layout/orgChart1"/>
    <dgm:cxn modelId="{B556D310-4935-4E59-A742-F5DF25DD3487}" type="presParOf" srcId="{43D00F01-A809-4A06-A550-79508A15CAB3}" destId="{7A87AD6B-EAEA-44E0-B071-53299212ACD7}" srcOrd="0" destOrd="0" presId="urn:microsoft.com/office/officeart/2005/8/layout/orgChart1"/>
    <dgm:cxn modelId="{936F5CDA-C8A4-4C19-AE86-B6C01C4836C3}" type="presParOf" srcId="{43D00F01-A809-4A06-A550-79508A15CAB3}" destId="{22D052E8-6B44-482A-A0D4-BF489E4AEFBB}" srcOrd="1" destOrd="0" presId="urn:microsoft.com/office/officeart/2005/8/layout/orgChart1"/>
    <dgm:cxn modelId="{C5611B41-5EE4-4094-BB99-B64BC53C721A}" type="presParOf" srcId="{C626BAE4-A7FF-48A5-8F94-1E0E82B041D0}" destId="{4CBA9ED7-EEB4-4869-B284-9951FC4D716D}" srcOrd="1" destOrd="0" presId="urn:microsoft.com/office/officeart/2005/8/layout/orgChart1"/>
    <dgm:cxn modelId="{C49F1C39-A575-465D-8590-9ABDA12B0D04}" type="presParOf" srcId="{C626BAE4-A7FF-48A5-8F94-1E0E82B041D0}" destId="{8F8B9CD9-88ED-4EEA-83F8-7375C0FF7879}" srcOrd="2" destOrd="0" presId="urn:microsoft.com/office/officeart/2005/8/layout/orgChart1"/>
    <dgm:cxn modelId="{11130CAE-C5B3-4AE1-8C02-88E84FE9C234}" type="presParOf" srcId="{6EA90381-FD39-4EEB-9915-9E84A7AEB8C7}" destId="{BC32EA29-0FAD-4EDE-861F-CF515C2647B0}" srcOrd="4" destOrd="0" presId="urn:microsoft.com/office/officeart/2005/8/layout/orgChart1"/>
    <dgm:cxn modelId="{CAC99517-42D9-4641-A649-0D6B121680CA}" type="presParOf" srcId="{6EA90381-FD39-4EEB-9915-9E84A7AEB8C7}" destId="{7F269600-B8E5-4223-BFA6-7B4D03637C18}" srcOrd="5" destOrd="0" presId="urn:microsoft.com/office/officeart/2005/8/layout/orgChart1"/>
    <dgm:cxn modelId="{0DCE2C1E-23E7-4992-AD19-A9FAECB9EA61}" type="presParOf" srcId="{7F269600-B8E5-4223-BFA6-7B4D03637C18}" destId="{102A8E4E-21CB-48A8-A9E8-C46046EB1F45}" srcOrd="0" destOrd="0" presId="urn:microsoft.com/office/officeart/2005/8/layout/orgChart1"/>
    <dgm:cxn modelId="{F1FF2535-857C-4E98-BB6A-AEEE9CDE59FA}" type="presParOf" srcId="{102A8E4E-21CB-48A8-A9E8-C46046EB1F45}" destId="{E86AA089-7AE8-4E76-9ADC-FC65D16094CB}" srcOrd="0" destOrd="0" presId="urn:microsoft.com/office/officeart/2005/8/layout/orgChart1"/>
    <dgm:cxn modelId="{674CF9BE-CC7C-4A1D-8A60-B4FEB0169359}" type="presParOf" srcId="{102A8E4E-21CB-48A8-A9E8-C46046EB1F45}" destId="{257C3D2F-9E86-4714-9581-3F111217D5DA}" srcOrd="1" destOrd="0" presId="urn:microsoft.com/office/officeart/2005/8/layout/orgChart1"/>
    <dgm:cxn modelId="{9FBCEC99-ECE5-45E1-AA6B-A25EC34D48B5}" type="presParOf" srcId="{7F269600-B8E5-4223-BFA6-7B4D03637C18}" destId="{D80E4D1C-09E5-4DE5-8EB4-C6EB5B190C5A}" srcOrd="1" destOrd="0" presId="urn:microsoft.com/office/officeart/2005/8/layout/orgChart1"/>
    <dgm:cxn modelId="{D833C29D-54C3-41C5-9A4F-2483142E67BE}" type="presParOf" srcId="{7F269600-B8E5-4223-BFA6-7B4D03637C18}" destId="{477018CB-C255-4318-B494-760D7C7A3BD0}" srcOrd="2" destOrd="0" presId="urn:microsoft.com/office/officeart/2005/8/layout/orgChart1"/>
    <dgm:cxn modelId="{88D8A231-8859-4A64-9811-F27A193EB604}" type="presParOf" srcId="{6EA90381-FD39-4EEB-9915-9E84A7AEB8C7}" destId="{BE4909ED-6C0C-400A-AF08-20FDE0AB5FCA}" srcOrd="6" destOrd="0" presId="urn:microsoft.com/office/officeart/2005/8/layout/orgChart1"/>
    <dgm:cxn modelId="{9F36D74A-6159-45F6-82AD-6C477824B9A2}" type="presParOf" srcId="{6EA90381-FD39-4EEB-9915-9E84A7AEB8C7}" destId="{91F67A4B-4FCD-49B4-B4F2-23FCCBB80633}" srcOrd="7" destOrd="0" presId="urn:microsoft.com/office/officeart/2005/8/layout/orgChart1"/>
    <dgm:cxn modelId="{8F467A52-FAF5-4B12-B65B-C36C275E161B}" type="presParOf" srcId="{91F67A4B-4FCD-49B4-B4F2-23FCCBB80633}" destId="{96486A48-EDA5-4DC9-9A0D-B523EB692861}" srcOrd="0" destOrd="0" presId="urn:microsoft.com/office/officeart/2005/8/layout/orgChart1"/>
    <dgm:cxn modelId="{EFD3137D-FE45-4697-8934-4C75B90BE6B1}" type="presParOf" srcId="{96486A48-EDA5-4DC9-9A0D-B523EB692861}" destId="{3F175F6F-A3EF-49CA-B19F-9EA630FB8067}" srcOrd="0" destOrd="0" presId="urn:microsoft.com/office/officeart/2005/8/layout/orgChart1"/>
    <dgm:cxn modelId="{DBFEE012-CC54-4F32-89A5-319CAFF30356}" type="presParOf" srcId="{96486A48-EDA5-4DC9-9A0D-B523EB692861}" destId="{FADA94B8-10D1-4A98-B8DF-B1E1C4BA5E66}" srcOrd="1" destOrd="0" presId="urn:microsoft.com/office/officeart/2005/8/layout/orgChart1"/>
    <dgm:cxn modelId="{6A4AC809-2D85-4DFD-9673-B16F56507757}" type="presParOf" srcId="{91F67A4B-4FCD-49B4-B4F2-23FCCBB80633}" destId="{23E243B8-9EBA-41EE-AFF1-FB3A1C5D40DE}" srcOrd="1" destOrd="0" presId="urn:microsoft.com/office/officeart/2005/8/layout/orgChart1"/>
    <dgm:cxn modelId="{B4F1AC2E-9A8E-4FB6-A29C-746BA19CB47A}" type="presParOf" srcId="{91F67A4B-4FCD-49B4-B4F2-23FCCBB80633}" destId="{001F1339-54E8-46C1-B982-D2DE66BEE51B}" srcOrd="2" destOrd="0" presId="urn:microsoft.com/office/officeart/2005/8/layout/orgChart1"/>
    <dgm:cxn modelId="{462E05A9-281F-407A-BD23-9B507A7C6D85}" type="presParOf" srcId="{BF006B92-6628-4E5C-B39B-CA31D9AF5E88}" destId="{76261B6B-AE4E-40E5-9893-302A6EBF7668}" srcOrd="2" destOrd="0" presId="urn:microsoft.com/office/officeart/2005/8/layout/orgChart1"/>
    <dgm:cxn modelId="{6D69D382-C046-4421-B979-0DFA3813270E}" type="presParOf" srcId="{F2C20CEB-83FC-43AC-A797-EB34796FE88F}" destId="{CBAC184B-2CD5-45D8-BF30-F9E5C69D76A4}" srcOrd="6" destOrd="0" presId="urn:microsoft.com/office/officeart/2005/8/layout/orgChart1"/>
    <dgm:cxn modelId="{D6154275-23C4-4432-AF89-1897D7325DBD}" type="presParOf" srcId="{F2C20CEB-83FC-43AC-A797-EB34796FE88F}" destId="{4BC99822-4C86-4116-BFFD-57DD29848D4A}" srcOrd="7" destOrd="0" presId="urn:microsoft.com/office/officeart/2005/8/layout/orgChart1"/>
    <dgm:cxn modelId="{F4266F0B-D00C-476F-907F-E0AF3A83C1FF}" type="presParOf" srcId="{4BC99822-4C86-4116-BFFD-57DD29848D4A}" destId="{56420AF0-DEE0-497A-BE7C-1B522BD2AFEA}" srcOrd="0" destOrd="0" presId="urn:microsoft.com/office/officeart/2005/8/layout/orgChart1"/>
    <dgm:cxn modelId="{C63BA69E-2381-4D15-89B5-F5BD41FF2713}" type="presParOf" srcId="{56420AF0-DEE0-497A-BE7C-1B522BD2AFEA}" destId="{D027C480-8132-4644-A6F2-546C516D6F7E}" srcOrd="0" destOrd="0" presId="urn:microsoft.com/office/officeart/2005/8/layout/orgChart1"/>
    <dgm:cxn modelId="{36134DDD-D1B4-4D6A-ADF6-34C4D6ED39C9}" type="presParOf" srcId="{56420AF0-DEE0-497A-BE7C-1B522BD2AFEA}" destId="{B1CCF574-0EBB-4298-BF72-F396FD8BC398}" srcOrd="1" destOrd="0" presId="urn:microsoft.com/office/officeart/2005/8/layout/orgChart1"/>
    <dgm:cxn modelId="{995AF61D-91BB-42B0-99A1-0A9B833B0321}" type="presParOf" srcId="{4BC99822-4C86-4116-BFFD-57DD29848D4A}" destId="{AA663874-5ECE-49C0-AD06-C1971CA87EA5}" srcOrd="1" destOrd="0" presId="urn:microsoft.com/office/officeart/2005/8/layout/orgChart1"/>
    <dgm:cxn modelId="{5CB96A90-82FE-40F4-B8F3-DFCB96614EC3}" type="presParOf" srcId="{AA663874-5ECE-49C0-AD06-C1971CA87EA5}" destId="{CA5CD7E7-3F63-4E63-A24A-0D596FEC6A1B}" srcOrd="0" destOrd="0" presId="urn:microsoft.com/office/officeart/2005/8/layout/orgChart1"/>
    <dgm:cxn modelId="{8F27E990-0265-4881-942F-75CA737699C1}" type="presParOf" srcId="{AA663874-5ECE-49C0-AD06-C1971CA87EA5}" destId="{FC238259-3F4A-4D5A-B8A7-D9D6775F4C24}" srcOrd="1" destOrd="0" presId="urn:microsoft.com/office/officeart/2005/8/layout/orgChart1"/>
    <dgm:cxn modelId="{98125C35-9E75-48FF-9AA8-785F70FB0537}" type="presParOf" srcId="{FC238259-3F4A-4D5A-B8A7-D9D6775F4C24}" destId="{04CFC6BF-430F-47D2-8E80-36D6B5271A9A}" srcOrd="0" destOrd="0" presId="urn:microsoft.com/office/officeart/2005/8/layout/orgChart1"/>
    <dgm:cxn modelId="{B5DA22B2-7ADF-49D2-A1ED-264222E7D483}" type="presParOf" srcId="{04CFC6BF-430F-47D2-8E80-36D6B5271A9A}" destId="{F838054F-CA0C-4FAE-8D3C-5A315E987C23}" srcOrd="0" destOrd="0" presId="urn:microsoft.com/office/officeart/2005/8/layout/orgChart1"/>
    <dgm:cxn modelId="{A8CB5988-FF19-43D7-85D1-9D3935015F9F}" type="presParOf" srcId="{04CFC6BF-430F-47D2-8E80-36D6B5271A9A}" destId="{061D2CC3-B329-450B-8512-871BB40CAED8}" srcOrd="1" destOrd="0" presId="urn:microsoft.com/office/officeart/2005/8/layout/orgChart1"/>
    <dgm:cxn modelId="{DA3694FC-9BE3-483C-9BBB-B14120C9F715}" type="presParOf" srcId="{FC238259-3F4A-4D5A-B8A7-D9D6775F4C24}" destId="{73778524-6E0E-4777-B1FE-C76D9D7207A2}" srcOrd="1" destOrd="0" presId="urn:microsoft.com/office/officeart/2005/8/layout/orgChart1"/>
    <dgm:cxn modelId="{4C416D31-476A-407D-882B-E96E5D548B29}" type="presParOf" srcId="{73778524-6E0E-4777-B1FE-C76D9D7207A2}" destId="{83C006FE-BFE0-45C7-B2DE-F2A3BD415776}" srcOrd="0" destOrd="0" presId="urn:microsoft.com/office/officeart/2005/8/layout/orgChart1"/>
    <dgm:cxn modelId="{864D206D-53FF-4E7F-ABBA-C2A03E0D6B95}" type="presParOf" srcId="{73778524-6E0E-4777-B1FE-C76D9D7207A2}" destId="{98BDCA3A-D854-4629-962D-F640467FD8CA}" srcOrd="1" destOrd="0" presId="urn:microsoft.com/office/officeart/2005/8/layout/orgChart1"/>
    <dgm:cxn modelId="{A5653ED1-7222-4A88-B274-998E4967BF83}" type="presParOf" srcId="{98BDCA3A-D854-4629-962D-F640467FD8CA}" destId="{DAAA97B1-41F7-441C-A660-D6996CDDAA7D}" srcOrd="0" destOrd="0" presId="urn:microsoft.com/office/officeart/2005/8/layout/orgChart1"/>
    <dgm:cxn modelId="{F02573BC-4D52-466B-A85A-0D93BA58AD8A}" type="presParOf" srcId="{DAAA97B1-41F7-441C-A660-D6996CDDAA7D}" destId="{EAFC6D0C-7D1D-4EC9-BA9A-6C79249BB00D}" srcOrd="0" destOrd="0" presId="urn:microsoft.com/office/officeart/2005/8/layout/orgChart1"/>
    <dgm:cxn modelId="{18268A9D-2642-4615-835F-AB0414F5071E}" type="presParOf" srcId="{DAAA97B1-41F7-441C-A660-D6996CDDAA7D}" destId="{75B46BE6-5BAE-413E-981C-2E03622CE694}" srcOrd="1" destOrd="0" presId="urn:microsoft.com/office/officeart/2005/8/layout/orgChart1"/>
    <dgm:cxn modelId="{DC4D7E40-9EE0-4004-95D1-6F15D15D8BD9}" type="presParOf" srcId="{98BDCA3A-D854-4629-962D-F640467FD8CA}" destId="{5D35F759-643B-434A-AB4D-85D17AF836F8}" srcOrd="1" destOrd="0" presId="urn:microsoft.com/office/officeart/2005/8/layout/orgChart1"/>
    <dgm:cxn modelId="{CBB06A35-BE68-4488-B422-A8E38FF095F4}" type="presParOf" srcId="{98BDCA3A-D854-4629-962D-F640467FD8CA}" destId="{DB2DC159-FEBD-4FE1-A810-4960C467E111}" srcOrd="2" destOrd="0" presId="urn:microsoft.com/office/officeart/2005/8/layout/orgChart1"/>
    <dgm:cxn modelId="{F364B68A-20E7-4B1D-BE72-F8BE6DC2C55A}" type="presParOf" srcId="{73778524-6E0E-4777-B1FE-C76D9D7207A2}" destId="{ED745706-012E-408B-B53A-2EA278DE9EAC}" srcOrd="2" destOrd="0" presId="urn:microsoft.com/office/officeart/2005/8/layout/orgChart1"/>
    <dgm:cxn modelId="{5A74E2DF-7FA4-44D9-8B98-5D718260B3F1}" type="presParOf" srcId="{73778524-6E0E-4777-B1FE-C76D9D7207A2}" destId="{1756BB1F-4F24-4E91-9477-968702871177}" srcOrd="3" destOrd="0" presId="urn:microsoft.com/office/officeart/2005/8/layout/orgChart1"/>
    <dgm:cxn modelId="{EC7EB7DD-A362-4224-A669-6928B167BD6C}" type="presParOf" srcId="{1756BB1F-4F24-4E91-9477-968702871177}" destId="{4CD32C07-AA4E-4947-A423-D3285B5EDEBB}" srcOrd="0" destOrd="0" presId="urn:microsoft.com/office/officeart/2005/8/layout/orgChart1"/>
    <dgm:cxn modelId="{4E2E6FF8-3DE8-44B0-AC06-FC5AA4128C24}" type="presParOf" srcId="{4CD32C07-AA4E-4947-A423-D3285B5EDEBB}" destId="{DDC3F52F-0F90-4794-AEF8-18F35BBDCBFE}" srcOrd="0" destOrd="0" presId="urn:microsoft.com/office/officeart/2005/8/layout/orgChart1"/>
    <dgm:cxn modelId="{F74FC939-19C0-47EC-A6ED-359957B5F38B}" type="presParOf" srcId="{4CD32C07-AA4E-4947-A423-D3285B5EDEBB}" destId="{1616AF8B-D6EE-46E6-B4EA-960D5BE8AEC9}" srcOrd="1" destOrd="0" presId="urn:microsoft.com/office/officeart/2005/8/layout/orgChart1"/>
    <dgm:cxn modelId="{0957EAC8-C604-448A-81D8-E306276275A9}" type="presParOf" srcId="{1756BB1F-4F24-4E91-9477-968702871177}" destId="{C2DB4EDD-9D71-4263-BBC8-9BFC62C7509C}" srcOrd="1" destOrd="0" presId="urn:microsoft.com/office/officeart/2005/8/layout/orgChart1"/>
    <dgm:cxn modelId="{936C9BAD-D492-4320-87DD-CCE3E420E344}" type="presParOf" srcId="{1756BB1F-4F24-4E91-9477-968702871177}" destId="{BD59CBAF-5F57-497C-A185-8816B5B90C42}" srcOrd="2" destOrd="0" presId="urn:microsoft.com/office/officeart/2005/8/layout/orgChart1"/>
    <dgm:cxn modelId="{2BE805AE-16C3-4E3A-8977-0F4E43FC7039}" type="presParOf" srcId="{73778524-6E0E-4777-B1FE-C76D9D7207A2}" destId="{BA0D6A6B-92E3-4EB0-A640-D6AEFA7003C5}" srcOrd="4" destOrd="0" presId="urn:microsoft.com/office/officeart/2005/8/layout/orgChart1"/>
    <dgm:cxn modelId="{364F90B3-63F2-4FCA-9905-1D885D1B4958}" type="presParOf" srcId="{73778524-6E0E-4777-B1FE-C76D9D7207A2}" destId="{D39FA202-C4B0-42A6-84E7-50A06ADB91C0}" srcOrd="5" destOrd="0" presId="urn:microsoft.com/office/officeart/2005/8/layout/orgChart1"/>
    <dgm:cxn modelId="{E6E562A4-19CD-4FDE-B841-1BE40AF9FC96}" type="presParOf" srcId="{D39FA202-C4B0-42A6-84E7-50A06ADB91C0}" destId="{0712CC63-81D3-41F1-9D6C-7400325C06D6}" srcOrd="0" destOrd="0" presId="urn:microsoft.com/office/officeart/2005/8/layout/orgChart1"/>
    <dgm:cxn modelId="{B453087C-5F0D-4D8B-A308-3941B1B5719B}" type="presParOf" srcId="{0712CC63-81D3-41F1-9D6C-7400325C06D6}" destId="{B3351222-2519-4757-BBBE-3F4219A39D6D}" srcOrd="0" destOrd="0" presId="urn:microsoft.com/office/officeart/2005/8/layout/orgChart1"/>
    <dgm:cxn modelId="{B9E4FAB1-F1BD-49E7-BA4E-B94A69BA4943}" type="presParOf" srcId="{0712CC63-81D3-41F1-9D6C-7400325C06D6}" destId="{270C62E2-6B2F-4E68-A501-E64DAADDF1E4}" srcOrd="1" destOrd="0" presId="urn:microsoft.com/office/officeart/2005/8/layout/orgChart1"/>
    <dgm:cxn modelId="{8A83A658-18BC-493B-BE6F-8A33B76F4296}" type="presParOf" srcId="{D39FA202-C4B0-42A6-84E7-50A06ADB91C0}" destId="{0DC86FA4-EB65-49D0-A620-757BB154E4EA}" srcOrd="1" destOrd="0" presId="urn:microsoft.com/office/officeart/2005/8/layout/orgChart1"/>
    <dgm:cxn modelId="{35A5ADD5-2BDB-4565-94F2-7DB36F2B90D5}" type="presParOf" srcId="{D39FA202-C4B0-42A6-84E7-50A06ADB91C0}" destId="{29A3B810-2E50-4A2A-8CAE-7A8E940C3444}" srcOrd="2" destOrd="0" presId="urn:microsoft.com/office/officeart/2005/8/layout/orgChart1"/>
    <dgm:cxn modelId="{C5533C44-5EEF-405C-A07E-14CBA5C49B48}" type="presParOf" srcId="{FC238259-3F4A-4D5A-B8A7-D9D6775F4C24}" destId="{F68A6817-C216-4059-A76C-53D39951FA7A}" srcOrd="2" destOrd="0" presId="urn:microsoft.com/office/officeart/2005/8/layout/orgChart1"/>
    <dgm:cxn modelId="{21A8BEB4-5394-4002-B802-7AF0606C7A07}" type="presParOf" srcId="{AA663874-5ECE-49C0-AD06-C1971CA87EA5}" destId="{C57D55BB-B818-45ED-8867-9E809FAB48D2}" srcOrd="2" destOrd="0" presId="urn:microsoft.com/office/officeart/2005/8/layout/orgChart1"/>
    <dgm:cxn modelId="{4CC9728E-BD11-42FA-B0F1-B7145B839033}" type="presParOf" srcId="{AA663874-5ECE-49C0-AD06-C1971CA87EA5}" destId="{C8FA3FBC-FFFA-494E-A89A-3CC9E45406AD}" srcOrd="3" destOrd="0" presId="urn:microsoft.com/office/officeart/2005/8/layout/orgChart1"/>
    <dgm:cxn modelId="{C9366ACE-A68C-447D-A0BF-C36E8D021EFF}" type="presParOf" srcId="{C8FA3FBC-FFFA-494E-A89A-3CC9E45406AD}" destId="{40C99701-4996-49BB-90FF-2879CEBC0FD1}" srcOrd="0" destOrd="0" presId="urn:microsoft.com/office/officeart/2005/8/layout/orgChart1"/>
    <dgm:cxn modelId="{CFB79886-28D4-4D85-B7F6-F66C10D82440}" type="presParOf" srcId="{40C99701-4996-49BB-90FF-2879CEBC0FD1}" destId="{774FE21C-61CD-44A7-8E4B-EFF9B392A02C}" srcOrd="0" destOrd="0" presId="urn:microsoft.com/office/officeart/2005/8/layout/orgChart1"/>
    <dgm:cxn modelId="{4962918C-71F2-4F17-8089-FCD9C3C4ABE4}" type="presParOf" srcId="{40C99701-4996-49BB-90FF-2879CEBC0FD1}" destId="{6C8B79F0-ADEA-496B-B93B-F333B696ED5C}" srcOrd="1" destOrd="0" presId="urn:microsoft.com/office/officeart/2005/8/layout/orgChart1"/>
    <dgm:cxn modelId="{98DB08F2-DE40-402B-9260-C6D6A178C6CF}" type="presParOf" srcId="{C8FA3FBC-FFFA-494E-A89A-3CC9E45406AD}" destId="{794FBC40-60F9-41C9-B3C0-ECBE45F44CA8}" srcOrd="1" destOrd="0" presId="urn:microsoft.com/office/officeart/2005/8/layout/orgChart1"/>
    <dgm:cxn modelId="{1F6496D3-2DDD-4807-8FC2-C06857156FEB}" type="presParOf" srcId="{794FBC40-60F9-41C9-B3C0-ECBE45F44CA8}" destId="{5F79D39C-84EE-43A9-82C4-9FA7AA621752}" srcOrd="0" destOrd="0" presId="urn:microsoft.com/office/officeart/2005/8/layout/orgChart1"/>
    <dgm:cxn modelId="{DBB9BF7D-01C4-4FB2-876D-D099337B6A2E}" type="presParOf" srcId="{794FBC40-60F9-41C9-B3C0-ECBE45F44CA8}" destId="{8CA0B360-C3F2-40F7-B60B-FDA54B93F730}" srcOrd="1" destOrd="0" presId="urn:microsoft.com/office/officeart/2005/8/layout/orgChart1"/>
    <dgm:cxn modelId="{42FBB53F-DEDA-4240-9636-01838CC62F39}" type="presParOf" srcId="{8CA0B360-C3F2-40F7-B60B-FDA54B93F730}" destId="{96880C1C-229E-43E0-A431-DAD7750B6F66}" srcOrd="0" destOrd="0" presId="urn:microsoft.com/office/officeart/2005/8/layout/orgChart1"/>
    <dgm:cxn modelId="{918D95EC-4EF8-4136-A938-2B5A3DE34C6F}" type="presParOf" srcId="{96880C1C-229E-43E0-A431-DAD7750B6F66}" destId="{44E2B3F0-55E3-4AC0-A92F-0C9F97DB8031}" srcOrd="0" destOrd="0" presId="urn:microsoft.com/office/officeart/2005/8/layout/orgChart1"/>
    <dgm:cxn modelId="{22EBC59F-7179-436E-9497-5A53E2BA281D}" type="presParOf" srcId="{96880C1C-229E-43E0-A431-DAD7750B6F66}" destId="{F62C52FC-710D-452A-853B-052FF4ADBFDF}" srcOrd="1" destOrd="0" presId="urn:microsoft.com/office/officeart/2005/8/layout/orgChart1"/>
    <dgm:cxn modelId="{828EB099-B728-451A-A052-F504A1CC8735}" type="presParOf" srcId="{8CA0B360-C3F2-40F7-B60B-FDA54B93F730}" destId="{25F77EB5-3C49-4A82-9653-1AAEA3B8F94A}" srcOrd="1" destOrd="0" presId="urn:microsoft.com/office/officeart/2005/8/layout/orgChart1"/>
    <dgm:cxn modelId="{49B3436C-99CB-4107-8AC2-D0FD22555301}" type="presParOf" srcId="{8CA0B360-C3F2-40F7-B60B-FDA54B93F730}" destId="{7BE0D40B-4148-4912-92B0-264585C92449}" srcOrd="2" destOrd="0" presId="urn:microsoft.com/office/officeart/2005/8/layout/orgChart1"/>
    <dgm:cxn modelId="{4B2DA2F6-56D8-4E85-BD23-C910C10B6914}" type="presParOf" srcId="{794FBC40-60F9-41C9-B3C0-ECBE45F44CA8}" destId="{C666D146-F0EF-4ACB-97A2-4BCD14191CBD}" srcOrd="2" destOrd="0" presId="urn:microsoft.com/office/officeart/2005/8/layout/orgChart1"/>
    <dgm:cxn modelId="{5345C833-B896-4212-BC63-0217DB37B448}" type="presParOf" srcId="{794FBC40-60F9-41C9-B3C0-ECBE45F44CA8}" destId="{6B55CE16-F24F-4793-A7B7-E8868742A43B}" srcOrd="3" destOrd="0" presId="urn:microsoft.com/office/officeart/2005/8/layout/orgChart1"/>
    <dgm:cxn modelId="{2C667396-7684-4DC3-B105-F722E766EAB6}" type="presParOf" srcId="{6B55CE16-F24F-4793-A7B7-E8868742A43B}" destId="{3C62E947-3C14-458C-B309-60E6161A9577}" srcOrd="0" destOrd="0" presId="urn:microsoft.com/office/officeart/2005/8/layout/orgChart1"/>
    <dgm:cxn modelId="{AF5A5C02-B21F-4DA9-8955-DC886099FD98}" type="presParOf" srcId="{3C62E947-3C14-458C-B309-60E6161A9577}" destId="{15D7787D-A621-4C83-ADF4-F5003A01F3E0}" srcOrd="0" destOrd="0" presId="urn:microsoft.com/office/officeart/2005/8/layout/orgChart1"/>
    <dgm:cxn modelId="{C5F5E906-E1EB-4D4D-887D-DE44CD3236DA}" type="presParOf" srcId="{3C62E947-3C14-458C-B309-60E6161A9577}" destId="{48C706F0-CC25-4332-9CC0-ECEA39C00D4E}" srcOrd="1" destOrd="0" presId="urn:microsoft.com/office/officeart/2005/8/layout/orgChart1"/>
    <dgm:cxn modelId="{B8F53D00-4580-4265-8472-731372AD5B0A}" type="presParOf" srcId="{6B55CE16-F24F-4793-A7B7-E8868742A43B}" destId="{63225B29-A36E-45DC-B2FE-81B4CE65060C}" srcOrd="1" destOrd="0" presId="urn:microsoft.com/office/officeart/2005/8/layout/orgChart1"/>
    <dgm:cxn modelId="{DFF1F2FA-9B07-400A-842E-6F0FBEC47F09}" type="presParOf" srcId="{6B55CE16-F24F-4793-A7B7-E8868742A43B}" destId="{0EFDBA3A-51B0-4A42-8FE9-3529503FDAEE}" srcOrd="2" destOrd="0" presId="urn:microsoft.com/office/officeart/2005/8/layout/orgChart1"/>
    <dgm:cxn modelId="{D1B7D440-256D-43C0-8214-E84557C46F26}" type="presParOf" srcId="{794FBC40-60F9-41C9-B3C0-ECBE45F44CA8}" destId="{AA87B43F-AA65-4FE9-827C-C0C5855C7259}" srcOrd="4" destOrd="0" presId="urn:microsoft.com/office/officeart/2005/8/layout/orgChart1"/>
    <dgm:cxn modelId="{9AD4C97D-EBB4-4A8B-99F5-0FD12D1F5677}" type="presParOf" srcId="{794FBC40-60F9-41C9-B3C0-ECBE45F44CA8}" destId="{029131A5-A0D4-4049-B45D-A90D580093A0}" srcOrd="5" destOrd="0" presId="urn:microsoft.com/office/officeart/2005/8/layout/orgChart1"/>
    <dgm:cxn modelId="{A9A2E570-1B4C-41D7-85D6-D5F5511292F7}" type="presParOf" srcId="{029131A5-A0D4-4049-B45D-A90D580093A0}" destId="{91DDB7DE-E549-4376-8C0B-1AC08A903E99}" srcOrd="0" destOrd="0" presId="urn:microsoft.com/office/officeart/2005/8/layout/orgChart1"/>
    <dgm:cxn modelId="{37C826EA-C865-4D99-9C66-33FC4C30F367}" type="presParOf" srcId="{91DDB7DE-E549-4376-8C0B-1AC08A903E99}" destId="{F9D87570-78AD-45D4-BE2C-4A9594F2249C}" srcOrd="0" destOrd="0" presId="urn:microsoft.com/office/officeart/2005/8/layout/orgChart1"/>
    <dgm:cxn modelId="{2501A8E3-26D7-477C-A7E7-9871004589C8}" type="presParOf" srcId="{91DDB7DE-E549-4376-8C0B-1AC08A903E99}" destId="{CC1EAD62-1C3B-48E5-9DC8-F7A285D3F291}" srcOrd="1" destOrd="0" presId="urn:microsoft.com/office/officeart/2005/8/layout/orgChart1"/>
    <dgm:cxn modelId="{10FA7320-7F8E-410E-8BF0-5F6AE8803641}" type="presParOf" srcId="{029131A5-A0D4-4049-B45D-A90D580093A0}" destId="{90E8D7A1-D5A8-4C9C-BAAC-BEA00FCDA63B}" srcOrd="1" destOrd="0" presId="urn:microsoft.com/office/officeart/2005/8/layout/orgChart1"/>
    <dgm:cxn modelId="{E3D083BB-14D8-4283-A3F4-C63C8F407AA2}" type="presParOf" srcId="{029131A5-A0D4-4049-B45D-A90D580093A0}" destId="{02DEDD26-1937-471A-AF8D-2572BF614E8D}" srcOrd="2" destOrd="0" presId="urn:microsoft.com/office/officeart/2005/8/layout/orgChart1"/>
    <dgm:cxn modelId="{FCED4615-8470-44AD-84A5-39CAD65E1FE4}" type="presParOf" srcId="{C8FA3FBC-FFFA-494E-A89A-3CC9E45406AD}" destId="{139B2DFC-8AD8-4D4A-8580-54BB0881E52C}" srcOrd="2" destOrd="0" presId="urn:microsoft.com/office/officeart/2005/8/layout/orgChart1"/>
    <dgm:cxn modelId="{CE2A485D-13A2-46CA-A403-D6693E3306B7}" type="presParOf" srcId="{4BC99822-4C86-4116-BFFD-57DD29848D4A}" destId="{1E4DDF62-D9C2-4976-86F2-F111C4F4360D}" srcOrd="2" destOrd="0" presId="urn:microsoft.com/office/officeart/2005/8/layout/orgChart1"/>
    <dgm:cxn modelId="{7A99E1FD-4C76-4B7C-80D3-CA9C97C484F1}" type="presParOf" srcId="{F2C20CEB-83FC-43AC-A797-EB34796FE88F}" destId="{C8899CD3-B615-4150-A060-64B2E42C8E80}" srcOrd="8" destOrd="0" presId="urn:microsoft.com/office/officeart/2005/8/layout/orgChart1"/>
    <dgm:cxn modelId="{282C35F5-EF08-4F2D-A209-FD0EB0B5FD1A}" type="presParOf" srcId="{F2C20CEB-83FC-43AC-A797-EB34796FE88F}" destId="{591B742B-0A51-4459-B58C-F5A79A0F50E8}" srcOrd="9" destOrd="0" presId="urn:microsoft.com/office/officeart/2005/8/layout/orgChart1"/>
    <dgm:cxn modelId="{0AC5358A-EAC5-4DF0-9A7F-E14FF4A3BE9A}" type="presParOf" srcId="{591B742B-0A51-4459-B58C-F5A79A0F50E8}" destId="{30761888-411E-430E-8CBC-9C94DDF1A963}" srcOrd="0" destOrd="0" presId="urn:microsoft.com/office/officeart/2005/8/layout/orgChart1"/>
    <dgm:cxn modelId="{CC22DC23-721F-4EE7-9918-EAA70F59004F}" type="presParOf" srcId="{30761888-411E-430E-8CBC-9C94DDF1A963}" destId="{1E09886C-F575-4298-8298-48F05AF84085}" srcOrd="0" destOrd="0" presId="urn:microsoft.com/office/officeart/2005/8/layout/orgChart1"/>
    <dgm:cxn modelId="{5E4DA4C9-8B7D-4DFB-93D7-E540EEF98964}" type="presParOf" srcId="{30761888-411E-430E-8CBC-9C94DDF1A963}" destId="{8D57F630-A866-4FC3-9A58-268357F18AE7}" srcOrd="1" destOrd="0" presId="urn:microsoft.com/office/officeart/2005/8/layout/orgChart1"/>
    <dgm:cxn modelId="{519421F3-6E79-491F-8C11-A2A2683FC81A}" type="presParOf" srcId="{591B742B-0A51-4459-B58C-F5A79A0F50E8}" destId="{12DC0CB8-6F12-47F7-8169-0DFA1010886E}" srcOrd="1" destOrd="0" presId="urn:microsoft.com/office/officeart/2005/8/layout/orgChart1"/>
    <dgm:cxn modelId="{A72BA692-A1A9-4CB3-8D4F-7B882ACE7625}" type="presParOf" srcId="{12DC0CB8-6F12-47F7-8169-0DFA1010886E}" destId="{A1DE0E10-DEDE-479B-B968-0593F8F1A749}" srcOrd="0" destOrd="0" presId="urn:microsoft.com/office/officeart/2005/8/layout/orgChart1"/>
    <dgm:cxn modelId="{184D2D01-CC75-4CF4-A99A-C7790E7108C0}" type="presParOf" srcId="{12DC0CB8-6F12-47F7-8169-0DFA1010886E}" destId="{495C8AE3-982F-44FF-BD54-25E9A99FB856}" srcOrd="1" destOrd="0" presId="urn:microsoft.com/office/officeart/2005/8/layout/orgChart1"/>
    <dgm:cxn modelId="{D7035DE9-0A9C-46C0-BFD6-B564DAFF8631}" type="presParOf" srcId="{495C8AE3-982F-44FF-BD54-25E9A99FB856}" destId="{3211B538-7E63-4094-834D-851C8FF16A4A}" srcOrd="0" destOrd="0" presId="urn:microsoft.com/office/officeart/2005/8/layout/orgChart1"/>
    <dgm:cxn modelId="{892B29E7-AAC9-457B-A434-2110C2D1660A}" type="presParOf" srcId="{3211B538-7E63-4094-834D-851C8FF16A4A}" destId="{24B7F4AB-9809-4100-9C6C-ABE4AC292961}" srcOrd="0" destOrd="0" presId="urn:microsoft.com/office/officeart/2005/8/layout/orgChart1"/>
    <dgm:cxn modelId="{3DAEFF22-97D1-44E3-BAA1-315088BF3152}" type="presParOf" srcId="{3211B538-7E63-4094-834D-851C8FF16A4A}" destId="{B9131C79-FD83-4678-922A-13EA3731B5AE}" srcOrd="1" destOrd="0" presId="urn:microsoft.com/office/officeart/2005/8/layout/orgChart1"/>
    <dgm:cxn modelId="{5584FDB8-DB20-4262-8C17-685788187B4C}" type="presParOf" srcId="{495C8AE3-982F-44FF-BD54-25E9A99FB856}" destId="{A3A883B8-8E4C-4F61-A879-3FE8F1B76EFE}" srcOrd="1" destOrd="0" presId="urn:microsoft.com/office/officeart/2005/8/layout/orgChart1"/>
    <dgm:cxn modelId="{550E4F71-E28E-46C7-905D-BBBC83E6E5FF}" type="presParOf" srcId="{495C8AE3-982F-44FF-BD54-25E9A99FB856}" destId="{054D1FEA-2E27-4F83-846C-3D7D5B03BCD1}" srcOrd="2" destOrd="0" presId="urn:microsoft.com/office/officeart/2005/8/layout/orgChart1"/>
    <dgm:cxn modelId="{1121F19C-21AF-48CB-B174-1546685025DA}" type="presParOf" srcId="{12DC0CB8-6F12-47F7-8169-0DFA1010886E}" destId="{5C6509D9-5A12-49BE-A07F-AE54B40807A0}" srcOrd="2" destOrd="0" presId="urn:microsoft.com/office/officeart/2005/8/layout/orgChart1"/>
    <dgm:cxn modelId="{E9EEBE4A-11AB-4916-B4A6-6190A95648AF}" type="presParOf" srcId="{12DC0CB8-6F12-47F7-8169-0DFA1010886E}" destId="{A695151A-85D9-44FD-AFBB-1D0739C47E62}" srcOrd="3" destOrd="0" presId="urn:microsoft.com/office/officeart/2005/8/layout/orgChart1"/>
    <dgm:cxn modelId="{9486A010-DF40-4850-A27F-3ABCD784EC94}" type="presParOf" srcId="{A695151A-85D9-44FD-AFBB-1D0739C47E62}" destId="{54F53B9A-2D96-4035-9C05-2DE8471DD0B4}" srcOrd="0" destOrd="0" presId="urn:microsoft.com/office/officeart/2005/8/layout/orgChart1"/>
    <dgm:cxn modelId="{9A4F0EF7-6E35-4815-AE3A-D1ADB8FF7A9B}" type="presParOf" srcId="{54F53B9A-2D96-4035-9C05-2DE8471DD0B4}" destId="{9100C3E3-2B5C-4D6F-9D9D-6F26A378158A}" srcOrd="0" destOrd="0" presId="urn:microsoft.com/office/officeart/2005/8/layout/orgChart1"/>
    <dgm:cxn modelId="{04021F2B-DA94-4CCC-97F7-E234E451A6ED}" type="presParOf" srcId="{54F53B9A-2D96-4035-9C05-2DE8471DD0B4}" destId="{B97A4284-7ED1-4456-BB2A-0B1CCB78BBF7}" srcOrd="1" destOrd="0" presId="urn:microsoft.com/office/officeart/2005/8/layout/orgChart1"/>
    <dgm:cxn modelId="{A1F6D8DF-EA4B-4F25-8CC6-958A65270F95}" type="presParOf" srcId="{A695151A-85D9-44FD-AFBB-1D0739C47E62}" destId="{7D6B6DA3-4ABB-4A9F-8339-EFD80224AC34}" srcOrd="1" destOrd="0" presId="urn:microsoft.com/office/officeart/2005/8/layout/orgChart1"/>
    <dgm:cxn modelId="{3E1553C3-025C-413E-9F37-5AD1659533E5}" type="presParOf" srcId="{A695151A-85D9-44FD-AFBB-1D0739C47E62}" destId="{084A8657-F49F-40BE-AF62-2094C74E6972}" srcOrd="2" destOrd="0" presId="urn:microsoft.com/office/officeart/2005/8/layout/orgChart1"/>
    <dgm:cxn modelId="{2DEE78B0-3704-41AD-8115-D2CFA258F5A9}" type="presParOf" srcId="{591B742B-0A51-4459-B58C-F5A79A0F50E8}" destId="{E84296BF-9C9B-4ABD-A14A-8F9CB40CFE0C}" srcOrd="2" destOrd="0" presId="urn:microsoft.com/office/officeart/2005/8/layout/orgChart1"/>
    <dgm:cxn modelId="{1EF962BE-F2CC-4F32-BE4C-8995F246A9E3}" type="presParOf" srcId="{F2C20CEB-83FC-43AC-A797-EB34796FE88F}" destId="{93288DA8-E787-4DDA-9135-A7EA2721CDA1}" srcOrd="10" destOrd="0" presId="urn:microsoft.com/office/officeart/2005/8/layout/orgChart1"/>
    <dgm:cxn modelId="{451CB9BC-580E-4E84-9CA8-5E1527B56C85}" type="presParOf" srcId="{F2C20CEB-83FC-43AC-A797-EB34796FE88F}" destId="{9BB37CBB-CB38-4328-B261-7B83D5DF1B58}" srcOrd="11" destOrd="0" presId="urn:microsoft.com/office/officeart/2005/8/layout/orgChart1"/>
    <dgm:cxn modelId="{1D947CFA-05AC-408A-9D1F-A7496DCEB40E}" type="presParOf" srcId="{9BB37CBB-CB38-4328-B261-7B83D5DF1B58}" destId="{2CABE1D9-7CD9-4854-BF32-092A6C49D31D}" srcOrd="0" destOrd="0" presId="urn:microsoft.com/office/officeart/2005/8/layout/orgChart1"/>
    <dgm:cxn modelId="{AAA0363B-5E32-48DD-BE42-183B05A591CF}" type="presParOf" srcId="{2CABE1D9-7CD9-4854-BF32-092A6C49D31D}" destId="{967725E3-9F79-41A5-BA5B-8081F9A24D37}" srcOrd="0" destOrd="0" presId="urn:microsoft.com/office/officeart/2005/8/layout/orgChart1"/>
    <dgm:cxn modelId="{A32073F6-CF27-406D-8F40-F2634BD27FD8}" type="presParOf" srcId="{2CABE1D9-7CD9-4854-BF32-092A6C49D31D}" destId="{CF213B56-BB76-4022-9FE2-CD83CD9B4F8D}" srcOrd="1" destOrd="0" presId="urn:microsoft.com/office/officeart/2005/8/layout/orgChart1"/>
    <dgm:cxn modelId="{B6AEE586-5CFB-4093-8EAA-7E73F6CA3AC9}" type="presParOf" srcId="{9BB37CBB-CB38-4328-B261-7B83D5DF1B58}" destId="{6B94CB75-E0BC-4853-B2DC-8EEA68B149F9}" srcOrd="1" destOrd="0" presId="urn:microsoft.com/office/officeart/2005/8/layout/orgChart1"/>
    <dgm:cxn modelId="{0F181BFB-73A7-4030-9DE9-F88CA08E6D74}" type="presParOf" srcId="{6B94CB75-E0BC-4853-B2DC-8EEA68B149F9}" destId="{71B1DD97-F0B0-4EAE-9ADD-283EA374C1D9}" srcOrd="0" destOrd="0" presId="urn:microsoft.com/office/officeart/2005/8/layout/orgChart1"/>
    <dgm:cxn modelId="{05694C79-42DD-49F3-8363-93BFA27CBC3B}" type="presParOf" srcId="{6B94CB75-E0BC-4853-B2DC-8EEA68B149F9}" destId="{F19D65E6-EB76-40B5-9B3D-F1AC61F7AF46}" srcOrd="1" destOrd="0" presId="urn:microsoft.com/office/officeart/2005/8/layout/orgChart1"/>
    <dgm:cxn modelId="{183AB038-323D-4935-A336-13A8D8E8FDF7}" type="presParOf" srcId="{F19D65E6-EB76-40B5-9B3D-F1AC61F7AF46}" destId="{52C934FD-EE67-464B-A105-8507D77AFAAF}" srcOrd="0" destOrd="0" presId="urn:microsoft.com/office/officeart/2005/8/layout/orgChart1"/>
    <dgm:cxn modelId="{8B3759FF-D3FC-4A2C-806B-C66DF7DC97AF}" type="presParOf" srcId="{52C934FD-EE67-464B-A105-8507D77AFAAF}" destId="{4CCCB877-C5B5-47DB-9ABD-F90EBACBDCAB}" srcOrd="0" destOrd="0" presId="urn:microsoft.com/office/officeart/2005/8/layout/orgChart1"/>
    <dgm:cxn modelId="{65FD3399-F5DB-4072-848B-83D3A01C553D}" type="presParOf" srcId="{52C934FD-EE67-464B-A105-8507D77AFAAF}" destId="{5333F78D-6224-432E-B9BE-DCD2B5D086C4}" srcOrd="1" destOrd="0" presId="urn:microsoft.com/office/officeart/2005/8/layout/orgChart1"/>
    <dgm:cxn modelId="{BEC07D73-8E1D-44E9-B83E-2C9F9FED4F7F}" type="presParOf" srcId="{F19D65E6-EB76-40B5-9B3D-F1AC61F7AF46}" destId="{9FF2FBAB-D59C-4F3A-AE9C-499782C8D216}" srcOrd="1" destOrd="0" presId="urn:microsoft.com/office/officeart/2005/8/layout/orgChart1"/>
    <dgm:cxn modelId="{637E31B6-2E79-41A1-A60F-7C0F1E09CD08}" type="presParOf" srcId="{F19D65E6-EB76-40B5-9B3D-F1AC61F7AF46}" destId="{924C80DE-CEE3-4D11-A5DC-976F1180AEF1}" srcOrd="2" destOrd="0" presId="urn:microsoft.com/office/officeart/2005/8/layout/orgChart1"/>
    <dgm:cxn modelId="{5AC068E7-9BF9-481A-B6EE-A12ACB5B725C}" type="presParOf" srcId="{9BB37CBB-CB38-4328-B261-7B83D5DF1B58}" destId="{A6146EBA-8B14-4D63-9CB3-A9FA2646FA16}" srcOrd="2" destOrd="0" presId="urn:microsoft.com/office/officeart/2005/8/layout/orgChart1"/>
    <dgm:cxn modelId="{189EDAB6-4C91-4EE6-83FB-DDEF8679D83E}" type="presParOf" srcId="{46099724-7A3D-4B5F-8E46-AD2D8D8257AB}" destId="{A616AE3A-3FB4-4DB5-AB68-286707585C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CEE17D-9FAF-407C-9477-AE4C9F140E71}">
      <dsp:nvSpPr>
        <dsp:cNvPr id="0" name=""/>
        <dsp:cNvSpPr/>
      </dsp:nvSpPr>
      <dsp:spPr>
        <a:xfrm>
          <a:off x="8740119" y="938939"/>
          <a:ext cx="144321" cy="3361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1157"/>
              </a:lnTo>
              <a:lnTo>
                <a:pt x="144321" y="33611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6C0019-9892-464B-8C28-7975DCD1131D}">
      <dsp:nvSpPr>
        <dsp:cNvPr id="0" name=""/>
        <dsp:cNvSpPr/>
      </dsp:nvSpPr>
      <dsp:spPr>
        <a:xfrm>
          <a:off x="8985241" y="2114726"/>
          <a:ext cx="151200" cy="159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7478"/>
              </a:lnTo>
              <a:lnTo>
                <a:pt x="151200" y="159747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37BAC4-19B5-4AE7-854C-2F3544A60981}">
      <dsp:nvSpPr>
        <dsp:cNvPr id="0" name=""/>
        <dsp:cNvSpPr/>
      </dsp:nvSpPr>
      <dsp:spPr>
        <a:xfrm>
          <a:off x="8985241" y="2114726"/>
          <a:ext cx="151200" cy="100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9585"/>
              </a:lnTo>
              <a:lnTo>
                <a:pt x="151200" y="10095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B7A491-AA7C-41DA-AD4F-FFC79A7A6DAA}">
      <dsp:nvSpPr>
        <dsp:cNvPr id="0" name=""/>
        <dsp:cNvSpPr/>
      </dsp:nvSpPr>
      <dsp:spPr>
        <a:xfrm>
          <a:off x="8985241" y="2114726"/>
          <a:ext cx="151200" cy="421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692"/>
              </a:lnTo>
              <a:lnTo>
                <a:pt x="151200" y="4216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48DBEF-0A74-4D1D-A689-F2D5AFEC5247}">
      <dsp:nvSpPr>
        <dsp:cNvPr id="0" name=""/>
        <dsp:cNvSpPr/>
      </dsp:nvSpPr>
      <dsp:spPr>
        <a:xfrm>
          <a:off x="8740119" y="938939"/>
          <a:ext cx="144321" cy="100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9585"/>
              </a:lnTo>
              <a:lnTo>
                <a:pt x="144321" y="10095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3F586F-92C7-401B-B924-3487D372D271}">
      <dsp:nvSpPr>
        <dsp:cNvPr id="0" name=""/>
        <dsp:cNvSpPr/>
      </dsp:nvSpPr>
      <dsp:spPr>
        <a:xfrm>
          <a:off x="8740119" y="938939"/>
          <a:ext cx="144321" cy="421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692"/>
              </a:lnTo>
              <a:lnTo>
                <a:pt x="144321" y="4216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C84876-D002-4CC4-91D7-4692DA25035A}">
      <dsp:nvSpPr>
        <dsp:cNvPr id="0" name=""/>
        <dsp:cNvSpPr/>
      </dsp:nvSpPr>
      <dsp:spPr>
        <a:xfrm>
          <a:off x="5366672" y="336246"/>
          <a:ext cx="3945957" cy="2554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45"/>
              </a:lnTo>
              <a:lnTo>
                <a:pt x="3945957" y="127745"/>
              </a:lnTo>
              <a:lnTo>
                <a:pt x="3945957" y="25549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C61AC7-FAF2-4F4D-94D0-00F1D42BFB3B}">
      <dsp:nvSpPr>
        <dsp:cNvPr id="0" name=""/>
        <dsp:cNvSpPr/>
      </dsp:nvSpPr>
      <dsp:spPr>
        <a:xfrm>
          <a:off x="6895017" y="938939"/>
          <a:ext cx="144321" cy="159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7478"/>
              </a:lnTo>
              <a:lnTo>
                <a:pt x="144321" y="159747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D377B-3090-4FE9-A1BC-74FE9185A361}">
      <dsp:nvSpPr>
        <dsp:cNvPr id="0" name=""/>
        <dsp:cNvSpPr/>
      </dsp:nvSpPr>
      <dsp:spPr>
        <a:xfrm>
          <a:off x="6895017" y="938939"/>
          <a:ext cx="144321" cy="100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9585"/>
              </a:lnTo>
              <a:lnTo>
                <a:pt x="144321" y="10095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BC3DCE-624B-4E89-8CFB-100AC423B9B5}">
      <dsp:nvSpPr>
        <dsp:cNvPr id="0" name=""/>
        <dsp:cNvSpPr/>
      </dsp:nvSpPr>
      <dsp:spPr>
        <a:xfrm>
          <a:off x="6895017" y="938939"/>
          <a:ext cx="144321" cy="421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692"/>
              </a:lnTo>
              <a:lnTo>
                <a:pt x="144321" y="4216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E38DB8-64F0-4008-8E50-8DA16230186A}">
      <dsp:nvSpPr>
        <dsp:cNvPr id="0" name=""/>
        <dsp:cNvSpPr/>
      </dsp:nvSpPr>
      <dsp:spPr>
        <a:xfrm>
          <a:off x="5366672" y="336246"/>
          <a:ext cx="2100855" cy="2554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45"/>
              </a:lnTo>
              <a:lnTo>
                <a:pt x="2100855" y="127745"/>
              </a:lnTo>
              <a:lnTo>
                <a:pt x="2100855" y="25549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8C143D-CD87-4583-BCE5-1228DBFDAF0F}">
      <dsp:nvSpPr>
        <dsp:cNvPr id="0" name=""/>
        <dsp:cNvSpPr/>
      </dsp:nvSpPr>
      <dsp:spPr>
        <a:xfrm>
          <a:off x="5401431" y="938939"/>
          <a:ext cx="112124" cy="159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7478"/>
              </a:lnTo>
              <a:lnTo>
                <a:pt x="112124" y="159747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7F2163-0978-42AD-9844-09FF27D665D6}">
      <dsp:nvSpPr>
        <dsp:cNvPr id="0" name=""/>
        <dsp:cNvSpPr/>
      </dsp:nvSpPr>
      <dsp:spPr>
        <a:xfrm>
          <a:off x="5401431" y="938939"/>
          <a:ext cx="112124" cy="100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9585"/>
              </a:lnTo>
              <a:lnTo>
                <a:pt x="112124" y="10095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D4BBF-45C9-4EF9-913A-641A3B5EB372}">
      <dsp:nvSpPr>
        <dsp:cNvPr id="0" name=""/>
        <dsp:cNvSpPr/>
      </dsp:nvSpPr>
      <dsp:spPr>
        <a:xfrm>
          <a:off x="5401431" y="938939"/>
          <a:ext cx="112124" cy="421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692"/>
              </a:lnTo>
              <a:lnTo>
                <a:pt x="112124" y="4216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DEB07-9856-4A35-9FA6-654857A9D7C4}">
      <dsp:nvSpPr>
        <dsp:cNvPr id="0" name=""/>
        <dsp:cNvSpPr/>
      </dsp:nvSpPr>
      <dsp:spPr>
        <a:xfrm>
          <a:off x="5366672" y="336246"/>
          <a:ext cx="521410" cy="2554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45"/>
              </a:lnTo>
              <a:lnTo>
                <a:pt x="521410" y="127745"/>
              </a:lnTo>
              <a:lnTo>
                <a:pt x="521410" y="25549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EA38E-1216-4D62-B6F8-72D280BDABD4}">
      <dsp:nvSpPr>
        <dsp:cNvPr id="0" name=""/>
        <dsp:cNvSpPr/>
      </dsp:nvSpPr>
      <dsp:spPr>
        <a:xfrm>
          <a:off x="3929311" y="938939"/>
          <a:ext cx="112124" cy="159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7478"/>
              </a:lnTo>
              <a:lnTo>
                <a:pt x="112124" y="159747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909FB9-6232-4999-93C4-F3E16B75973F}">
      <dsp:nvSpPr>
        <dsp:cNvPr id="0" name=""/>
        <dsp:cNvSpPr/>
      </dsp:nvSpPr>
      <dsp:spPr>
        <a:xfrm>
          <a:off x="3929311" y="938939"/>
          <a:ext cx="112124" cy="10095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9585"/>
              </a:lnTo>
              <a:lnTo>
                <a:pt x="112124" y="10095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C0629A-90AF-4E95-89DB-7E875418BDB5}">
      <dsp:nvSpPr>
        <dsp:cNvPr id="0" name=""/>
        <dsp:cNvSpPr/>
      </dsp:nvSpPr>
      <dsp:spPr>
        <a:xfrm>
          <a:off x="3929311" y="938939"/>
          <a:ext cx="112124" cy="421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692"/>
              </a:lnTo>
              <a:lnTo>
                <a:pt x="112124" y="4216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7184C-C202-4FC8-B6DA-5C9958F14024}">
      <dsp:nvSpPr>
        <dsp:cNvPr id="0" name=""/>
        <dsp:cNvSpPr/>
      </dsp:nvSpPr>
      <dsp:spPr>
        <a:xfrm>
          <a:off x="4415962" y="336246"/>
          <a:ext cx="950709" cy="255491"/>
        </a:xfrm>
        <a:custGeom>
          <a:avLst/>
          <a:gdLst/>
          <a:ahLst/>
          <a:cxnLst/>
          <a:rect l="0" t="0" r="0" b="0"/>
          <a:pathLst>
            <a:path>
              <a:moveTo>
                <a:pt x="950709" y="0"/>
              </a:moveTo>
              <a:lnTo>
                <a:pt x="950709" y="127745"/>
              </a:lnTo>
              <a:lnTo>
                <a:pt x="0" y="127745"/>
              </a:lnTo>
              <a:lnTo>
                <a:pt x="0" y="25549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B308D5-C1D0-4E7F-8698-73E6A0A859AA}">
      <dsp:nvSpPr>
        <dsp:cNvPr id="0" name=""/>
        <dsp:cNvSpPr/>
      </dsp:nvSpPr>
      <dsp:spPr>
        <a:xfrm>
          <a:off x="2457190" y="938939"/>
          <a:ext cx="118158" cy="4393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3202"/>
              </a:lnTo>
              <a:lnTo>
                <a:pt x="118158" y="439320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434CB6-DDAD-4C94-BA77-0EBC2ACD9290}">
      <dsp:nvSpPr>
        <dsp:cNvPr id="0" name=""/>
        <dsp:cNvSpPr/>
      </dsp:nvSpPr>
      <dsp:spPr>
        <a:xfrm>
          <a:off x="2457190" y="938939"/>
          <a:ext cx="118158" cy="3821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21682"/>
              </a:lnTo>
              <a:lnTo>
                <a:pt x="118158" y="38216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D23A0C-AC61-4578-A513-18723C7566B3}">
      <dsp:nvSpPr>
        <dsp:cNvPr id="0" name=""/>
        <dsp:cNvSpPr/>
      </dsp:nvSpPr>
      <dsp:spPr>
        <a:xfrm>
          <a:off x="2457190" y="938939"/>
          <a:ext cx="118158" cy="31089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08905"/>
              </a:lnTo>
              <a:lnTo>
                <a:pt x="118158" y="310890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DEB1F9-7BA1-4439-AA9F-E9FDE46BA40F}">
      <dsp:nvSpPr>
        <dsp:cNvPr id="0" name=""/>
        <dsp:cNvSpPr/>
      </dsp:nvSpPr>
      <dsp:spPr>
        <a:xfrm>
          <a:off x="2457190" y="938939"/>
          <a:ext cx="118158" cy="2396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6554"/>
              </a:lnTo>
              <a:lnTo>
                <a:pt x="118158" y="23965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F607EE-8A9B-4CD9-8918-3C4CC16771AC}">
      <dsp:nvSpPr>
        <dsp:cNvPr id="0" name=""/>
        <dsp:cNvSpPr/>
      </dsp:nvSpPr>
      <dsp:spPr>
        <a:xfrm>
          <a:off x="2457190" y="938939"/>
          <a:ext cx="118158" cy="1684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03"/>
              </a:lnTo>
              <a:lnTo>
                <a:pt x="118158" y="168420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9F59AD-7DFB-44BB-B997-481A6F575872}">
      <dsp:nvSpPr>
        <dsp:cNvPr id="0" name=""/>
        <dsp:cNvSpPr/>
      </dsp:nvSpPr>
      <dsp:spPr>
        <a:xfrm>
          <a:off x="2457190" y="938939"/>
          <a:ext cx="118158" cy="971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1161"/>
              </a:lnTo>
              <a:lnTo>
                <a:pt x="118158" y="97116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A0B167-33F3-469F-92CF-BBA283E2876A}">
      <dsp:nvSpPr>
        <dsp:cNvPr id="0" name=""/>
        <dsp:cNvSpPr/>
      </dsp:nvSpPr>
      <dsp:spPr>
        <a:xfrm>
          <a:off x="2457190" y="938939"/>
          <a:ext cx="118158" cy="408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884"/>
              </a:lnTo>
              <a:lnTo>
                <a:pt x="118158" y="40888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616698-2C3D-4E40-A937-F69F444F15FF}">
      <dsp:nvSpPr>
        <dsp:cNvPr id="0" name=""/>
        <dsp:cNvSpPr/>
      </dsp:nvSpPr>
      <dsp:spPr>
        <a:xfrm>
          <a:off x="2943842" y="336246"/>
          <a:ext cx="2422830" cy="255491"/>
        </a:xfrm>
        <a:custGeom>
          <a:avLst/>
          <a:gdLst/>
          <a:ahLst/>
          <a:cxnLst/>
          <a:rect l="0" t="0" r="0" b="0"/>
          <a:pathLst>
            <a:path>
              <a:moveTo>
                <a:pt x="2422830" y="0"/>
              </a:moveTo>
              <a:lnTo>
                <a:pt x="2422830" y="127745"/>
              </a:lnTo>
              <a:lnTo>
                <a:pt x="0" y="127745"/>
              </a:lnTo>
              <a:lnTo>
                <a:pt x="0" y="25549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1A45C-D0C7-44B4-88F1-2F7BDF8232F1}">
      <dsp:nvSpPr>
        <dsp:cNvPr id="0" name=""/>
        <dsp:cNvSpPr/>
      </dsp:nvSpPr>
      <dsp:spPr>
        <a:xfrm>
          <a:off x="985070" y="938939"/>
          <a:ext cx="118158" cy="2091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1235"/>
              </a:lnTo>
              <a:lnTo>
                <a:pt x="118158" y="209123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D4B913-C055-43BD-B882-82396B539CBB}">
      <dsp:nvSpPr>
        <dsp:cNvPr id="0" name=""/>
        <dsp:cNvSpPr/>
      </dsp:nvSpPr>
      <dsp:spPr>
        <a:xfrm>
          <a:off x="985070" y="938939"/>
          <a:ext cx="118158" cy="1531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945"/>
              </a:lnTo>
              <a:lnTo>
                <a:pt x="118158" y="153194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4A479-BADF-45D2-A817-1B1B3A7E2DAE}">
      <dsp:nvSpPr>
        <dsp:cNvPr id="0" name=""/>
        <dsp:cNvSpPr/>
      </dsp:nvSpPr>
      <dsp:spPr>
        <a:xfrm>
          <a:off x="985070" y="938939"/>
          <a:ext cx="118158" cy="971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1161"/>
              </a:lnTo>
              <a:lnTo>
                <a:pt x="118158" y="97116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E70BE-61FE-431E-8FF1-0E3BD6F6D490}">
      <dsp:nvSpPr>
        <dsp:cNvPr id="0" name=""/>
        <dsp:cNvSpPr/>
      </dsp:nvSpPr>
      <dsp:spPr>
        <a:xfrm>
          <a:off x="985070" y="938939"/>
          <a:ext cx="118158" cy="408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884"/>
              </a:lnTo>
              <a:lnTo>
                <a:pt x="118158" y="40888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27527-1D18-4DCF-B37A-B0843EBCBDC7}">
      <dsp:nvSpPr>
        <dsp:cNvPr id="0" name=""/>
        <dsp:cNvSpPr/>
      </dsp:nvSpPr>
      <dsp:spPr>
        <a:xfrm>
          <a:off x="1471721" y="336246"/>
          <a:ext cx="3894950" cy="255491"/>
        </a:xfrm>
        <a:custGeom>
          <a:avLst/>
          <a:gdLst/>
          <a:ahLst/>
          <a:cxnLst/>
          <a:rect l="0" t="0" r="0" b="0"/>
          <a:pathLst>
            <a:path>
              <a:moveTo>
                <a:pt x="3894950" y="0"/>
              </a:moveTo>
              <a:lnTo>
                <a:pt x="3894950" y="127745"/>
              </a:lnTo>
              <a:lnTo>
                <a:pt x="0" y="127745"/>
              </a:lnTo>
              <a:lnTo>
                <a:pt x="0" y="25549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520AC-5EA5-4BDC-B5C1-70FD0147A126}">
      <dsp:nvSpPr>
        <dsp:cNvPr id="0" name=""/>
        <dsp:cNvSpPr/>
      </dsp:nvSpPr>
      <dsp:spPr>
        <a:xfrm>
          <a:off x="4701876" y="2069"/>
          <a:ext cx="1329592" cy="3341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概要设计说明书</a:t>
          </a:r>
        </a:p>
      </dsp:txBody>
      <dsp:txXfrm>
        <a:off x="4701876" y="2069"/>
        <a:ext cx="1329592" cy="334177"/>
      </dsp:txXfrm>
    </dsp:sp>
    <dsp:sp modelId="{20593AF1-A0CB-4313-8490-61D184CB7145}">
      <dsp:nvSpPr>
        <dsp:cNvPr id="0" name=""/>
        <dsp:cNvSpPr/>
      </dsp:nvSpPr>
      <dsp:spPr>
        <a:xfrm>
          <a:off x="863407" y="591738"/>
          <a:ext cx="1216628" cy="3472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引言</a:t>
          </a:r>
        </a:p>
      </dsp:txBody>
      <dsp:txXfrm>
        <a:off x="863407" y="591738"/>
        <a:ext cx="1216628" cy="347201"/>
      </dsp:txXfrm>
    </dsp:sp>
    <dsp:sp modelId="{E1DE2FC5-9CDB-4767-9EA7-500138323F8D}">
      <dsp:nvSpPr>
        <dsp:cNvPr id="0" name=""/>
        <dsp:cNvSpPr/>
      </dsp:nvSpPr>
      <dsp:spPr>
        <a:xfrm>
          <a:off x="1103229" y="1194431"/>
          <a:ext cx="1093675" cy="3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编写目的</a:t>
          </a:r>
        </a:p>
      </dsp:txBody>
      <dsp:txXfrm>
        <a:off x="1103229" y="1194431"/>
        <a:ext cx="1093675" cy="306785"/>
      </dsp:txXfrm>
    </dsp:sp>
    <dsp:sp modelId="{631D3DE8-A5E1-41A1-8D54-E5BEDA5208AD}">
      <dsp:nvSpPr>
        <dsp:cNvPr id="0" name=""/>
        <dsp:cNvSpPr/>
      </dsp:nvSpPr>
      <dsp:spPr>
        <a:xfrm>
          <a:off x="1103229" y="1756708"/>
          <a:ext cx="1093675" cy="3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背景说明</a:t>
          </a:r>
        </a:p>
      </dsp:txBody>
      <dsp:txXfrm>
        <a:off x="1103229" y="1756708"/>
        <a:ext cx="1093675" cy="306785"/>
      </dsp:txXfrm>
    </dsp:sp>
    <dsp:sp modelId="{19635511-5D84-48C7-94E8-4D9E5F29D2E0}">
      <dsp:nvSpPr>
        <dsp:cNvPr id="0" name=""/>
        <dsp:cNvSpPr/>
      </dsp:nvSpPr>
      <dsp:spPr>
        <a:xfrm>
          <a:off x="1103229" y="2318985"/>
          <a:ext cx="1093675" cy="30379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定义</a:t>
          </a:r>
        </a:p>
      </dsp:txBody>
      <dsp:txXfrm>
        <a:off x="1103229" y="2318985"/>
        <a:ext cx="1093675" cy="303798"/>
      </dsp:txXfrm>
    </dsp:sp>
    <dsp:sp modelId="{B04B838A-CB6F-44E7-BB90-744DD9F7A634}">
      <dsp:nvSpPr>
        <dsp:cNvPr id="0" name=""/>
        <dsp:cNvSpPr/>
      </dsp:nvSpPr>
      <dsp:spPr>
        <a:xfrm>
          <a:off x="1103229" y="2878275"/>
          <a:ext cx="1093675" cy="30379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参考资料</a:t>
          </a:r>
        </a:p>
      </dsp:txBody>
      <dsp:txXfrm>
        <a:off x="1103229" y="2878275"/>
        <a:ext cx="1093675" cy="303798"/>
      </dsp:txXfrm>
    </dsp:sp>
    <dsp:sp modelId="{2BA5AC3E-00A9-4558-BEEF-1E9E3F3991E9}">
      <dsp:nvSpPr>
        <dsp:cNvPr id="0" name=""/>
        <dsp:cNvSpPr/>
      </dsp:nvSpPr>
      <dsp:spPr>
        <a:xfrm>
          <a:off x="2335528" y="591738"/>
          <a:ext cx="1216628" cy="3472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总体设计</a:t>
          </a:r>
        </a:p>
      </dsp:txBody>
      <dsp:txXfrm>
        <a:off x="2335528" y="591738"/>
        <a:ext cx="1216628" cy="347201"/>
      </dsp:txXfrm>
    </dsp:sp>
    <dsp:sp modelId="{B4B4B469-BBDE-4BE1-B0D6-C9E07BD8E3B5}">
      <dsp:nvSpPr>
        <dsp:cNvPr id="0" name=""/>
        <dsp:cNvSpPr/>
      </dsp:nvSpPr>
      <dsp:spPr>
        <a:xfrm>
          <a:off x="2575349" y="1194431"/>
          <a:ext cx="1093675" cy="3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需求规定</a:t>
          </a:r>
        </a:p>
      </dsp:txBody>
      <dsp:txXfrm>
        <a:off x="2575349" y="1194431"/>
        <a:ext cx="1093675" cy="306785"/>
      </dsp:txXfrm>
    </dsp:sp>
    <dsp:sp modelId="{103A3429-EC2A-4817-B9DB-90FA4774E98E}">
      <dsp:nvSpPr>
        <dsp:cNvPr id="0" name=""/>
        <dsp:cNvSpPr/>
      </dsp:nvSpPr>
      <dsp:spPr>
        <a:xfrm>
          <a:off x="2575349" y="1756708"/>
          <a:ext cx="1093675" cy="3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运行环境</a:t>
          </a:r>
        </a:p>
      </dsp:txBody>
      <dsp:txXfrm>
        <a:off x="2575349" y="1756708"/>
        <a:ext cx="1093675" cy="306785"/>
      </dsp:txXfrm>
    </dsp:sp>
    <dsp:sp modelId="{F200E86B-D495-487D-A9E1-461DF6A2EFF3}">
      <dsp:nvSpPr>
        <dsp:cNvPr id="0" name=""/>
        <dsp:cNvSpPr/>
      </dsp:nvSpPr>
      <dsp:spPr>
        <a:xfrm>
          <a:off x="2575349" y="2318985"/>
          <a:ext cx="1094478" cy="608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基本设计概念和处理流程</a:t>
          </a:r>
        </a:p>
      </dsp:txBody>
      <dsp:txXfrm>
        <a:off x="2575349" y="2318985"/>
        <a:ext cx="1094478" cy="608314"/>
      </dsp:txXfrm>
    </dsp:sp>
    <dsp:sp modelId="{36860771-D045-43C6-841B-13650D975DD8}">
      <dsp:nvSpPr>
        <dsp:cNvPr id="0" name=""/>
        <dsp:cNvSpPr/>
      </dsp:nvSpPr>
      <dsp:spPr>
        <a:xfrm>
          <a:off x="2575349" y="3182791"/>
          <a:ext cx="1094478" cy="3054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结构</a:t>
          </a:r>
        </a:p>
      </dsp:txBody>
      <dsp:txXfrm>
        <a:off x="2575349" y="3182791"/>
        <a:ext cx="1094478" cy="305404"/>
      </dsp:txXfrm>
    </dsp:sp>
    <dsp:sp modelId="{0AD60280-4C6D-46E3-941C-535D92DD9191}">
      <dsp:nvSpPr>
        <dsp:cNvPr id="0" name=""/>
        <dsp:cNvSpPr/>
      </dsp:nvSpPr>
      <dsp:spPr>
        <a:xfrm>
          <a:off x="2575349" y="3743688"/>
          <a:ext cx="1094478" cy="6083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功能需求与程序的关系</a:t>
          </a:r>
        </a:p>
      </dsp:txBody>
      <dsp:txXfrm>
        <a:off x="2575349" y="3743688"/>
        <a:ext cx="1094478" cy="608314"/>
      </dsp:txXfrm>
    </dsp:sp>
    <dsp:sp modelId="{4A9855AB-1BB7-4A73-8B25-28630D858663}">
      <dsp:nvSpPr>
        <dsp:cNvPr id="0" name=""/>
        <dsp:cNvSpPr/>
      </dsp:nvSpPr>
      <dsp:spPr>
        <a:xfrm>
          <a:off x="2575349" y="4607494"/>
          <a:ext cx="1094478" cy="3062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人工处理过程</a:t>
          </a:r>
        </a:p>
      </dsp:txBody>
      <dsp:txXfrm>
        <a:off x="2575349" y="4607494"/>
        <a:ext cx="1094478" cy="306255"/>
      </dsp:txXfrm>
    </dsp:sp>
    <dsp:sp modelId="{FD8036B7-091E-47DE-9045-ABB470C34A2B}">
      <dsp:nvSpPr>
        <dsp:cNvPr id="0" name=""/>
        <dsp:cNvSpPr/>
      </dsp:nvSpPr>
      <dsp:spPr>
        <a:xfrm>
          <a:off x="2575349" y="5169241"/>
          <a:ext cx="1094478" cy="325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尚未解决的问题</a:t>
          </a:r>
        </a:p>
      </dsp:txBody>
      <dsp:txXfrm>
        <a:off x="2575349" y="5169241"/>
        <a:ext cx="1094478" cy="325800"/>
      </dsp:txXfrm>
    </dsp:sp>
    <dsp:sp modelId="{FC88BD61-F9BF-4011-AC8D-AA6AD2B13D38}">
      <dsp:nvSpPr>
        <dsp:cNvPr id="0" name=""/>
        <dsp:cNvSpPr/>
      </dsp:nvSpPr>
      <dsp:spPr>
        <a:xfrm>
          <a:off x="3807648" y="591738"/>
          <a:ext cx="1216628" cy="3472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接口设计</a:t>
          </a:r>
        </a:p>
      </dsp:txBody>
      <dsp:txXfrm>
        <a:off x="3807648" y="591738"/>
        <a:ext cx="1216628" cy="347201"/>
      </dsp:txXfrm>
    </dsp:sp>
    <dsp:sp modelId="{A48910E0-67CE-4A97-9740-07C4ABE4FA3B}">
      <dsp:nvSpPr>
        <dsp:cNvPr id="0" name=""/>
        <dsp:cNvSpPr/>
      </dsp:nvSpPr>
      <dsp:spPr>
        <a:xfrm>
          <a:off x="4041435" y="1194431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用户接口</a:t>
          </a:r>
        </a:p>
      </dsp:txBody>
      <dsp:txXfrm>
        <a:off x="4041435" y="1194431"/>
        <a:ext cx="1008000" cy="332401"/>
      </dsp:txXfrm>
    </dsp:sp>
    <dsp:sp modelId="{0CD1AB7C-D57F-4DA3-A5F9-677F2E38F778}">
      <dsp:nvSpPr>
        <dsp:cNvPr id="0" name=""/>
        <dsp:cNvSpPr/>
      </dsp:nvSpPr>
      <dsp:spPr>
        <a:xfrm>
          <a:off x="4041435" y="1782324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外部接口</a:t>
          </a:r>
        </a:p>
      </dsp:txBody>
      <dsp:txXfrm>
        <a:off x="4041435" y="1782324"/>
        <a:ext cx="1008000" cy="332401"/>
      </dsp:txXfrm>
    </dsp:sp>
    <dsp:sp modelId="{CDF6376F-85D1-44A9-B2F7-3A72365338B8}">
      <dsp:nvSpPr>
        <dsp:cNvPr id="0" name=""/>
        <dsp:cNvSpPr/>
      </dsp:nvSpPr>
      <dsp:spPr>
        <a:xfrm>
          <a:off x="4041435" y="2370218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内部接口</a:t>
          </a:r>
        </a:p>
      </dsp:txBody>
      <dsp:txXfrm>
        <a:off x="4041435" y="2370218"/>
        <a:ext cx="1008000" cy="332401"/>
      </dsp:txXfrm>
    </dsp:sp>
    <dsp:sp modelId="{E9EE4542-D680-40B4-B2BE-CAA350EB1CA7}">
      <dsp:nvSpPr>
        <dsp:cNvPr id="0" name=""/>
        <dsp:cNvSpPr/>
      </dsp:nvSpPr>
      <dsp:spPr>
        <a:xfrm>
          <a:off x="5279768" y="591738"/>
          <a:ext cx="1216628" cy="3472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运行设计</a:t>
          </a:r>
        </a:p>
      </dsp:txBody>
      <dsp:txXfrm>
        <a:off x="5279768" y="591738"/>
        <a:ext cx="1216628" cy="347201"/>
      </dsp:txXfrm>
    </dsp:sp>
    <dsp:sp modelId="{4AD619AD-12E6-43FC-828C-FC301D713E0A}">
      <dsp:nvSpPr>
        <dsp:cNvPr id="0" name=""/>
        <dsp:cNvSpPr/>
      </dsp:nvSpPr>
      <dsp:spPr>
        <a:xfrm>
          <a:off x="5513556" y="1194431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运行模块组合</a:t>
          </a:r>
        </a:p>
      </dsp:txBody>
      <dsp:txXfrm>
        <a:off x="5513556" y="1194431"/>
        <a:ext cx="1008000" cy="332401"/>
      </dsp:txXfrm>
    </dsp:sp>
    <dsp:sp modelId="{662B79C1-B793-4190-AE9A-842575A0181B}">
      <dsp:nvSpPr>
        <dsp:cNvPr id="0" name=""/>
        <dsp:cNvSpPr/>
      </dsp:nvSpPr>
      <dsp:spPr>
        <a:xfrm>
          <a:off x="5513556" y="1782324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运行控制</a:t>
          </a:r>
        </a:p>
      </dsp:txBody>
      <dsp:txXfrm>
        <a:off x="5513556" y="1782324"/>
        <a:ext cx="1008000" cy="332401"/>
      </dsp:txXfrm>
    </dsp:sp>
    <dsp:sp modelId="{27905CDB-CBE7-4E82-8B6E-EFF9E422E5A3}">
      <dsp:nvSpPr>
        <dsp:cNvPr id="0" name=""/>
        <dsp:cNvSpPr/>
      </dsp:nvSpPr>
      <dsp:spPr>
        <a:xfrm>
          <a:off x="5513556" y="2370218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运行时间</a:t>
          </a:r>
        </a:p>
      </dsp:txBody>
      <dsp:txXfrm>
        <a:off x="5513556" y="2370218"/>
        <a:ext cx="1008000" cy="332401"/>
      </dsp:txXfrm>
    </dsp:sp>
    <dsp:sp modelId="{215E55EC-E820-4F12-8978-0010106389B3}">
      <dsp:nvSpPr>
        <dsp:cNvPr id="0" name=""/>
        <dsp:cNvSpPr/>
      </dsp:nvSpPr>
      <dsp:spPr>
        <a:xfrm>
          <a:off x="6751889" y="591738"/>
          <a:ext cx="1431278" cy="3472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系统数据结构设计</a:t>
          </a:r>
        </a:p>
      </dsp:txBody>
      <dsp:txXfrm>
        <a:off x="6751889" y="591738"/>
        <a:ext cx="1431278" cy="347201"/>
      </dsp:txXfrm>
    </dsp:sp>
    <dsp:sp modelId="{E03F6685-02F0-4FB8-87C1-E574293219AD}">
      <dsp:nvSpPr>
        <dsp:cNvPr id="0" name=""/>
        <dsp:cNvSpPr/>
      </dsp:nvSpPr>
      <dsp:spPr>
        <a:xfrm>
          <a:off x="7039338" y="1194431"/>
          <a:ext cx="1368001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逻辑结构设计要点</a:t>
          </a:r>
        </a:p>
      </dsp:txBody>
      <dsp:txXfrm>
        <a:off x="7039338" y="1194431"/>
        <a:ext cx="1368001" cy="332401"/>
      </dsp:txXfrm>
    </dsp:sp>
    <dsp:sp modelId="{05175D22-F355-4132-92F3-7651B471C162}">
      <dsp:nvSpPr>
        <dsp:cNvPr id="0" name=""/>
        <dsp:cNvSpPr/>
      </dsp:nvSpPr>
      <dsp:spPr>
        <a:xfrm>
          <a:off x="7039338" y="1782324"/>
          <a:ext cx="1368001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物理结构设计要点</a:t>
          </a:r>
        </a:p>
      </dsp:txBody>
      <dsp:txXfrm>
        <a:off x="7039338" y="1782324"/>
        <a:ext cx="1368001" cy="332401"/>
      </dsp:txXfrm>
    </dsp:sp>
    <dsp:sp modelId="{116F527C-03FA-4098-9C76-62A4458ABAD8}">
      <dsp:nvSpPr>
        <dsp:cNvPr id="0" name=""/>
        <dsp:cNvSpPr/>
      </dsp:nvSpPr>
      <dsp:spPr>
        <a:xfrm>
          <a:off x="7039338" y="2370218"/>
          <a:ext cx="1368001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数据结构和程序的关系</a:t>
          </a:r>
        </a:p>
      </dsp:txBody>
      <dsp:txXfrm>
        <a:off x="7039338" y="2370218"/>
        <a:ext cx="1368001" cy="332401"/>
      </dsp:txXfrm>
    </dsp:sp>
    <dsp:sp modelId="{02A4F2C5-3587-4E26-A0CD-F7A371CCC42C}">
      <dsp:nvSpPr>
        <dsp:cNvPr id="0" name=""/>
        <dsp:cNvSpPr/>
      </dsp:nvSpPr>
      <dsp:spPr>
        <a:xfrm>
          <a:off x="8596991" y="591738"/>
          <a:ext cx="1431278" cy="3472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系统出错处理设计</a:t>
          </a:r>
        </a:p>
      </dsp:txBody>
      <dsp:txXfrm>
        <a:off x="8596991" y="591738"/>
        <a:ext cx="1431278" cy="347201"/>
      </dsp:txXfrm>
    </dsp:sp>
    <dsp:sp modelId="{984F2473-B7FB-4A55-B222-4FC40BB14C64}">
      <dsp:nvSpPr>
        <dsp:cNvPr id="0" name=""/>
        <dsp:cNvSpPr/>
      </dsp:nvSpPr>
      <dsp:spPr>
        <a:xfrm>
          <a:off x="8884441" y="1194431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出错信息</a:t>
          </a:r>
        </a:p>
      </dsp:txBody>
      <dsp:txXfrm>
        <a:off x="8884441" y="1194431"/>
        <a:ext cx="1008000" cy="332401"/>
      </dsp:txXfrm>
    </dsp:sp>
    <dsp:sp modelId="{35C6D898-6D67-4D20-A17C-99DFBF049FBB}">
      <dsp:nvSpPr>
        <dsp:cNvPr id="0" name=""/>
        <dsp:cNvSpPr/>
      </dsp:nvSpPr>
      <dsp:spPr>
        <a:xfrm>
          <a:off x="8884441" y="1782324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补救措施</a:t>
          </a:r>
        </a:p>
      </dsp:txBody>
      <dsp:txXfrm>
        <a:off x="8884441" y="1782324"/>
        <a:ext cx="1008000" cy="332401"/>
      </dsp:txXfrm>
    </dsp:sp>
    <dsp:sp modelId="{FD215D27-F263-4CEA-A9A1-9CCB1BC98049}">
      <dsp:nvSpPr>
        <dsp:cNvPr id="0" name=""/>
        <dsp:cNvSpPr/>
      </dsp:nvSpPr>
      <dsp:spPr>
        <a:xfrm>
          <a:off x="9136441" y="2370218"/>
          <a:ext cx="1224001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后备技术</a:t>
          </a:r>
        </a:p>
      </dsp:txBody>
      <dsp:txXfrm>
        <a:off x="9136441" y="2370218"/>
        <a:ext cx="1224001" cy="332401"/>
      </dsp:txXfrm>
    </dsp:sp>
    <dsp:sp modelId="{FBF27287-B1A4-4850-A7B5-8214634DF4C8}">
      <dsp:nvSpPr>
        <dsp:cNvPr id="0" name=""/>
        <dsp:cNvSpPr/>
      </dsp:nvSpPr>
      <dsp:spPr>
        <a:xfrm>
          <a:off x="9136441" y="2958111"/>
          <a:ext cx="1224001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降低效果技术</a:t>
          </a:r>
        </a:p>
      </dsp:txBody>
      <dsp:txXfrm>
        <a:off x="9136441" y="2958111"/>
        <a:ext cx="1224001" cy="332401"/>
      </dsp:txXfrm>
    </dsp:sp>
    <dsp:sp modelId="{36F3D6AC-5B85-43C1-BBC1-0A02BF2524CD}">
      <dsp:nvSpPr>
        <dsp:cNvPr id="0" name=""/>
        <dsp:cNvSpPr/>
      </dsp:nvSpPr>
      <dsp:spPr>
        <a:xfrm>
          <a:off x="9136441" y="3546004"/>
          <a:ext cx="1224001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恢复及再启动技术</a:t>
          </a:r>
        </a:p>
      </dsp:txBody>
      <dsp:txXfrm>
        <a:off x="9136441" y="3546004"/>
        <a:ext cx="1224001" cy="332401"/>
      </dsp:txXfrm>
    </dsp:sp>
    <dsp:sp modelId="{FD57F1AA-B708-4C4D-BE00-013B63B9F192}">
      <dsp:nvSpPr>
        <dsp:cNvPr id="0" name=""/>
        <dsp:cNvSpPr/>
      </dsp:nvSpPr>
      <dsp:spPr>
        <a:xfrm>
          <a:off x="8884441" y="4133897"/>
          <a:ext cx="1008000" cy="3324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系统维护设计</a:t>
          </a:r>
        </a:p>
      </dsp:txBody>
      <dsp:txXfrm>
        <a:off x="8884441" y="4133897"/>
        <a:ext cx="1008000" cy="332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5AA893-342A-4291-B3B5-E4CAC1B7748F}">
      <dsp:nvSpPr>
        <dsp:cNvPr id="0" name=""/>
        <dsp:cNvSpPr/>
      </dsp:nvSpPr>
      <dsp:spPr>
        <a:xfrm>
          <a:off x="6449012" y="1081112"/>
          <a:ext cx="161998" cy="1295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5202"/>
              </a:lnTo>
              <a:lnTo>
                <a:pt x="161998" y="129520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4363DA-A300-4F70-B7F7-D013DFEE3E56}">
      <dsp:nvSpPr>
        <dsp:cNvPr id="0" name=""/>
        <dsp:cNvSpPr/>
      </dsp:nvSpPr>
      <dsp:spPr>
        <a:xfrm>
          <a:off x="6449012" y="1081112"/>
          <a:ext cx="161998" cy="561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1101"/>
              </a:lnTo>
              <a:lnTo>
                <a:pt x="161998" y="56110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CFC366-380F-4819-9E5F-9915305CF0EC}">
      <dsp:nvSpPr>
        <dsp:cNvPr id="0" name=""/>
        <dsp:cNvSpPr/>
      </dsp:nvSpPr>
      <dsp:spPr>
        <a:xfrm>
          <a:off x="4678871" y="347011"/>
          <a:ext cx="2202138" cy="3881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050"/>
              </a:lnTo>
              <a:lnTo>
                <a:pt x="2202138" y="194050"/>
              </a:lnTo>
              <a:lnTo>
                <a:pt x="2202138" y="388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E9A153-2524-494C-A0E6-38672B9EFD88}">
      <dsp:nvSpPr>
        <dsp:cNvPr id="0" name=""/>
        <dsp:cNvSpPr/>
      </dsp:nvSpPr>
      <dsp:spPr>
        <a:xfrm>
          <a:off x="4980920" y="1081112"/>
          <a:ext cx="161998" cy="202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9304"/>
              </a:lnTo>
              <a:lnTo>
                <a:pt x="161998" y="2029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014F84-7F82-4F51-B26A-3BA82442D8C6}">
      <dsp:nvSpPr>
        <dsp:cNvPr id="0" name=""/>
        <dsp:cNvSpPr/>
      </dsp:nvSpPr>
      <dsp:spPr>
        <a:xfrm>
          <a:off x="4980920" y="1081112"/>
          <a:ext cx="161998" cy="1295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5202"/>
              </a:lnTo>
              <a:lnTo>
                <a:pt x="161998" y="129520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FAC2CF-E498-48FD-A865-67E06E77520C}">
      <dsp:nvSpPr>
        <dsp:cNvPr id="0" name=""/>
        <dsp:cNvSpPr/>
      </dsp:nvSpPr>
      <dsp:spPr>
        <a:xfrm>
          <a:off x="4980920" y="1081112"/>
          <a:ext cx="161998" cy="561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1101"/>
              </a:lnTo>
              <a:lnTo>
                <a:pt x="161998" y="56110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DEB07-9856-4A35-9FA6-654857A9D7C4}">
      <dsp:nvSpPr>
        <dsp:cNvPr id="0" name=""/>
        <dsp:cNvSpPr/>
      </dsp:nvSpPr>
      <dsp:spPr>
        <a:xfrm>
          <a:off x="4678871" y="347011"/>
          <a:ext cx="734046" cy="3881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050"/>
              </a:lnTo>
              <a:lnTo>
                <a:pt x="734046" y="194050"/>
              </a:lnTo>
              <a:lnTo>
                <a:pt x="734046" y="388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1FD633-7DA8-4372-8EDC-98E0D9B15554}">
      <dsp:nvSpPr>
        <dsp:cNvPr id="0" name=""/>
        <dsp:cNvSpPr/>
      </dsp:nvSpPr>
      <dsp:spPr>
        <a:xfrm>
          <a:off x="3512828" y="1081112"/>
          <a:ext cx="161998" cy="34975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97507"/>
              </a:lnTo>
              <a:lnTo>
                <a:pt x="161998" y="349750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F009CF-38DA-4F82-9322-66A8C46D47A9}">
      <dsp:nvSpPr>
        <dsp:cNvPr id="0" name=""/>
        <dsp:cNvSpPr/>
      </dsp:nvSpPr>
      <dsp:spPr>
        <a:xfrm>
          <a:off x="3512828" y="1081112"/>
          <a:ext cx="161998" cy="2763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63405"/>
              </a:lnTo>
              <a:lnTo>
                <a:pt x="161998" y="276340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F8B822-855E-4827-A40B-3615984C310D}">
      <dsp:nvSpPr>
        <dsp:cNvPr id="0" name=""/>
        <dsp:cNvSpPr/>
      </dsp:nvSpPr>
      <dsp:spPr>
        <a:xfrm>
          <a:off x="3512828" y="1081112"/>
          <a:ext cx="161998" cy="202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9304"/>
              </a:lnTo>
              <a:lnTo>
                <a:pt x="161998" y="2029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D49FEF-5B1C-4D89-B268-C70B39A934D4}">
      <dsp:nvSpPr>
        <dsp:cNvPr id="0" name=""/>
        <dsp:cNvSpPr/>
      </dsp:nvSpPr>
      <dsp:spPr>
        <a:xfrm>
          <a:off x="3512828" y="1081112"/>
          <a:ext cx="161998" cy="1295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5202"/>
              </a:lnTo>
              <a:lnTo>
                <a:pt x="161998" y="129520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ED1554-57B0-463B-8D1B-7E6643CBC3AD}">
      <dsp:nvSpPr>
        <dsp:cNvPr id="0" name=""/>
        <dsp:cNvSpPr/>
      </dsp:nvSpPr>
      <dsp:spPr>
        <a:xfrm>
          <a:off x="3512828" y="1081112"/>
          <a:ext cx="161998" cy="561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1101"/>
              </a:lnTo>
              <a:lnTo>
                <a:pt x="161998" y="56110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7184C-C202-4FC8-B6DA-5C9958F14024}">
      <dsp:nvSpPr>
        <dsp:cNvPr id="0" name=""/>
        <dsp:cNvSpPr/>
      </dsp:nvSpPr>
      <dsp:spPr>
        <a:xfrm>
          <a:off x="3944824" y="347011"/>
          <a:ext cx="734046" cy="388100"/>
        </a:xfrm>
        <a:custGeom>
          <a:avLst/>
          <a:gdLst/>
          <a:ahLst/>
          <a:cxnLst/>
          <a:rect l="0" t="0" r="0" b="0"/>
          <a:pathLst>
            <a:path>
              <a:moveTo>
                <a:pt x="734046" y="0"/>
              </a:moveTo>
              <a:lnTo>
                <a:pt x="734046" y="194050"/>
              </a:lnTo>
              <a:lnTo>
                <a:pt x="0" y="194050"/>
              </a:lnTo>
              <a:lnTo>
                <a:pt x="0" y="388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1A45C-D0C7-44B4-88F1-2F7BDF8232F1}">
      <dsp:nvSpPr>
        <dsp:cNvPr id="0" name=""/>
        <dsp:cNvSpPr/>
      </dsp:nvSpPr>
      <dsp:spPr>
        <a:xfrm>
          <a:off x="2044735" y="1081112"/>
          <a:ext cx="161998" cy="2763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63405"/>
              </a:lnTo>
              <a:lnTo>
                <a:pt x="161998" y="276340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D4B913-C055-43BD-B882-82396B539CBB}">
      <dsp:nvSpPr>
        <dsp:cNvPr id="0" name=""/>
        <dsp:cNvSpPr/>
      </dsp:nvSpPr>
      <dsp:spPr>
        <a:xfrm>
          <a:off x="2044735" y="1081112"/>
          <a:ext cx="161998" cy="202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9304"/>
              </a:lnTo>
              <a:lnTo>
                <a:pt x="161998" y="2029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4A479-BADF-45D2-A817-1B1B3A7E2DAE}">
      <dsp:nvSpPr>
        <dsp:cNvPr id="0" name=""/>
        <dsp:cNvSpPr/>
      </dsp:nvSpPr>
      <dsp:spPr>
        <a:xfrm>
          <a:off x="2044735" y="1081112"/>
          <a:ext cx="161998" cy="1295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5202"/>
              </a:lnTo>
              <a:lnTo>
                <a:pt x="161998" y="129520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E70BE-61FE-431E-8FF1-0E3BD6F6D490}">
      <dsp:nvSpPr>
        <dsp:cNvPr id="0" name=""/>
        <dsp:cNvSpPr/>
      </dsp:nvSpPr>
      <dsp:spPr>
        <a:xfrm>
          <a:off x="2044735" y="1081112"/>
          <a:ext cx="161998" cy="561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1101"/>
              </a:lnTo>
              <a:lnTo>
                <a:pt x="161998" y="56110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27527-1D18-4DCF-B37A-B0843EBCBDC7}">
      <dsp:nvSpPr>
        <dsp:cNvPr id="0" name=""/>
        <dsp:cNvSpPr/>
      </dsp:nvSpPr>
      <dsp:spPr>
        <a:xfrm>
          <a:off x="2476732" y="347011"/>
          <a:ext cx="2202138" cy="388100"/>
        </a:xfrm>
        <a:custGeom>
          <a:avLst/>
          <a:gdLst/>
          <a:ahLst/>
          <a:cxnLst/>
          <a:rect l="0" t="0" r="0" b="0"/>
          <a:pathLst>
            <a:path>
              <a:moveTo>
                <a:pt x="2202138" y="0"/>
              </a:moveTo>
              <a:lnTo>
                <a:pt x="2202138" y="194050"/>
              </a:lnTo>
              <a:lnTo>
                <a:pt x="0" y="194050"/>
              </a:lnTo>
              <a:lnTo>
                <a:pt x="0" y="388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520AC-5EA5-4BDC-B5C1-70FD0147A126}">
      <dsp:nvSpPr>
        <dsp:cNvPr id="0" name=""/>
        <dsp:cNvSpPr/>
      </dsp:nvSpPr>
      <dsp:spPr>
        <a:xfrm>
          <a:off x="4066873" y="1010"/>
          <a:ext cx="1223995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数据库设计说明书</a:t>
          </a:r>
        </a:p>
      </dsp:txBody>
      <dsp:txXfrm>
        <a:off x="4066873" y="1010"/>
        <a:ext cx="1223995" cy="346000"/>
      </dsp:txXfrm>
    </dsp:sp>
    <dsp:sp modelId="{20593AF1-A0CB-4313-8490-61D184CB7145}">
      <dsp:nvSpPr>
        <dsp:cNvPr id="0" name=""/>
        <dsp:cNvSpPr/>
      </dsp:nvSpPr>
      <dsp:spPr>
        <a:xfrm>
          <a:off x="1936736" y="735111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引言</a:t>
          </a:r>
        </a:p>
      </dsp:txBody>
      <dsp:txXfrm>
        <a:off x="1936736" y="735111"/>
        <a:ext cx="1079991" cy="346000"/>
      </dsp:txXfrm>
    </dsp:sp>
    <dsp:sp modelId="{E1DE2FC5-9CDB-4767-9EA7-500138323F8D}">
      <dsp:nvSpPr>
        <dsp:cNvPr id="0" name=""/>
        <dsp:cNvSpPr/>
      </dsp:nvSpPr>
      <dsp:spPr>
        <a:xfrm>
          <a:off x="2206734" y="1469213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编写目的</a:t>
          </a:r>
        </a:p>
      </dsp:txBody>
      <dsp:txXfrm>
        <a:off x="2206734" y="1469213"/>
        <a:ext cx="1079991" cy="346000"/>
      </dsp:txXfrm>
    </dsp:sp>
    <dsp:sp modelId="{631D3DE8-A5E1-41A1-8D54-E5BEDA5208AD}">
      <dsp:nvSpPr>
        <dsp:cNvPr id="0" name=""/>
        <dsp:cNvSpPr/>
      </dsp:nvSpPr>
      <dsp:spPr>
        <a:xfrm>
          <a:off x="2206734" y="2203315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背景说明</a:t>
          </a:r>
        </a:p>
      </dsp:txBody>
      <dsp:txXfrm>
        <a:off x="2206734" y="2203315"/>
        <a:ext cx="1079991" cy="346000"/>
      </dsp:txXfrm>
    </dsp:sp>
    <dsp:sp modelId="{19635511-5D84-48C7-94E8-4D9E5F29D2E0}">
      <dsp:nvSpPr>
        <dsp:cNvPr id="0" name=""/>
        <dsp:cNvSpPr/>
      </dsp:nvSpPr>
      <dsp:spPr>
        <a:xfrm>
          <a:off x="2206734" y="2937416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定义</a:t>
          </a:r>
        </a:p>
      </dsp:txBody>
      <dsp:txXfrm>
        <a:off x="2206734" y="2937416"/>
        <a:ext cx="1079991" cy="346000"/>
      </dsp:txXfrm>
    </dsp:sp>
    <dsp:sp modelId="{B04B838A-CB6F-44E7-BB90-744DD9F7A634}">
      <dsp:nvSpPr>
        <dsp:cNvPr id="0" name=""/>
        <dsp:cNvSpPr/>
      </dsp:nvSpPr>
      <dsp:spPr>
        <a:xfrm>
          <a:off x="2206734" y="3671518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参考资料</a:t>
          </a:r>
        </a:p>
      </dsp:txBody>
      <dsp:txXfrm>
        <a:off x="2206734" y="3671518"/>
        <a:ext cx="1079991" cy="346000"/>
      </dsp:txXfrm>
    </dsp:sp>
    <dsp:sp modelId="{FC88BD61-F9BF-4011-AC8D-AA6AD2B13D38}">
      <dsp:nvSpPr>
        <dsp:cNvPr id="0" name=""/>
        <dsp:cNvSpPr/>
      </dsp:nvSpPr>
      <dsp:spPr>
        <a:xfrm>
          <a:off x="3404829" y="735111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外部设计</a:t>
          </a:r>
        </a:p>
      </dsp:txBody>
      <dsp:txXfrm>
        <a:off x="3404829" y="735111"/>
        <a:ext cx="1079991" cy="346000"/>
      </dsp:txXfrm>
    </dsp:sp>
    <dsp:sp modelId="{CF0AD0F3-2576-47FD-9D4B-51E4B92D87C2}">
      <dsp:nvSpPr>
        <dsp:cNvPr id="0" name=""/>
        <dsp:cNvSpPr/>
      </dsp:nvSpPr>
      <dsp:spPr>
        <a:xfrm>
          <a:off x="3674826" y="1469213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标识符和状态</a:t>
          </a:r>
        </a:p>
      </dsp:txBody>
      <dsp:txXfrm>
        <a:off x="3674826" y="1469213"/>
        <a:ext cx="1079991" cy="346000"/>
      </dsp:txXfrm>
    </dsp:sp>
    <dsp:sp modelId="{29B8A49F-00B9-4EED-BA52-CCE294D734F3}">
      <dsp:nvSpPr>
        <dsp:cNvPr id="0" name=""/>
        <dsp:cNvSpPr/>
      </dsp:nvSpPr>
      <dsp:spPr>
        <a:xfrm>
          <a:off x="3674826" y="2203315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使用它的程序</a:t>
          </a:r>
        </a:p>
      </dsp:txBody>
      <dsp:txXfrm>
        <a:off x="3674826" y="2203315"/>
        <a:ext cx="1079991" cy="346000"/>
      </dsp:txXfrm>
    </dsp:sp>
    <dsp:sp modelId="{C5D92F77-9F18-4AB4-A331-8AA96B37414F}">
      <dsp:nvSpPr>
        <dsp:cNvPr id="0" name=""/>
        <dsp:cNvSpPr/>
      </dsp:nvSpPr>
      <dsp:spPr>
        <a:xfrm>
          <a:off x="3674826" y="2937416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约定</a:t>
          </a:r>
        </a:p>
      </dsp:txBody>
      <dsp:txXfrm>
        <a:off x="3674826" y="2937416"/>
        <a:ext cx="1079991" cy="346000"/>
      </dsp:txXfrm>
    </dsp:sp>
    <dsp:sp modelId="{CA8E752C-60E0-4A55-9170-E095AB2EB12A}">
      <dsp:nvSpPr>
        <dsp:cNvPr id="0" name=""/>
        <dsp:cNvSpPr/>
      </dsp:nvSpPr>
      <dsp:spPr>
        <a:xfrm>
          <a:off x="3674826" y="3671518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专门指导</a:t>
          </a:r>
        </a:p>
      </dsp:txBody>
      <dsp:txXfrm>
        <a:off x="3674826" y="3671518"/>
        <a:ext cx="1079991" cy="346000"/>
      </dsp:txXfrm>
    </dsp:sp>
    <dsp:sp modelId="{74C90DD2-DA35-4454-B529-59CC1186590D}">
      <dsp:nvSpPr>
        <dsp:cNvPr id="0" name=""/>
        <dsp:cNvSpPr/>
      </dsp:nvSpPr>
      <dsp:spPr>
        <a:xfrm>
          <a:off x="3674826" y="4405619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支持软件</a:t>
          </a:r>
        </a:p>
      </dsp:txBody>
      <dsp:txXfrm>
        <a:off x="3674826" y="4405619"/>
        <a:ext cx="1079991" cy="346000"/>
      </dsp:txXfrm>
    </dsp:sp>
    <dsp:sp modelId="{E9EE4542-D680-40B4-B2BE-CAA350EB1CA7}">
      <dsp:nvSpPr>
        <dsp:cNvPr id="0" name=""/>
        <dsp:cNvSpPr/>
      </dsp:nvSpPr>
      <dsp:spPr>
        <a:xfrm>
          <a:off x="4872921" y="735111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结构设计</a:t>
          </a:r>
        </a:p>
      </dsp:txBody>
      <dsp:txXfrm>
        <a:off x="4872921" y="735111"/>
        <a:ext cx="1079991" cy="346000"/>
      </dsp:txXfrm>
    </dsp:sp>
    <dsp:sp modelId="{F8E2B2C4-041A-4425-BC1D-D6DFB68A197A}">
      <dsp:nvSpPr>
        <dsp:cNvPr id="0" name=""/>
        <dsp:cNvSpPr/>
      </dsp:nvSpPr>
      <dsp:spPr>
        <a:xfrm>
          <a:off x="5142919" y="1469213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概念结构设计</a:t>
          </a:r>
        </a:p>
      </dsp:txBody>
      <dsp:txXfrm>
        <a:off x="5142919" y="1469213"/>
        <a:ext cx="1079991" cy="346000"/>
      </dsp:txXfrm>
    </dsp:sp>
    <dsp:sp modelId="{54EB1271-5DCF-4EC2-8C24-B3E1334EC393}">
      <dsp:nvSpPr>
        <dsp:cNvPr id="0" name=""/>
        <dsp:cNvSpPr/>
      </dsp:nvSpPr>
      <dsp:spPr>
        <a:xfrm>
          <a:off x="5142919" y="2203315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逻辑结构设计</a:t>
          </a:r>
        </a:p>
      </dsp:txBody>
      <dsp:txXfrm>
        <a:off x="5142919" y="2203315"/>
        <a:ext cx="1079991" cy="346000"/>
      </dsp:txXfrm>
    </dsp:sp>
    <dsp:sp modelId="{908FA135-5EB2-4090-AA44-540007A86F6C}">
      <dsp:nvSpPr>
        <dsp:cNvPr id="0" name=""/>
        <dsp:cNvSpPr/>
      </dsp:nvSpPr>
      <dsp:spPr>
        <a:xfrm>
          <a:off x="5142919" y="2937416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物理结构设计</a:t>
          </a:r>
        </a:p>
      </dsp:txBody>
      <dsp:txXfrm>
        <a:off x="5142919" y="2937416"/>
        <a:ext cx="1079991" cy="346000"/>
      </dsp:txXfrm>
    </dsp:sp>
    <dsp:sp modelId="{E2FDA285-B4F7-4127-BF14-DABA697FFECC}">
      <dsp:nvSpPr>
        <dsp:cNvPr id="0" name=""/>
        <dsp:cNvSpPr/>
      </dsp:nvSpPr>
      <dsp:spPr>
        <a:xfrm>
          <a:off x="6341013" y="735111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运用设计</a:t>
          </a:r>
        </a:p>
      </dsp:txBody>
      <dsp:txXfrm>
        <a:off x="6341013" y="735111"/>
        <a:ext cx="1079991" cy="346000"/>
      </dsp:txXfrm>
    </dsp:sp>
    <dsp:sp modelId="{94F9168A-A1C4-488E-B75D-8881A5FC0F73}">
      <dsp:nvSpPr>
        <dsp:cNvPr id="0" name=""/>
        <dsp:cNvSpPr/>
      </dsp:nvSpPr>
      <dsp:spPr>
        <a:xfrm>
          <a:off x="6611011" y="1469213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数据字典设计</a:t>
          </a:r>
        </a:p>
      </dsp:txBody>
      <dsp:txXfrm>
        <a:off x="6611011" y="1469213"/>
        <a:ext cx="1079991" cy="346000"/>
      </dsp:txXfrm>
    </dsp:sp>
    <dsp:sp modelId="{791C9332-0F68-43E6-983F-E94BDD2CC69C}">
      <dsp:nvSpPr>
        <dsp:cNvPr id="0" name=""/>
        <dsp:cNvSpPr/>
      </dsp:nvSpPr>
      <dsp:spPr>
        <a:xfrm>
          <a:off x="6611011" y="2203315"/>
          <a:ext cx="1079991" cy="346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安全保密设计</a:t>
          </a:r>
        </a:p>
      </dsp:txBody>
      <dsp:txXfrm>
        <a:off x="6611011" y="2203315"/>
        <a:ext cx="1079991" cy="346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5E374-3338-4FE8-BE93-B5FDA2CFDED4}">
      <dsp:nvSpPr>
        <dsp:cNvPr id="0" name=""/>
        <dsp:cNvSpPr/>
      </dsp:nvSpPr>
      <dsp:spPr>
        <a:xfrm>
          <a:off x="2566494" y="732546"/>
          <a:ext cx="194399" cy="54198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863"/>
              </a:lnTo>
              <a:lnTo>
                <a:pt x="194399" y="54198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759D74-BB05-46E6-848E-9BDE803B7E30}">
      <dsp:nvSpPr>
        <dsp:cNvPr id="0" name=""/>
        <dsp:cNvSpPr/>
      </dsp:nvSpPr>
      <dsp:spPr>
        <a:xfrm>
          <a:off x="2566494" y="732546"/>
          <a:ext cx="194399" cy="49913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91344"/>
              </a:lnTo>
              <a:lnTo>
                <a:pt x="194399" y="49913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79BBA-D853-48CC-903F-5AF82DAA93A2}">
      <dsp:nvSpPr>
        <dsp:cNvPr id="0" name=""/>
        <dsp:cNvSpPr/>
      </dsp:nvSpPr>
      <dsp:spPr>
        <a:xfrm>
          <a:off x="2566494" y="732546"/>
          <a:ext cx="194399" cy="4562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62825"/>
              </a:lnTo>
              <a:lnTo>
                <a:pt x="194399" y="456282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FF62C-978F-43A7-A8F0-88C7C8F4A023}">
      <dsp:nvSpPr>
        <dsp:cNvPr id="0" name=""/>
        <dsp:cNvSpPr/>
      </dsp:nvSpPr>
      <dsp:spPr>
        <a:xfrm>
          <a:off x="2566494" y="732546"/>
          <a:ext cx="194399" cy="4134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34306"/>
              </a:lnTo>
              <a:lnTo>
                <a:pt x="194399" y="413430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A27337-2460-43CE-83B1-E552C9B0FD19}">
      <dsp:nvSpPr>
        <dsp:cNvPr id="0" name=""/>
        <dsp:cNvSpPr/>
      </dsp:nvSpPr>
      <dsp:spPr>
        <a:xfrm>
          <a:off x="2566494" y="732546"/>
          <a:ext cx="194399" cy="37057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5786"/>
              </a:lnTo>
              <a:lnTo>
                <a:pt x="194399" y="370578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2EEA9-A44E-4F79-930B-C05DD83A9767}">
      <dsp:nvSpPr>
        <dsp:cNvPr id="0" name=""/>
        <dsp:cNvSpPr/>
      </dsp:nvSpPr>
      <dsp:spPr>
        <a:xfrm>
          <a:off x="2566494" y="732546"/>
          <a:ext cx="194399" cy="3277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7267"/>
              </a:lnTo>
              <a:lnTo>
                <a:pt x="194399" y="32772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7CE1F-79B4-4878-B047-6ED81D516D88}">
      <dsp:nvSpPr>
        <dsp:cNvPr id="0" name=""/>
        <dsp:cNvSpPr/>
      </dsp:nvSpPr>
      <dsp:spPr>
        <a:xfrm>
          <a:off x="2566494" y="732546"/>
          <a:ext cx="194399" cy="28487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748"/>
              </a:lnTo>
              <a:lnTo>
                <a:pt x="194399" y="284874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23EFAF-116C-40A7-89BC-221E5EE7700B}">
      <dsp:nvSpPr>
        <dsp:cNvPr id="0" name=""/>
        <dsp:cNvSpPr/>
      </dsp:nvSpPr>
      <dsp:spPr>
        <a:xfrm>
          <a:off x="2566494" y="732546"/>
          <a:ext cx="194399" cy="2420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0228"/>
              </a:lnTo>
              <a:lnTo>
                <a:pt x="194399" y="242022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209A42-1257-44BA-A2B7-0B3D2EF81B74}">
      <dsp:nvSpPr>
        <dsp:cNvPr id="0" name=""/>
        <dsp:cNvSpPr/>
      </dsp:nvSpPr>
      <dsp:spPr>
        <a:xfrm>
          <a:off x="2566494" y="732546"/>
          <a:ext cx="194399" cy="19917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1709"/>
              </a:lnTo>
              <a:lnTo>
                <a:pt x="194399" y="199170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0446D7-55E8-485C-AF7E-1D4F19459E20}">
      <dsp:nvSpPr>
        <dsp:cNvPr id="0" name=""/>
        <dsp:cNvSpPr/>
      </dsp:nvSpPr>
      <dsp:spPr>
        <a:xfrm>
          <a:off x="2566494" y="732546"/>
          <a:ext cx="194399" cy="15631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3190"/>
              </a:lnTo>
              <a:lnTo>
                <a:pt x="194399" y="156319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7ACEAB-CB6B-4B50-BFF6-EC49376E09A9}">
      <dsp:nvSpPr>
        <dsp:cNvPr id="0" name=""/>
        <dsp:cNvSpPr/>
      </dsp:nvSpPr>
      <dsp:spPr>
        <a:xfrm>
          <a:off x="2566494" y="732546"/>
          <a:ext cx="194399" cy="1134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4670"/>
              </a:lnTo>
              <a:lnTo>
                <a:pt x="194399" y="1134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1E57CC-0256-4708-9E8E-A81288BE69CD}">
      <dsp:nvSpPr>
        <dsp:cNvPr id="0" name=""/>
        <dsp:cNvSpPr/>
      </dsp:nvSpPr>
      <dsp:spPr>
        <a:xfrm>
          <a:off x="2566494" y="732546"/>
          <a:ext cx="194399" cy="7061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6151"/>
              </a:lnTo>
              <a:lnTo>
                <a:pt x="194399" y="7061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BACCC9-1519-4094-AB11-662E113EABBC}">
      <dsp:nvSpPr>
        <dsp:cNvPr id="0" name=""/>
        <dsp:cNvSpPr/>
      </dsp:nvSpPr>
      <dsp:spPr>
        <a:xfrm>
          <a:off x="2566494" y="732546"/>
          <a:ext cx="194399" cy="2776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632"/>
              </a:lnTo>
              <a:lnTo>
                <a:pt x="194399" y="2776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5AA893-342A-4291-B3B5-E4CAC1B7748F}">
      <dsp:nvSpPr>
        <dsp:cNvPr id="0" name=""/>
        <dsp:cNvSpPr/>
      </dsp:nvSpPr>
      <dsp:spPr>
        <a:xfrm>
          <a:off x="2373522" y="301774"/>
          <a:ext cx="711372" cy="128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625"/>
              </a:lnTo>
              <a:lnTo>
                <a:pt x="711372" y="65625"/>
              </a:lnTo>
              <a:lnTo>
                <a:pt x="711372" y="12899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D4B913-C055-43BD-B882-82396B539CBB}">
      <dsp:nvSpPr>
        <dsp:cNvPr id="0" name=""/>
        <dsp:cNvSpPr/>
      </dsp:nvSpPr>
      <dsp:spPr>
        <a:xfrm>
          <a:off x="1143750" y="732546"/>
          <a:ext cx="194399" cy="1134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4670"/>
              </a:lnTo>
              <a:lnTo>
                <a:pt x="194399" y="11346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4A479-BADF-45D2-A817-1B1B3A7E2DAE}">
      <dsp:nvSpPr>
        <dsp:cNvPr id="0" name=""/>
        <dsp:cNvSpPr/>
      </dsp:nvSpPr>
      <dsp:spPr>
        <a:xfrm>
          <a:off x="1143750" y="732546"/>
          <a:ext cx="194399" cy="7061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6151"/>
              </a:lnTo>
              <a:lnTo>
                <a:pt x="194399" y="7061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E70BE-61FE-431E-8FF1-0E3BD6F6D490}">
      <dsp:nvSpPr>
        <dsp:cNvPr id="0" name=""/>
        <dsp:cNvSpPr/>
      </dsp:nvSpPr>
      <dsp:spPr>
        <a:xfrm>
          <a:off x="1143750" y="732546"/>
          <a:ext cx="194399" cy="2776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632"/>
              </a:lnTo>
              <a:lnTo>
                <a:pt x="194399" y="2776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27527-1D18-4DCF-B37A-B0843EBCBDC7}">
      <dsp:nvSpPr>
        <dsp:cNvPr id="0" name=""/>
        <dsp:cNvSpPr/>
      </dsp:nvSpPr>
      <dsp:spPr>
        <a:xfrm>
          <a:off x="1662149" y="301774"/>
          <a:ext cx="711372" cy="128997"/>
        </a:xfrm>
        <a:custGeom>
          <a:avLst/>
          <a:gdLst/>
          <a:ahLst/>
          <a:cxnLst/>
          <a:rect l="0" t="0" r="0" b="0"/>
          <a:pathLst>
            <a:path>
              <a:moveTo>
                <a:pt x="711372" y="0"/>
              </a:moveTo>
              <a:lnTo>
                <a:pt x="711372" y="65625"/>
              </a:lnTo>
              <a:lnTo>
                <a:pt x="0" y="65625"/>
              </a:lnTo>
              <a:lnTo>
                <a:pt x="0" y="12899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520AC-5EA5-4BDC-B5C1-70FD0147A126}">
      <dsp:nvSpPr>
        <dsp:cNvPr id="0" name=""/>
        <dsp:cNvSpPr/>
      </dsp:nvSpPr>
      <dsp:spPr>
        <a:xfrm>
          <a:off x="1653522" y="0"/>
          <a:ext cx="1439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详细设计说明书</a:t>
          </a:r>
        </a:p>
      </dsp:txBody>
      <dsp:txXfrm>
        <a:off x="1653522" y="0"/>
        <a:ext cx="1439999" cy="301774"/>
      </dsp:txXfrm>
    </dsp:sp>
    <dsp:sp modelId="{20593AF1-A0CB-4313-8490-61D184CB7145}">
      <dsp:nvSpPr>
        <dsp:cNvPr id="0" name=""/>
        <dsp:cNvSpPr/>
      </dsp:nvSpPr>
      <dsp:spPr>
        <a:xfrm>
          <a:off x="1014150" y="430772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引言</a:t>
          </a:r>
        </a:p>
      </dsp:txBody>
      <dsp:txXfrm>
        <a:off x="1014150" y="430772"/>
        <a:ext cx="1295999" cy="301774"/>
      </dsp:txXfrm>
    </dsp:sp>
    <dsp:sp modelId="{E1DE2FC5-9CDB-4767-9EA7-500138323F8D}">
      <dsp:nvSpPr>
        <dsp:cNvPr id="0" name=""/>
        <dsp:cNvSpPr/>
      </dsp:nvSpPr>
      <dsp:spPr>
        <a:xfrm>
          <a:off x="1338150" y="859291"/>
          <a:ext cx="1080001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编写目的</a:t>
          </a:r>
        </a:p>
      </dsp:txBody>
      <dsp:txXfrm>
        <a:off x="1338150" y="859291"/>
        <a:ext cx="1080001" cy="301774"/>
      </dsp:txXfrm>
    </dsp:sp>
    <dsp:sp modelId="{631D3DE8-A5E1-41A1-8D54-E5BEDA5208AD}">
      <dsp:nvSpPr>
        <dsp:cNvPr id="0" name=""/>
        <dsp:cNvSpPr/>
      </dsp:nvSpPr>
      <dsp:spPr>
        <a:xfrm>
          <a:off x="1338150" y="1287810"/>
          <a:ext cx="1080001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背景说明</a:t>
          </a:r>
        </a:p>
      </dsp:txBody>
      <dsp:txXfrm>
        <a:off x="1338150" y="1287810"/>
        <a:ext cx="1080001" cy="301774"/>
      </dsp:txXfrm>
    </dsp:sp>
    <dsp:sp modelId="{19635511-5D84-48C7-94E8-4D9E5F29D2E0}">
      <dsp:nvSpPr>
        <dsp:cNvPr id="0" name=""/>
        <dsp:cNvSpPr/>
      </dsp:nvSpPr>
      <dsp:spPr>
        <a:xfrm>
          <a:off x="1338150" y="1716329"/>
          <a:ext cx="1080001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定义</a:t>
          </a:r>
        </a:p>
      </dsp:txBody>
      <dsp:txXfrm>
        <a:off x="1338150" y="1716329"/>
        <a:ext cx="1080001" cy="301774"/>
      </dsp:txXfrm>
    </dsp:sp>
    <dsp:sp modelId="{791C9332-0F68-43E6-983F-E94BDD2CC69C}">
      <dsp:nvSpPr>
        <dsp:cNvPr id="0" name=""/>
        <dsp:cNvSpPr/>
      </dsp:nvSpPr>
      <dsp:spPr>
        <a:xfrm>
          <a:off x="2436894" y="430772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程序系统的结构</a:t>
          </a:r>
        </a:p>
      </dsp:txBody>
      <dsp:txXfrm>
        <a:off x="2436894" y="430772"/>
        <a:ext cx="1295999" cy="301774"/>
      </dsp:txXfrm>
    </dsp:sp>
    <dsp:sp modelId="{0BBD1029-3BE9-4A76-98E3-F0E2F36ED876}">
      <dsp:nvSpPr>
        <dsp:cNvPr id="0" name=""/>
        <dsp:cNvSpPr/>
      </dsp:nvSpPr>
      <dsp:spPr>
        <a:xfrm>
          <a:off x="2760894" y="859291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程序描述</a:t>
          </a:r>
        </a:p>
      </dsp:txBody>
      <dsp:txXfrm>
        <a:off x="2760894" y="859291"/>
        <a:ext cx="1295999" cy="301774"/>
      </dsp:txXfrm>
    </dsp:sp>
    <dsp:sp modelId="{944A657D-7832-4595-A2DD-61D46121B6F8}">
      <dsp:nvSpPr>
        <dsp:cNvPr id="0" name=""/>
        <dsp:cNvSpPr/>
      </dsp:nvSpPr>
      <dsp:spPr>
        <a:xfrm>
          <a:off x="2760894" y="1287810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功能</a:t>
          </a:r>
        </a:p>
      </dsp:txBody>
      <dsp:txXfrm>
        <a:off x="2760894" y="1287810"/>
        <a:ext cx="1295999" cy="301774"/>
      </dsp:txXfrm>
    </dsp:sp>
    <dsp:sp modelId="{E29C968E-E525-4FC2-BB7B-BA39E7ADCF27}">
      <dsp:nvSpPr>
        <dsp:cNvPr id="0" name=""/>
        <dsp:cNvSpPr/>
      </dsp:nvSpPr>
      <dsp:spPr>
        <a:xfrm>
          <a:off x="2760894" y="1716329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流程逻辑</a:t>
          </a:r>
        </a:p>
      </dsp:txBody>
      <dsp:txXfrm>
        <a:off x="2760894" y="1716329"/>
        <a:ext cx="1295999" cy="301774"/>
      </dsp:txXfrm>
    </dsp:sp>
    <dsp:sp modelId="{36D250AF-EE65-4F8F-83C6-16C9EC79CD05}">
      <dsp:nvSpPr>
        <dsp:cNvPr id="0" name=""/>
        <dsp:cNvSpPr/>
      </dsp:nvSpPr>
      <dsp:spPr>
        <a:xfrm>
          <a:off x="2760894" y="2144849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性能</a:t>
          </a:r>
        </a:p>
      </dsp:txBody>
      <dsp:txXfrm>
        <a:off x="2760894" y="2144849"/>
        <a:ext cx="1295999" cy="301774"/>
      </dsp:txXfrm>
    </dsp:sp>
    <dsp:sp modelId="{B0014E9F-2B83-4014-94F6-30632E60D657}">
      <dsp:nvSpPr>
        <dsp:cNvPr id="0" name=""/>
        <dsp:cNvSpPr/>
      </dsp:nvSpPr>
      <dsp:spPr>
        <a:xfrm>
          <a:off x="2760894" y="2573368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接口</a:t>
          </a:r>
          <a:endParaRPr lang="zh-CN" altLang="en-US" sz="1100" kern="1200" dirty="0"/>
        </a:p>
      </dsp:txBody>
      <dsp:txXfrm>
        <a:off x="2760894" y="2573368"/>
        <a:ext cx="1295999" cy="301774"/>
      </dsp:txXfrm>
    </dsp:sp>
    <dsp:sp modelId="{066F1CEF-9D0E-4141-A2E4-2704EB0983E4}">
      <dsp:nvSpPr>
        <dsp:cNvPr id="0" name=""/>
        <dsp:cNvSpPr/>
      </dsp:nvSpPr>
      <dsp:spPr>
        <a:xfrm>
          <a:off x="2760894" y="3001887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输入项</a:t>
          </a:r>
        </a:p>
      </dsp:txBody>
      <dsp:txXfrm>
        <a:off x="2760894" y="3001887"/>
        <a:ext cx="1295999" cy="301774"/>
      </dsp:txXfrm>
    </dsp:sp>
    <dsp:sp modelId="{B3CABDC4-D2CC-4615-AD8A-8750D4F84A2C}">
      <dsp:nvSpPr>
        <dsp:cNvPr id="0" name=""/>
        <dsp:cNvSpPr/>
      </dsp:nvSpPr>
      <dsp:spPr>
        <a:xfrm>
          <a:off x="2760894" y="3430407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存储分配</a:t>
          </a:r>
          <a:endParaRPr lang="zh-CN" altLang="en-US" sz="1100" kern="1200" dirty="0"/>
        </a:p>
      </dsp:txBody>
      <dsp:txXfrm>
        <a:off x="2760894" y="3430407"/>
        <a:ext cx="1295999" cy="301774"/>
      </dsp:txXfrm>
    </dsp:sp>
    <dsp:sp modelId="{3664C391-7F45-4A9B-8E07-1687B3E72595}">
      <dsp:nvSpPr>
        <dsp:cNvPr id="0" name=""/>
        <dsp:cNvSpPr/>
      </dsp:nvSpPr>
      <dsp:spPr>
        <a:xfrm>
          <a:off x="2760894" y="3858926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输出项</a:t>
          </a:r>
        </a:p>
      </dsp:txBody>
      <dsp:txXfrm>
        <a:off x="2760894" y="3858926"/>
        <a:ext cx="1295999" cy="301774"/>
      </dsp:txXfrm>
    </dsp:sp>
    <dsp:sp modelId="{421E8894-5FD5-45A9-8196-3F709DEC8D1F}">
      <dsp:nvSpPr>
        <dsp:cNvPr id="0" name=""/>
        <dsp:cNvSpPr/>
      </dsp:nvSpPr>
      <dsp:spPr>
        <a:xfrm>
          <a:off x="2760894" y="4287445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注释设计</a:t>
          </a:r>
          <a:endParaRPr lang="zh-CN" altLang="en-US" sz="1100" kern="1200" dirty="0"/>
        </a:p>
      </dsp:txBody>
      <dsp:txXfrm>
        <a:off x="2760894" y="4287445"/>
        <a:ext cx="1295999" cy="301774"/>
      </dsp:txXfrm>
    </dsp:sp>
    <dsp:sp modelId="{C7A7B10C-5990-46B2-B68A-5256BEED4536}">
      <dsp:nvSpPr>
        <dsp:cNvPr id="0" name=""/>
        <dsp:cNvSpPr/>
      </dsp:nvSpPr>
      <dsp:spPr>
        <a:xfrm>
          <a:off x="2760894" y="4715965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算法</a:t>
          </a:r>
        </a:p>
      </dsp:txBody>
      <dsp:txXfrm>
        <a:off x="2760894" y="4715965"/>
        <a:ext cx="1295999" cy="301774"/>
      </dsp:txXfrm>
    </dsp:sp>
    <dsp:sp modelId="{CDB54FF5-DD66-40F0-8E74-B4116D4EA2B4}">
      <dsp:nvSpPr>
        <dsp:cNvPr id="0" name=""/>
        <dsp:cNvSpPr/>
      </dsp:nvSpPr>
      <dsp:spPr>
        <a:xfrm>
          <a:off x="2760894" y="5144484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限制条件</a:t>
          </a:r>
          <a:endParaRPr lang="zh-CN" altLang="en-US" sz="1100" kern="1200" dirty="0"/>
        </a:p>
      </dsp:txBody>
      <dsp:txXfrm>
        <a:off x="2760894" y="5144484"/>
        <a:ext cx="1295999" cy="301774"/>
      </dsp:txXfrm>
    </dsp:sp>
    <dsp:sp modelId="{3BC37F03-E0B3-4320-B241-91FABC897007}">
      <dsp:nvSpPr>
        <dsp:cNvPr id="0" name=""/>
        <dsp:cNvSpPr/>
      </dsp:nvSpPr>
      <dsp:spPr>
        <a:xfrm>
          <a:off x="2760894" y="5573003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测试计划</a:t>
          </a:r>
        </a:p>
      </dsp:txBody>
      <dsp:txXfrm>
        <a:off x="2760894" y="5573003"/>
        <a:ext cx="1295999" cy="301774"/>
      </dsp:txXfrm>
    </dsp:sp>
    <dsp:sp modelId="{AB3506F4-729A-4EAD-897A-1BBF2831080A}">
      <dsp:nvSpPr>
        <dsp:cNvPr id="0" name=""/>
        <dsp:cNvSpPr/>
      </dsp:nvSpPr>
      <dsp:spPr>
        <a:xfrm>
          <a:off x="2760894" y="6001523"/>
          <a:ext cx="1295999" cy="301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尚未解决的问题</a:t>
          </a:r>
        </a:p>
      </dsp:txBody>
      <dsp:txXfrm>
        <a:off x="2760894" y="6001523"/>
        <a:ext cx="1295999" cy="3017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1DD97-F0B0-4EAE-9ADD-283EA374C1D9}">
      <dsp:nvSpPr>
        <dsp:cNvPr id="0" name=""/>
        <dsp:cNvSpPr/>
      </dsp:nvSpPr>
      <dsp:spPr>
        <a:xfrm>
          <a:off x="9271533" y="1011336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288DA8-E787-4DDA-9135-A7EA2721CDA1}">
      <dsp:nvSpPr>
        <dsp:cNvPr id="0" name=""/>
        <dsp:cNvSpPr/>
      </dsp:nvSpPr>
      <dsp:spPr>
        <a:xfrm>
          <a:off x="5985890" y="370939"/>
          <a:ext cx="3725655" cy="284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194"/>
              </a:lnTo>
              <a:lnTo>
                <a:pt x="3725655" y="142194"/>
              </a:lnTo>
              <a:lnTo>
                <a:pt x="3725655" y="2843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6509D9-5A12-49BE-A07F-AE54B40807A0}">
      <dsp:nvSpPr>
        <dsp:cNvPr id="0" name=""/>
        <dsp:cNvSpPr/>
      </dsp:nvSpPr>
      <dsp:spPr>
        <a:xfrm>
          <a:off x="7887113" y="1011336"/>
          <a:ext cx="165004" cy="1102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2790"/>
              </a:lnTo>
              <a:lnTo>
                <a:pt x="165004" y="110279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DE0E10-DEDE-479B-B968-0593F8F1A749}">
      <dsp:nvSpPr>
        <dsp:cNvPr id="0" name=""/>
        <dsp:cNvSpPr/>
      </dsp:nvSpPr>
      <dsp:spPr>
        <a:xfrm>
          <a:off x="7887113" y="1011336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899CD3-B615-4150-A060-64B2E42C8E80}">
      <dsp:nvSpPr>
        <dsp:cNvPr id="0" name=""/>
        <dsp:cNvSpPr/>
      </dsp:nvSpPr>
      <dsp:spPr>
        <a:xfrm>
          <a:off x="5985890" y="370939"/>
          <a:ext cx="2341235" cy="284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194"/>
              </a:lnTo>
              <a:lnTo>
                <a:pt x="2341235" y="142194"/>
              </a:lnTo>
              <a:lnTo>
                <a:pt x="2341235" y="2843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87B43F-AA65-4FE9-827C-C0C5855C7259}">
      <dsp:nvSpPr>
        <dsp:cNvPr id="0" name=""/>
        <dsp:cNvSpPr/>
      </dsp:nvSpPr>
      <dsp:spPr>
        <a:xfrm>
          <a:off x="6502693" y="4231820"/>
          <a:ext cx="165004" cy="1743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187"/>
              </a:lnTo>
              <a:lnTo>
                <a:pt x="165004" y="174318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66D146-F0EF-4ACB-97A2-4BCD14191CBD}">
      <dsp:nvSpPr>
        <dsp:cNvPr id="0" name=""/>
        <dsp:cNvSpPr/>
      </dsp:nvSpPr>
      <dsp:spPr>
        <a:xfrm>
          <a:off x="6502693" y="4231820"/>
          <a:ext cx="165004" cy="1102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2790"/>
              </a:lnTo>
              <a:lnTo>
                <a:pt x="165004" y="110279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9D39C-84EE-43A9-82C4-9FA7AA621752}">
      <dsp:nvSpPr>
        <dsp:cNvPr id="0" name=""/>
        <dsp:cNvSpPr/>
      </dsp:nvSpPr>
      <dsp:spPr>
        <a:xfrm>
          <a:off x="6502693" y="4231820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7D55BB-B818-45ED-8867-9E809FAB48D2}">
      <dsp:nvSpPr>
        <dsp:cNvPr id="0" name=""/>
        <dsp:cNvSpPr/>
      </dsp:nvSpPr>
      <dsp:spPr>
        <a:xfrm>
          <a:off x="6227685" y="1011336"/>
          <a:ext cx="165004" cy="3042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2480"/>
              </a:lnTo>
              <a:lnTo>
                <a:pt x="165004" y="304248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D6A6B-92E3-4EB0-A640-D6AEFA7003C5}">
      <dsp:nvSpPr>
        <dsp:cNvPr id="0" name=""/>
        <dsp:cNvSpPr/>
      </dsp:nvSpPr>
      <dsp:spPr>
        <a:xfrm>
          <a:off x="6502693" y="1651733"/>
          <a:ext cx="165004" cy="1752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2436"/>
              </a:lnTo>
              <a:lnTo>
                <a:pt x="165004" y="17524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745706-012E-408B-B53A-2EA278DE9EAC}">
      <dsp:nvSpPr>
        <dsp:cNvPr id="0" name=""/>
        <dsp:cNvSpPr/>
      </dsp:nvSpPr>
      <dsp:spPr>
        <a:xfrm>
          <a:off x="6502693" y="1651733"/>
          <a:ext cx="165004" cy="1102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2790"/>
              </a:lnTo>
              <a:lnTo>
                <a:pt x="165004" y="110279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C006FE-BFE0-45C7-B2DE-F2A3BD415776}">
      <dsp:nvSpPr>
        <dsp:cNvPr id="0" name=""/>
        <dsp:cNvSpPr/>
      </dsp:nvSpPr>
      <dsp:spPr>
        <a:xfrm>
          <a:off x="6502693" y="1651733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5CD7E7-3F63-4E63-A24A-0D596FEC6A1B}">
      <dsp:nvSpPr>
        <dsp:cNvPr id="0" name=""/>
        <dsp:cNvSpPr/>
      </dsp:nvSpPr>
      <dsp:spPr>
        <a:xfrm>
          <a:off x="6227685" y="1011336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C184B-2CD5-45D8-BF30-F9E5C69D76A4}">
      <dsp:nvSpPr>
        <dsp:cNvPr id="0" name=""/>
        <dsp:cNvSpPr/>
      </dsp:nvSpPr>
      <dsp:spPr>
        <a:xfrm>
          <a:off x="5985890" y="370939"/>
          <a:ext cx="681807" cy="284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194"/>
              </a:lnTo>
              <a:lnTo>
                <a:pt x="681807" y="142194"/>
              </a:lnTo>
              <a:lnTo>
                <a:pt x="681807" y="2843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909ED-6C0C-400A-AF08-20FDE0AB5FCA}">
      <dsp:nvSpPr>
        <dsp:cNvPr id="0" name=""/>
        <dsp:cNvSpPr/>
      </dsp:nvSpPr>
      <dsp:spPr>
        <a:xfrm>
          <a:off x="4589062" y="1011336"/>
          <a:ext cx="165004" cy="24513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1380"/>
              </a:lnTo>
              <a:lnTo>
                <a:pt x="165004" y="245138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32EA29-0FAD-4EDE-861F-CF515C2647B0}">
      <dsp:nvSpPr>
        <dsp:cNvPr id="0" name=""/>
        <dsp:cNvSpPr/>
      </dsp:nvSpPr>
      <dsp:spPr>
        <a:xfrm>
          <a:off x="4589062" y="1011336"/>
          <a:ext cx="165004" cy="1783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3864"/>
              </a:lnTo>
              <a:lnTo>
                <a:pt x="165004" y="178386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9C25CE-2AA6-4B11-AA2C-117999271ACA}">
      <dsp:nvSpPr>
        <dsp:cNvPr id="0" name=""/>
        <dsp:cNvSpPr/>
      </dsp:nvSpPr>
      <dsp:spPr>
        <a:xfrm>
          <a:off x="4589062" y="1011336"/>
          <a:ext cx="165004" cy="1116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349"/>
              </a:lnTo>
              <a:lnTo>
                <a:pt x="165004" y="111634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03858-C619-42AF-9FE4-A1A76C86A4B0}">
      <dsp:nvSpPr>
        <dsp:cNvPr id="0" name=""/>
        <dsp:cNvSpPr/>
      </dsp:nvSpPr>
      <dsp:spPr>
        <a:xfrm>
          <a:off x="4589062" y="1011336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54F613-C928-4D8D-BAEB-EAD090D86CDB}">
      <dsp:nvSpPr>
        <dsp:cNvPr id="0" name=""/>
        <dsp:cNvSpPr/>
      </dsp:nvSpPr>
      <dsp:spPr>
        <a:xfrm>
          <a:off x="5029074" y="370939"/>
          <a:ext cx="956815" cy="284389"/>
        </a:xfrm>
        <a:custGeom>
          <a:avLst/>
          <a:gdLst/>
          <a:ahLst/>
          <a:cxnLst/>
          <a:rect l="0" t="0" r="0" b="0"/>
          <a:pathLst>
            <a:path>
              <a:moveTo>
                <a:pt x="956815" y="0"/>
              </a:moveTo>
              <a:lnTo>
                <a:pt x="956815" y="142194"/>
              </a:lnTo>
              <a:lnTo>
                <a:pt x="0" y="142194"/>
              </a:lnTo>
              <a:lnTo>
                <a:pt x="0" y="2843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65614-5BE4-4429-B88B-D338530244E7}">
      <dsp:nvSpPr>
        <dsp:cNvPr id="0" name=""/>
        <dsp:cNvSpPr/>
      </dsp:nvSpPr>
      <dsp:spPr>
        <a:xfrm>
          <a:off x="3204642" y="1011336"/>
          <a:ext cx="165004" cy="1743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187"/>
              </a:lnTo>
              <a:lnTo>
                <a:pt x="165004" y="174318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19A3DF-4A4A-4583-A358-AD13A0C95C36}">
      <dsp:nvSpPr>
        <dsp:cNvPr id="0" name=""/>
        <dsp:cNvSpPr/>
      </dsp:nvSpPr>
      <dsp:spPr>
        <a:xfrm>
          <a:off x="3204642" y="1011336"/>
          <a:ext cx="165004" cy="1102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2790"/>
              </a:lnTo>
              <a:lnTo>
                <a:pt x="165004" y="110279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C2411-D0D8-4310-821B-D7BFD7F820EC}">
      <dsp:nvSpPr>
        <dsp:cNvPr id="0" name=""/>
        <dsp:cNvSpPr/>
      </dsp:nvSpPr>
      <dsp:spPr>
        <a:xfrm>
          <a:off x="3204642" y="1011336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75E374-3338-4FE8-BE93-B5FDA2CFDED4}">
      <dsp:nvSpPr>
        <dsp:cNvPr id="0" name=""/>
        <dsp:cNvSpPr/>
      </dsp:nvSpPr>
      <dsp:spPr>
        <a:xfrm>
          <a:off x="3644654" y="370939"/>
          <a:ext cx="2341235" cy="284389"/>
        </a:xfrm>
        <a:custGeom>
          <a:avLst/>
          <a:gdLst/>
          <a:ahLst/>
          <a:cxnLst/>
          <a:rect l="0" t="0" r="0" b="0"/>
          <a:pathLst>
            <a:path>
              <a:moveTo>
                <a:pt x="2341235" y="0"/>
              </a:moveTo>
              <a:lnTo>
                <a:pt x="2341235" y="142194"/>
              </a:lnTo>
              <a:lnTo>
                <a:pt x="0" y="142194"/>
              </a:lnTo>
              <a:lnTo>
                <a:pt x="0" y="2843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D4B913-C055-43BD-B882-82396B539CBB}">
      <dsp:nvSpPr>
        <dsp:cNvPr id="0" name=""/>
        <dsp:cNvSpPr/>
      </dsp:nvSpPr>
      <dsp:spPr>
        <a:xfrm>
          <a:off x="1820222" y="1011336"/>
          <a:ext cx="165004" cy="1743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187"/>
              </a:lnTo>
              <a:lnTo>
                <a:pt x="165004" y="174318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4A479-BADF-45D2-A817-1B1B3A7E2DAE}">
      <dsp:nvSpPr>
        <dsp:cNvPr id="0" name=""/>
        <dsp:cNvSpPr/>
      </dsp:nvSpPr>
      <dsp:spPr>
        <a:xfrm>
          <a:off x="1820222" y="1011336"/>
          <a:ext cx="165004" cy="1102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2790"/>
              </a:lnTo>
              <a:lnTo>
                <a:pt x="165004" y="110279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E70BE-61FE-431E-8FF1-0E3BD6F6D490}">
      <dsp:nvSpPr>
        <dsp:cNvPr id="0" name=""/>
        <dsp:cNvSpPr/>
      </dsp:nvSpPr>
      <dsp:spPr>
        <a:xfrm>
          <a:off x="1820222" y="1011336"/>
          <a:ext cx="165004" cy="462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2393"/>
              </a:lnTo>
              <a:lnTo>
                <a:pt x="165004" y="46239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27527-1D18-4DCF-B37A-B0843EBCBDC7}">
      <dsp:nvSpPr>
        <dsp:cNvPr id="0" name=""/>
        <dsp:cNvSpPr/>
      </dsp:nvSpPr>
      <dsp:spPr>
        <a:xfrm>
          <a:off x="2260234" y="370939"/>
          <a:ext cx="3725655" cy="284389"/>
        </a:xfrm>
        <a:custGeom>
          <a:avLst/>
          <a:gdLst/>
          <a:ahLst/>
          <a:cxnLst/>
          <a:rect l="0" t="0" r="0" b="0"/>
          <a:pathLst>
            <a:path>
              <a:moveTo>
                <a:pt x="3725655" y="0"/>
              </a:moveTo>
              <a:lnTo>
                <a:pt x="3725655" y="142194"/>
              </a:lnTo>
              <a:lnTo>
                <a:pt x="0" y="142194"/>
              </a:lnTo>
              <a:lnTo>
                <a:pt x="0" y="28438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520AC-5EA5-4BDC-B5C1-70FD0147A126}">
      <dsp:nvSpPr>
        <dsp:cNvPr id="0" name=""/>
        <dsp:cNvSpPr/>
      </dsp:nvSpPr>
      <dsp:spPr>
        <a:xfrm>
          <a:off x="5308773" y="1625"/>
          <a:ext cx="1354234" cy="3693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详细设计说明书</a:t>
          </a:r>
        </a:p>
      </dsp:txBody>
      <dsp:txXfrm>
        <a:off x="5308773" y="1625"/>
        <a:ext cx="1354234" cy="369313"/>
      </dsp:txXfrm>
    </dsp:sp>
    <dsp:sp modelId="{20593AF1-A0CB-4313-8490-61D184CB7145}">
      <dsp:nvSpPr>
        <dsp:cNvPr id="0" name=""/>
        <dsp:cNvSpPr/>
      </dsp:nvSpPr>
      <dsp:spPr>
        <a:xfrm>
          <a:off x="1710219" y="655328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引言</a:t>
          </a:r>
        </a:p>
      </dsp:txBody>
      <dsp:txXfrm>
        <a:off x="1710219" y="655328"/>
        <a:ext cx="1100030" cy="356007"/>
      </dsp:txXfrm>
    </dsp:sp>
    <dsp:sp modelId="{E1DE2FC5-9CDB-4767-9EA7-500138323F8D}">
      <dsp:nvSpPr>
        <dsp:cNvPr id="0" name=""/>
        <dsp:cNvSpPr/>
      </dsp:nvSpPr>
      <dsp:spPr>
        <a:xfrm>
          <a:off x="1985227" y="1295725"/>
          <a:ext cx="953353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编写目的</a:t>
          </a:r>
        </a:p>
      </dsp:txBody>
      <dsp:txXfrm>
        <a:off x="1985227" y="1295725"/>
        <a:ext cx="953353" cy="356007"/>
      </dsp:txXfrm>
    </dsp:sp>
    <dsp:sp modelId="{631D3DE8-A5E1-41A1-8D54-E5BEDA5208AD}">
      <dsp:nvSpPr>
        <dsp:cNvPr id="0" name=""/>
        <dsp:cNvSpPr/>
      </dsp:nvSpPr>
      <dsp:spPr>
        <a:xfrm>
          <a:off x="1985227" y="1936122"/>
          <a:ext cx="953353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背景说明</a:t>
          </a:r>
        </a:p>
      </dsp:txBody>
      <dsp:txXfrm>
        <a:off x="1985227" y="1936122"/>
        <a:ext cx="953353" cy="356007"/>
      </dsp:txXfrm>
    </dsp:sp>
    <dsp:sp modelId="{19635511-5D84-48C7-94E8-4D9E5F29D2E0}">
      <dsp:nvSpPr>
        <dsp:cNvPr id="0" name=""/>
        <dsp:cNvSpPr/>
      </dsp:nvSpPr>
      <dsp:spPr>
        <a:xfrm>
          <a:off x="1985227" y="2576519"/>
          <a:ext cx="953353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定义</a:t>
          </a:r>
        </a:p>
      </dsp:txBody>
      <dsp:txXfrm>
        <a:off x="1985227" y="2576519"/>
        <a:ext cx="953353" cy="356007"/>
      </dsp:txXfrm>
    </dsp:sp>
    <dsp:sp modelId="{AB3506F4-729A-4EAD-897A-1BBF2831080A}">
      <dsp:nvSpPr>
        <dsp:cNvPr id="0" name=""/>
        <dsp:cNvSpPr/>
      </dsp:nvSpPr>
      <dsp:spPr>
        <a:xfrm>
          <a:off x="3094639" y="655328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软件概述</a:t>
          </a:r>
        </a:p>
      </dsp:txBody>
      <dsp:txXfrm>
        <a:off x="3094639" y="655328"/>
        <a:ext cx="1100030" cy="356007"/>
      </dsp:txXfrm>
    </dsp:sp>
    <dsp:sp modelId="{D7E273AE-1042-49D1-9681-6212CA671D5A}">
      <dsp:nvSpPr>
        <dsp:cNvPr id="0" name=""/>
        <dsp:cNvSpPr/>
      </dsp:nvSpPr>
      <dsp:spPr>
        <a:xfrm>
          <a:off x="3369647" y="1295725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软件的结构</a:t>
          </a:r>
        </a:p>
      </dsp:txBody>
      <dsp:txXfrm>
        <a:off x="3369647" y="1295725"/>
        <a:ext cx="1100030" cy="356007"/>
      </dsp:txXfrm>
    </dsp:sp>
    <dsp:sp modelId="{1B9E7FA4-CCFB-4982-92F7-EC27454E6383}">
      <dsp:nvSpPr>
        <dsp:cNvPr id="0" name=""/>
        <dsp:cNvSpPr/>
      </dsp:nvSpPr>
      <dsp:spPr>
        <a:xfrm>
          <a:off x="3369647" y="1936122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程序表</a:t>
          </a:r>
        </a:p>
      </dsp:txBody>
      <dsp:txXfrm>
        <a:off x="3369647" y="1936122"/>
        <a:ext cx="1100030" cy="356007"/>
      </dsp:txXfrm>
    </dsp:sp>
    <dsp:sp modelId="{0011C72D-F59D-4AB0-AEAB-EFA49C1BBEB4}">
      <dsp:nvSpPr>
        <dsp:cNvPr id="0" name=""/>
        <dsp:cNvSpPr/>
      </dsp:nvSpPr>
      <dsp:spPr>
        <a:xfrm>
          <a:off x="3369647" y="2576519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文卷表</a:t>
          </a:r>
        </a:p>
      </dsp:txBody>
      <dsp:txXfrm>
        <a:off x="3369647" y="2576519"/>
        <a:ext cx="1100030" cy="356007"/>
      </dsp:txXfrm>
    </dsp:sp>
    <dsp:sp modelId="{8FF7673B-AE0E-4709-A30C-5ECF4597980C}">
      <dsp:nvSpPr>
        <dsp:cNvPr id="0" name=""/>
        <dsp:cNvSpPr/>
      </dsp:nvSpPr>
      <dsp:spPr>
        <a:xfrm>
          <a:off x="4479059" y="655328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安装和初始化</a:t>
          </a:r>
        </a:p>
      </dsp:txBody>
      <dsp:txXfrm>
        <a:off x="4479059" y="655328"/>
        <a:ext cx="1100030" cy="356007"/>
      </dsp:txXfrm>
    </dsp:sp>
    <dsp:sp modelId="{0379C858-EF8C-4E79-A803-E45618C9A830}">
      <dsp:nvSpPr>
        <dsp:cNvPr id="0" name=""/>
        <dsp:cNvSpPr/>
      </dsp:nvSpPr>
      <dsp:spPr>
        <a:xfrm>
          <a:off x="4754067" y="1295725"/>
          <a:ext cx="1354234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/>
            <a:t>程序的存储形式</a:t>
          </a:r>
        </a:p>
      </dsp:txBody>
      <dsp:txXfrm>
        <a:off x="4754067" y="1295725"/>
        <a:ext cx="1354234" cy="356007"/>
      </dsp:txXfrm>
    </dsp:sp>
    <dsp:sp modelId="{7A87AD6B-EAEA-44E0-B071-53299212ACD7}">
      <dsp:nvSpPr>
        <dsp:cNvPr id="0" name=""/>
        <dsp:cNvSpPr/>
      </dsp:nvSpPr>
      <dsp:spPr>
        <a:xfrm>
          <a:off x="4754067" y="1936122"/>
          <a:ext cx="1354234" cy="383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/>
            <a:t>安装与初始化过程中的全部操作命令</a:t>
          </a:r>
        </a:p>
      </dsp:txBody>
      <dsp:txXfrm>
        <a:off x="4754067" y="1936122"/>
        <a:ext cx="1354234" cy="383126"/>
      </dsp:txXfrm>
    </dsp:sp>
    <dsp:sp modelId="{E86AA089-7AE8-4E76-9ADC-FC65D16094CB}">
      <dsp:nvSpPr>
        <dsp:cNvPr id="0" name=""/>
        <dsp:cNvSpPr/>
      </dsp:nvSpPr>
      <dsp:spPr>
        <a:xfrm>
          <a:off x="4754067" y="2603637"/>
          <a:ext cx="1354234" cy="383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/>
            <a:t>系统对命令的反应与答复</a:t>
          </a:r>
        </a:p>
      </dsp:txBody>
      <dsp:txXfrm>
        <a:off x="4754067" y="2603637"/>
        <a:ext cx="1354234" cy="383126"/>
      </dsp:txXfrm>
    </dsp:sp>
    <dsp:sp modelId="{3F175F6F-A3EF-49CA-B19F-9EA630FB8067}">
      <dsp:nvSpPr>
        <dsp:cNvPr id="0" name=""/>
        <dsp:cNvSpPr/>
      </dsp:nvSpPr>
      <dsp:spPr>
        <a:xfrm>
          <a:off x="4754067" y="3271153"/>
          <a:ext cx="1354234" cy="383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/>
            <a:t>表明安装工作完成的测试实例</a:t>
          </a:r>
        </a:p>
      </dsp:txBody>
      <dsp:txXfrm>
        <a:off x="4754067" y="3271153"/>
        <a:ext cx="1354234" cy="383126"/>
      </dsp:txXfrm>
    </dsp:sp>
    <dsp:sp modelId="{D027C480-8132-4644-A6F2-546C516D6F7E}">
      <dsp:nvSpPr>
        <dsp:cNvPr id="0" name=""/>
        <dsp:cNvSpPr/>
      </dsp:nvSpPr>
      <dsp:spPr>
        <a:xfrm>
          <a:off x="6117682" y="655328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运行说明</a:t>
          </a:r>
        </a:p>
      </dsp:txBody>
      <dsp:txXfrm>
        <a:off x="6117682" y="655328"/>
        <a:ext cx="1100030" cy="356007"/>
      </dsp:txXfrm>
    </dsp:sp>
    <dsp:sp modelId="{F838054F-CA0C-4FAE-8D3C-5A315E987C23}">
      <dsp:nvSpPr>
        <dsp:cNvPr id="0" name=""/>
        <dsp:cNvSpPr/>
      </dsp:nvSpPr>
      <dsp:spPr>
        <a:xfrm>
          <a:off x="6392690" y="1295725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运行表</a:t>
          </a:r>
        </a:p>
      </dsp:txBody>
      <dsp:txXfrm>
        <a:off x="6392690" y="1295725"/>
        <a:ext cx="1100030" cy="356007"/>
      </dsp:txXfrm>
    </dsp:sp>
    <dsp:sp modelId="{EAFC6D0C-7D1D-4EC9-BA9A-6C79249BB00D}">
      <dsp:nvSpPr>
        <dsp:cNvPr id="0" name=""/>
        <dsp:cNvSpPr/>
      </dsp:nvSpPr>
      <dsp:spPr>
        <a:xfrm>
          <a:off x="6667698" y="1936122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可能的运行</a:t>
          </a:r>
        </a:p>
      </dsp:txBody>
      <dsp:txXfrm>
        <a:off x="6667698" y="1936122"/>
        <a:ext cx="1100030" cy="356007"/>
      </dsp:txXfrm>
    </dsp:sp>
    <dsp:sp modelId="{DDC3F52F-0F90-4794-AEF8-18F35BBDCBFE}">
      <dsp:nvSpPr>
        <dsp:cNvPr id="0" name=""/>
        <dsp:cNvSpPr/>
      </dsp:nvSpPr>
      <dsp:spPr>
        <a:xfrm>
          <a:off x="6667698" y="2576519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运行的目的</a:t>
          </a:r>
        </a:p>
      </dsp:txBody>
      <dsp:txXfrm>
        <a:off x="6667698" y="2576519"/>
        <a:ext cx="1100030" cy="356007"/>
      </dsp:txXfrm>
    </dsp:sp>
    <dsp:sp modelId="{B3351222-2519-4757-BBBE-3F4219A39D6D}">
      <dsp:nvSpPr>
        <dsp:cNvPr id="0" name=""/>
        <dsp:cNvSpPr/>
      </dsp:nvSpPr>
      <dsp:spPr>
        <a:xfrm>
          <a:off x="6667698" y="3216916"/>
          <a:ext cx="1100030" cy="3745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运行所执行的程序</a:t>
          </a:r>
        </a:p>
      </dsp:txBody>
      <dsp:txXfrm>
        <a:off x="6667698" y="3216916"/>
        <a:ext cx="1100030" cy="374506"/>
      </dsp:txXfrm>
    </dsp:sp>
    <dsp:sp modelId="{774FE21C-61CD-44A7-8E4B-EFF9B392A02C}">
      <dsp:nvSpPr>
        <dsp:cNvPr id="0" name=""/>
        <dsp:cNvSpPr/>
      </dsp:nvSpPr>
      <dsp:spPr>
        <a:xfrm>
          <a:off x="6392690" y="3875812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/>
            <a:t>运行步骤</a:t>
          </a:r>
        </a:p>
      </dsp:txBody>
      <dsp:txXfrm>
        <a:off x="6392690" y="3875812"/>
        <a:ext cx="1100030" cy="356007"/>
      </dsp:txXfrm>
    </dsp:sp>
    <dsp:sp modelId="{44E2B3F0-55E3-4AC0-A92F-0C9F97DB8031}">
      <dsp:nvSpPr>
        <dsp:cNvPr id="0" name=""/>
        <dsp:cNvSpPr/>
      </dsp:nvSpPr>
      <dsp:spPr>
        <a:xfrm>
          <a:off x="6667698" y="4516209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运行控制</a:t>
          </a:r>
        </a:p>
      </dsp:txBody>
      <dsp:txXfrm>
        <a:off x="6667698" y="4516209"/>
        <a:ext cx="1100030" cy="356007"/>
      </dsp:txXfrm>
    </dsp:sp>
    <dsp:sp modelId="{15D7787D-A621-4C83-ADF4-F5003A01F3E0}">
      <dsp:nvSpPr>
        <dsp:cNvPr id="0" name=""/>
        <dsp:cNvSpPr/>
      </dsp:nvSpPr>
      <dsp:spPr>
        <a:xfrm>
          <a:off x="6667698" y="5156606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操作信息</a:t>
          </a:r>
        </a:p>
      </dsp:txBody>
      <dsp:txXfrm>
        <a:off x="6667698" y="5156606"/>
        <a:ext cx="1100030" cy="356007"/>
      </dsp:txXfrm>
    </dsp:sp>
    <dsp:sp modelId="{F9D87570-78AD-45D4-BE2C-4A9594F2249C}">
      <dsp:nvSpPr>
        <dsp:cNvPr id="0" name=""/>
        <dsp:cNvSpPr/>
      </dsp:nvSpPr>
      <dsp:spPr>
        <a:xfrm>
          <a:off x="6667698" y="5797003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运行目的</a:t>
          </a:r>
        </a:p>
      </dsp:txBody>
      <dsp:txXfrm>
        <a:off x="6667698" y="5797003"/>
        <a:ext cx="1100030" cy="356007"/>
      </dsp:txXfrm>
    </dsp:sp>
    <dsp:sp modelId="{1E09886C-F575-4298-8298-48F05AF84085}">
      <dsp:nvSpPr>
        <dsp:cNvPr id="0" name=""/>
        <dsp:cNvSpPr/>
      </dsp:nvSpPr>
      <dsp:spPr>
        <a:xfrm>
          <a:off x="7777110" y="655328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非常规过程</a:t>
          </a:r>
        </a:p>
      </dsp:txBody>
      <dsp:txXfrm>
        <a:off x="7777110" y="655328"/>
        <a:ext cx="1100030" cy="356007"/>
      </dsp:txXfrm>
    </dsp:sp>
    <dsp:sp modelId="{24B7F4AB-9809-4100-9C6C-ABE4AC292961}">
      <dsp:nvSpPr>
        <dsp:cNvPr id="0" name=""/>
        <dsp:cNvSpPr/>
      </dsp:nvSpPr>
      <dsp:spPr>
        <a:xfrm>
          <a:off x="8052118" y="1295725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/>
            <a:t>应急操作</a:t>
          </a:r>
        </a:p>
      </dsp:txBody>
      <dsp:txXfrm>
        <a:off x="8052118" y="1295725"/>
        <a:ext cx="1100030" cy="356007"/>
      </dsp:txXfrm>
    </dsp:sp>
    <dsp:sp modelId="{9100C3E3-2B5C-4D6F-9D9D-6F26A378158A}">
      <dsp:nvSpPr>
        <dsp:cNvPr id="0" name=""/>
        <dsp:cNvSpPr/>
      </dsp:nvSpPr>
      <dsp:spPr>
        <a:xfrm>
          <a:off x="8052118" y="1936122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/>
            <a:t>非常规操作</a:t>
          </a:r>
        </a:p>
      </dsp:txBody>
      <dsp:txXfrm>
        <a:off x="8052118" y="1936122"/>
        <a:ext cx="1100030" cy="356007"/>
      </dsp:txXfrm>
    </dsp:sp>
    <dsp:sp modelId="{967725E3-9F79-41A5-BA5B-8081F9A24D37}">
      <dsp:nvSpPr>
        <dsp:cNvPr id="0" name=""/>
        <dsp:cNvSpPr/>
      </dsp:nvSpPr>
      <dsp:spPr>
        <a:xfrm>
          <a:off x="9161530" y="655328"/>
          <a:ext cx="1100030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远程操作</a:t>
          </a:r>
        </a:p>
      </dsp:txBody>
      <dsp:txXfrm>
        <a:off x="9161530" y="655328"/>
        <a:ext cx="1100030" cy="356007"/>
      </dsp:txXfrm>
    </dsp:sp>
    <dsp:sp modelId="{4CCCB877-C5B5-47DB-9ABD-F90EBACBDCAB}">
      <dsp:nvSpPr>
        <dsp:cNvPr id="0" name=""/>
        <dsp:cNvSpPr/>
      </dsp:nvSpPr>
      <dsp:spPr>
        <a:xfrm>
          <a:off x="9436538" y="1295725"/>
          <a:ext cx="1283367" cy="3560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kern="1200" dirty="0"/>
            <a:t>远程控制操作过程</a:t>
          </a:r>
        </a:p>
      </dsp:txBody>
      <dsp:txXfrm>
        <a:off x="9436538" y="1295725"/>
        <a:ext cx="1283367" cy="356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8DC02-EB0F-A21A-7324-E5804D576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47FD24-B6D8-AC07-F61E-FC111E540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6DA5F8-E4C2-A326-F294-729E7C5B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DD29C-57A4-7A1B-8447-6CAD9621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4C6465-F73C-5E63-7536-058B2D25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7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1BBF-9BA7-FA15-6854-296E0AA3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8A8C9-4699-BB1D-0E82-937EA1161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217A2-1B5E-6DA4-6655-BE31655E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D0050-B6EB-4BFD-1502-75704079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45AE7-59E1-7812-0D69-51720491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37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A287A-2944-0A0E-2611-40B4C0BF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E9226D-02AC-1ECD-4436-40C96588D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CD0D21-4FF7-455B-AD3A-E0A6F1C3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2858A-CFFB-987D-EFF1-042C2203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A1B57-E9C2-894F-25B6-B79D3B70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9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0AAEC-05F4-9929-1235-B186BB93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D3271-60D1-DBAA-9EBB-C0C3F9211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41B2F8-D2BF-173C-8942-7345C9559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A44668-E5D4-4C45-4BCF-206E418B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93165F-C25F-B895-5074-1F9A0978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3A9CCF-EE03-827E-7236-7CC0E068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10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B8447-019C-3FEB-F695-EDC5A805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2BF363-5B9B-E63D-EE2E-A945CD93F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F47BCF-C2CF-AF29-6D38-51104D018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FEFE84-3BBC-5027-74E3-61B57B989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BB5817-CB8C-18DD-73A3-C707EB188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73373C-AB2B-16D5-B3E8-64E71130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CCE9D3-3203-E45E-BFCD-7C2EE84C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DA544D-4B2B-EAE2-AA98-18E8FF9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97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06E4A-81AD-DC1C-DCCE-5F07396F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DD6C79-854F-1CB6-9DDE-8AD662BE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722B12-D48B-246F-0C65-F9B3201B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A3FB56-4A9C-959F-0CB7-1346B2A1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43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71E583-A0BE-E58D-6D5F-03752121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9FCA1A-960B-78AB-87A3-6E6E246B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B5F75A-6651-ED12-6296-3B2F4FE9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60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9ADCA-B3DA-684B-E4F1-8D82F315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DB51E-D9F2-2EEF-2B27-464498DB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991C8B-9104-BC46-0FB6-418CDAE2A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386C87-2428-B615-13B0-8F6696D9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F16B46-B292-159C-A9A0-9AC0FA30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997DE-96A7-4466-6019-44E67D36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36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05B31-98C4-9420-A7A8-C87AB881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5F206C-CA32-5059-8BFD-1A3B86F50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8D6F70-6704-B93B-123C-E87AC66BB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A8A733-8EB9-1893-E852-10223D14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39EFBA-60D9-1CAD-49A6-97315305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800F4F-A90B-C484-D5FF-52F4F7DF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87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105BA-DEF1-1120-468A-12A651FAA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7BCDD3-8EF5-12FD-5352-79BE5F232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CDB878-137F-0EAD-1CB4-D13BDF20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9A357-546C-5370-B5C3-BFD4A8DD6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3B9B0-396A-9FDC-CD10-0164CED2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6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01502F-1982-B733-B23F-6BB01D28E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570675-8046-01D5-BA7D-DB0C10A56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778AA-22F2-8B42-1317-E55E9816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117169-5AAB-B9E0-4ED9-15E600756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E8DB4-EBDD-CA76-8D9E-E57C012F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49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18B501-F669-8500-B2EB-9EC5037F8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F912B2-7A1E-3D80-7432-26310AE9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197596-3255-173B-F9C9-A7E88C4CA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17D17-380A-4B40-92EC-38E177F94207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F8D12-2681-D174-7A76-588AA3B4D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514B9-0D5E-B326-8AA4-42EF8F702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45E22-FBE8-4597-A88F-6ED65F9C0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84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12" Type="http://schemas.openxmlformats.org/officeDocument/2006/relationships/image" Target="../media/image20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5" Type="http://schemas.openxmlformats.org/officeDocument/2006/relationships/image" Target="../media/image2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Relationship Id="rId1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79DBE2-DED6-AB64-AF6D-0B19989DE0ED}"/>
              </a:ext>
            </a:extLst>
          </p:cNvPr>
          <p:cNvSpPr/>
          <p:nvPr/>
        </p:nvSpPr>
        <p:spPr>
          <a:xfrm>
            <a:off x="7156144" y="2728340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老师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83826D-9DE6-60C7-D1B6-C6D11E372DBA}"/>
              </a:ext>
            </a:extLst>
          </p:cNvPr>
          <p:cNvSpPr/>
          <p:nvPr/>
        </p:nvSpPr>
        <p:spPr>
          <a:xfrm>
            <a:off x="10270819" y="2728340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课程</a:t>
            </a:r>
          </a:p>
        </p:txBody>
      </p:sp>
      <p:sp>
        <p:nvSpPr>
          <p:cNvPr id="4" name="流程图: 决策 3">
            <a:extLst>
              <a:ext uri="{FF2B5EF4-FFF2-40B4-BE49-F238E27FC236}">
                <a16:creationId xmlns:a16="http://schemas.microsoft.com/office/drawing/2014/main" id="{0225CB8B-4DB7-23B9-5728-E914D45825C5}"/>
              </a:ext>
            </a:extLst>
          </p:cNvPr>
          <p:cNvSpPr/>
          <p:nvPr/>
        </p:nvSpPr>
        <p:spPr>
          <a:xfrm>
            <a:off x="8821482" y="2620340"/>
            <a:ext cx="864000" cy="576000"/>
          </a:xfrm>
          <a:prstGeom prst="flowChartDecis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讲授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B05B377-10F4-24E4-37BE-3E86B31EDD7F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8236144" y="2908340"/>
            <a:ext cx="58533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E820FE9-484D-37FC-10AA-2FF4821E94BD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9685482" y="2908340"/>
            <a:ext cx="585337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340881B-B140-2BEE-96EC-4C3335B495CC}"/>
              </a:ext>
            </a:extLst>
          </p:cNvPr>
          <p:cNvSpPr txBox="1"/>
          <p:nvPr/>
        </p:nvSpPr>
        <p:spPr>
          <a:xfrm>
            <a:off x="8398008" y="2679841"/>
            <a:ext cx="261610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233F43-47A5-25E7-7784-5D9F0023523A}"/>
              </a:ext>
            </a:extLst>
          </p:cNvPr>
          <p:cNvSpPr txBox="1"/>
          <p:nvPr/>
        </p:nvSpPr>
        <p:spPr>
          <a:xfrm>
            <a:off x="9830514" y="2679841"/>
            <a:ext cx="295274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C4EAF5-C90A-221F-0F58-C67EDEBF23EE}"/>
              </a:ext>
            </a:extLst>
          </p:cNvPr>
          <p:cNvSpPr/>
          <p:nvPr/>
        </p:nvSpPr>
        <p:spPr>
          <a:xfrm>
            <a:off x="7156144" y="4634399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班长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B48727-2432-4BF7-CFBF-D896A6C50749}"/>
              </a:ext>
            </a:extLst>
          </p:cNvPr>
          <p:cNvSpPr/>
          <p:nvPr/>
        </p:nvSpPr>
        <p:spPr>
          <a:xfrm>
            <a:off x="10270819" y="4634399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班级</a:t>
            </a:r>
          </a:p>
        </p:txBody>
      </p:sp>
      <p:sp>
        <p:nvSpPr>
          <p:cNvPr id="13" name="流程图: 决策 12">
            <a:extLst>
              <a:ext uri="{FF2B5EF4-FFF2-40B4-BE49-F238E27FC236}">
                <a16:creationId xmlns:a16="http://schemas.microsoft.com/office/drawing/2014/main" id="{5B9DF6DB-CE6E-801C-EC01-927CB0A27705}"/>
              </a:ext>
            </a:extLst>
          </p:cNvPr>
          <p:cNvSpPr/>
          <p:nvPr/>
        </p:nvSpPr>
        <p:spPr>
          <a:xfrm>
            <a:off x="8821482" y="4526399"/>
            <a:ext cx="864000" cy="576000"/>
          </a:xfrm>
          <a:prstGeom prst="flowChartDecis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管理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34BFE99-382B-5312-390F-7896C7A27A7D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8236144" y="4814399"/>
            <a:ext cx="58533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A08DD47-C73C-DCAE-D7D0-F32CE28B9365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>
            <a:off x="9685482" y="4814399"/>
            <a:ext cx="585337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4F98443-4B79-1FF9-C1FE-87C4C03DB550}"/>
              </a:ext>
            </a:extLst>
          </p:cNvPr>
          <p:cNvSpPr txBox="1"/>
          <p:nvPr/>
        </p:nvSpPr>
        <p:spPr>
          <a:xfrm>
            <a:off x="8398008" y="4585900"/>
            <a:ext cx="261610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D2F346-F1C2-319F-C140-24B0D7AD2F83}"/>
              </a:ext>
            </a:extLst>
          </p:cNvPr>
          <p:cNvSpPr txBox="1"/>
          <p:nvPr/>
        </p:nvSpPr>
        <p:spPr>
          <a:xfrm>
            <a:off x="9847346" y="4585900"/>
            <a:ext cx="261610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9097BB-465F-7D5B-A577-AE17A8B02CE9}"/>
              </a:ext>
            </a:extLst>
          </p:cNvPr>
          <p:cNvSpPr/>
          <p:nvPr/>
        </p:nvSpPr>
        <p:spPr>
          <a:xfrm>
            <a:off x="7156144" y="1432940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学生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310380-7C57-9194-F819-59F8D82E057C}"/>
              </a:ext>
            </a:extLst>
          </p:cNvPr>
          <p:cNvSpPr/>
          <p:nvPr/>
        </p:nvSpPr>
        <p:spPr>
          <a:xfrm>
            <a:off x="10270819" y="1432940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课程</a:t>
            </a:r>
          </a:p>
        </p:txBody>
      </p:sp>
      <p:sp>
        <p:nvSpPr>
          <p:cNvPr id="20" name="流程图: 决策 19">
            <a:extLst>
              <a:ext uri="{FF2B5EF4-FFF2-40B4-BE49-F238E27FC236}">
                <a16:creationId xmlns:a16="http://schemas.microsoft.com/office/drawing/2014/main" id="{2504802D-D623-F4AD-67DF-251A5827A434}"/>
              </a:ext>
            </a:extLst>
          </p:cNvPr>
          <p:cNvSpPr/>
          <p:nvPr/>
        </p:nvSpPr>
        <p:spPr>
          <a:xfrm>
            <a:off x="8821482" y="1324940"/>
            <a:ext cx="864000" cy="576000"/>
          </a:xfrm>
          <a:prstGeom prst="flowChartDecis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选修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CEE1AA9-F6D9-23C3-AB98-FCAEA507A69A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8236144" y="1612940"/>
            <a:ext cx="58533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7447A81-3F1E-E61F-E53A-11A99F80A474}"/>
              </a:ext>
            </a:extLst>
          </p:cNvPr>
          <p:cNvCxnSpPr>
            <a:stCxn id="20" idx="3"/>
            <a:endCxn id="19" idx="1"/>
          </p:cNvCxnSpPr>
          <p:nvPr/>
        </p:nvCxnSpPr>
        <p:spPr>
          <a:xfrm>
            <a:off x="9685482" y="1612940"/>
            <a:ext cx="585337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8F3E18A5-D52B-8F2D-6798-43F32B26E214}"/>
              </a:ext>
            </a:extLst>
          </p:cNvPr>
          <p:cNvSpPr txBox="1"/>
          <p:nvPr/>
        </p:nvSpPr>
        <p:spPr>
          <a:xfrm>
            <a:off x="8368352" y="1384441"/>
            <a:ext cx="320922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M</a:t>
            </a:r>
            <a:endParaRPr lang="zh-CN" altLang="en-US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FE3B8A2-DC94-C9B6-33C5-69266617E817}"/>
              </a:ext>
            </a:extLst>
          </p:cNvPr>
          <p:cNvSpPr txBox="1"/>
          <p:nvPr/>
        </p:nvSpPr>
        <p:spPr>
          <a:xfrm>
            <a:off x="9830514" y="1384441"/>
            <a:ext cx="295274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AA6A2-9CB1-5A53-6401-C13E8CEBF5B3}"/>
              </a:ext>
            </a:extLst>
          </p:cNvPr>
          <p:cNvSpPr/>
          <p:nvPr/>
        </p:nvSpPr>
        <p:spPr>
          <a:xfrm>
            <a:off x="1574494" y="2985515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F4ABE6-1191-DF52-8435-D79DB32D75D8}"/>
              </a:ext>
            </a:extLst>
          </p:cNvPr>
          <p:cNvSpPr/>
          <p:nvPr/>
        </p:nvSpPr>
        <p:spPr>
          <a:xfrm>
            <a:off x="4689169" y="2985515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流程图: 决策 26">
            <a:extLst>
              <a:ext uri="{FF2B5EF4-FFF2-40B4-BE49-F238E27FC236}">
                <a16:creationId xmlns:a16="http://schemas.microsoft.com/office/drawing/2014/main" id="{37C0B526-F2AF-33F1-3B05-D33663E719C6}"/>
              </a:ext>
            </a:extLst>
          </p:cNvPr>
          <p:cNvSpPr/>
          <p:nvPr/>
        </p:nvSpPr>
        <p:spPr>
          <a:xfrm>
            <a:off x="3239832" y="2877515"/>
            <a:ext cx="864000" cy="576000"/>
          </a:xfrm>
          <a:prstGeom prst="flowChartDecis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678D26D-9F91-3798-9E47-E7151CC39D6C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>
            <a:off x="2654494" y="3165515"/>
            <a:ext cx="58533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8E82614-3AD5-FEFF-09DA-4EAB1F489FB8}"/>
              </a:ext>
            </a:extLst>
          </p:cNvPr>
          <p:cNvCxnSpPr>
            <a:stCxn id="27" idx="3"/>
            <a:endCxn id="26" idx="1"/>
          </p:cNvCxnSpPr>
          <p:nvPr/>
        </p:nvCxnSpPr>
        <p:spPr>
          <a:xfrm>
            <a:off x="4103832" y="3165515"/>
            <a:ext cx="585337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59A9636C-4776-F3DD-426E-26D0FEF803BB}"/>
              </a:ext>
            </a:extLst>
          </p:cNvPr>
          <p:cNvSpPr txBox="1"/>
          <p:nvPr/>
        </p:nvSpPr>
        <p:spPr>
          <a:xfrm>
            <a:off x="2816358" y="2937016"/>
            <a:ext cx="261610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EE54D1-4FD4-BE5E-9D93-A388E38ECBBF}"/>
              </a:ext>
            </a:extLst>
          </p:cNvPr>
          <p:cNvSpPr txBox="1"/>
          <p:nvPr/>
        </p:nvSpPr>
        <p:spPr>
          <a:xfrm>
            <a:off x="4248864" y="2937016"/>
            <a:ext cx="295274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34233E-51C9-012D-12C7-0A829C7805F4}"/>
              </a:ext>
            </a:extLst>
          </p:cNvPr>
          <p:cNvSpPr/>
          <p:nvPr/>
        </p:nvSpPr>
        <p:spPr>
          <a:xfrm>
            <a:off x="1574494" y="4634399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B67323-7F9C-1F47-B417-AC1043E18C20}"/>
              </a:ext>
            </a:extLst>
          </p:cNvPr>
          <p:cNvSpPr/>
          <p:nvPr/>
        </p:nvSpPr>
        <p:spPr>
          <a:xfrm>
            <a:off x="4689169" y="4634399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流程图: 决策 33">
            <a:extLst>
              <a:ext uri="{FF2B5EF4-FFF2-40B4-BE49-F238E27FC236}">
                <a16:creationId xmlns:a16="http://schemas.microsoft.com/office/drawing/2014/main" id="{DB6AAC90-D2ED-1BD8-71A9-6EEADDA976EA}"/>
              </a:ext>
            </a:extLst>
          </p:cNvPr>
          <p:cNvSpPr/>
          <p:nvPr/>
        </p:nvSpPr>
        <p:spPr>
          <a:xfrm>
            <a:off x="3239832" y="4526399"/>
            <a:ext cx="864000" cy="576000"/>
          </a:xfrm>
          <a:prstGeom prst="flowChartDecis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8AEA277-ED4D-9B49-DF66-77801915E7C0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>
            <a:off x="2654494" y="4814399"/>
            <a:ext cx="58533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9F867E3-3082-76EE-27CD-39F43D9E70D6}"/>
              </a:ext>
            </a:extLst>
          </p:cNvPr>
          <p:cNvCxnSpPr>
            <a:stCxn id="34" idx="3"/>
            <a:endCxn id="33" idx="1"/>
          </p:cNvCxnSpPr>
          <p:nvPr/>
        </p:nvCxnSpPr>
        <p:spPr>
          <a:xfrm>
            <a:off x="4103832" y="4814399"/>
            <a:ext cx="585337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7AAB849-CE0A-9A4A-55D0-6BDAC1D64AAE}"/>
              </a:ext>
            </a:extLst>
          </p:cNvPr>
          <p:cNvSpPr txBox="1"/>
          <p:nvPr/>
        </p:nvSpPr>
        <p:spPr>
          <a:xfrm>
            <a:off x="2816358" y="4585900"/>
            <a:ext cx="261610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8049057-C895-6B97-9EA9-F2165165871E}"/>
              </a:ext>
            </a:extLst>
          </p:cNvPr>
          <p:cNvSpPr txBox="1"/>
          <p:nvPr/>
        </p:nvSpPr>
        <p:spPr>
          <a:xfrm>
            <a:off x="4265696" y="4585900"/>
            <a:ext cx="261610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AA20A44-D0C1-5BFB-3174-14B18F6872AB}"/>
              </a:ext>
            </a:extLst>
          </p:cNvPr>
          <p:cNvSpPr/>
          <p:nvPr/>
        </p:nvSpPr>
        <p:spPr>
          <a:xfrm>
            <a:off x="1574494" y="1432940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2D1A1AC-8347-AA4E-C8B9-27AEE7F34012}"/>
              </a:ext>
            </a:extLst>
          </p:cNvPr>
          <p:cNvSpPr/>
          <p:nvPr/>
        </p:nvSpPr>
        <p:spPr>
          <a:xfrm>
            <a:off x="4689169" y="1432940"/>
            <a:ext cx="108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流程图: 决策 40">
            <a:extLst>
              <a:ext uri="{FF2B5EF4-FFF2-40B4-BE49-F238E27FC236}">
                <a16:creationId xmlns:a16="http://schemas.microsoft.com/office/drawing/2014/main" id="{F1B9D7F3-F9E7-AA2A-59B0-ED7C1FB8CFB6}"/>
              </a:ext>
            </a:extLst>
          </p:cNvPr>
          <p:cNvSpPr/>
          <p:nvPr/>
        </p:nvSpPr>
        <p:spPr>
          <a:xfrm>
            <a:off x="3239832" y="1324940"/>
            <a:ext cx="864000" cy="576000"/>
          </a:xfrm>
          <a:prstGeom prst="flowChartDecis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3A1FD5D-31F8-FD34-C197-E31876550591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2654494" y="1612940"/>
            <a:ext cx="58533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C8A22E8-F4CC-5C72-E6F3-B8AA4E167039}"/>
              </a:ext>
            </a:extLst>
          </p:cNvPr>
          <p:cNvCxnSpPr>
            <a:stCxn id="41" idx="3"/>
            <a:endCxn id="40" idx="1"/>
          </p:cNvCxnSpPr>
          <p:nvPr/>
        </p:nvCxnSpPr>
        <p:spPr>
          <a:xfrm>
            <a:off x="4103832" y="1612940"/>
            <a:ext cx="585337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43D2D7CC-9CBC-B8A1-0D16-1D3F5E26DC8E}"/>
              </a:ext>
            </a:extLst>
          </p:cNvPr>
          <p:cNvSpPr txBox="1"/>
          <p:nvPr/>
        </p:nvSpPr>
        <p:spPr>
          <a:xfrm>
            <a:off x="2786702" y="1384441"/>
            <a:ext cx="320922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M</a:t>
            </a:r>
            <a:endParaRPr lang="zh-CN" altLang="en-US" sz="12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85100F4-1EEB-CB54-E5A6-EA60114391D7}"/>
              </a:ext>
            </a:extLst>
          </p:cNvPr>
          <p:cNvSpPr txBox="1"/>
          <p:nvPr/>
        </p:nvSpPr>
        <p:spPr>
          <a:xfrm>
            <a:off x="4248864" y="1384441"/>
            <a:ext cx="295274" cy="276999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N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8542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F7B7F48-9A4E-C40E-0946-861BCB83D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 b="26578"/>
          <a:stretch>
            <a:fillRect/>
          </a:stretch>
        </p:blipFill>
        <p:spPr bwMode="auto">
          <a:xfrm>
            <a:off x="7567614" y="5800725"/>
            <a:ext cx="622002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8DE61E0A-65B1-C235-6D01-828F4F7B963D}"/>
              </a:ext>
            </a:extLst>
          </p:cNvPr>
          <p:cNvSpPr>
            <a:spLocks noChangeAspect="1"/>
          </p:cNvSpPr>
          <p:nvPr/>
        </p:nvSpPr>
        <p:spPr>
          <a:xfrm>
            <a:off x="10144125" y="5872725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Use Case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1782C35-10D8-C315-5530-0B7A2EF7FB8F}"/>
              </a:ext>
            </a:extLst>
          </p:cNvPr>
          <p:cNvCxnSpPr>
            <a:stCxn id="1028" idx="3"/>
            <a:endCxn id="2" idx="2"/>
          </p:cNvCxnSpPr>
          <p:nvPr/>
        </p:nvCxnSpPr>
        <p:spPr>
          <a:xfrm>
            <a:off x="8189616" y="6232725"/>
            <a:ext cx="1954509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6E85A51C-EA62-FEC0-A1FC-CA908928AFB8}"/>
              </a:ext>
            </a:extLst>
          </p:cNvPr>
          <p:cNvSpPr>
            <a:spLocks noChangeAspect="1"/>
          </p:cNvSpPr>
          <p:nvPr/>
        </p:nvSpPr>
        <p:spPr>
          <a:xfrm>
            <a:off x="10144125" y="4852838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Use Case 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BD48837-105D-4048-6734-E05A69C04F26}"/>
              </a:ext>
            </a:extLst>
          </p:cNvPr>
          <p:cNvCxnSpPr>
            <a:cxnSpLocks/>
            <a:stCxn id="8" idx="6"/>
            <a:endCxn id="6" idx="2"/>
          </p:cNvCxnSpPr>
          <p:nvPr/>
        </p:nvCxnSpPr>
        <p:spPr>
          <a:xfrm>
            <a:off x="8670615" y="5212838"/>
            <a:ext cx="1473510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318E1D2A-3A8E-8CD7-EA65-BEF52DAC9BC2}"/>
              </a:ext>
            </a:extLst>
          </p:cNvPr>
          <p:cNvSpPr>
            <a:spLocks noChangeAspect="1"/>
          </p:cNvSpPr>
          <p:nvPr/>
        </p:nvSpPr>
        <p:spPr>
          <a:xfrm>
            <a:off x="7230615" y="4852838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Use Case 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BCC3AF-7D64-FEF6-66A4-7B1EF849165C}"/>
              </a:ext>
            </a:extLst>
          </p:cNvPr>
          <p:cNvSpPr txBox="1"/>
          <p:nvPr/>
        </p:nvSpPr>
        <p:spPr>
          <a:xfrm>
            <a:off x="8877417" y="4894339"/>
            <a:ext cx="1059906" cy="307777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&lt;&lt;</a:t>
            </a:r>
            <a:r>
              <a:rPr lang="en-US" altLang="zh-CN" sz="1400" dirty="0"/>
              <a:t>include</a:t>
            </a:r>
            <a:r>
              <a:rPr lang="en-US" altLang="zh-CN" sz="1200" dirty="0"/>
              <a:t>&gt;&gt;</a:t>
            </a:r>
            <a:endParaRPr lang="zh-CN" altLang="en-US" sz="12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9A2A7E2-D204-99A1-7EF3-A7404C069824}"/>
              </a:ext>
            </a:extLst>
          </p:cNvPr>
          <p:cNvSpPr>
            <a:spLocks noChangeAspect="1"/>
          </p:cNvSpPr>
          <p:nvPr/>
        </p:nvSpPr>
        <p:spPr>
          <a:xfrm>
            <a:off x="10144125" y="3643163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Use Case 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45CE964-BBE4-9723-5E10-4105EA37845C}"/>
              </a:ext>
            </a:extLst>
          </p:cNvPr>
          <p:cNvCxnSpPr>
            <a:cxnSpLocks/>
            <a:stCxn id="13" idx="6"/>
            <a:endCxn id="11" idx="2"/>
          </p:cNvCxnSpPr>
          <p:nvPr/>
        </p:nvCxnSpPr>
        <p:spPr>
          <a:xfrm>
            <a:off x="8670615" y="4003163"/>
            <a:ext cx="1473510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98B6FACB-65E6-FFED-DDC1-13477DC2B019}"/>
              </a:ext>
            </a:extLst>
          </p:cNvPr>
          <p:cNvSpPr>
            <a:spLocks noChangeAspect="1"/>
          </p:cNvSpPr>
          <p:nvPr/>
        </p:nvSpPr>
        <p:spPr>
          <a:xfrm>
            <a:off x="7230615" y="3643163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Use Case 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B51871-A5DF-4107-8FA6-FE522F1204B4}"/>
              </a:ext>
            </a:extLst>
          </p:cNvPr>
          <p:cNvSpPr txBox="1"/>
          <p:nvPr/>
        </p:nvSpPr>
        <p:spPr>
          <a:xfrm>
            <a:off x="8902264" y="3684664"/>
            <a:ext cx="1010213" cy="307777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&lt;&lt;</a:t>
            </a:r>
            <a:r>
              <a:rPr lang="en-US" altLang="zh-CN" sz="1400" dirty="0"/>
              <a:t>extend</a:t>
            </a:r>
            <a:r>
              <a:rPr lang="en-US" altLang="zh-CN" sz="1200" dirty="0"/>
              <a:t>&gt;&gt;</a:t>
            </a:r>
            <a:endParaRPr lang="zh-CN" altLang="en-US" sz="12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B46BC4A-D6B4-82DD-516F-14F3D018F480}"/>
              </a:ext>
            </a:extLst>
          </p:cNvPr>
          <p:cNvSpPr>
            <a:spLocks noChangeAspect="1"/>
          </p:cNvSpPr>
          <p:nvPr/>
        </p:nvSpPr>
        <p:spPr>
          <a:xfrm>
            <a:off x="10144125" y="2414438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Use Case 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0A83D-9901-89DA-A5EE-EE6FB9ECFDC6}"/>
              </a:ext>
            </a:extLst>
          </p:cNvPr>
          <p:cNvCxnSpPr>
            <a:cxnSpLocks/>
            <a:stCxn id="17" idx="6"/>
            <a:endCxn id="15" idx="2"/>
          </p:cNvCxnSpPr>
          <p:nvPr/>
        </p:nvCxnSpPr>
        <p:spPr>
          <a:xfrm>
            <a:off x="8670615" y="2774438"/>
            <a:ext cx="1473510" cy="0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17F883AA-73D5-AB59-C828-424717E1889E}"/>
              </a:ext>
            </a:extLst>
          </p:cNvPr>
          <p:cNvSpPr>
            <a:spLocks noChangeAspect="1"/>
          </p:cNvSpPr>
          <p:nvPr/>
        </p:nvSpPr>
        <p:spPr>
          <a:xfrm>
            <a:off x="7230615" y="2414438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Use Case 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BB24B5C6-5D5A-5DB5-F70A-8999AAADB61A}"/>
              </a:ext>
            </a:extLst>
          </p:cNvPr>
          <p:cNvSpPr/>
          <p:nvPr/>
        </p:nvSpPr>
        <p:spPr>
          <a:xfrm rot="16200000">
            <a:off x="8706615" y="2702439"/>
            <a:ext cx="72000" cy="144000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1F956461-3989-BA9B-9683-A363307ACE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 b="26578"/>
          <a:stretch>
            <a:fillRect/>
          </a:stretch>
        </p:blipFill>
        <p:spPr bwMode="auto">
          <a:xfrm>
            <a:off x="1106026" y="4906639"/>
            <a:ext cx="622002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8D19CEC-8D0A-B15A-4497-7CDBD19DD66E}"/>
              </a:ext>
            </a:extLst>
          </p:cNvPr>
          <p:cNvCxnSpPr>
            <a:cxnSpLocks/>
          </p:cNvCxnSpPr>
          <p:nvPr/>
        </p:nvCxnSpPr>
        <p:spPr>
          <a:xfrm>
            <a:off x="1728028" y="5338639"/>
            <a:ext cx="236350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4">
            <a:extLst>
              <a:ext uri="{FF2B5EF4-FFF2-40B4-BE49-F238E27FC236}">
                <a16:creationId xmlns:a16="http://schemas.microsoft.com/office/drawing/2014/main" id="{D100E316-0735-D3CE-9E6B-719BEA3654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 b="26578"/>
          <a:stretch>
            <a:fillRect/>
          </a:stretch>
        </p:blipFill>
        <p:spPr bwMode="auto">
          <a:xfrm>
            <a:off x="4091536" y="4906639"/>
            <a:ext cx="622002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4D8EB254-D727-11D5-95E2-23976220337D}"/>
              </a:ext>
            </a:extLst>
          </p:cNvPr>
          <p:cNvSpPr/>
          <p:nvPr/>
        </p:nvSpPr>
        <p:spPr>
          <a:xfrm rot="16200000">
            <a:off x="1764028" y="5266639"/>
            <a:ext cx="72000" cy="144000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8644AEC-E46B-12DB-F1E8-6C14F82D4DF5}"/>
              </a:ext>
            </a:extLst>
          </p:cNvPr>
          <p:cNvSpPr txBox="1"/>
          <p:nvPr/>
        </p:nvSpPr>
        <p:spPr>
          <a:xfrm>
            <a:off x="1016918" y="5835501"/>
            <a:ext cx="8002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/>
              <a:t>普通用户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9255480-4F07-EC57-7ADF-E4E89C189804}"/>
              </a:ext>
            </a:extLst>
          </p:cNvPr>
          <p:cNvSpPr txBox="1"/>
          <p:nvPr/>
        </p:nvSpPr>
        <p:spPr>
          <a:xfrm>
            <a:off x="4032884" y="5835501"/>
            <a:ext cx="739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VIP</a:t>
            </a:r>
            <a:r>
              <a:rPr lang="zh-CN" altLang="en-US" sz="1200" dirty="0"/>
              <a:t>用户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D6BC10B-1A31-72EC-3FDB-8DF71635E8BB}"/>
              </a:ext>
            </a:extLst>
          </p:cNvPr>
          <p:cNvSpPr>
            <a:spLocks noChangeAspect="1"/>
          </p:cNvSpPr>
          <p:nvPr/>
        </p:nvSpPr>
        <p:spPr>
          <a:xfrm>
            <a:off x="3686175" y="1722664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支付宝支付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F9167282-7D1D-1E73-BB35-01AF5D536997}"/>
              </a:ext>
            </a:extLst>
          </p:cNvPr>
          <p:cNvSpPr>
            <a:spLocks noChangeAspect="1"/>
          </p:cNvSpPr>
          <p:nvPr/>
        </p:nvSpPr>
        <p:spPr>
          <a:xfrm>
            <a:off x="772665" y="1722664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支付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4FC3E30-6FC0-CF88-2E01-CC353474F134}"/>
              </a:ext>
            </a:extLst>
          </p:cNvPr>
          <p:cNvGrpSpPr/>
          <p:nvPr/>
        </p:nvGrpSpPr>
        <p:grpSpPr>
          <a:xfrm>
            <a:off x="2212665" y="2046665"/>
            <a:ext cx="1473510" cy="72000"/>
            <a:chOff x="2212665" y="2046665"/>
            <a:chExt cx="1473510" cy="72000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6A6E61DE-81F9-920F-541F-14AB4F3F6C1B}"/>
                </a:ext>
              </a:extLst>
            </p:cNvPr>
            <p:cNvCxnSpPr>
              <a:cxnSpLocks/>
              <a:stCxn id="40" idx="6"/>
              <a:endCxn id="38" idx="2"/>
            </p:cNvCxnSpPr>
            <p:nvPr/>
          </p:nvCxnSpPr>
          <p:spPr>
            <a:xfrm>
              <a:off x="2212665" y="2082664"/>
              <a:ext cx="1473510" cy="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  <a:headEnd type="non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6ED9A2C7-D00D-CF61-F60B-5D0B968A3F5C}"/>
                </a:ext>
              </a:extLst>
            </p:cNvPr>
            <p:cNvSpPr/>
            <p:nvPr/>
          </p:nvSpPr>
          <p:spPr>
            <a:xfrm rot="16200000">
              <a:off x="2248665" y="2010665"/>
              <a:ext cx="72000" cy="14400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椭圆 42">
            <a:extLst>
              <a:ext uri="{FF2B5EF4-FFF2-40B4-BE49-F238E27FC236}">
                <a16:creationId xmlns:a16="http://schemas.microsoft.com/office/drawing/2014/main" id="{F9EEA4EC-3BDF-9CD3-BED8-2B902584EBD4}"/>
              </a:ext>
            </a:extLst>
          </p:cNvPr>
          <p:cNvSpPr>
            <a:spLocks noChangeAspect="1"/>
          </p:cNvSpPr>
          <p:nvPr/>
        </p:nvSpPr>
        <p:spPr>
          <a:xfrm>
            <a:off x="3539662" y="865803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微信支付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309CB817-C8F8-F45D-7049-42711BC916C7}"/>
              </a:ext>
            </a:extLst>
          </p:cNvPr>
          <p:cNvSpPr>
            <a:spLocks noChangeAspect="1"/>
          </p:cNvSpPr>
          <p:nvPr/>
        </p:nvSpPr>
        <p:spPr>
          <a:xfrm>
            <a:off x="3539662" y="2609082"/>
            <a:ext cx="1440000" cy="72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银联支付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15C4EDF-A870-B463-12ED-4B53DA4B2739}"/>
              </a:ext>
            </a:extLst>
          </p:cNvPr>
          <p:cNvGrpSpPr/>
          <p:nvPr/>
        </p:nvGrpSpPr>
        <p:grpSpPr>
          <a:xfrm rot="20424233">
            <a:off x="2108318" y="1470666"/>
            <a:ext cx="1473510" cy="72000"/>
            <a:chOff x="2212665" y="2046665"/>
            <a:chExt cx="1473510" cy="72000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4F12A0CC-037E-353E-A7C2-B4E465B4B11E}"/>
                </a:ext>
              </a:extLst>
            </p:cNvPr>
            <p:cNvCxnSpPr>
              <a:cxnSpLocks/>
            </p:cNvCxnSpPr>
            <p:nvPr/>
          </p:nvCxnSpPr>
          <p:spPr>
            <a:xfrm>
              <a:off x="2212665" y="2082664"/>
              <a:ext cx="1473510" cy="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  <a:headEnd type="non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等腰三角形 46">
              <a:extLst>
                <a:ext uri="{FF2B5EF4-FFF2-40B4-BE49-F238E27FC236}">
                  <a16:creationId xmlns:a16="http://schemas.microsoft.com/office/drawing/2014/main" id="{C5C911EA-D4E5-CBEF-49F4-4C30000BCF8F}"/>
                </a:ext>
              </a:extLst>
            </p:cNvPr>
            <p:cNvSpPr/>
            <p:nvPr/>
          </p:nvSpPr>
          <p:spPr>
            <a:xfrm rot="16200000">
              <a:off x="2248665" y="2010665"/>
              <a:ext cx="72000" cy="14400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1BD4B7B-D566-46AB-3BCB-0FDB557D920B}"/>
              </a:ext>
            </a:extLst>
          </p:cNvPr>
          <p:cNvGrpSpPr/>
          <p:nvPr/>
        </p:nvGrpSpPr>
        <p:grpSpPr>
          <a:xfrm rot="1200000">
            <a:off x="2097765" y="2595753"/>
            <a:ext cx="1473510" cy="72000"/>
            <a:chOff x="2212665" y="2046665"/>
            <a:chExt cx="1473510" cy="72000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BA4C3591-4A27-C304-AE31-554C3F7786FE}"/>
                </a:ext>
              </a:extLst>
            </p:cNvPr>
            <p:cNvCxnSpPr>
              <a:cxnSpLocks/>
            </p:cNvCxnSpPr>
            <p:nvPr/>
          </p:nvCxnSpPr>
          <p:spPr>
            <a:xfrm>
              <a:off x="2212665" y="2082664"/>
              <a:ext cx="1473510" cy="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  <a:headEnd type="non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等腰三角形 49">
              <a:extLst>
                <a:ext uri="{FF2B5EF4-FFF2-40B4-BE49-F238E27FC236}">
                  <a16:creationId xmlns:a16="http://schemas.microsoft.com/office/drawing/2014/main" id="{C23B3FDE-8CEA-B09A-C563-3FDA3F7890AF}"/>
                </a:ext>
              </a:extLst>
            </p:cNvPr>
            <p:cNvSpPr/>
            <p:nvPr/>
          </p:nvSpPr>
          <p:spPr>
            <a:xfrm rot="16200000">
              <a:off x="2248665" y="2010665"/>
              <a:ext cx="72000" cy="14400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70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872A251-5BBD-FA4D-B02E-BC4D36FB4391}"/>
              </a:ext>
            </a:extLst>
          </p:cNvPr>
          <p:cNvSpPr/>
          <p:nvPr/>
        </p:nvSpPr>
        <p:spPr>
          <a:xfrm>
            <a:off x="3122521" y="1360940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8043E0-114C-2A47-A7DA-90C643F74129}"/>
              </a:ext>
            </a:extLst>
          </p:cNvPr>
          <p:cNvSpPr/>
          <p:nvPr/>
        </p:nvSpPr>
        <p:spPr>
          <a:xfrm>
            <a:off x="4670548" y="1360940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D9B0D4-7FD6-EB1F-8427-F2BE440F0403}"/>
              </a:ext>
            </a:extLst>
          </p:cNvPr>
          <p:cNvSpPr/>
          <p:nvPr/>
        </p:nvSpPr>
        <p:spPr>
          <a:xfrm>
            <a:off x="6218576" y="1360940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76143E-4D29-EAF1-D3E9-ECD5F686878F}"/>
              </a:ext>
            </a:extLst>
          </p:cNvPr>
          <p:cNvSpPr/>
          <p:nvPr/>
        </p:nvSpPr>
        <p:spPr>
          <a:xfrm>
            <a:off x="3122521" y="2997000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E2F563-9DEE-1381-3288-17AD3973B962}"/>
              </a:ext>
            </a:extLst>
          </p:cNvPr>
          <p:cNvSpPr/>
          <p:nvPr/>
        </p:nvSpPr>
        <p:spPr>
          <a:xfrm>
            <a:off x="4670548" y="2997000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7F1ABF-6442-A275-1937-6BF1F15004EF}"/>
              </a:ext>
            </a:extLst>
          </p:cNvPr>
          <p:cNvSpPr/>
          <p:nvPr/>
        </p:nvSpPr>
        <p:spPr>
          <a:xfrm>
            <a:off x="6218576" y="2997000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9C7FD94-BB4C-61A2-E508-A3E3AF51C64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202521" y="1576940"/>
            <a:ext cx="46802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08528D4-E6F9-1D69-32E4-CD3965F28AFC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750548" y="1576940"/>
            <a:ext cx="468028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9CD7A15-F16D-5601-AF9C-85D2693FB90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4202521" y="3213000"/>
            <a:ext cx="468027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1C7527D-9CF6-54B7-9E1C-1C9C1BCD617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750548" y="3213000"/>
            <a:ext cx="468028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4FBF2DD9-4CA0-AB77-D940-70714FE80531}"/>
              </a:ext>
            </a:extLst>
          </p:cNvPr>
          <p:cNvSpPr/>
          <p:nvPr/>
        </p:nvSpPr>
        <p:spPr>
          <a:xfrm>
            <a:off x="1574494" y="3903873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02652B-AC29-4370-DC1F-29C6A7E97150}"/>
              </a:ext>
            </a:extLst>
          </p:cNvPr>
          <p:cNvSpPr/>
          <p:nvPr/>
        </p:nvSpPr>
        <p:spPr>
          <a:xfrm>
            <a:off x="1574494" y="5208059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163EA42-5B43-9FEF-2EE4-5ED43F6EA04C}"/>
              </a:ext>
            </a:extLst>
          </p:cNvPr>
          <p:cNvCxnSpPr>
            <a:cxnSpLocks/>
          </p:cNvCxnSpPr>
          <p:nvPr/>
        </p:nvCxnSpPr>
        <p:spPr>
          <a:xfrm>
            <a:off x="1399592" y="5741274"/>
            <a:ext cx="100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15BD3E8-815E-24EE-9D19-239E970CC778}"/>
              </a:ext>
            </a:extLst>
          </p:cNvPr>
          <p:cNvCxnSpPr>
            <a:cxnSpLocks/>
          </p:cNvCxnSpPr>
          <p:nvPr/>
        </p:nvCxnSpPr>
        <p:spPr>
          <a:xfrm flipV="1">
            <a:off x="1399592" y="701274"/>
            <a:ext cx="0" cy="504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6C43906-5374-192F-B67C-F801C0E92BE5}"/>
              </a:ext>
            </a:extLst>
          </p:cNvPr>
          <p:cNvSpPr txBox="1"/>
          <p:nvPr/>
        </p:nvSpPr>
        <p:spPr>
          <a:xfrm>
            <a:off x="11230806" y="574127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8CF18D3-0F0A-4299-286E-C1494D21D97C}"/>
              </a:ext>
            </a:extLst>
          </p:cNvPr>
          <p:cNvSpPr txBox="1"/>
          <p:nvPr/>
        </p:nvSpPr>
        <p:spPr>
          <a:xfrm>
            <a:off x="1932393" y="4944124"/>
            <a:ext cx="364202" cy="307777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CB1E8CA-A83B-732F-B5F9-D9E3D597C232}"/>
              </a:ext>
            </a:extLst>
          </p:cNvPr>
          <p:cNvSpPr txBox="1"/>
          <p:nvPr/>
        </p:nvSpPr>
        <p:spPr>
          <a:xfrm>
            <a:off x="394189" y="140766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顺序内聚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406535-8C6C-3229-8D45-C86D7458D965}"/>
              </a:ext>
            </a:extLst>
          </p:cNvPr>
          <p:cNvSpPr txBox="1"/>
          <p:nvPr/>
        </p:nvSpPr>
        <p:spPr>
          <a:xfrm>
            <a:off x="394189" y="30437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过程内聚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1BED675-588E-EC7A-FD07-D6D710A41EB9}"/>
              </a:ext>
            </a:extLst>
          </p:cNvPr>
          <p:cNvSpPr txBox="1"/>
          <p:nvPr/>
        </p:nvSpPr>
        <p:spPr>
          <a:xfrm>
            <a:off x="394189" y="460268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时间内聚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BE0F657-FD89-8E29-B5AC-677CE0F8FFE8}"/>
              </a:ext>
            </a:extLst>
          </p:cNvPr>
          <p:cNvSpPr/>
          <p:nvPr/>
        </p:nvSpPr>
        <p:spPr>
          <a:xfrm>
            <a:off x="1574494" y="4555966"/>
            <a:ext cx="1080000" cy="43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D83EABFC-962E-995C-ACAE-AC6DB0423D05}"/>
              </a:ext>
            </a:extLst>
          </p:cNvPr>
          <p:cNvSpPr/>
          <p:nvPr/>
        </p:nvSpPr>
        <p:spPr>
          <a:xfrm>
            <a:off x="7455157" y="1449843"/>
            <a:ext cx="513184" cy="254194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9D41735A-2D4A-E6D5-0E8A-D30EA1F82130}"/>
              </a:ext>
            </a:extLst>
          </p:cNvPr>
          <p:cNvSpPr/>
          <p:nvPr/>
        </p:nvSpPr>
        <p:spPr>
          <a:xfrm>
            <a:off x="7455157" y="3085903"/>
            <a:ext cx="513184" cy="254194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38FB7E74-B429-12BE-2D8B-C246D79A5A29}"/>
              </a:ext>
            </a:extLst>
          </p:cNvPr>
          <p:cNvSpPr/>
          <p:nvPr/>
        </p:nvSpPr>
        <p:spPr>
          <a:xfrm>
            <a:off x="3117855" y="4644869"/>
            <a:ext cx="513184" cy="254194"/>
          </a:xfrm>
          <a:prstGeom prst="rightArrow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E2A0E752-B167-A186-9515-57F2F3E42A3D}"/>
              </a:ext>
            </a:extLst>
          </p:cNvPr>
          <p:cNvSpPr/>
          <p:nvPr/>
        </p:nvSpPr>
        <p:spPr>
          <a:xfrm>
            <a:off x="2712537" y="4136819"/>
            <a:ext cx="364197" cy="1270293"/>
          </a:xfrm>
          <a:prstGeom prst="rightBrace">
            <a:avLst>
              <a:gd name="adj1" fmla="val 87198"/>
              <a:gd name="adj2" fmla="val 50000"/>
            </a:avLst>
          </a:prstGeom>
          <a:ln w="6350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449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6A3CD3F5-558D-960B-60ED-34C5F98E5FEB}"/>
              </a:ext>
            </a:extLst>
          </p:cNvPr>
          <p:cNvCxnSpPr>
            <a:cxnSpLocks/>
          </p:cNvCxnSpPr>
          <p:nvPr/>
        </p:nvCxnSpPr>
        <p:spPr>
          <a:xfrm rot="1800000">
            <a:off x="10966145" y="4658010"/>
            <a:ext cx="216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E6AF2B34-A25E-8713-29B4-31EC28076CF7}"/>
              </a:ext>
            </a:extLst>
          </p:cNvPr>
          <p:cNvSpPr/>
          <p:nvPr/>
        </p:nvSpPr>
        <p:spPr>
          <a:xfrm>
            <a:off x="1882402" y="862094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564F50-CFBF-761C-250D-939DF9DF6251}"/>
              </a:ext>
            </a:extLst>
          </p:cNvPr>
          <p:cNvSpPr/>
          <p:nvPr/>
        </p:nvSpPr>
        <p:spPr>
          <a:xfrm>
            <a:off x="1882402" y="2166280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4FBC94-77DD-EE70-4340-292D1969E1FB}"/>
              </a:ext>
            </a:extLst>
          </p:cNvPr>
          <p:cNvSpPr/>
          <p:nvPr/>
        </p:nvSpPr>
        <p:spPr>
          <a:xfrm>
            <a:off x="1882402" y="1514187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1E91D-0865-BEEB-AB81-0EC77F9949CF}"/>
              </a:ext>
            </a:extLst>
          </p:cNvPr>
          <p:cNvSpPr/>
          <p:nvPr/>
        </p:nvSpPr>
        <p:spPr>
          <a:xfrm>
            <a:off x="3788226" y="1550187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+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1099F88A-46BE-ACF1-75E1-BBEF7C345F6D}"/>
              </a:ext>
            </a:extLst>
          </p:cNvPr>
          <p:cNvCxnSpPr>
            <a:stCxn id="3" idx="3"/>
            <a:endCxn id="6" idx="0"/>
          </p:cNvCxnSpPr>
          <p:nvPr/>
        </p:nvCxnSpPr>
        <p:spPr>
          <a:xfrm>
            <a:off x="2962402" y="1078094"/>
            <a:ext cx="1005824" cy="472093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B8A7C531-CCB6-BDB9-FB87-B075755C6C3E}"/>
              </a:ext>
            </a:extLst>
          </p:cNvPr>
          <p:cNvCxnSpPr>
            <a:stCxn id="4" idx="3"/>
            <a:endCxn id="6" idx="4"/>
          </p:cNvCxnSpPr>
          <p:nvPr/>
        </p:nvCxnSpPr>
        <p:spPr>
          <a:xfrm flipV="1">
            <a:off x="2962402" y="1910187"/>
            <a:ext cx="1005824" cy="472093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2687BD0-8A0A-0A9C-42BF-D81308B8E074}"/>
              </a:ext>
            </a:extLst>
          </p:cNvPr>
          <p:cNvCxnSpPr>
            <a:stCxn id="5" idx="3"/>
            <a:endCxn id="6" idx="2"/>
          </p:cNvCxnSpPr>
          <p:nvPr/>
        </p:nvCxnSpPr>
        <p:spPr>
          <a:xfrm>
            <a:off x="2962402" y="1730187"/>
            <a:ext cx="825824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右 14">
            <a:extLst>
              <a:ext uri="{FF2B5EF4-FFF2-40B4-BE49-F238E27FC236}">
                <a16:creationId xmlns:a16="http://schemas.microsoft.com/office/drawing/2014/main" id="{3D313B9A-9DDB-C7CD-A6F9-77CEFE23FCE1}"/>
              </a:ext>
            </a:extLst>
          </p:cNvPr>
          <p:cNvSpPr/>
          <p:nvPr/>
        </p:nvSpPr>
        <p:spPr>
          <a:xfrm>
            <a:off x="4388495" y="1603090"/>
            <a:ext cx="513184" cy="2541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F61846-1662-5AE8-752F-EEEF56B72290}"/>
              </a:ext>
            </a:extLst>
          </p:cNvPr>
          <p:cNvSpPr txBox="1"/>
          <p:nvPr/>
        </p:nvSpPr>
        <p:spPr>
          <a:xfrm>
            <a:off x="2240301" y="125025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B36AA0-AA2F-E451-353E-405026196CD7}"/>
              </a:ext>
            </a:extLst>
          </p:cNvPr>
          <p:cNvSpPr txBox="1"/>
          <p:nvPr/>
        </p:nvSpPr>
        <p:spPr>
          <a:xfrm>
            <a:off x="2240301" y="190234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672591-B474-7C2C-F4B0-344F7F1651CE}"/>
              </a:ext>
            </a:extLst>
          </p:cNvPr>
          <p:cNvSpPr txBox="1"/>
          <p:nvPr/>
        </p:nvSpPr>
        <p:spPr>
          <a:xfrm>
            <a:off x="645618" y="15609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功能内聚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0FCD4B-57EE-314F-93C1-F0CEAE06BB9F}"/>
              </a:ext>
            </a:extLst>
          </p:cNvPr>
          <p:cNvSpPr/>
          <p:nvPr/>
        </p:nvSpPr>
        <p:spPr>
          <a:xfrm>
            <a:off x="3068226" y="3843917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5EE80B-0AB5-B74E-4F54-93A3D3A28B69}"/>
              </a:ext>
            </a:extLst>
          </p:cNvPr>
          <p:cNvSpPr/>
          <p:nvPr/>
        </p:nvSpPr>
        <p:spPr>
          <a:xfrm>
            <a:off x="3068226" y="5148103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846D2C-BA9B-2293-42DB-F26A5A9E2D44}"/>
              </a:ext>
            </a:extLst>
          </p:cNvPr>
          <p:cNvSpPr/>
          <p:nvPr/>
        </p:nvSpPr>
        <p:spPr>
          <a:xfrm>
            <a:off x="3068226" y="4496010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889E608D-0F22-CFF4-14B4-E7FE983D685B}"/>
              </a:ext>
            </a:extLst>
          </p:cNvPr>
          <p:cNvSpPr/>
          <p:nvPr/>
        </p:nvSpPr>
        <p:spPr>
          <a:xfrm>
            <a:off x="4388495" y="4584913"/>
            <a:ext cx="513184" cy="2541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7280811-B24F-35B7-5521-679BB47DE57D}"/>
              </a:ext>
            </a:extLst>
          </p:cNvPr>
          <p:cNvSpPr txBox="1"/>
          <p:nvPr/>
        </p:nvSpPr>
        <p:spPr>
          <a:xfrm>
            <a:off x="3426125" y="423207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4B6C6B4-214D-2D01-C76E-CABEAE04D209}"/>
              </a:ext>
            </a:extLst>
          </p:cNvPr>
          <p:cNvSpPr txBox="1"/>
          <p:nvPr/>
        </p:nvSpPr>
        <p:spPr>
          <a:xfrm>
            <a:off x="3426125" y="48841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DA0846B-85EB-24E3-1657-FF994E0A3799}"/>
              </a:ext>
            </a:extLst>
          </p:cNvPr>
          <p:cNvSpPr txBox="1"/>
          <p:nvPr/>
        </p:nvSpPr>
        <p:spPr>
          <a:xfrm>
            <a:off x="645618" y="454273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通信内聚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84D19FB-C535-A414-E9DD-33C523C0F971}"/>
              </a:ext>
            </a:extLst>
          </p:cNvPr>
          <p:cNvSpPr/>
          <p:nvPr/>
        </p:nvSpPr>
        <p:spPr>
          <a:xfrm>
            <a:off x="1882402" y="4532010"/>
            <a:ext cx="756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Data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8B8D89F-9E95-1A11-2586-122D16CF6D36}"/>
              </a:ext>
            </a:extLst>
          </p:cNvPr>
          <p:cNvCxnSpPr>
            <a:stCxn id="30" idx="6"/>
            <a:endCxn id="21" idx="1"/>
          </p:cNvCxnSpPr>
          <p:nvPr/>
        </p:nvCxnSpPr>
        <p:spPr>
          <a:xfrm>
            <a:off x="2638402" y="4712010"/>
            <a:ext cx="429824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5CA85D2D-A22A-59A8-A930-DB34CDF7F744}"/>
              </a:ext>
            </a:extLst>
          </p:cNvPr>
          <p:cNvCxnSpPr>
            <a:stCxn id="30" idx="0"/>
            <a:endCxn id="19" idx="1"/>
          </p:cNvCxnSpPr>
          <p:nvPr/>
        </p:nvCxnSpPr>
        <p:spPr>
          <a:xfrm rot="5400000" flipH="1" flipV="1">
            <a:off x="2428268" y="3892052"/>
            <a:ext cx="472093" cy="807824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C80B65B7-BF82-541B-DFDF-39FC58AF5FF9}"/>
              </a:ext>
            </a:extLst>
          </p:cNvPr>
          <p:cNvCxnSpPr>
            <a:stCxn id="30" idx="4"/>
            <a:endCxn id="20" idx="1"/>
          </p:cNvCxnSpPr>
          <p:nvPr/>
        </p:nvCxnSpPr>
        <p:spPr>
          <a:xfrm rot="16200000" flipH="1">
            <a:off x="2428268" y="4724144"/>
            <a:ext cx="472093" cy="807824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AB6CFE99-BB13-D1F2-40CB-9131F89E3B8A}"/>
              </a:ext>
            </a:extLst>
          </p:cNvPr>
          <p:cNvSpPr/>
          <p:nvPr/>
        </p:nvSpPr>
        <p:spPr>
          <a:xfrm>
            <a:off x="8846152" y="862094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FA65737-58F8-25AC-3B70-9D17FC694912}"/>
              </a:ext>
            </a:extLst>
          </p:cNvPr>
          <p:cNvSpPr/>
          <p:nvPr/>
        </p:nvSpPr>
        <p:spPr>
          <a:xfrm>
            <a:off x="8846152" y="2166280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B14271D-CB0D-442A-DA12-99F292AA8EE6}"/>
              </a:ext>
            </a:extLst>
          </p:cNvPr>
          <p:cNvSpPr/>
          <p:nvPr/>
        </p:nvSpPr>
        <p:spPr>
          <a:xfrm>
            <a:off x="8846152" y="1514187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DC5F5333-9BBF-0522-B23E-4B8F9E15ABB7}"/>
              </a:ext>
            </a:extLst>
          </p:cNvPr>
          <p:cNvSpPr/>
          <p:nvPr/>
        </p:nvSpPr>
        <p:spPr>
          <a:xfrm>
            <a:off x="10751976" y="1550187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+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45F88E50-8CE1-1977-CED7-E71B19DB4D99}"/>
              </a:ext>
            </a:extLst>
          </p:cNvPr>
          <p:cNvCxnSpPr>
            <a:stCxn id="37" idx="3"/>
            <a:endCxn id="40" idx="0"/>
          </p:cNvCxnSpPr>
          <p:nvPr/>
        </p:nvCxnSpPr>
        <p:spPr>
          <a:xfrm>
            <a:off x="9926152" y="1078094"/>
            <a:ext cx="1005824" cy="472093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7D70CA97-CAAD-983B-2228-B12D86D6C197}"/>
              </a:ext>
            </a:extLst>
          </p:cNvPr>
          <p:cNvCxnSpPr>
            <a:stCxn id="38" idx="3"/>
            <a:endCxn id="40" idx="4"/>
          </p:cNvCxnSpPr>
          <p:nvPr/>
        </p:nvCxnSpPr>
        <p:spPr>
          <a:xfrm flipV="1">
            <a:off x="9926152" y="1910187"/>
            <a:ext cx="1005824" cy="472093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93B8486-8708-AB0C-F1F3-9AE1AA6D1D2F}"/>
              </a:ext>
            </a:extLst>
          </p:cNvPr>
          <p:cNvCxnSpPr>
            <a:stCxn id="39" idx="3"/>
            <a:endCxn id="40" idx="2"/>
          </p:cNvCxnSpPr>
          <p:nvPr/>
        </p:nvCxnSpPr>
        <p:spPr>
          <a:xfrm>
            <a:off x="9926152" y="1730187"/>
            <a:ext cx="825824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箭头: 右 43">
            <a:extLst>
              <a:ext uri="{FF2B5EF4-FFF2-40B4-BE49-F238E27FC236}">
                <a16:creationId xmlns:a16="http://schemas.microsoft.com/office/drawing/2014/main" id="{BE40FB2C-2FA0-64DF-8CAC-6B8E5C0C0D9D}"/>
              </a:ext>
            </a:extLst>
          </p:cNvPr>
          <p:cNvSpPr/>
          <p:nvPr/>
        </p:nvSpPr>
        <p:spPr>
          <a:xfrm>
            <a:off x="11352245" y="1603090"/>
            <a:ext cx="513184" cy="2541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BB57FC2-DB11-9A48-8F8A-03B98411E65E}"/>
              </a:ext>
            </a:extLst>
          </p:cNvPr>
          <p:cNvSpPr txBox="1"/>
          <p:nvPr/>
        </p:nvSpPr>
        <p:spPr>
          <a:xfrm>
            <a:off x="9204051" y="125025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52A1A3A-B9D5-F5B9-82E1-405F343A14DE}"/>
              </a:ext>
            </a:extLst>
          </p:cNvPr>
          <p:cNvSpPr txBox="1"/>
          <p:nvPr/>
        </p:nvSpPr>
        <p:spPr>
          <a:xfrm>
            <a:off x="9204051" y="190234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10CCB6F-B1E6-CEA0-254E-ACB2A59544A0}"/>
              </a:ext>
            </a:extLst>
          </p:cNvPr>
          <p:cNvSpPr txBox="1"/>
          <p:nvPr/>
        </p:nvSpPr>
        <p:spPr>
          <a:xfrm>
            <a:off x="7581376" y="1560910"/>
            <a:ext cx="1010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逻辑内聚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11933FF-23DC-36EB-C4B1-EAB07BA0570C}"/>
              </a:ext>
            </a:extLst>
          </p:cNvPr>
          <p:cNvSpPr/>
          <p:nvPr/>
        </p:nvSpPr>
        <p:spPr>
          <a:xfrm>
            <a:off x="8846152" y="3843917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E76726-D199-24B2-AA6A-9A4CEC99630D}"/>
              </a:ext>
            </a:extLst>
          </p:cNvPr>
          <p:cNvSpPr/>
          <p:nvPr/>
        </p:nvSpPr>
        <p:spPr>
          <a:xfrm>
            <a:off x="8846152" y="5148103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79C7BAF-D3C0-90BE-0FD5-507F6FB2FCC5}"/>
              </a:ext>
            </a:extLst>
          </p:cNvPr>
          <p:cNvSpPr/>
          <p:nvPr/>
        </p:nvSpPr>
        <p:spPr>
          <a:xfrm>
            <a:off x="8846152" y="4496010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Function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0C9BC059-3627-E195-EB1C-7C1B204376D6}"/>
              </a:ext>
            </a:extLst>
          </p:cNvPr>
          <p:cNvSpPr/>
          <p:nvPr/>
        </p:nvSpPr>
        <p:spPr>
          <a:xfrm>
            <a:off x="11352245" y="4584913"/>
            <a:ext cx="513184" cy="2541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DA6F9C7-4A13-6E56-C20C-0E1E161C5629}"/>
              </a:ext>
            </a:extLst>
          </p:cNvPr>
          <p:cNvSpPr txBox="1"/>
          <p:nvPr/>
        </p:nvSpPr>
        <p:spPr>
          <a:xfrm>
            <a:off x="9204051" y="423207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BA3B0DA-271E-0A3A-3E0D-9AA7A3C8F52F}"/>
              </a:ext>
            </a:extLst>
          </p:cNvPr>
          <p:cNvSpPr txBox="1"/>
          <p:nvPr/>
        </p:nvSpPr>
        <p:spPr>
          <a:xfrm>
            <a:off x="9204051" y="48841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…</a:t>
            </a:r>
            <a:endParaRPr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DA28F38-1326-5B88-6016-EBF5AD848FE2}"/>
              </a:ext>
            </a:extLst>
          </p:cNvPr>
          <p:cNvSpPr txBox="1"/>
          <p:nvPr/>
        </p:nvSpPr>
        <p:spPr>
          <a:xfrm>
            <a:off x="7581376" y="4542733"/>
            <a:ext cx="1010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逻辑内聚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C34F4E3E-B989-C963-3994-F586C9484E6F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9926152" y="4059917"/>
            <a:ext cx="1005824" cy="472093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BBA33E32-C344-CF67-6546-EDB843DB088D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9926152" y="4892010"/>
            <a:ext cx="1005824" cy="472093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F3B5DE7-5DAB-4E13-4775-8CF6EC5B48B3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9926152" y="4712010"/>
            <a:ext cx="825824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>
            <a:extLst>
              <a:ext uri="{FF2B5EF4-FFF2-40B4-BE49-F238E27FC236}">
                <a16:creationId xmlns:a16="http://schemas.microsoft.com/office/drawing/2014/main" id="{B6B7A204-E37B-C251-2844-DCF3A42F1793}"/>
              </a:ext>
            </a:extLst>
          </p:cNvPr>
          <p:cNvSpPr/>
          <p:nvPr/>
        </p:nvSpPr>
        <p:spPr>
          <a:xfrm>
            <a:off x="10751976" y="4676010"/>
            <a:ext cx="72000" cy="7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3EAC3AA4-DE0A-9FCB-2AC4-728B5041AA7A}"/>
              </a:ext>
            </a:extLst>
          </p:cNvPr>
          <p:cNvSpPr/>
          <p:nvPr/>
        </p:nvSpPr>
        <p:spPr>
          <a:xfrm>
            <a:off x="10895976" y="4518082"/>
            <a:ext cx="72000" cy="7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9F868205-E3D2-2524-2F72-A4B42DD0DC46}"/>
              </a:ext>
            </a:extLst>
          </p:cNvPr>
          <p:cNvSpPr/>
          <p:nvPr/>
        </p:nvSpPr>
        <p:spPr>
          <a:xfrm>
            <a:off x="10895976" y="4809287"/>
            <a:ext cx="72000" cy="7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12795BCC-EB1E-FF8B-1312-7ACDA5CE765B}"/>
              </a:ext>
            </a:extLst>
          </p:cNvPr>
          <p:cNvCxnSpPr>
            <a:cxnSpLocks/>
          </p:cNvCxnSpPr>
          <p:nvPr/>
        </p:nvCxnSpPr>
        <p:spPr>
          <a:xfrm>
            <a:off x="11122625" y="4712010"/>
            <a:ext cx="216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6DF01143-C01E-A87E-F24A-FCC48ED4C2DC}"/>
              </a:ext>
            </a:extLst>
          </p:cNvPr>
          <p:cNvSpPr/>
          <p:nvPr/>
        </p:nvSpPr>
        <p:spPr>
          <a:xfrm>
            <a:off x="11122625" y="4676010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6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F782A0C-5C93-EE95-D80F-300CFE6C0586}"/>
              </a:ext>
            </a:extLst>
          </p:cNvPr>
          <p:cNvGrpSpPr/>
          <p:nvPr/>
        </p:nvGrpSpPr>
        <p:grpSpPr>
          <a:xfrm>
            <a:off x="1882402" y="862094"/>
            <a:ext cx="2927850" cy="1222575"/>
            <a:chOff x="1882402" y="862094"/>
            <a:chExt cx="2927850" cy="122257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BD9F5DC-6705-043F-8719-512F12D55DBC}"/>
                </a:ext>
              </a:extLst>
            </p:cNvPr>
            <p:cNvSpPr/>
            <p:nvPr/>
          </p:nvSpPr>
          <p:spPr>
            <a:xfrm>
              <a:off x="1882402" y="862094"/>
              <a:ext cx="1080000" cy="432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A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4D4EA62-B24C-DA8E-05C2-FC14B0BF2AED}"/>
                </a:ext>
              </a:extLst>
            </p:cNvPr>
            <p:cNvSpPr/>
            <p:nvPr/>
          </p:nvSpPr>
          <p:spPr>
            <a:xfrm>
              <a:off x="3730252" y="862094"/>
              <a:ext cx="1080000" cy="432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B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509DFC8-9B2E-CCBE-58D2-6CD0750EEEC0}"/>
                </a:ext>
              </a:extLst>
            </p:cNvPr>
            <p:cNvSpPr/>
            <p:nvPr/>
          </p:nvSpPr>
          <p:spPr>
            <a:xfrm>
              <a:off x="1882402" y="1652669"/>
              <a:ext cx="2927850" cy="432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全局变量和数据结构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AB261998-64CA-EB4E-C47B-7773E3EFEA19}"/>
                </a:ext>
              </a:extLst>
            </p:cNvPr>
            <p:cNvCxnSpPr/>
            <p:nvPr/>
          </p:nvCxnSpPr>
          <p:spPr>
            <a:xfrm>
              <a:off x="2400300" y="1293382"/>
              <a:ext cx="0" cy="3600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0D723B2F-5196-2856-3F2C-A49BFD78B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0252" y="1293381"/>
              <a:ext cx="0" cy="3600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246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A8BF606-F579-0A6D-68FF-A909E292481D}"/>
              </a:ext>
            </a:extLst>
          </p:cNvPr>
          <p:cNvSpPr/>
          <p:nvPr/>
        </p:nvSpPr>
        <p:spPr>
          <a:xfrm>
            <a:off x="519952" y="591671"/>
            <a:ext cx="1080000" cy="432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Input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E358D40-46EA-C5F4-1FCC-80FB04B92037}"/>
              </a:ext>
            </a:extLst>
          </p:cNvPr>
          <p:cNvSpPr/>
          <p:nvPr/>
        </p:nvSpPr>
        <p:spPr>
          <a:xfrm>
            <a:off x="3962399" y="591671"/>
            <a:ext cx="1080000" cy="432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Output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94FB9D-EEA8-53F6-580D-CC4ACBEA67D9}"/>
              </a:ext>
            </a:extLst>
          </p:cNvPr>
          <p:cNvSpPr/>
          <p:nvPr/>
        </p:nvSpPr>
        <p:spPr>
          <a:xfrm>
            <a:off x="2241176" y="591671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Process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88A4AAB-03B8-9BFB-918B-3CEBD77F0C8C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1599952" y="807671"/>
            <a:ext cx="641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5B200D8-BFBA-96C0-80DE-1ABAE0C24557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3321176" y="807671"/>
            <a:ext cx="6412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5A96AA1C-0430-3E3E-02A1-3A8DDFBF5DA1}"/>
              </a:ext>
            </a:extLst>
          </p:cNvPr>
          <p:cNvSpPr/>
          <p:nvPr/>
        </p:nvSpPr>
        <p:spPr>
          <a:xfrm>
            <a:off x="2241176" y="591671"/>
            <a:ext cx="7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E26EF7-8561-98C7-12FA-46F082357087}"/>
              </a:ext>
            </a:extLst>
          </p:cNvPr>
          <p:cNvSpPr/>
          <p:nvPr/>
        </p:nvSpPr>
        <p:spPr>
          <a:xfrm>
            <a:off x="3249176" y="591671"/>
            <a:ext cx="7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500726-C5E4-2853-C30B-265DBD9C13D6}"/>
              </a:ext>
            </a:extLst>
          </p:cNvPr>
          <p:cNvSpPr/>
          <p:nvPr/>
        </p:nvSpPr>
        <p:spPr>
          <a:xfrm>
            <a:off x="2332870" y="2241150"/>
            <a:ext cx="72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A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968187-5197-A415-D87A-9B4C4E968BD7}"/>
              </a:ext>
            </a:extLst>
          </p:cNvPr>
          <p:cNvSpPr/>
          <p:nvPr/>
        </p:nvSpPr>
        <p:spPr>
          <a:xfrm>
            <a:off x="1239952" y="2869800"/>
            <a:ext cx="72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B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A68233-5EB6-FAB5-5A4C-1BCA7AE65A44}"/>
              </a:ext>
            </a:extLst>
          </p:cNvPr>
          <p:cNvSpPr/>
          <p:nvPr/>
        </p:nvSpPr>
        <p:spPr>
          <a:xfrm>
            <a:off x="2332870" y="2869800"/>
            <a:ext cx="72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C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8A61DE-2841-9CF1-826D-559F375B12C3}"/>
              </a:ext>
            </a:extLst>
          </p:cNvPr>
          <p:cNvSpPr/>
          <p:nvPr/>
        </p:nvSpPr>
        <p:spPr>
          <a:xfrm>
            <a:off x="3425788" y="2869800"/>
            <a:ext cx="72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D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A413E7-A5FA-2261-AF26-E012E373D5B7}"/>
              </a:ext>
            </a:extLst>
          </p:cNvPr>
          <p:cNvSpPr/>
          <p:nvPr/>
        </p:nvSpPr>
        <p:spPr>
          <a:xfrm>
            <a:off x="2889176" y="3506251"/>
            <a:ext cx="72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E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517268-F72C-6683-7FD1-917A11327B23}"/>
              </a:ext>
            </a:extLst>
          </p:cNvPr>
          <p:cNvSpPr/>
          <p:nvPr/>
        </p:nvSpPr>
        <p:spPr>
          <a:xfrm>
            <a:off x="3962399" y="3498450"/>
            <a:ext cx="72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F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439092-1213-8E73-A957-76C11F309E17}"/>
              </a:ext>
            </a:extLst>
          </p:cNvPr>
          <p:cNvSpPr/>
          <p:nvPr/>
        </p:nvSpPr>
        <p:spPr>
          <a:xfrm>
            <a:off x="3425788" y="4127100"/>
            <a:ext cx="720000" cy="3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G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C70D48A-944A-293B-90A5-5512B6864D1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1599952" y="2601150"/>
            <a:ext cx="1092918" cy="2686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4647551-BDA9-657C-FBDF-41943196AC73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692870" y="2601150"/>
            <a:ext cx="1092918" cy="2686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ACB7537-FEF5-899D-6AD5-D97CEAE85C30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2692870" y="2601150"/>
            <a:ext cx="0" cy="2686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3883D13-E1B7-0DFD-B955-678B6212286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3249176" y="3229800"/>
            <a:ext cx="536612" cy="276451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D122765-FE08-F9E6-25B1-29DF131DD880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3785788" y="3229800"/>
            <a:ext cx="536611" cy="2686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4E498C2-A8A8-F31C-0014-B2A8E990F2FD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3249176" y="3866251"/>
            <a:ext cx="536612" cy="260849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DA3D152-84DC-08E5-DAF5-D0BB3862C4EF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3785788" y="3858450"/>
            <a:ext cx="536611" cy="2686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17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E753DC-5683-05C5-EE08-C36DD3570936}"/>
              </a:ext>
            </a:extLst>
          </p:cNvPr>
          <p:cNvSpPr/>
          <p:nvPr/>
        </p:nvSpPr>
        <p:spPr>
          <a:xfrm>
            <a:off x="5502235" y="2152650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Main module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54C39A-6BE6-F3DD-DF1D-F72CBB88C157}"/>
              </a:ext>
            </a:extLst>
          </p:cNvPr>
          <p:cNvSpPr/>
          <p:nvPr/>
        </p:nvSpPr>
        <p:spPr>
          <a:xfrm>
            <a:off x="3861048" y="2928924"/>
            <a:ext cx="1080000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Login 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E34B77-8650-9404-32C9-1D6BEE1C861C}"/>
              </a:ext>
            </a:extLst>
          </p:cNvPr>
          <p:cNvSpPr/>
          <p:nvPr/>
        </p:nvSpPr>
        <p:spPr>
          <a:xfrm>
            <a:off x="7503423" y="2928924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Module 2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ADFC04-8633-B10C-81E4-816338DD2FB5}"/>
              </a:ext>
            </a:extLst>
          </p:cNvPr>
          <p:cNvSpPr/>
          <p:nvPr/>
        </p:nvSpPr>
        <p:spPr>
          <a:xfrm>
            <a:off x="2511798" y="3705199"/>
            <a:ext cx="1080000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Verify 1.1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A8E6BB-57D2-AF92-1278-5BF1AF8407AD}"/>
              </a:ext>
            </a:extLst>
          </p:cNvPr>
          <p:cNvSpPr/>
          <p:nvPr/>
        </p:nvSpPr>
        <p:spPr>
          <a:xfrm>
            <a:off x="3861048" y="3705199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Module 1.2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1DC9CA-5EB0-4872-8667-D1BC7E605B45}"/>
              </a:ext>
            </a:extLst>
          </p:cNvPr>
          <p:cNvSpPr/>
          <p:nvPr/>
        </p:nvSpPr>
        <p:spPr>
          <a:xfrm>
            <a:off x="5210298" y="3705199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Module 1.3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540928-FE03-6B32-1052-EFB9DEABCC2A}"/>
              </a:ext>
            </a:extLst>
          </p:cNvPr>
          <p:cNvSpPr/>
          <p:nvPr/>
        </p:nvSpPr>
        <p:spPr>
          <a:xfrm>
            <a:off x="6828798" y="3705199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Module 2.1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8DB6A5-97B7-B99D-FB2E-3954DA82F487}"/>
              </a:ext>
            </a:extLst>
          </p:cNvPr>
          <p:cNvSpPr/>
          <p:nvPr/>
        </p:nvSpPr>
        <p:spPr>
          <a:xfrm>
            <a:off x="8178048" y="3705199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Module 2.2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0CDCE40E-2479-C8FC-2559-0E9F296C5DBA}"/>
              </a:ext>
            </a:extLst>
          </p:cNvPr>
          <p:cNvCxnSpPr>
            <a:stCxn id="2" idx="2"/>
            <a:endCxn id="4" idx="0"/>
          </p:cNvCxnSpPr>
          <p:nvPr/>
        </p:nvCxnSpPr>
        <p:spPr>
          <a:xfrm rot="16200000" flipH="1">
            <a:off x="6960692" y="1846193"/>
            <a:ext cx="344274" cy="182118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8AB29A40-5C77-3063-EB56-E1E066259552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5139505" y="1846194"/>
            <a:ext cx="344274" cy="1821187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C390A62B-1364-D47D-5D76-9A208D9318FD}"/>
              </a:ext>
            </a:extLst>
          </p:cNvPr>
          <p:cNvCxnSpPr>
            <a:stCxn id="3" idx="2"/>
            <a:endCxn id="5" idx="0"/>
          </p:cNvCxnSpPr>
          <p:nvPr/>
        </p:nvCxnSpPr>
        <p:spPr>
          <a:xfrm rot="5400000">
            <a:off x="3554286" y="2858436"/>
            <a:ext cx="344275" cy="134925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2BDB116A-86D7-A00E-0B7E-41E399F5D5F3}"/>
              </a:ext>
            </a:extLst>
          </p:cNvPr>
          <p:cNvCxnSpPr>
            <a:stCxn id="3" idx="2"/>
            <a:endCxn id="8" idx="0"/>
          </p:cNvCxnSpPr>
          <p:nvPr/>
        </p:nvCxnSpPr>
        <p:spPr>
          <a:xfrm rot="16200000" flipH="1">
            <a:off x="4903536" y="2858436"/>
            <a:ext cx="344275" cy="134925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3D0AB01D-6974-1901-2D3A-426B34ECAE34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5400000">
            <a:off x="7533974" y="3195749"/>
            <a:ext cx="344275" cy="674625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7ED87473-3C70-4968-1832-ED4BA7BB9776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rot="16200000" flipH="1">
            <a:off x="8208598" y="3195748"/>
            <a:ext cx="344275" cy="674625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FDF2220-54BF-82AD-3F44-1CF9E64021E2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4401048" y="3360924"/>
            <a:ext cx="0" cy="34427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D6D5AB-8A99-CDA4-8446-3AA5780C97D7}"/>
              </a:ext>
            </a:extLst>
          </p:cNvPr>
          <p:cNvSpPr/>
          <p:nvPr/>
        </p:nvSpPr>
        <p:spPr>
          <a:xfrm>
            <a:off x="3314699" y="4822451"/>
            <a:ext cx="1080000" cy="432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Input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135D08A-C965-9906-18A5-14F6F35F4176}"/>
              </a:ext>
            </a:extLst>
          </p:cNvPr>
          <p:cNvSpPr/>
          <p:nvPr/>
        </p:nvSpPr>
        <p:spPr>
          <a:xfrm>
            <a:off x="6757146" y="4822451"/>
            <a:ext cx="1080000" cy="432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Output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CD7503-8A72-236B-7EFE-F61B73B249B3}"/>
              </a:ext>
            </a:extLst>
          </p:cNvPr>
          <p:cNvSpPr/>
          <p:nvPr/>
        </p:nvSpPr>
        <p:spPr>
          <a:xfrm>
            <a:off x="5035923" y="4822451"/>
            <a:ext cx="108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Process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6CDBB4F-6EA5-A1E9-B871-C47DE83E060F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4394699" y="5038451"/>
            <a:ext cx="641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DAB7B32-7746-51EB-C81D-0A2F06C978D0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6115923" y="5038451"/>
            <a:ext cx="6412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E4269C3-122F-20C3-873F-242B636FC649}"/>
              </a:ext>
            </a:extLst>
          </p:cNvPr>
          <p:cNvSpPr/>
          <p:nvPr/>
        </p:nvSpPr>
        <p:spPr>
          <a:xfrm>
            <a:off x="5035923" y="4822451"/>
            <a:ext cx="7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1D9827-4F22-9FCC-A4D1-F0319D2FD452}"/>
              </a:ext>
            </a:extLst>
          </p:cNvPr>
          <p:cNvSpPr/>
          <p:nvPr/>
        </p:nvSpPr>
        <p:spPr>
          <a:xfrm>
            <a:off x="6043923" y="4822451"/>
            <a:ext cx="7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2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43">
            <a:extLst>
              <a:ext uri="{FF2B5EF4-FFF2-40B4-BE49-F238E27FC236}">
                <a16:creationId xmlns:a16="http://schemas.microsoft.com/office/drawing/2014/main" id="{BE591FFF-36C0-12C1-BA3F-9926F3B61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0252" y="2715631"/>
            <a:ext cx="936000" cy="28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退出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5.0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45" name="AutoShape 41">
            <a:extLst>
              <a:ext uri="{FF2B5EF4-FFF2-40B4-BE49-F238E27FC236}">
                <a16:creationId xmlns:a16="http://schemas.microsoft.com/office/drawing/2014/main" id="{5226CDFD-0142-9387-9106-704C5FD61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774" y="2715631"/>
            <a:ext cx="936000" cy="28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数据输入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1.0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47" name="AutoShape 39">
            <a:extLst>
              <a:ext uri="{FF2B5EF4-FFF2-40B4-BE49-F238E27FC236}">
                <a16:creationId xmlns:a16="http://schemas.microsoft.com/office/drawing/2014/main" id="{6631E912-1AF0-3061-B887-6A2383D8F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40" y="3577759"/>
            <a:ext cx="288000" cy="64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报销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1.A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48" name="AutoShape 38">
            <a:extLst>
              <a:ext uri="{FF2B5EF4-FFF2-40B4-BE49-F238E27FC236}">
                <a16:creationId xmlns:a16="http://schemas.microsoft.com/office/drawing/2014/main" id="{13FB66DA-869F-C824-FEA4-2E064B9F9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774" y="3577759"/>
            <a:ext cx="288000" cy="64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结算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1.B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49" name="AutoShape 37">
            <a:extLst>
              <a:ext uri="{FF2B5EF4-FFF2-40B4-BE49-F238E27FC236}">
                <a16:creationId xmlns:a16="http://schemas.microsoft.com/office/drawing/2014/main" id="{8505FAA4-4317-31C4-AEFC-AD55959AE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708" y="3577759"/>
            <a:ext cx="288000" cy="64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累加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1.C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37" name="AutoShape 32">
            <a:extLst>
              <a:ext uri="{FF2B5EF4-FFF2-40B4-BE49-F238E27FC236}">
                <a16:creationId xmlns:a16="http://schemas.microsoft.com/office/drawing/2014/main" id="{6D5F266F-E594-0782-8EAF-2051DB741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576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未超支职工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2.A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38" name="AutoShape 31">
            <a:extLst>
              <a:ext uri="{FF2B5EF4-FFF2-40B4-BE49-F238E27FC236}">
                <a16:creationId xmlns:a16="http://schemas.microsoft.com/office/drawing/2014/main" id="{C10A8C4A-75E9-5D86-0260-0015FF199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1444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未超支子女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2.C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39" name="AutoShape 30">
            <a:extLst>
              <a:ext uri="{FF2B5EF4-FFF2-40B4-BE49-F238E27FC236}">
                <a16:creationId xmlns:a16="http://schemas.microsoft.com/office/drawing/2014/main" id="{3C06392A-841C-154D-083B-C01A48A0C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78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已超支子女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2.D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0E94C837-53FE-21ED-3471-7E95C1816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12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全校总支出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2.E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42" name="AutoShape 27">
            <a:extLst>
              <a:ext uri="{FF2B5EF4-FFF2-40B4-BE49-F238E27FC236}">
                <a16:creationId xmlns:a16="http://schemas.microsoft.com/office/drawing/2014/main" id="{5DBAED92-B331-F6B6-4D85-D8637C23C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444" y="2715631"/>
            <a:ext cx="936000" cy="28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统计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2.0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43" name="AutoShape 26">
            <a:extLst>
              <a:ext uri="{FF2B5EF4-FFF2-40B4-BE49-F238E27FC236}">
                <a16:creationId xmlns:a16="http://schemas.microsoft.com/office/drawing/2014/main" id="{DA65386E-755E-24B5-3370-3BDF3AA90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510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已超支职工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2.B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21" name="AutoShape 23">
            <a:extLst>
              <a:ext uri="{FF2B5EF4-FFF2-40B4-BE49-F238E27FC236}">
                <a16:creationId xmlns:a16="http://schemas.microsoft.com/office/drawing/2014/main" id="{0F087444-63A4-CE25-0927-FF653DD1C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180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未超支职工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3.A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718B70F-4716-951B-3E6D-E94B77E42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982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已超支子女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3.D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23" name="AutoShape 21">
            <a:extLst>
              <a:ext uri="{FF2B5EF4-FFF2-40B4-BE49-F238E27FC236}">
                <a16:creationId xmlns:a16="http://schemas.microsoft.com/office/drawing/2014/main" id="{2FEFED38-4708-DEC3-6A5F-3FC117D39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784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全校明细账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3.G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25" name="AutoShape 19">
            <a:extLst>
              <a:ext uri="{FF2B5EF4-FFF2-40B4-BE49-F238E27FC236}">
                <a16:creationId xmlns:a16="http://schemas.microsoft.com/office/drawing/2014/main" id="{C4DC21DA-97AA-5EE6-7508-A8C26441E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114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已超支职工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3.B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27" name="AutoShape 17">
            <a:extLst>
              <a:ext uri="{FF2B5EF4-FFF2-40B4-BE49-F238E27FC236}">
                <a16:creationId xmlns:a16="http://schemas.microsoft.com/office/drawing/2014/main" id="{1976691D-B391-1E5F-E664-38092EDD5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048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未超支子女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3.C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A600A89B-4580-E609-0B82-7B197CEE8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916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全校总支出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3.E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31" name="AutoShape 13">
            <a:extLst>
              <a:ext uri="{FF2B5EF4-FFF2-40B4-BE49-F238E27FC236}">
                <a16:creationId xmlns:a16="http://schemas.microsoft.com/office/drawing/2014/main" id="{ED4D7783-169E-624A-61A4-2BE88E3E0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850" y="3577759"/>
            <a:ext cx="288000" cy="1224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个人明细账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3.F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33" name="AutoShape 11">
            <a:extLst>
              <a:ext uri="{FF2B5EF4-FFF2-40B4-BE49-F238E27FC236}">
                <a16:creationId xmlns:a16="http://schemas.microsoft.com/office/drawing/2014/main" id="{63CE87FE-2A37-39B6-D042-33C708638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982" y="2715631"/>
            <a:ext cx="936000" cy="28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查询打印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3.0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29F621DF-5C85-2F37-8D9D-3EA4C6D36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652" y="3577759"/>
            <a:ext cx="288000" cy="136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改医疗费限额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4.A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5C4BAF1E-8821-ACFB-515B-E92CFE6D6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514" y="3577758"/>
            <a:ext cx="288000" cy="136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人员调动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4.C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E0902AAD-A0FB-5ED3-C739-7360EC2BE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586" y="3577759"/>
            <a:ext cx="288000" cy="136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初始化</a:t>
            </a:r>
            <a:r>
              <a:rPr kumimoji="0" lang="en-US" altLang="zh-CN" sz="1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4.B</a:t>
            </a:r>
            <a:endParaRPr kumimoji="0" lang="en-US" altLang="zh-CN" sz="12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C5AB93E1-AC06-EC1B-2071-16843E170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583" y="2715631"/>
            <a:ext cx="936000" cy="288000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系统维护</a:t>
            </a:r>
            <a:r>
              <a:rPr kumimoji="0" lang="en-US" alt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4.0</a:t>
            </a:r>
            <a:endParaRPr kumimoji="0" lang="en-US" alt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7FBF0FE3-4CA4-9F98-D336-F0276D195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922" y="1787576"/>
            <a:ext cx="1440000" cy="287376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微软雅黑 Light" panose="020B0502040204020203" pitchFamily="34" charset="-122"/>
                <a:cs typeface="Times New Roman" pitchFamily="18" charset="0"/>
              </a:rPr>
              <a:t>医疗费管理系统</a:t>
            </a:r>
            <a:endParaRPr kumimoji="0" lang="zh-CN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微软雅黑 Light" panose="020B0502040204020203" pitchFamily="34" charset="-122"/>
              <a:cs typeface="宋体" pitchFamily="2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0F97CF4D-D40A-0D57-EE98-E0BFCC922F65}"/>
              </a:ext>
            </a:extLst>
          </p:cNvPr>
          <p:cNvCxnSpPr>
            <a:stCxn id="13" idx="2"/>
            <a:endCxn id="45" idx="0"/>
          </p:cNvCxnSpPr>
          <p:nvPr/>
        </p:nvCxnSpPr>
        <p:spPr>
          <a:xfrm rot="5400000">
            <a:off x="3575509" y="340217"/>
            <a:ext cx="640679" cy="411014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E02EEBBE-1752-1D46-D120-9458A3D6A9DF}"/>
              </a:ext>
            </a:extLst>
          </p:cNvPr>
          <p:cNvCxnSpPr>
            <a:stCxn id="42" idx="0"/>
            <a:endCxn id="13" idx="2"/>
          </p:cNvCxnSpPr>
          <p:nvPr/>
        </p:nvCxnSpPr>
        <p:spPr>
          <a:xfrm rot="5400000" flipH="1" flipV="1">
            <a:off x="4477844" y="1242553"/>
            <a:ext cx="640679" cy="230547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C8212C1E-F616-7B4E-7A53-F3950DFCCC18}"/>
              </a:ext>
            </a:extLst>
          </p:cNvPr>
          <p:cNvCxnSpPr>
            <a:stCxn id="33" idx="0"/>
            <a:endCxn id="13" idx="2"/>
          </p:cNvCxnSpPr>
          <p:nvPr/>
        </p:nvCxnSpPr>
        <p:spPr>
          <a:xfrm rot="16200000" flipV="1">
            <a:off x="5741113" y="2284762"/>
            <a:ext cx="640679" cy="22106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1DA47D8F-9F3F-4353-5851-04FB65700B8E}"/>
              </a:ext>
            </a:extLst>
          </p:cNvPr>
          <p:cNvCxnSpPr>
            <a:stCxn id="19" idx="0"/>
            <a:endCxn id="13" idx="2"/>
          </p:cNvCxnSpPr>
          <p:nvPr/>
        </p:nvCxnSpPr>
        <p:spPr>
          <a:xfrm rot="16200000" flipV="1">
            <a:off x="6823914" y="1201961"/>
            <a:ext cx="640679" cy="238666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0BDCE40-D2E0-28EB-7577-4C265896E6E5}"/>
              </a:ext>
            </a:extLst>
          </p:cNvPr>
          <p:cNvCxnSpPr>
            <a:stCxn id="8" idx="0"/>
            <a:endCxn id="13" idx="2"/>
          </p:cNvCxnSpPr>
          <p:nvPr/>
        </p:nvCxnSpPr>
        <p:spPr>
          <a:xfrm rot="16200000" flipV="1">
            <a:off x="7359248" y="666627"/>
            <a:ext cx="640679" cy="345733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C60AA5B2-0831-2FBA-8843-1C1A22EFFF25}"/>
              </a:ext>
            </a:extLst>
          </p:cNvPr>
          <p:cNvCxnSpPr>
            <a:stCxn id="47" idx="0"/>
            <a:endCxn id="45" idx="2"/>
          </p:cNvCxnSpPr>
          <p:nvPr/>
        </p:nvCxnSpPr>
        <p:spPr>
          <a:xfrm rot="5400000" flipH="1" flipV="1">
            <a:off x="1373243" y="3110228"/>
            <a:ext cx="574128" cy="360934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22EECE23-D8CE-95C8-91A4-0E34B7AFAF95}"/>
              </a:ext>
            </a:extLst>
          </p:cNvPr>
          <p:cNvCxnSpPr>
            <a:stCxn id="49" idx="0"/>
            <a:endCxn id="45" idx="2"/>
          </p:cNvCxnSpPr>
          <p:nvPr/>
        </p:nvCxnSpPr>
        <p:spPr>
          <a:xfrm rot="16200000" flipV="1">
            <a:off x="1734177" y="3110228"/>
            <a:ext cx="574128" cy="360934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3D34A381-DF4C-6F23-7805-4ACAB8C468A7}"/>
              </a:ext>
            </a:extLst>
          </p:cNvPr>
          <p:cNvCxnSpPr>
            <a:stCxn id="42" idx="2"/>
            <a:endCxn id="37" idx="0"/>
          </p:cNvCxnSpPr>
          <p:nvPr/>
        </p:nvCxnSpPr>
        <p:spPr>
          <a:xfrm rot="5400000">
            <a:off x="2997446" y="2929761"/>
            <a:ext cx="574128" cy="72186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3BEBF7D2-365E-71DB-BB3E-E8204E2B281E}"/>
              </a:ext>
            </a:extLst>
          </p:cNvPr>
          <p:cNvCxnSpPr>
            <a:stCxn id="40" idx="0"/>
            <a:endCxn id="42" idx="2"/>
          </p:cNvCxnSpPr>
          <p:nvPr/>
        </p:nvCxnSpPr>
        <p:spPr>
          <a:xfrm rot="16200000" flipV="1">
            <a:off x="3719314" y="2929761"/>
            <a:ext cx="574128" cy="72186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378F7B4E-F6B4-9898-76AE-A1DBEE5FF7D4}"/>
              </a:ext>
            </a:extLst>
          </p:cNvPr>
          <p:cNvCxnSpPr>
            <a:stCxn id="21" idx="0"/>
            <a:endCxn id="33" idx="2"/>
          </p:cNvCxnSpPr>
          <p:nvPr/>
        </p:nvCxnSpPr>
        <p:spPr>
          <a:xfrm rot="5400000" flipH="1" flipV="1">
            <a:off x="5343517" y="2749294"/>
            <a:ext cx="574128" cy="1082802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D2D5C288-6308-F497-4D8F-824E1D191E7D}"/>
              </a:ext>
            </a:extLst>
          </p:cNvPr>
          <p:cNvCxnSpPr>
            <a:stCxn id="23" idx="0"/>
            <a:endCxn id="33" idx="2"/>
          </p:cNvCxnSpPr>
          <p:nvPr/>
        </p:nvCxnSpPr>
        <p:spPr>
          <a:xfrm rot="16200000" flipV="1">
            <a:off x="6426319" y="2749294"/>
            <a:ext cx="574128" cy="1082802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D33476CD-4214-08D7-C41B-31482D5E503B}"/>
              </a:ext>
            </a:extLst>
          </p:cNvPr>
          <p:cNvCxnSpPr>
            <a:stCxn id="19" idx="2"/>
            <a:endCxn id="16" idx="0"/>
          </p:cNvCxnSpPr>
          <p:nvPr/>
        </p:nvCxnSpPr>
        <p:spPr>
          <a:xfrm rot="5400000">
            <a:off x="7870054" y="3110230"/>
            <a:ext cx="574128" cy="36093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C60301A8-95B4-668A-EC61-ED7FBEC651F0}"/>
              </a:ext>
            </a:extLst>
          </p:cNvPr>
          <p:cNvCxnSpPr>
            <a:stCxn id="17" idx="0"/>
            <a:endCxn id="19" idx="2"/>
          </p:cNvCxnSpPr>
          <p:nvPr/>
        </p:nvCxnSpPr>
        <p:spPr>
          <a:xfrm rot="16200000" flipV="1">
            <a:off x="8230986" y="3110229"/>
            <a:ext cx="574127" cy="36093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3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38F1B31-46CA-6A25-B993-3BE139D33CBF}"/>
              </a:ext>
            </a:extLst>
          </p:cNvPr>
          <p:cNvGrpSpPr/>
          <p:nvPr/>
        </p:nvGrpSpPr>
        <p:grpSpPr>
          <a:xfrm rot="2100000">
            <a:off x="6380417" y="2669043"/>
            <a:ext cx="72000" cy="576000"/>
            <a:chOff x="7143722" y="2768964"/>
            <a:chExt cx="72000" cy="576000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91307BB5-333E-88D6-DB09-9C006152B2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C27E5CB-56EC-C65C-CF48-50EA044A4264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75E43B85-7BC6-3514-EE76-DF1E3E3822D0}"/>
              </a:ext>
            </a:extLst>
          </p:cNvPr>
          <p:cNvSpPr/>
          <p:nvPr/>
        </p:nvSpPr>
        <p:spPr>
          <a:xfrm>
            <a:off x="6960807" y="2161789"/>
            <a:ext cx="21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图书管理系统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D55C85-5800-2359-1A81-F06B766443CB}"/>
              </a:ext>
            </a:extLst>
          </p:cNvPr>
          <p:cNvSpPr/>
          <p:nvPr/>
        </p:nvSpPr>
        <p:spPr>
          <a:xfrm>
            <a:off x="5681738" y="3460573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图书采编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6DBFBC-B235-A639-84C6-4E017FC12909}"/>
              </a:ext>
            </a:extLst>
          </p:cNvPr>
          <p:cNvSpPr/>
          <p:nvPr/>
        </p:nvSpPr>
        <p:spPr>
          <a:xfrm>
            <a:off x="8107162" y="3460573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图书流通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1A8EF2-9F80-0788-0064-2496413D0452}"/>
              </a:ext>
            </a:extLst>
          </p:cNvPr>
          <p:cNvSpPr/>
          <p:nvPr/>
        </p:nvSpPr>
        <p:spPr>
          <a:xfrm>
            <a:off x="6894450" y="3460573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读者管理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56EA4FC-1D9C-51A2-F270-0A306DE1A8A1}"/>
              </a:ext>
            </a:extLst>
          </p:cNvPr>
          <p:cNvCxnSpPr>
            <a:stCxn id="8" idx="1"/>
            <a:endCxn id="9" idx="0"/>
          </p:cNvCxnSpPr>
          <p:nvPr/>
        </p:nvCxnSpPr>
        <p:spPr>
          <a:xfrm flipH="1">
            <a:off x="6221738" y="2341789"/>
            <a:ext cx="739069" cy="1118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9FC92DF-7793-6572-139A-15ACFAFB2717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0807" y="2521789"/>
            <a:ext cx="606355" cy="938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6857A42-894F-26B4-7EDB-2F978354499D}"/>
              </a:ext>
            </a:extLst>
          </p:cNvPr>
          <p:cNvCxnSpPr>
            <a:stCxn id="8" idx="2"/>
            <a:endCxn id="11" idx="0"/>
          </p:cNvCxnSpPr>
          <p:nvPr/>
        </p:nvCxnSpPr>
        <p:spPr>
          <a:xfrm flipH="1">
            <a:off x="7434450" y="2521789"/>
            <a:ext cx="606357" cy="938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02180B0-B752-C209-6852-118F4E7F65E1}"/>
              </a:ext>
            </a:extLst>
          </p:cNvPr>
          <p:cNvGrpSpPr/>
          <p:nvPr/>
        </p:nvGrpSpPr>
        <p:grpSpPr>
          <a:xfrm rot="-2040000">
            <a:off x="9555671" y="2569575"/>
            <a:ext cx="72000" cy="576000"/>
            <a:chOff x="7143722" y="2768964"/>
            <a:chExt cx="72000" cy="576000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ED394C0A-1104-CDF5-B0FB-200C8DD3C1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57B898A5-F58E-8338-74CF-26B48164A014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2578BA3-CF48-0BE6-5470-8C0A62A462D8}"/>
              </a:ext>
            </a:extLst>
          </p:cNvPr>
          <p:cNvGrpSpPr/>
          <p:nvPr/>
        </p:nvGrpSpPr>
        <p:grpSpPr>
          <a:xfrm rot="1980000">
            <a:off x="7555653" y="2745738"/>
            <a:ext cx="72000" cy="576000"/>
            <a:chOff x="7143722" y="2768964"/>
            <a:chExt cx="72000" cy="576000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6F9D661-7B79-7775-B1A3-3D384FA02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97B1777E-6F09-2FFD-98BA-D10716036BFA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0315785-A37D-47EF-D32D-15D35CDA2C82}"/>
              </a:ext>
            </a:extLst>
          </p:cNvPr>
          <p:cNvGrpSpPr/>
          <p:nvPr/>
        </p:nvGrpSpPr>
        <p:grpSpPr>
          <a:xfrm rot="-1980000" flipV="1">
            <a:off x="9398814" y="2676326"/>
            <a:ext cx="72000" cy="576000"/>
            <a:chOff x="7143722" y="2768964"/>
            <a:chExt cx="72000" cy="576000"/>
          </a:xfrm>
        </p:grpSpPr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9B7C04B-C61E-5927-6AA2-57712792C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1ED60CC4-53B6-3D59-0EF1-1A7E0436CC60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4FD9BA78-7FFA-CD12-8128-ED8810F3DC93}"/>
              </a:ext>
            </a:extLst>
          </p:cNvPr>
          <p:cNvSpPr/>
          <p:nvPr/>
        </p:nvSpPr>
        <p:spPr>
          <a:xfrm>
            <a:off x="9319875" y="3460573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查询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D934B59-3101-5E39-4657-43126038045E}"/>
              </a:ext>
            </a:extLst>
          </p:cNvPr>
          <p:cNvSpPr/>
          <p:nvPr/>
        </p:nvSpPr>
        <p:spPr>
          <a:xfrm>
            <a:off x="5663738" y="4693483"/>
            <a:ext cx="1116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输入图书信息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0B3F81-8C06-F51F-A57B-39553354519C}"/>
              </a:ext>
            </a:extLst>
          </p:cNvPr>
          <p:cNvSpPr/>
          <p:nvPr/>
        </p:nvSpPr>
        <p:spPr>
          <a:xfrm>
            <a:off x="7512425" y="4693483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借书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47D3CC-219A-E613-61BD-E66E892C4063}"/>
              </a:ext>
            </a:extLst>
          </p:cNvPr>
          <p:cNvSpPr/>
          <p:nvPr/>
        </p:nvSpPr>
        <p:spPr>
          <a:xfrm>
            <a:off x="8701900" y="4693483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还书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E271724-E8AB-DB60-409F-09605707EFDB}"/>
              </a:ext>
            </a:extLst>
          </p:cNvPr>
          <p:cNvCxnSpPr>
            <a:stCxn id="9" idx="2"/>
            <a:endCxn id="28" idx="0"/>
          </p:cNvCxnSpPr>
          <p:nvPr/>
        </p:nvCxnSpPr>
        <p:spPr>
          <a:xfrm>
            <a:off x="6221738" y="3820573"/>
            <a:ext cx="0" cy="87291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597FA55-4DE2-3BBE-1C6E-E6355A70FCB4}"/>
              </a:ext>
            </a:extLst>
          </p:cNvPr>
          <p:cNvCxnSpPr>
            <a:stCxn id="8" idx="3"/>
            <a:endCxn id="27" idx="0"/>
          </p:cNvCxnSpPr>
          <p:nvPr/>
        </p:nvCxnSpPr>
        <p:spPr>
          <a:xfrm>
            <a:off x="9120807" y="2341789"/>
            <a:ext cx="739068" cy="1118784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7B1ACAD-5377-D35D-E52B-FF00BD753CA1}"/>
              </a:ext>
            </a:extLst>
          </p:cNvPr>
          <p:cNvGrpSpPr/>
          <p:nvPr/>
        </p:nvGrpSpPr>
        <p:grpSpPr>
          <a:xfrm>
            <a:off x="6283915" y="3969028"/>
            <a:ext cx="72000" cy="576000"/>
            <a:chOff x="7143722" y="2768964"/>
            <a:chExt cx="72000" cy="576000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DED70873-2AE8-9BFB-4678-F6076E503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A463E7AA-A96A-B83C-1E95-FFAF82F754A1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6293B77-BC08-2BFD-E2B8-107649E6A206}"/>
              </a:ext>
            </a:extLst>
          </p:cNvPr>
          <p:cNvCxnSpPr>
            <a:stCxn id="10" idx="2"/>
            <a:endCxn id="29" idx="0"/>
          </p:cNvCxnSpPr>
          <p:nvPr/>
        </p:nvCxnSpPr>
        <p:spPr>
          <a:xfrm flipH="1">
            <a:off x="8052425" y="3820573"/>
            <a:ext cx="594737" cy="87291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FD954CC-975A-4EE5-4382-CCF5E358E886}"/>
              </a:ext>
            </a:extLst>
          </p:cNvPr>
          <p:cNvCxnSpPr>
            <a:stCxn id="10" idx="2"/>
            <a:endCxn id="30" idx="0"/>
          </p:cNvCxnSpPr>
          <p:nvPr/>
        </p:nvCxnSpPr>
        <p:spPr>
          <a:xfrm>
            <a:off x="8647162" y="3820573"/>
            <a:ext cx="594738" cy="87291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C4A110DE-5A78-F32F-D5B3-C1CF2C36AE93}"/>
              </a:ext>
            </a:extLst>
          </p:cNvPr>
          <p:cNvSpPr/>
          <p:nvPr/>
        </p:nvSpPr>
        <p:spPr>
          <a:xfrm>
            <a:off x="1876425" y="1714500"/>
            <a:ext cx="648000" cy="648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接受数据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1D9BEE9-E3D1-745C-634D-CF54C047B555}"/>
              </a:ext>
            </a:extLst>
          </p:cNvPr>
          <p:cNvSpPr/>
          <p:nvPr/>
        </p:nvSpPr>
        <p:spPr>
          <a:xfrm>
            <a:off x="1696425" y="2692344"/>
            <a:ext cx="1008000" cy="43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事务中心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E1EFB0C2-A779-AAE8-4A65-CF6E88A95C09}"/>
              </a:ext>
            </a:extLst>
          </p:cNvPr>
          <p:cNvSpPr/>
          <p:nvPr/>
        </p:nvSpPr>
        <p:spPr>
          <a:xfrm>
            <a:off x="162900" y="3454188"/>
            <a:ext cx="1008000" cy="43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图书采编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3E2D243F-8B43-EA33-2691-45E63E8A19F8}"/>
              </a:ext>
            </a:extLst>
          </p:cNvPr>
          <p:cNvSpPr/>
          <p:nvPr/>
        </p:nvSpPr>
        <p:spPr>
          <a:xfrm>
            <a:off x="1248294" y="3454188"/>
            <a:ext cx="1008000" cy="43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读者管理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C34695E3-3BE6-3F92-1A65-10EF54C98956}"/>
              </a:ext>
            </a:extLst>
          </p:cNvPr>
          <p:cNvSpPr/>
          <p:nvPr/>
        </p:nvSpPr>
        <p:spPr>
          <a:xfrm>
            <a:off x="2333688" y="3454188"/>
            <a:ext cx="1008000" cy="43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图书流通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C9775BE6-39F9-8AFF-2A5C-6B7288FFF9D8}"/>
              </a:ext>
            </a:extLst>
          </p:cNvPr>
          <p:cNvSpPr/>
          <p:nvPr/>
        </p:nvSpPr>
        <p:spPr>
          <a:xfrm>
            <a:off x="3419082" y="3454188"/>
            <a:ext cx="1008000" cy="43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查询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1F7A2B4-406F-FC1D-D09A-2D954D23FF97}"/>
              </a:ext>
            </a:extLst>
          </p:cNvPr>
          <p:cNvSpPr/>
          <p:nvPr/>
        </p:nvSpPr>
        <p:spPr>
          <a:xfrm>
            <a:off x="1790991" y="4216031"/>
            <a:ext cx="1008000" cy="43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借书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079E5EC-35FF-36EF-6E16-B67A0559CBD3}"/>
              </a:ext>
            </a:extLst>
          </p:cNvPr>
          <p:cNvSpPr/>
          <p:nvPr/>
        </p:nvSpPr>
        <p:spPr>
          <a:xfrm>
            <a:off x="2876385" y="4232184"/>
            <a:ext cx="1008000" cy="43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ysClr val="windowText" lastClr="000000"/>
                </a:solidFill>
              </a:rPr>
              <a:t>还书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D12E598-3264-3784-8702-CF843B39D57B}"/>
              </a:ext>
            </a:extLst>
          </p:cNvPr>
          <p:cNvCxnSpPr>
            <a:stCxn id="43" idx="4"/>
            <a:endCxn id="44" idx="0"/>
          </p:cNvCxnSpPr>
          <p:nvPr/>
        </p:nvCxnSpPr>
        <p:spPr>
          <a:xfrm>
            <a:off x="2200425" y="2362500"/>
            <a:ext cx="0" cy="32984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F3DD80E-BC3E-9407-C9CB-5AA806399077}"/>
              </a:ext>
            </a:extLst>
          </p:cNvPr>
          <p:cNvCxnSpPr>
            <a:stCxn id="44" idx="3"/>
            <a:endCxn id="45" idx="0"/>
          </p:cNvCxnSpPr>
          <p:nvPr/>
        </p:nvCxnSpPr>
        <p:spPr>
          <a:xfrm flipH="1">
            <a:off x="666900" y="3061079"/>
            <a:ext cx="1177143" cy="39310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8AFD7DA-7ED1-8919-9211-548BEF8323B6}"/>
              </a:ext>
            </a:extLst>
          </p:cNvPr>
          <p:cNvCxnSpPr>
            <a:stCxn id="44" idx="4"/>
            <a:endCxn id="46" idx="0"/>
          </p:cNvCxnSpPr>
          <p:nvPr/>
        </p:nvCxnSpPr>
        <p:spPr>
          <a:xfrm flipH="1">
            <a:off x="1752294" y="3124344"/>
            <a:ext cx="448131" cy="32984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D53F484-6BFB-E061-DF41-783ED84A82D2}"/>
              </a:ext>
            </a:extLst>
          </p:cNvPr>
          <p:cNvCxnSpPr>
            <a:stCxn id="44" idx="4"/>
            <a:endCxn id="47" idx="0"/>
          </p:cNvCxnSpPr>
          <p:nvPr/>
        </p:nvCxnSpPr>
        <p:spPr>
          <a:xfrm>
            <a:off x="2200425" y="3124344"/>
            <a:ext cx="637263" cy="32984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99B0B53-0F56-79CC-8A69-6C8896951ACA}"/>
              </a:ext>
            </a:extLst>
          </p:cNvPr>
          <p:cNvCxnSpPr>
            <a:stCxn id="44" idx="5"/>
            <a:endCxn id="48" idx="0"/>
          </p:cNvCxnSpPr>
          <p:nvPr/>
        </p:nvCxnSpPr>
        <p:spPr>
          <a:xfrm>
            <a:off x="2556807" y="3061079"/>
            <a:ext cx="1366275" cy="39310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748EC8C3-BD34-4B9C-C550-242277476E48}"/>
              </a:ext>
            </a:extLst>
          </p:cNvPr>
          <p:cNvCxnSpPr>
            <a:stCxn id="47" idx="4"/>
            <a:endCxn id="49" idx="0"/>
          </p:cNvCxnSpPr>
          <p:nvPr/>
        </p:nvCxnSpPr>
        <p:spPr>
          <a:xfrm flipH="1">
            <a:off x="2294991" y="3886188"/>
            <a:ext cx="542697" cy="32984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0AFC2D4-1235-BB0E-37F2-CACE89BB917E}"/>
              </a:ext>
            </a:extLst>
          </p:cNvPr>
          <p:cNvCxnSpPr>
            <a:stCxn id="47" idx="4"/>
            <a:endCxn id="50" idx="0"/>
          </p:cNvCxnSpPr>
          <p:nvPr/>
        </p:nvCxnSpPr>
        <p:spPr>
          <a:xfrm>
            <a:off x="2837688" y="3886188"/>
            <a:ext cx="542697" cy="34599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13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形 17" descr="办公室职员">
            <a:extLst>
              <a:ext uri="{FF2B5EF4-FFF2-40B4-BE49-F238E27FC236}">
                <a16:creationId xmlns:a16="http://schemas.microsoft.com/office/drawing/2014/main" id="{61EE3786-B63C-C7D1-15E2-7191C94179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3203" y="2188107"/>
            <a:ext cx="360000" cy="360000"/>
          </a:xfrm>
          <a:prstGeom prst="rect">
            <a:avLst/>
          </a:prstGeom>
        </p:spPr>
      </p:pic>
      <p:pic>
        <p:nvPicPr>
          <p:cNvPr id="20" name="图形 19" descr="男人">
            <a:extLst>
              <a:ext uri="{FF2B5EF4-FFF2-40B4-BE49-F238E27FC236}">
                <a16:creationId xmlns:a16="http://schemas.microsoft.com/office/drawing/2014/main" id="{C86E605B-D9BC-54B7-CBB5-0A98AAD25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9307" y="2964924"/>
            <a:ext cx="360000" cy="360000"/>
          </a:xfrm>
          <a:prstGeom prst="rect">
            <a:avLst/>
          </a:prstGeom>
        </p:spPr>
      </p:pic>
      <p:pic>
        <p:nvPicPr>
          <p:cNvPr id="22" name="图形 21" descr="妇女">
            <a:extLst>
              <a:ext uri="{FF2B5EF4-FFF2-40B4-BE49-F238E27FC236}">
                <a16:creationId xmlns:a16="http://schemas.microsoft.com/office/drawing/2014/main" id="{95ED47E7-3437-C315-65E7-8291ABAF5C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7099" y="2964924"/>
            <a:ext cx="360000" cy="360000"/>
          </a:xfrm>
          <a:prstGeom prst="rect">
            <a:avLst/>
          </a:prstGeom>
        </p:spPr>
      </p:pic>
      <p:pic>
        <p:nvPicPr>
          <p:cNvPr id="24" name="图形 23" descr="两位男士">
            <a:extLst>
              <a:ext uri="{FF2B5EF4-FFF2-40B4-BE49-F238E27FC236}">
                <a16:creationId xmlns:a16="http://schemas.microsoft.com/office/drawing/2014/main" id="{54A71D42-4B83-7E86-799B-69913FB41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9307" y="3627636"/>
            <a:ext cx="360000" cy="360000"/>
          </a:xfrm>
          <a:prstGeom prst="rect">
            <a:avLst/>
          </a:prstGeom>
        </p:spPr>
      </p:pic>
      <p:pic>
        <p:nvPicPr>
          <p:cNvPr id="26" name="图形 25" descr="男人和女人">
            <a:extLst>
              <a:ext uri="{FF2B5EF4-FFF2-40B4-BE49-F238E27FC236}">
                <a16:creationId xmlns:a16="http://schemas.microsoft.com/office/drawing/2014/main" id="{144CB3BC-19AD-1F90-5227-649ADCDED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7106" y="3627636"/>
            <a:ext cx="360000" cy="360000"/>
          </a:xfrm>
          <a:prstGeom prst="rect">
            <a:avLst/>
          </a:prstGeom>
        </p:spPr>
      </p:pic>
      <p:pic>
        <p:nvPicPr>
          <p:cNvPr id="28" name="图形 27" descr="两个女人">
            <a:extLst>
              <a:ext uri="{FF2B5EF4-FFF2-40B4-BE49-F238E27FC236}">
                <a16:creationId xmlns:a16="http://schemas.microsoft.com/office/drawing/2014/main" id="{FE40A322-FDAB-46C0-3FD4-13769150D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33869" y="3627636"/>
            <a:ext cx="360000" cy="360000"/>
          </a:xfrm>
          <a:prstGeom prst="rect">
            <a:avLst/>
          </a:prstGeom>
        </p:spPr>
      </p:pic>
      <p:pic>
        <p:nvPicPr>
          <p:cNvPr id="31" name="图形 30" descr="男人">
            <a:extLst>
              <a:ext uri="{FF2B5EF4-FFF2-40B4-BE49-F238E27FC236}">
                <a16:creationId xmlns:a16="http://schemas.microsoft.com/office/drawing/2014/main" id="{03769248-FAEC-CDEB-E632-3DF0E1A1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6836" y="2964924"/>
            <a:ext cx="360000" cy="360000"/>
          </a:xfrm>
          <a:prstGeom prst="rect">
            <a:avLst/>
          </a:prstGeom>
        </p:spPr>
      </p:pic>
      <p:pic>
        <p:nvPicPr>
          <p:cNvPr id="32" name="图形 31" descr="男人和女人">
            <a:extLst>
              <a:ext uri="{FF2B5EF4-FFF2-40B4-BE49-F238E27FC236}">
                <a16:creationId xmlns:a16="http://schemas.microsoft.com/office/drawing/2014/main" id="{A3B1C69A-1F0D-30E3-AB9E-4C8F7F6B0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0330" y="3627636"/>
            <a:ext cx="360000" cy="360000"/>
          </a:xfrm>
          <a:prstGeom prst="rect">
            <a:avLst/>
          </a:prstGeom>
        </p:spPr>
      </p:pic>
      <p:pic>
        <p:nvPicPr>
          <p:cNvPr id="33" name="图形 32" descr="男人和女人">
            <a:extLst>
              <a:ext uri="{FF2B5EF4-FFF2-40B4-BE49-F238E27FC236}">
                <a16:creationId xmlns:a16="http://schemas.microsoft.com/office/drawing/2014/main" id="{C782A6B0-CCE9-BC7D-62BF-DBFDF218E4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2146" y="3627636"/>
            <a:ext cx="360000" cy="360000"/>
          </a:xfrm>
          <a:prstGeom prst="rect">
            <a:avLst/>
          </a:prstGeom>
        </p:spPr>
      </p:pic>
      <p:pic>
        <p:nvPicPr>
          <p:cNvPr id="34" name="图形 33" descr="男人和女人">
            <a:extLst>
              <a:ext uri="{FF2B5EF4-FFF2-40B4-BE49-F238E27FC236}">
                <a16:creationId xmlns:a16="http://schemas.microsoft.com/office/drawing/2014/main" id="{0EF33656-AC00-F5AA-A048-FB4E5998C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7186" y="3627636"/>
            <a:ext cx="360000" cy="360000"/>
          </a:xfrm>
          <a:prstGeom prst="rect">
            <a:avLst/>
          </a:prstGeom>
        </p:spPr>
      </p:pic>
      <p:pic>
        <p:nvPicPr>
          <p:cNvPr id="35" name="图形 34" descr="两位男士">
            <a:extLst>
              <a:ext uri="{FF2B5EF4-FFF2-40B4-BE49-F238E27FC236}">
                <a16:creationId xmlns:a16="http://schemas.microsoft.com/office/drawing/2014/main" id="{C01B9DC9-D06C-B5D1-5546-A6324812A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9307" y="3627636"/>
            <a:ext cx="360000" cy="360000"/>
          </a:xfrm>
          <a:prstGeom prst="rect">
            <a:avLst/>
          </a:prstGeom>
        </p:spPr>
      </p:pic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051B2315-8E7B-98F9-836F-90F65985240F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rot="5400000">
            <a:off x="4977847" y="1979567"/>
            <a:ext cx="416817" cy="155389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74A9BE5-4293-43D6-2E06-214E64E6A2AC}"/>
              </a:ext>
            </a:extLst>
          </p:cNvPr>
          <p:cNvCxnSpPr>
            <a:cxnSpLocks/>
            <a:stCxn id="31" idx="0"/>
            <a:endCxn id="18" idx="2"/>
          </p:cNvCxnSpPr>
          <p:nvPr/>
        </p:nvCxnSpPr>
        <p:spPr>
          <a:xfrm rot="16200000" flipV="1">
            <a:off x="5921612" y="2589699"/>
            <a:ext cx="416817" cy="33363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2188F721-3289-CD1C-49DD-9690C5B2A583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 rot="16200000" flipH="1">
            <a:off x="6531743" y="1979567"/>
            <a:ext cx="416817" cy="155389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734AF986-C8AD-EA39-BAC1-75AB249B2F10}"/>
              </a:ext>
            </a:extLst>
          </p:cNvPr>
          <p:cNvCxnSpPr>
            <a:stCxn id="20" idx="2"/>
            <a:endCxn id="24" idx="0"/>
          </p:cNvCxnSpPr>
          <p:nvPr/>
        </p:nvCxnSpPr>
        <p:spPr>
          <a:xfrm rot="5400000">
            <a:off x="4167951" y="3386280"/>
            <a:ext cx="302712" cy="18000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193F899F-2933-219E-A219-3C79DBB6E663}"/>
              </a:ext>
            </a:extLst>
          </p:cNvPr>
          <p:cNvCxnSpPr>
            <a:stCxn id="35" idx="0"/>
            <a:endCxn id="20" idx="2"/>
          </p:cNvCxnSpPr>
          <p:nvPr/>
        </p:nvCxnSpPr>
        <p:spPr>
          <a:xfrm rot="16200000" flipV="1">
            <a:off x="4347951" y="3386280"/>
            <a:ext cx="302712" cy="18000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A006C9A5-7850-E6A7-1E12-DECA2B6E5792}"/>
              </a:ext>
            </a:extLst>
          </p:cNvPr>
          <p:cNvCxnSpPr>
            <a:cxnSpLocks/>
            <a:stCxn id="31" idx="2"/>
            <a:endCxn id="26" idx="0"/>
          </p:cNvCxnSpPr>
          <p:nvPr/>
        </p:nvCxnSpPr>
        <p:spPr>
          <a:xfrm rot="5400000">
            <a:off x="5885615" y="3216415"/>
            <a:ext cx="302712" cy="5197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FA0A64DA-C240-CD55-39C6-2CD12FEE084D}"/>
              </a:ext>
            </a:extLst>
          </p:cNvPr>
          <p:cNvCxnSpPr>
            <a:cxnSpLocks/>
            <a:stCxn id="57" idx="0"/>
            <a:endCxn id="31" idx="2"/>
          </p:cNvCxnSpPr>
          <p:nvPr/>
        </p:nvCxnSpPr>
        <p:spPr>
          <a:xfrm rot="16200000" flipV="1">
            <a:off x="6405345" y="3216415"/>
            <a:ext cx="302712" cy="5197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7FDF33CE-DBD1-BCDB-9B9A-2CD74825659C}"/>
              </a:ext>
            </a:extLst>
          </p:cNvPr>
          <p:cNvCxnSpPr>
            <a:stCxn id="32" idx="0"/>
            <a:endCxn id="22" idx="2"/>
          </p:cNvCxnSpPr>
          <p:nvPr/>
        </p:nvCxnSpPr>
        <p:spPr>
          <a:xfrm rot="5400000" flipH="1" flipV="1">
            <a:off x="7267358" y="3377896"/>
            <a:ext cx="302712" cy="196769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0C0E8C0D-ECE1-5CD9-48D4-4CBD639232AD}"/>
              </a:ext>
            </a:extLst>
          </p:cNvPr>
          <p:cNvCxnSpPr>
            <a:stCxn id="22" idx="2"/>
            <a:endCxn id="28" idx="0"/>
          </p:cNvCxnSpPr>
          <p:nvPr/>
        </p:nvCxnSpPr>
        <p:spPr>
          <a:xfrm rot="16200000" flipH="1">
            <a:off x="7464128" y="3377895"/>
            <a:ext cx="302712" cy="19677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形 56" descr="男人和女人">
            <a:extLst>
              <a:ext uri="{FF2B5EF4-FFF2-40B4-BE49-F238E27FC236}">
                <a16:creationId xmlns:a16="http://schemas.microsoft.com/office/drawing/2014/main" id="{FFA82F0A-A48A-C32F-B5A8-D34D96FC33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6565" y="3627636"/>
            <a:ext cx="360000" cy="360000"/>
          </a:xfrm>
          <a:prstGeom prst="rect">
            <a:avLst/>
          </a:prstGeom>
        </p:spPr>
      </p:pic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9B8AA0A9-D9C9-E1A3-C5B9-0AD2843490E8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 rot="5400000">
            <a:off x="6058135" y="3388935"/>
            <a:ext cx="302712" cy="17469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0F35B89B-3E2D-5C40-A93C-DF931D5C6120}"/>
              </a:ext>
            </a:extLst>
          </p:cNvPr>
          <p:cNvCxnSpPr>
            <a:endCxn id="34" idx="0"/>
          </p:cNvCxnSpPr>
          <p:nvPr/>
        </p:nvCxnSpPr>
        <p:spPr>
          <a:xfrm rot="16200000" flipH="1">
            <a:off x="6230655" y="3391104"/>
            <a:ext cx="302713" cy="17035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图形 63" descr="男人">
            <a:extLst>
              <a:ext uri="{FF2B5EF4-FFF2-40B4-BE49-F238E27FC236}">
                <a16:creationId xmlns:a16="http://schemas.microsoft.com/office/drawing/2014/main" id="{9A527C4C-3F1A-2955-E125-8B4D1BDA2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6840" y="2964924"/>
            <a:ext cx="360000" cy="360000"/>
          </a:xfrm>
          <a:prstGeom prst="rect">
            <a:avLst/>
          </a:prstGeom>
        </p:spPr>
      </p:pic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6D6E6734-2890-4189-271C-B009BD8AF7BC}"/>
              </a:ext>
            </a:extLst>
          </p:cNvPr>
          <p:cNvCxnSpPr>
            <a:cxnSpLocks/>
            <a:stCxn id="18" idx="2"/>
            <a:endCxn id="64" idx="0"/>
          </p:cNvCxnSpPr>
          <p:nvPr/>
        </p:nvCxnSpPr>
        <p:spPr>
          <a:xfrm rot="5400000">
            <a:off x="5351614" y="2353334"/>
            <a:ext cx="416817" cy="8063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形 67" descr="妇女">
            <a:extLst>
              <a:ext uri="{FF2B5EF4-FFF2-40B4-BE49-F238E27FC236}">
                <a16:creationId xmlns:a16="http://schemas.microsoft.com/office/drawing/2014/main" id="{D6346FE1-9F4A-F891-B798-7213310E1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9010" y="4297162"/>
            <a:ext cx="360000" cy="360000"/>
          </a:xfrm>
          <a:prstGeom prst="rect">
            <a:avLst/>
          </a:prstGeom>
        </p:spPr>
      </p:pic>
      <p:pic>
        <p:nvPicPr>
          <p:cNvPr id="69" name="图形 68" descr="妇女">
            <a:extLst>
              <a:ext uri="{FF2B5EF4-FFF2-40B4-BE49-F238E27FC236}">
                <a16:creationId xmlns:a16="http://schemas.microsoft.com/office/drawing/2014/main" id="{798190B6-53D8-AFD7-796A-9C4AA9209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05384" y="4297162"/>
            <a:ext cx="360000" cy="360000"/>
          </a:xfrm>
          <a:prstGeom prst="rect">
            <a:avLst/>
          </a:prstGeom>
        </p:spPr>
      </p:pic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6553620F-41B3-CB9A-6D32-CC72C9D80262}"/>
              </a:ext>
            </a:extLst>
          </p:cNvPr>
          <p:cNvCxnSpPr>
            <a:cxnSpLocks/>
            <a:stCxn id="26" idx="2"/>
            <a:endCxn id="68" idx="0"/>
          </p:cNvCxnSpPr>
          <p:nvPr/>
        </p:nvCxnSpPr>
        <p:spPr>
          <a:xfrm rot="5400000">
            <a:off x="5533295" y="4053351"/>
            <a:ext cx="309526" cy="17809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0697A766-8B54-F55C-685E-688F597AACC7}"/>
              </a:ext>
            </a:extLst>
          </p:cNvPr>
          <p:cNvCxnSpPr>
            <a:stCxn id="69" idx="0"/>
            <a:endCxn id="26" idx="2"/>
          </p:cNvCxnSpPr>
          <p:nvPr/>
        </p:nvCxnSpPr>
        <p:spPr>
          <a:xfrm rot="16200000" flipV="1">
            <a:off x="5726482" y="4038260"/>
            <a:ext cx="309526" cy="20827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31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A27CA55-8B56-5F69-55B4-7EA8F4A86BA0}"/>
              </a:ext>
            </a:extLst>
          </p:cNvPr>
          <p:cNvSpPr/>
          <p:nvPr/>
        </p:nvSpPr>
        <p:spPr>
          <a:xfrm>
            <a:off x="2906628" y="3456055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Control 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2CB8F7-52B8-85D7-52CC-848707F59D80}"/>
              </a:ext>
            </a:extLst>
          </p:cNvPr>
          <p:cNvSpPr/>
          <p:nvPr/>
        </p:nvSpPr>
        <p:spPr>
          <a:xfrm>
            <a:off x="4537467" y="4584922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Sub 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D81ACF-BD28-1586-58A9-CA31DB985238}"/>
              </a:ext>
            </a:extLst>
          </p:cNvPr>
          <p:cNvSpPr/>
          <p:nvPr/>
        </p:nvSpPr>
        <p:spPr>
          <a:xfrm>
            <a:off x="1275789" y="4584922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Sub 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F824BA-CDDA-19CB-C9D7-7C417F1D9C42}"/>
              </a:ext>
            </a:extLst>
          </p:cNvPr>
          <p:cNvSpPr/>
          <p:nvPr/>
        </p:nvSpPr>
        <p:spPr>
          <a:xfrm>
            <a:off x="8565374" y="3429000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Control 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18FEB46-C820-76CB-FF90-BE6D2A46F7BD}"/>
              </a:ext>
            </a:extLst>
          </p:cNvPr>
          <p:cNvSpPr/>
          <p:nvPr/>
        </p:nvSpPr>
        <p:spPr>
          <a:xfrm>
            <a:off x="10196213" y="4557867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Sub 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73EB21F-9189-A50A-5CE6-0F2EACA892DB}"/>
              </a:ext>
            </a:extLst>
          </p:cNvPr>
          <p:cNvSpPr/>
          <p:nvPr/>
        </p:nvSpPr>
        <p:spPr>
          <a:xfrm>
            <a:off x="6934535" y="4557867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Sub 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流程图: 决策 26">
            <a:extLst>
              <a:ext uri="{FF2B5EF4-FFF2-40B4-BE49-F238E27FC236}">
                <a16:creationId xmlns:a16="http://schemas.microsoft.com/office/drawing/2014/main" id="{0A2CE3E8-B460-6B2E-A0BB-FE08E4602E7B}"/>
              </a:ext>
            </a:extLst>
          </p:cNvPr>
          <p:cNvSpPr/>
          <p:nvPr/>
        </p:nvSpPr>
        <p:spPr>
          <a:xfrm>
            <a:off x="9069374" y="3887763"/>
            <a:ext cx="432000" cy="216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FCD2E7-779F-EB61-B430-F4C3272ED2A4}"/>
              </a:ext>
            </a:extLst>
          </p:cNvPr>
          <p:cNvSpPr/>
          <p:nvPr/>
        </p:nvSpPr>
        <p:spPr>
          <a:xfrm>
            <a:off x="2906628" y="4584922"/>
            <a:ext cx="1440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Sub Module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BF154E1-C8A3-FA01-CD49-CF32D2684143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1995789" y="3888055"/>
            <a:ext cx="1630839" cy="696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8D97161-CA4C-D5B6-307E-86675437B787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3626628" y="3888055"/>
            <a:ext cx="1630839" cy="696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CBCE32C-388C-CD60-C311-C63BFA03F312}"/>
              </a:ext>
            </a:extLst>
          </p:cNvPr>
          <p:cNvCxnSpPr>
            <a:stCxn id="16" idx="2"/>
            <a:endCxn id="30" idx="0"/>
          </p:cNvCxnSpPr>
          <p:nvPr/>
        </p:nvCxnSpPr>
        <p:spPr>
          <a:xfrm>
            <a:off x="3626628" y="3888055"/>
            <a:ext cx="0" cy="696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箭头: 手杖形 36">
            <a:extLst>
              <a:ext uri="{FF2B5EF4-FFF2-40B4-BE49-F238E27FC236}">
                <a16:creationId xmlns:a16="http://schemas.microsoft.com/office/drawing/2014/main" id="{6EB2C494-9ED9-60AE-F82A-1A27DF2272E6}"/>
              </a:ext>
            </a:extLst>
          </p:cNvPr>
          <p:cNvSpPr/>
          <p:nvPr/>
        </p:nvSpPr>
        <p:spPr>
          <a:xfrm rot="10800000">
            <a:off x="3313279" y="3895174"/>
            <a:ext cx="360000" cy="288000"/>
          </a:xfrm>
          <a:prstGeom prst="utur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5293E7A5-A25A-EFB4-DE87-14246EE1F4C8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 rot="5400000">
            <a:off x="8242903" y="3515396"/>
            <a:ext cx="454104" cy="163083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1EC5A664-A03F-5446-3CD7-57E91C8ECD94}"/>
              </a:ext>
            </a:extLst>
          </p:cNvPr>
          <p:cNvCxnSpPr>
            <a:stCxn id="27" idx="2"/>
            <a:endCxn id="25" idx="0"/>
          </p:cNvCxnSpPr>
          <p:nvPr/>
        </p:nvCxnSpPr>
        <p:spPr>
          <a:xfrm rot="16200000" flipH="1">
            <a:off x="9873741" y="3515395"/>
            <a:ext cx="454104" cy="163083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936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CA507F63-BCB0-103B-FA95-4BE0EE5ABA35}"/>
              </a:ext>
            </a:extLst>
          </p:cNvPr>
          <p:cNvGrpSpPr/>
          <p:nvPr/>
        </p:nvGrpSpPr>
        <p:grpSpPr>
          <a:xfrm rot="2100000">
            <a:off x="6333482" y="1116317"/>
            <a:ext cx="72000" cy="576000"/>
            <a:chOff x="7143722" y="2768964"/>
            <a:chExt cx="72000" cy="576000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48FE6FC6-A904-2481-491F-FBCDDB885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168F684B-4121-69AD-6EA6-0AB25DC31AA3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0B5788C-3645-0018-03F6-00AE662D5C32}"/>
              </a:ext>
            </a:extLst>
          </p:cNvPr>
          <p:cNvSpPr/>
          <p:nvPr/>
        </p:nvSpPr>
        <p:spPr>
          <a:xfrm>
            <a:off x="1401202" y="202419"/>
            <a:ext cx="21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招聘考试成绩管理系统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99356-924D-8EDF-2998-5E34BA2874BF}"/>
              </a:ext>
            </a:extLst>
          </p:cNvPr>
          <p:cNvSpPr/>
          <p:nvPr/>
        </p:nvSpPr>
        <p:spPr>
          <a:xfrm>
            <a:off x="123389" y="124402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9CE1A2-0B55-B746-191D-13600039499C}"/>
              </a:ext>
            </a:extLst>
          </p:cNvPr>
          <p:cNvSpPr/>
          <p:nvPr/>
        </p:nvSpPr>
        <p:spPr>
          <a:xfrm>
            <a:off x="3759014" y="124402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3F3DDF-BF71-8367-68DF-3413F59BF824}"/>
              </a:ext>
            </a:extLst>
          </p:cNvPr>
          <p:cNvSpPr/>
          <p:nvPr/>
        </p:nvSpPr>
        <p:spPr>
          <a:xfrm>
            <a:off x="1941202" y="124402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处理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3BDBB7D-AC75-7FA1-2D1B-8E5799E5CF2E}"/>
              </a:ext>
            </a:extLst>
          </p:cNvPr>
          <p:cNvCxnSpPr>
            <a:cxnSpLocks/>
            <a:stCxn id="2" idx="1"/>
            <a:endCxn id="3" idx="0"/>
          </p:cNvCxnSpPr>
          <p:nvPr/>
        </p:nvCxnSpPr>
        <p:spPr>
          <a:xfrm flipH="1">
            <a:off x="663389" y="382419"/>
            <a:ext cx="737813" cy="861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28EF9BA-44FA-7064-3BA9-D909CAC307E2}"/>
              </a:ext>
            </a:extLst>
          </p:cNvPr>
          <p:cNvCxnSpPr>
            <a:cxnSpLocks/>
            <a:stCxn id="2" idx="3"/>
            <a:endCxn id="4" idx="0"/>
          </p:cNvCxnSpPr>
          <p:nvPr/>
        </p:nvCxnSpPr>
        <p:spPr>
          <a:xfrm>
            <a:off x="3561202" y="382419"/>
            <a:ext cx="737812" cy="861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27D0DD1-E01D-EF62-D9A5-0D86B68A8683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2481202" y="562419"/>
            <a:ext cx="0" cy="681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6F46BF0-D6EC-346F-FD3A-9CDE48E40D36}"/>
              </a:ext>
            </a:extLst>
          </p:cNvPr>
          <p:cNvSpPr txBox="1"/>
          <p:nvPr/>
        </p:nvSpPr>
        <p:spPr>
          <a:xfrm rot="18360000">
            <a:off x="5806728" y="115908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原始数据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2D9DB99-15A3-5D75-2004-1A6921A091C9}"/>
              </a:ext>
            </a:extLst>
          </p:cNvPr>
          <p:cNvSpPr/>
          <p:nvPr/>
        </p:nvSpPr>
        <p:spPr>
          <a:xfrm>
            <a:off x="6884638" y="688654"/>
            <a:ext cx="21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招聘考试成绩管理系统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3E17D5-BC2A-C1FC-7DAA-83612F66FE24}"/>
              </a:ext>
            </a:extLst>
          </p:cNvPr>
          <p:cNvSpPr/>
          <p:nvPr/>
        </p:nvSpPr>
        <p:spPr>
          <a:xfrm>
            <a:off x="5606825" y="198743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9C75A1-A165-1AB1-D8A9-2D78696F8C7B}"/>
              </a:ext>
            </a:extLst>
          </p:cNvPr>
          <p:cNvSpPr/>
          <p:nvPr/>
        </p:nvSpPr>
        <p:spPr>
          <a:xfrm>
            <a:off x="9242450" y="198743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D0161A-71DF-4A2E-6F2F-D6D7B7E70381}"/>
              </a:ext>
            </a:extLst>
          </p:cNvPr>
          <p:cNvSpPr/>
          <p:nvPr/>
        </p:nvSpPr>
        <p:spPr>
          <a:xfrm>
            <a:off x="7424638" y="198743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处理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A401B6D-74ED-DAD7-8F69-F8F440F93968}"/>
              </a:ext>
            </a:extLst>
          </p:cNvPr>
          <p:cNvCxnSpPr>
            <a:stCxn id="21" idx="1"/>
            <a:endCxn id="22" idx="0"/>
          </p:cNvCxnSpPr>
          <p:nvPr/>
        </p:nvCxnSpPr>
        <p:spPr>
          <a:xfrm flipH="1">
            <a:off x="6146825" y="868654"/>
            <a:ext cx="737813" cy="1118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C96BE08-36F6-4516-64FB-EC3CB6EBC4B1}"/>
              </a:ext>
            </a:extLst>
          </p:cNvPr>
          <p:cNvCxnSpPr>
            <a:stCxn id="21" idx="3"/>
            <a:endCxn id="23" idx="0"/>
          </p:cNvCxnSpPr>
          <p:nvPr/>
        </p:nvCxnSpPr>
        <p:spPr>
          <a:xfrm>
            <a:off x="9044638" y="868654"/>
            <a:ext cx="737812" cy="1118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BDBCEC8-5CB2-1763-65F5-7F6E4BADA1FE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>
            <a:off x="7964638" y="1048654"/>
            <a:ext cx="0" cy="938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74C1850-7CDC-4D79-2184-205965BC2029}"/>
              </a:ext>
            </a:extLst>
          </p:cNvPr>
          <p:cNvGrpSpPr/>
          <p:nvPr/>
        </p:nvGrpSpPr>
        <p:grpSpPr>
          <a:xfrm flipV="1">
            <a:off x="7796605" y="1230046"/>
            <a:ext cx="72000" cy="576000"/>
            <a:chOff x="7143722" y="2768964"/>
            <a:chExt cx="72000" cy="576000"/>
          </a:xfrm>
        </p:grpSpPr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C5401932-18C7-126D-759E-80B390EE0C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E2D53EFC-08B8-53FE-D156-0E9ED1A4499E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30FCD197-28C2-03B8-7E9B-E3E344557979}"/>
              </a:ext>
            </a:extLst>
          </p:cNvPr>
          <p:cNvSpPr txBox="1"/>
          <p:nvPr/>
        </p:nvSpPr>
        <p:spPr>
          <a:xfrm>
            <a:off x="7499273" y="1164103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原始数据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1AA4EDA-4EBD-FB95-DEB5-43A727A203DB}"/>
              </a:ext>
            </a:extLst>
          </p:cNvPr>
          <p:cNvGrpSpPr/>
          <p:nvPr/>
        </p:nvGrpSpPr>
        <p:grpSpPr>
          <a:xfrm>
            <a:off x="8039272" y="1230046"/>
            <a:ext cx="72000" cy="576000"/>
            <a:chOff x="7143722" y="2768964"/>
            <a:chExt cx="72000" cy="576000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0F3871F6-5CC2-AA69-067A-2BC8A851D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0ABA065-E226-FB71-418E-E9FF11B446EC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DD71C58C-7720-163F-4B5E-A856CBD154AE}"/>
              </a:ext>
            </a:extLst>
          </p:cNvPr>
          <p:cNvSpPr txBox="1"/>
          <p:nvPr/>
        </p:nvSpPr>
        <p:spPr>
          <a:xfrm>
            <a:off x="8039272" y="1164103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统计结果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F39DB11-55B8-4053-6133-FB8255B52ECA}"/>
              </a:ext>
            </a:extLst>
          </p:cNvPr>
          <p:cNvGrpSpPr/>
          <p:nvPr/>
        </p:nvGrpSpPr>
        <p:grpSpPr>
          <a:xfrm rot="-1980000" flipV="1">
            <a:off x="9569209" y="1074490"/>
            <a:ext cx="72000" cy="576000"/>
            <a:chOff x="7143722" y="2768964"/>
            <a:chExt cx="72000" cy="576000"/>
          </a:xfrm>
        </p:grpSpPr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733F124-5218-BE72-FB1B-218E4FD6C5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C5BCAE5-9791-AFA6-920B-43636EA4225B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EA17AAE6-672C-547F-3955-14E16B6CDF13}"/>
              </a:ext>
            </a:extLst>
          </p:cNvPr>
          <p:cNvSpPr txBox="1"/>
          <p:nvPr/>
        </p:nvSpPr>
        <p:spPr>
          <a:xfrm rot="-1860000">
            <a:off x="9597784" y="932347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选择打印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26CD7F4-B3C1-F287-B435-F15FCC5AF917}"/>
              </a:ext>
            </a:extLst>
          </p:cNvPr>
          <p:cNvSpPr/>
          <p:nvPr/>
        </p:nvSpPr>
        <p:spPr>
          <a:xfrm>
            <a:off x="4608785" y="405189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计算总分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326366-2D61-789B-B85E-75CD546A05F0}"/>
              </a:ext>
            </a:extLst>
          </p:cNvPr>
          <p:cNvSpPr/>
          <p:nvPr/>
        </p:nvSpPr>
        <p:spPr>
          <a:xfrm>
            <a:off x="6948539" y="405189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录用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1AC8A26-004C-8CA7-88FA-C08CBBFAB55E}"/>
              </a:ext>
            </a:extLst>
          </p:cNvPr>
          <p:cNvSpPr/>
          <p:nvPr/>
        </p:nvSpPr>
        <p:spPr>
          <a:xfrm>
            <a:off x="5778662" y="405189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排序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201A319-9BE7-F8B3-90F5-53E791698B22}"/>
              </a:ext>
            </a:extLst>
          </p:cNvPr>
          <p:cNvSpPr/>
          <p:nvPr/>
        </p:nvSpPr>
        <p:spPr>
          <a:xfrm>
            <a:off x="10890172" y="4051898"/>
            <a:ext cx="10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打印成绩单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56CFD79-FD8F-2A64-BD1B-6A0395401640}"/>
              </a:ext>
            </a:extLst>
          </p:cNvPr>
          <p:cNvSpPr/>
          <p:nvPr/>
        </p:nvSpPr>
        <p:spPr>
          <a:xfrm>
            <a:off x="9504293" y="4051898"/>
            <a:ext cx="1296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打印录用通知书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1543443-7BD4-61C2-CCB1-4D9B11C0F66A}"/>
              </a:ext>
            </a:extLst>
          </p:cNvPr>
          <p:cNvSpPr/>
          <p:nvPr/>
        </p:nvSpPr>
        <p:spPr>
          <a:xfrm>
            <a:off x="8118416" y="4051898"/>
            <a:ext cx="1296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打印录用名单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59031F3C-8DDC-1076-9EB8-BB6F384C6574}"/>
              </a:ext>
            </a:extLst>
          </p:cNvPr>
          <p:cNvCxnSpPr>
            <a:stCxn id="24" idx="2"/>
            <a:endCxn id="55" idx="0"/>
          </p:cNvCxnSpPr>
          <p:nvPr/>
        </p:nvCxnSpPr>
        <p:spPr>
          <a:xfrm flipH="1">
            <a:off x="7488539" y="2347438"/>
            <a:ext cx="476099" cy="170446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FD5527C8-FEB7-2EBD-62DF-62995640076B}"/>
              </a:ext>
            </a:extLst>
          </p:cNvPr>
          <p:cNvCxnSpPr>
            <a:cxnSpLocks/>
            <a:stCxn id="24" idx="2"/>
            <a:endCxn id="52" idx="0"/>
          </p:cNvCxnSpPr>
          <p:nvPr/>
        </p:nvCxnSpPr>
        <p:spPr>
          <a:xfrm flipH="1">
            <a:off x="5148785" y="2347438"/>
            <a:ext cx="2815853" cy="170446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6DC26BAF-C13F-9214-7089-C1913B8AB1BF}"/>
              </a:ext>
            </a:extLst>
          </p:cNvPr>
          <p:cNvCxnSpPr>
            <a:stCxn id="24" idx="2"/>
            <a:endCxn id="56" idx="0"/>
          </p:cNvCxnSpPr>
          <p:nvPr/>
        </p:nvCxnSpPr>
        <p:spPr>
          <a:xfrm flipH="1">
            <a:off x="6318662" y="2347438"/>
            <a:ext cx="1645976" cy="170446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A1AF46A5-B850-AC56-D463-6B0B9C65D816}"/>
              </a:ext>
            </a:extLst>
          </p:cNvPr>
          <p:cNvCxnSpPr>
            <a:stCxn id="23" idx="2"/>
            <a:endCxn id="59" idx="0"/>
          </p:cNvCxnSpPr>
          <p:nvPr/>
        </p:nvCxnSpPr>
        <p:spPr>
          <a:xfrm flipH="1">
            <a:off x="8766416" y="2347438"/>
            <a:ext cx="1016034" cy="170446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63B73A3F-F9BE-7571-8119-0386883AF8FF}"/>
              </a:ext>
            </a:extLst>
          </p:cNvPr>
          <p:cNvCxnSpPr>
            <a:stCxn id="23" idx="2"/>
            <a:endCxn id="57" idx="0"/>
          </p:cNvCxnSpPr>
          <p:nvPr/>
        </p:nvCxnSpPr>
        <p:spPr>
          <a:xfrm>
            <a:off x="9782450" y="2347438"/>
            <a:ext cx="1647722" cy="170446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3F9C660C-770F-C769-9775-02468D9E14D1}"/>
              </a:ext>
            </a:extLst>
          </p:cNvPr>
          <p:cNvCxnSpPr>
            <a:cxnSpLocks/>
            <a:stCxn id="23" idx="2"/>
            <a:endCxn id="58" idx="0"/>
          </p:cNvCxnSpPr>
          <p:nvPr/>
        </p:nvCxnSpPr>
        <p:spPr>
          <a:xfrm>
            <a:off x="9782450" y="2347438"/>
            <a:ext cx="369843" cy="170446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61E28F3-0E46-4118-2F09-C915C9533A88}"/>
              </a:ext>
            </a:extLst>
          </p:cNvPr>
          <p:cNvGrpSpPr/>
          <p:nvPr/>
        </p:nvGrpSpPr>
        <p:grpSpPr>
          <a:xfrm rot="3327697" flipV="1">
            <a:off x="5847283" y="3218260"/>
            <a:ext cx="72000" cy="576000"/>
            <a:chOff x="7143722" y="2768964"/>
            <a:chExt cx="72000" cy="576000"/>
          </a:xfrm>
        </p:grpSpPr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EBACF644-61AA-6A8B-ED52-A66CAB6743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10F723C4-178F-59B8-C2C8-3B849173E48A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42FAD664-0A98-E660-00F3-A3FC784E0661}"/>
              </a:ext>
            </a:extLst>
          </p:cNvPr>
          <p:cNvSpPr txBox="1"/>
          <p:nvPr/>
        </p:nvSpPr>
        <p:spPr>
          <a:xfrm rot="3176520">
            <a:off x="5549951" y="3038017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原始数据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58C89F12-C144-A25E-E1EF-A68E5F7A25E7}"/>
              </a:ext>
            </a:extLst>
          </p:cNvPr>
          <p:cNvGrpSpPr/>
          <p:nvPr/>
        </p:nvGrpSpPr>
        <p:grpSpPr>
          <a:xfrm rot="2645192" flipV="1">
            <a:off x="6670064" y="3261039"/>
            <a:ext cx="72000" cy="576000"/>
            <a:chOff x="7143722" y="2768964"/>
            <a:chExt cx="72000" cy="576000"/>
          </a:xfrm>
        </p:grpSpPr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C2D41753-01E6-C5F7-91FC-23937448F0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E9FA5BFF-4E3C-31AE-F062-A4F22128BB67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550CE-311F-F8A9-9D29-D3CD4B21C100}"/>
              </a:ext>
            </a:extLst>
          </p:cNvPr>
          <p:cNvSpPr txBox="1"/>
          <p:nvPr/>
        </p:nvSpPr>
        <p:spPr>
          <a:xfrm rot="2580288">
            <a:off x="6429882" y="3109371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考生总分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3B4825C9-1B54-A595-B113-DF2E24A61BF0}"/>
              </a:ext>
            </a:extLst>
          </p:cNvPr>
          <p:cNvGrpSpPr/>
          <p:nvPr/>
        </p:nvGrpSpPr>
        <p:grpSpPr>
          <a:xfrm rot="982328" flipV="1">
            <a:off x="7512518" y="3263402"/>
            <a:ext cx="72000" cy="576000"/>
            <a:chOff x="7143722" y="2768964"/>
            <a:chExt cx="72000" cy="576000"/>
          </a:xfrm>
        </p:grpSpPr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56C0B8D1-46A7-ECD5-A19B-5E8319D16A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77BEC59D-BBAB-5228-0958-BDB8909E0AE2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CEF3A3F9-74BC-52FC-6D62-459FA7298031}"/>
              </a:ext>
            </a:extLst>
          </p:cNvPr>
          <p:cNvSpPr txBox="1"/>
          <p:nvPr/>
        </p:nvSpPr>
        <p:spPr>
          <a:xfrm rot="831151">
            <a:off x="7215186" y="3187935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排序名单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BB886CE-82A6-2CF6-FF11-6F12FB0318BE}"/>
              </a:ext>
            </a:extLst>
          </p:cNvPr>
          <p:cNvGrpSpPr/>
          <p:nvPr/>
        </p:nvGrpSpPr>
        <p:grpSpPr>
          <a:xfrm rot="1985714" flipV="1">
            <a:off x="9096872" y="2948604"/>
            <a:ext cx="72000" cy="576000"/>
            <a:chOff x="7143722" y="2768964"/>
            <a:chExt cx="72000" cy="576000"/>
          </a:xfrm>
        </p:grpSpPr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B34F1749-6DB4-CF68-3EEB-A4235D5A3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23061DF7-1D0D-3B94-1505-B535B8FAA940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FC78FD9D-2D19-28AF-BD7A-F41C00F18C19}"/>
              </a:ext>
            </a:extLst>
          </p:cNvPr>
          <p:cNvSpPr txBox="1"/>
          <p:nvPr/>
        </p:nvSpPr>
        <p:spPr>
          <a:xfrm rot="1834537">
            <a:off x="8799540" y="2768362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录用名单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8C32FDC-DE2E-0F00-3F49-66314BD5E9AC}"/>
              </a:ext>
            </a:extLst>
          </p:cNvPr>
          <p:cNvGrpSpPr/>
          <p:nvPr/>
        </p:nvGrpSpPr>
        <p:grpSpPr>
          <a:xfrm rot="19207938" flipV="1">
            <a:off x="10800799" y="2937928"/>
            <a:ext cx="72000" cy="576000"/>
            <a:chOff x="7143722" y="2768964"/>
            <a:chExt cx="72000" cy="576000"/>
          </a:xfrm>
        </p:grpSpPr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A1220BB4-86B2-85F0-6CFB-960A06CABD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61CEDBF2-87B1-315F-CE5F-BCBD1D32F481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59CC8D9E-5880-1E65-CBF9-F3004CD49FDF}"/>
              </a:ext>
            </a:extLst>
          </p:cNvPr>
          <p:cNvSpPr txBox="1"/>
          <p:nvPr/>
        </p:nvSpPr>
        <p:spPr>
          <a:xfrm rot="19179441">
            <a:off x="10778712" y="2768528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学生成绩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02809D4C-DB92-DDE3-59E2-B7832CC0EBD4}"/>
              </a:ext>
            </a:extLst>
          </p:cNvPr>
          <p:cNvGrpSpPr/>
          <p:nvPr/>
        </p:nvGrpSpPr>
        <p:grpSpPr>
          <a:xfrm rot="20916722" flipV="1">
            <a:off x="9917104" y="3230936"/>
            <a:ext cx="72000" cy="576000"/>
            <a:chOff x="7143722" y="2768964"/>
            <a:chExt cx="72000" cy="576000"/>
          </a:xfrm>
        </p:grpSpPr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91C51E74-5CDE-23E7-1C8E-BCB5891789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3EE65319-416C-07EB-AF11-5BAD81B524ED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9A463385-7418-A7FB-ED1E-C00D0EE076FE}"/>
              </a:ext>
            </a:extLst>
          </p:cNvPr>
          <p:cNvSpPr txBox="1"/>
          <p:nvPr/>
        </p:nvSpPr>
        <p:spPr>
          <a:xfrm rot="20866126">
            <a:off x="9618186" y="3194665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录用名单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277F3F9E-B475-124C-FC1E-0F58BFDBE320}"/>
              </a:ext>
            </a:extLst>
          </p:cNvPr>
          <p:cNvGrpSpPr/>
          <p:nvPr/>
        </p:nvGrpSpPr>
        <p:grpSpPr>
          <a:xfrm rot="1106961">
            <a:off x="7762153" y="3140999"/>
            <a:ext cx="72000" cy="576000"/>
            <a:chOff x="7143722" y="2768964"/>
            <a:chExt cx="72000" cy="576000"/>
          </a:xfrm>
        </p:grpSpPr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1ED2C08D-66CB-3960-C054-3980745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A94A1BA3-72BD-9436-712E-96074ED760D7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6A51873-D6AB-40FE-FDE2-6CD7D82019E1}"/>
              </a:ext>
            </a:extLst>
          </p:cNvPr>
          <p:cNvSpPr txBox="1"/>
          <p:nvPr/>
        </p:nvSpPr>
        <p:spPr>
          <a:xfrm rot="1106961">
            <a:off x="7762153" y="3075057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录用名单</a:t>
            </a: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D8FBE25-B434-F773-87A6-32CC3764A210}"/>
              </a:ext>
            </a:extLst>
          </p:cNvPr>
          <p:cNvGrpSpPr/>
          <p:nvPr/>
        </p:nvGrpSpPr>
        <p:grpSpPr>
          <a:xfrm rot="2685584">
            <a:off x="6855329" y="3332409"/>
            <a:ext cx="72000" cy="576000"/>
            <a:chOff x="7143722" y="2768964"/>
            <a:chExt cx="72000" cy="576000"/>
          </a:xfrm>
        </p:grpSpPr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E9B9B46E-18F9-8337-8BC8-3F4C7E3F1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9722" y="2768964"/>
              <a:ext cx="0" cy="5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490B0B4E-7E7F-360B-F8C0-8FEC48FFA354}"/>
                </a:ext>
              </a:extLst>
            </p:cNvPr>
            <p:cNvSpPr/>
            <p:nvPr/>
          </p:nvSpPr>
          <p:spPr>
            <a:xfrm flipV="1">
              <a:off x="7143722" y="3272964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1AB123D-CFC3-52FC-5711-ECEB29B5C234}"/>
              </a:ext>
            </a:extLst>
          </p:cNvPr>
          <p:cNvSpPr txBox="1"/>
          <p:nvPr/>
        </p:nvSpPr>
        <p:spPr>
          <a:xfrm rot="2685584">
            <a:off x="6798179" y="3390294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/>
              <a:t>排序结果</a:t>
            </a:r>
          </a:p>
        </p:txBody>
      </p:sp>
    </p:spTree>
    <p:extLst>
      <p:ext uri="{BB962C8B-B14F-4D97-AF65-F5344CB8AC3E}">
        <p14:creationId xmlns:p14="http://schemas.microsoft.com/office/powerpoint/2010/main" val="771760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mail Server">
            <a:extLst>
              <a:ext uri="{FF2B5EF4-FFF2-40B4-BE49-F238E27FC236}">
                <a16:creationId xmlns:a16="http://schemas.microsoft.com/office/drawing/2014/main" id="{4EDAC430-3CF9-FB8D-BB43-1F8EA978E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852613"/>
            <a:ext cx="68580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606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-1">
            <a:extLst>
              <a:ext uri="{FF2B5EF4-FFF2-40B4-BE49-F238E27FC236}">
                <a16:creationId xmlns:a16="http://schemas.microsoft.com/office/drawing/2014/main" id="{99E1BC06-78D6-233F-EBCD-147B12C6CE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48125"/>
              </p:ext>
            </p:extLst>
          </p:nvPr>
        </p:nvGraphicFramePr>
        <p:xfrm>
          <a:off x="1215390" y="368299"/>
          <a:ext cx="2880000" cy="6080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Symbol</a:t>
                      </a:r>
                      <a:endParaRPr lang="zh-CN" altLang="en-US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Name</a:t>
                      </a:r>
                      <a:endParaRPr lang="zh-CN" altLang="en-US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处理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判断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准备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人工操作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人工输入</a:t>
                      </a:r>
                      <a:endParaRPr lang="zh-CN" altLang="en-US" sz="1200" b="0" u="none" baseline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数据</a:t>
                      </a:r>
                      <a:endParaRPr lang="zh-CN" altLang="en-US" sz="1200" b="0" u="none" baseline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存储数据</a:t>
                      </a:r>
                      <a:endParaRPr lang="zh-CN" altLang="en-US" sz="1200" b="0" u="none" baseline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文件</a:t>
                      </a:r>
                      <a:endParaRPr lang="zh-CN" altLang="en-US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显示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723536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循环开始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08612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循环结束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218521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连接符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61637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端点符</a:t>
                      </a:r>
                      <a:endParaRPr lang="zh-CN" altLang="en-US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018015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u="none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</a:rPr>
                        <a:t>...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省略符</a:t>
                      </a:r>
                      <a:endParaRPr lang="zh-CN" altLang="en-US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788294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流线</a:t>
                      </a:r>
                      <a:endParaRPr lang="zh-CN" altLang="en-US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01676"/>
                  </a:ext>
                </a:extLst>
              </a:tr>
              <a:tr h="357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aseline="0" dirty="0">
                          <a:latin typeface="Times New Roman" panose="02020603050405020304" pitchFamily="18" charset="0"/>
                          <a:ea typeface="微软雅黑 Light" panose="020B0502040204020203" pitchFamily="34" charset="-122"/>
                          <a:cs typeface="宋体" panose="02010600030101010101" pitchFamily="2" charset="-122"/>
                          <a:sym typeface="+mn-ea"/>
                        </a:rPr>
                        <a:t>内存储器</a:t>
                      </a:r>
                      <a:endParaRPr lang="zh-CN" altLang="en-US" sz="1200" b="0" u="none" baseline="0" dirty="0">
                        <a:latin typeface="Times New Roman" panose="02020603050405020304" pitchFamily="18" charset="0"/>
                        <a:ea typeface="微软雅黑 Light" panose="020B0502040204020203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213021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12AE096-DB6C-5441-AFD8-951E7123A7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653" y="786130"/>
            <a:ext cx="523875" cy="25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1D6CAB-E1B4-1B0F-6FF3-0140C6DAC17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8465" y="3670927"/>
            <a:ext cx="476250" cy="219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EDE6452-BF15-283A-6ED1-DBDACF28109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2265" y="1155461"/>
            <a:ext cx="628650" cy="26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509ADE-B5FA-7DC3-931A-2EA93E24CEB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6565" y="3990092"/>
            <a:ext cx="400050" cy="247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B1D6DC6-D67A-9D83-A9A4-E9DC8E47555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8300" y="1534317"/>
            <a:ext cx="576580" cy="2578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C3CA92-6E91-796A-727A-98527416516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26565" y="4337832"/>
            <a:ext cx="400050" cy="25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3FD26F-123B-15FA-5D84-2FA026429892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3703" y="1904283"/>
            <a:ext cx="485775" cy="247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CB7DB05-BA84-9A00-98B1-E5C76BFF43A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74190" y="4695097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FF342FE-06A6-079D-2617-CAE64E4A833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9415" y="2264089"/>
            <a:ext cx="514350" cy="219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58D89E5-9B7E-C49D-7D30-65E50554C86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78940" y="5099986"/>
            <a:ext cx="495300" cy="219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667A98A-0425-97FF-4D94-FB5F36ED39EF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78940" y="2595320"/>
            <a:ext cx="4953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DDB5325-954B-16D0-6EC8-DF2B2137F2ED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83703" y="2936076"/>
            <a:ext cx="48577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56602DE-05D7-CFCB-9049-641F2739B8D3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00530" y="3276832"/>
            <a:ext cx="452120" cy="2819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A64D26F-3A83-59BE-676D-A77F4BCDC00F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88465" y="6171231"/>
            <a:ext cx="476250" cy="2095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DF93435-D924-1DC5-CEC4-5F76F9AEA0B5}"/>
              </a:ext>
            </a:extLst>
          </p:cNvPr>
          <p:cNvCxnSpPr>
            <a:cxnSpLocks/>
          </p:cNvCxnSpPr>
          <p:nvPr/>
        </p:nvCxnSpPr>
        <p:spPr>
          <a:xfrm>
            <a:off x="1566590" y="5908976"/>
            <a:ext cx="7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78778BB3-A5D3-15CA-978E-46294F927004}"/>
              </a:ext>
            </a:extLst>
          </p:cNvPr>
          <p:cNvSpPr/>
          <p:nvPr/>
        </p:nvSpPr>
        <p:spPr>
          <a:xfrm>
            <a:off x="4810125" y="3475151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流程图: 过程 20">
            <a:extLst>
              <a:ext uri="{FF2B5EF4-FFF2-40B4-BE49-F238E27FC236}">
                <a16:creationId xmlns:a16="http://schemas.microsoft.com/office/drawing/2014/main" id="{1BF4826A-32A6-AA16-D4AD-F7A037A1EAEB}"/>
              </a:ext>
            </a:extLst>
          </p:cNvPr>
          <p:cNvSpPr/>
          <p:nvPr/>
        </p:nvSpPr>
        <p:spPr>
          <a:xfrm>
            <a:off x="4810125" y="4157832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48A0794-6537-F666-D4C6-A5E41AA1600B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5170125" y="3835151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DA3FB09-F941-AC42-EB7E-0C1646D13195}"/>
              </a:ext>
            </a:extLst>
          </p:cNvPr>
          <p:cNvCxnSpPr>
            <a:cxnSpLocks/>
          </p:cNvCxnSpPr>
          <p:nvPr/>
        </p:nvCxnSpPr>
        <p:spPr>
          <a:xfrm>
            <a:off x="5170125" y="4517832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52FD345-257C-37F7-80B0-40958C3A40AD}"/>
              </a:ext>
            </a:extLst>
          </p:cNvPr>
          <p:cNvCxnSpPr>
            <a:cxnSpLocks/>
          </p:cNvCxnSpPr>
          <p:nvPr/>
        </p:nvCxnSpPr>
        <p:spPr>
          <a:xfrm>
            <a:off x="5170125" y="3141227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图: 决策 25">
            <a:extLst>
              <a:ext uri="{FF2B5EF4-FFF2-40B4-BE49-F238E27FC236}">
                <a16:creationId xmlns:a16="http://schemas.microsoft.com/office/drawing/2014/main" id="{30EC96AE-4A71-E0B8-1034-DC4999682FCA}"/>
              </a:ext>
            </a:extLst>
          </p:cNvPr>
          <p:cNvSpPr/>
          <p:nvPr/>
        </p:nvSpPr>
        <p:spPr>
          <a:xfrm>
            <a:off x="6025425" y="3475151"/>
            <a:ext cx="720000" cy="360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流程图: 过程 26">
            <a:extLst>
              <a:ext uri="{FF2B5EF4-FFF2-40B4-BE49-F238E27FC236}">
                <a16:creationId xmlns:a16="http://schemas.microsoft.com/office/drawing/2014/main" id="{83F751AA-D2F1-FDAF-BD18-BDA806173DC6}"/>
              </a:ext>
            </a:extLst>
          </p:cNvPr>
          <p:cNvSpPr/>
          <p:nvPr/>
        </p:nvSpPr>
        <p:spPr>
          <a:xfrm>
            <a:off x="6025425" y="4157832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6CF598F-72E5-8CAF-E5C2-CC30AC23D52E}"/>
              </a:ext>
            </a:extLst>
          </p:cNvPr>
          <p:cNvCxnSpPr>
            <a:endCxn id="27" idx="0"/>
          </p:cNvCxnSpPr>
          <p:nvPr/>
        </p:nvCxnSpPr>
        <p:spPr>
          <a:xfrm>
            <a:off x="6385425" y="3835151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C5DE995-1AF5-25A1-A545-F8F6A9240654}"/>
              </a:ext>
            </a:extLst>
          </p:cNvPr>
          <p:cNvCxnSpPr>
            <a:cxnSpLocks/>
          </p:cNvCxnSpPr>
          <p:nvPr/>
        </p:nvCxnSpPr>
        <p:spPr>
          <a:xfrm>
            <a:off x="6385425" y="4517832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842B155-6BCF-C608-8D8E-33092246E1A3}"/>
              </a:ext>
            </a:extLst>
          </p:cNvPr>
          <p:cNvCxnSpPr>
            <a:cxnSpLocks/>
          </p:cNvCxnSpPr>
          <p:nvPr/>
        </p:nvCxnSpPr>
        <p:spPr>
          <a:xfrm>
            <a:off x="6385425" y="3141227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流程图: 过程 30">
            <a:extLst>
              <a:ext uri="{FF2B5EF4-FFF2-40B4-BE49-F238E27FC236}">
                <a16:creationId xmlns:a16="http://schemas.microsoft.com/office/drawing/2014/main" id="{3C10B113-FF27-A8E7-0D51-03C2C0121241}"/>
              </a:ext>
            </a:extLst>
          </p:cNvPr>
          <p:cNvSpPr/>
          <p:nvPr/>
        </p:nvSpPr>
        <p:spPr>
          <a:xfrm>
            <a:off x="7107150" y="3816492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55B1F0D5-7048-8E42-6BDC-FB34C876D569}"/>
              </a:ext>
            </a:extLst>
          </p:cNvPr>
          <p:cNvCxnSpPr>
            <a:stCxn id="26" idx="3"/>
            <a:endCxn id="31" idx="0"/>
          </p:cNvCxnSpPr>
          <p:nvPr/>
        </p:nvCxnSpPr>
        <p:spPr>
          <a:xfrm>
            <a:off x="6745425" y="3655151"/>
            <a:ext cx="721725" cy="161341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129B8832-09D2-3CBD-6F03-12F57EF72125}"/>
              </a:ext>
            </a:extLst>
          </p:cNvPr>
          <p:cNvCxnSpPr>
            <a:stCxn id="31" idx="2"/>
          </p:cNvCxnSpPr>
          <p:nvPr/>
        </p:nvCxnSpPr>
        <p:spPr>
          <a:xfrm rot="5400000">
            <a:off x="6674516" y="3886538"/>
            <a:ext cx="502680" cy="108258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36C6FCD-8FDC-F19A-7667-098057CBFBE5}"/>
              </a:ext>
            </a:extLst>
          </p:cNvPr>
          <p:cNvSpPr txBox="1"/>
          <p:nvPr/>
        </p:nvSpPr>
        <p:spPr>
          <a:xfrm>
            <a:off x="6754048" y="3394181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C6D924B-C1B1-FC1C-7575-5B4CE3361414}"/>
              </a:ext>
            </a:extLst>
          </p:cNvPr>
          <p:cNvSpPr txBox="1"/>
          <p:nvPr/>
        </p:nvSpPr>
        <p:spPr>
          <a:xfrm>
            <a:off x="6402670" y="3840791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sp>
        <p:nvSpPr>
          <p:cNvPr id="38" name="流程图: 决策 37">
            <a:extLst>
              <a:ext uri="{FF2B5EF4-FFF2-40B4-BE49-F238E27FC236}">
                <a16:creationId xmlns:a16="http://schemas.microsoft.com/office/drawing/2014/main" id="{25EFCB50-1B70-FCC9-1955-C74041760913}"/>
              </a:ext>
            </a:extLst>
          </p:cNvPr>
          <p:cNvSpPr/>
          <p:nvPr/>
        </p:nvSpPr>
        <p:spPr>
          <a:xfrm>
            <a:off x="8616085" y="3491076"/>
            <a:ext cx="720000" cy="360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4D3672EA-798E-82F3-FCC3-4914B8D6D843}"/>
              </a:ext>
            </a:extLst>
          </p:cNvPr>
          <p:cNvSpPr/>
          <p:nvPr/>
        </p:nvSpPr>
        <p:spPr>
          <a:xfrm>
            <a:off x="8616085" y="4173757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EA6BF1C-9FD4-DB93-7829-E69A4E01247D}"/>
              </a:ext>
            </a:extLst>
          </p:cNvPr>
          <p:cNvCxnSpPr>
            <a:endCxn id="39" idx="0"/>
          </p:cNvCxnSpPr>
          <p:nvPr/>
        </p:nvCxnSpPr>
        <p:spPr>
          <a:xfrm>
            <a:off x="8976085" y="3851076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38AD50C-152D-2592-1251-7B6912F14A50}"/>
              </a:ext>
            </a:extLst>
          </p:cNvPr>
          <p:cNvCxnSpPr>
            <a:cxnSpLocks/>
          </p:cNvCxnSpPr>
          <p:nvPr/>
        </p:nvCxnSpPr>
        <p:spPr>
          <a:xfrm>
            <a:off x="8976085" y="3169802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E8837CBF-C46C-C1BD-6626-785877E662D5}"/>
              </a:ext>
            </a:extLst>
          </p:cNvPr>
          <p:cNvSpPr txBox="1"/>
          <p:nvPr/>
        </p:nvSpPr>
        <p:spPr>
          <a:xfrm>
            <a:off x="9344708" y="3410106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CF3BB6A-91C9-C64A-9958-C6B35A3DA583}"/>
              </a:ext>
            </a:extLst>
          </p:cNvPr>
          <p:cNvSpPr txBox="1"/>
          <p:nvPr/>
        </p:nvSpPr>
        <p:spPr>
          <a:xfrm>
            <a:off x="8993330" y="3856716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46599CB5-D628-B742-CA51-1FCA545F2A42}"/>
              </a:ext>
            </a:extLst>
          </p:cNvPr>
          <p:cNvCxnSpPr>
            <a:cxnSpLocks/>
            <a:stCxn id="39" idx="2"/>
          </p:cNvCxnSpPr>
          <p:nvPr/>
        </p:nvCxnSpPr>
        <p:spPr>
          <a:xfrm rot="5400000" flipH="1">
            <a:off x="8317996" y="3875669"/>
            <a:ext cx="1260099" cy="56078"/>
          </a:xfrm>
          <a:prstGeom prst="bentConnector4">
            <a:avLst>
              <a:gd name="adj1" fmla="val -18141"/>
              <a:gd name="adj2" fmla="val 10496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流程图: 过程 57">
            <a:extLst>
              <a:ext uri="{FF2B5EF4-FFF2-40B4-BE49-F238E27FC236}">
                <a16:creationId xmlns:a16="http://schemas.microsoft.com/office/drawing/2014/main" id="{7B2145CB-090A-6AAC-11F0-65B697E03634}"/>
              </a:ext>
            </a:extLst>
          </p:cNvPr>
          <p:cNvSpPr/>
          <p:nvPr/>
        </p:nvSpPr>
        <p:spPr>
          <a:xfrm>
            <a:off x="10524895" y="3480823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9" name="流程图: 决策 58">
            <a:extLst>
              <a:ext uri="{FF2B5EF4-FFF2-40B4-BE49-F238E27FC236}">
                <a16:creationId xmlns:a16="http://schemas.microsoft.com/office/drawing/2014/main" id="{C24B3605-99B1-1C15-9264-AADFE78E5030}"/>
              </a:ext>
            </a:extLst>
          </p:cNvPr>
          <p:cNvSpPr/>
          <p:nvPr/>
        </p:nvSpPr>
        <p:spPr>
          <a:xfrm>
            <a:off x="10524895" y="4163504"/>
            <a:ext cx="720000" cy="360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522DC43-76FF-1C48-45B5-343B8C6B7843}"/>
              </a:ext>
            </a:extLst>
          </p:cNvPr>
          <p:cNvCxnSpPr/>
          <p:nvPr/>
        </p:nvCxnSpPr>
        <p:spPr>
          <a:xfrm>
            <a:off x="10884895" y="3840823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2E175FA2-3364-8828-3705-8D76A2434283}"/>
              </a:ext>
            </a:extLst>
          </p:cNvPr>
          <p:cNvSpPr txBox="1"/>
          <p:nvPr/>
        </p:nvSpPr>
        <p:spPr>
          <a:xfrm>
            <a:off x="10555199" y="456024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4D3A90C-437B-EBA6-9FFC-1BB18ADEDDDF}"/>
              </a:ext>
            </a:extLst>
          </p:cNvPr>
          <p:cNvCxnSpPr>
            <a:cxnSpLocks/>
          </p:cNvCxnSpPr>
          <p:nvPr/>
        </p:nvCxnSpPr>
        <p:spPr>
          <a:xfrm>
            <a:off x="10884895" y="4517832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75BB6A5-013A-20A6-CB74-BB6465C7490E}"/>
              </a:ext>
            </a:extLst>
          </p:cNvPr>
          <p:cNvCxnSpPr>
            <a:cxnSpLocks/>
          </p:cNvCxnSpPr>
          <p:nvPr/>
        </p:nvCxnSpPr>
        <p:spPr>
          <a:xfrm>
            <a:off x="10884895" y="3036451"/>
            <a:ext cx="0" cy="432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7EA97C67-7AE4-C6EF-E6E7-A807EA02A48F}"/>
              </a:ext>
            </a:extLst>
          </p:cNvPr>
          <p:cNvSpPr txBox="1"/>
          <p:nvPr/>
        </p:nvSpPr>
        <p:spPr>
          <a:xfrm>
            <a:off x="10259925" y="409519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N</a:t>
            </a:r>
            <a:endParaRPr lang="zh-CN" altLang="en-US" sz="1200" dirty="0"/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4B368535-807F-11AA-EB95-2B1D03A2688A}"/>
              </a:ext>
            </a:extLst>
          </p:cNvPr>
          <p:cNvCxnSpPr>
            <a:cxnSpLocks/>
            <a:stCxn id="59" idx="1"/>
          </p:cNvCxnSpPr>
          <p:nvPr/>
        </p:nvCxnSpPr>
        <p:spPr>
          <a:xfrm rot="10800000" flipH="1">
            <a:off x="10524895" y="3188668"/>
            <a:ext cx="303922" cy="1154837"/>
          </a:xfrm>
          <a:prstGeom prst="bentConnector3">
            <a:avLst>
              <a:gd name="adj1" fmla="val -10655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1A80E29-B3B1-6F05-E0A6-616832D3B0CA}"/>
              </a:ext>
            </a:extLst>
          </p:cNvPr>
          <p:cNvCxnSpPr>
            <a:cxnSpLocks/>
          </p:cNvCxnSpPr>
          <p:nvPr/>
        </p:nvCxnSpPr>
        <p:spPr>
          <a:xfrm>
            <a:off x="8957035" y="5057047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AD50D604-772F-3979-2262-92BADD958E28}"/>
              </a:ext>
            </a:extLst>
          </p:cNvPr>
          <p:cNvCxnSpPr>
            <a:cxnSpLocks/>
            <a:stCxn id="38" idx="3"/>
          </p:cNvCxnSpPr>
          <p:nvPr/>
        </p:nvCxnSpPr>
        <p:spPr>
          <a:xfrm flipH="1">
            <a:off x="8946438" y="3671076"/>
            <a:ext cx="389647" cy="1384899"/>
          </a:xfrm>
          <a:prstGeom prst="bentConnector3">
            <a:avLst>
              <a:gd name="adj1" fmla="val -58668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流程图: 决策 75">
            <a:extLst>
              <a:ext uri="{FF2B5EF4-FFF2-40B4-BE49-F238E27FC236}">
                <a16:creationId xmlns:a16="http://schemas.microsoft.com/office/drawing/2014/main" id="{A011B918-633F-4A10-073D-B08289C05D28}"/>
              </a:ext>
            </a:extLst>
          </p:cNvPr>
          <p:cNvSpPr/>
          <p:nvPr/>
        </p:nvSpPr>
        <p:spPr>
          <a:xfrm>
            <a:off x="6445534" y="5308808"/>
            <a:ext cx="720000" cy="360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7" name="流程图: 过程 76">
            <a:extLst>
              <a:ext uri="{FF2B5EF4-FFF2-40B4-BE49-F238E27FC236}">
                <a16:creationId xmlns:a16="http://schemas.microsoft.com/office/drawing/2014/main" id="{CE2A891C-048B-2EB0-8FA7-F8879480D5CD}"/>
              </a:ext>
            </a:extLst>
          </p:cNvPr>
          <p:cNvSpPr/>
          <p:nvPr/>
        </p:nvSpPr>
        <p:spPr>
          <a:xfrm>
            <a:off x="5981714" y="5991360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37A0E4D-EABD-96DE-982B-DE3315A7099E}"/>
              </a:ext>
            </a:extLst>
          </p:cNvPr>
          <p:cNvCxnSpPr>
            <a:cxnSpLocks/>
          </p:cNvCxnSpPr>
          <p:nvPr/>
        </p:nvCxnSpPr>
        <p:spPr>
          <a:xfrm>
            <a:off x="6805534" y="4974884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流程图: 过程 81">
            <a:extLst>
              <a:ext uri="{FF2B5EF4-FFF2-40B4-BE49-F238E27FC236}">
                <a16:creationId xmlns:a16="http://schemas.microsoft.com/office/drawing/2014/main" id="{CF1EC55A-AAEF-2787-8818-0FDD7FBC2B29}"/>
              </a:ext>
            </a:extLst>
          </p:cNvPr>
          <p:cNvSpPr/>
          <p:nvPr/>
        </p:nvSpPr>
        <p:spPr>
          <a:xfrm>
            <a:off x="6909353" y="5991360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3" name="流程图: 过程 82">
            <a:extLst>
              <a:ext uri="{FF2B5EF4-FFF2-40B4-BE49-F238E27FC236}">
                <a16:creationId xmlns:a16="http://schemas.microsoft.com/office/drawing/2014/main" id="{A3023C32-D161-8943-FFD5-3A3E0AFE12CB}"/>
              </a:ext>
            </a:extLst>
          </p:cNvPr>
          <p:cNvSpPr/>
          <p:nvPr/>
        </p:nvSpPr>
        <p:spPr>
          <a:xfrm>
            <a:off x="5054075" y="5991231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160E87F-97B7-D4D2-BBAC-B0FD64CCEC6F}"/>
              </a:ext>
            </a:extLst>
          </p:cNvPr>
          <p:cNvSpPr txBox="1"/>
          <p:nvPr/>
        </p:nvSpPr>
        <p:spPr>
          <a:xfrm>
            <a:off x="6636256" y="603286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…</a:t>
            </a:r>
            <a:endParaRPr lang="zh-CN" altLang="en-US" sz="1200" dirty="0"/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5F894472-7FCF-DFE1-6D76-C06F6749C963}"/>
              </a:ext>
            </a:extLst>
          </p:cNvPr>
          <p:cNvCxnSpPr>
            <a:stCxn id="76" idx="2"/>
            <a:endCxn id="83" idx="0"/>
          </p:cNvCxnSpPr>
          <p:nvPr/>
        </p:nvCxnSpPr>
        <p:spPr>
          <a:xfrm rot="5400000">
            <a:off x="5948594" y="5134290"/>
            <a:ext cx="322423" cy="1391459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735948F2-C67C-B57F-6EA2-791ABE8284E8}"/>
              </a:ext>
            </a:extLst>
          </p:cNvPr>
          <p:cNvCxnSpPr>
            <a:stCxn id="76" idx="2"/>
            <a:endCxn id="82" idx="0"/>
          </p:cNvCxnSpPr>
          <p:nvPr/>
        </p:nvCxnSpPr>
        <p:spPr>
          <a:xfrm rot="16200000" flipH="1">
            <a:off x="6876167" y="5598174"/>
            <a:ext cx="322552" cy="463819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7B0E266B-2F94-8033-0DD3-8F7F27296DF3}"/>
              </a:ext>
            </a:extLst>
          </p:cNvPr>
          <p:cNvSpPr txBox="1"/>
          <p:nvPr/>
        </p:nvSpPr>
        <p:spPr>
          <a:xfrm>
            <a:off x="5111785" y="5579132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flag=1</a:t>
            </a:r>
            <a:endParaRPr lang="zh-CN" altLang="en-US" sz="1200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FFDBD80-DA7A-7931-AF2C-F081FF316C9D}"/>
              </a:ext>
            </a:extLst>
          </p:cNvPr>
          <p:cNvSpPr txBox="1"/>
          <p:nvPr/>
        </p:nvSpPr>
        <p:spPr>
          <a:xfrm>
            <a:off x="6045050" y="5579132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flag=2</a:t>
            </a:r>
            <a:endParaRPr lang="zh-CN" altLang="en-US" sz="1200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179EA95-5EB4-D077-629C-09145D0457AB}"/>
              </a:ext>
            </a:extLst>
          </p:cNvPr>
          <p:cNvSpPr txBox="1"/>
          <p:nvPr/>
        </p:nvSpPr>
        <p:spPr>
          <a:xfrm>
            <a:off x="7867024" y="5579132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flag=5</a:t>
            </a:r>
            <a:endParaRPr lang="zh-CN" altLang="en-US" sz="1200" dirty="0"/>
          </a:p>
        </p:txBody>
      </p:sp>
      <p:sp>
        <p:nvSpPr>
          <p:cNvPr id="92" name="流程图: 过程 91">
            <a:extLst>
              <a:ext uri="{FF2B5EF4-FFF2-40B4-BE49-F238E27FC236}">
                <a16:creationId xmlns:a16="http://schemas.microsoft.com/office/drawing/2014/main" id="{2FA3C872-5A8A-2058-FCA4-E9974FB985B7}"/>
              </a:ext>
            </a:extLst>
          </p:cNvPr>
          <p:cNvSpPr/>
          <p:nvPr/>
        </p:nvSpPr>
        <p:spPr>
          <a:xfrm>
            <a:off x="7836992" y="5991360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7076047D-7058-992D-DE35-FB05925F09E4}"/>
              </a:ext>
            </a:extLst>
          </p:cNvPr>
          <p:cNvCxnSpPr>
            <a:stCxn id="92" idx="0"/>
            <a:endCxn id="76" idx="2"/>
          </p:cNvCxnSpPr>
          <p:nvPr/>
        </p:nvCxnSpPr>
        <p:spPr>
          <a:xfrm rot="16200000" flipV="1">
            <a:off x="7339987" y="5134355"/>
            <a:ext cx="322552" cy="139145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51EE4BB3-8301-10A5-A4BC-77B5D84F275C}"/>
              </a:ext>
            </a:extLst>
          </p:cNvPr>
          <p:cNvSpPr txBox="1"/>
          <p:nvPr/>
        </p:nvSpPr>
        <p:spPr>
          <a:xfrm>
            <a:off x="6955827" y="5579132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flag=4</a:t>
            </a:r>
            <a:endParaRPr lang="zh-CN" altLang="en-US" sz="1200" dirty="0"/>
          </a:p>
        </p:txBody>
      </p: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6590CCC5-110E-3629-B09A-38982294A74C}"/>
              </a:ext>
            </a:extLst>
          </p:cNvPr>
          <p:cNvCxnSpPr>
            <a:stCxn id="77" idx="0"/>
            <a:endCxn id="76" idx="2"/>
          </p:cNvCxnSpPr>
          <p:nvPr/>
        </p:nvCxnSpPr>
        <p:spPr>
          <a:xfrm rot="5400000" flipH="1" flipV="1">
            <a:off x="6412348" y="5598174"/>
            <a:ext cx="322552" cy="46382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602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过程 10">
            <a:extLst>
              <a:ext uri="{FF2B5EF4-FFF2-40B4-BE49-F238E27FC236}">
                <a16:creationId xmlns:a16="http://schemas.microsoft.com/office/drawing/2014/main" id="{6A8CEB92-0718-15F7-5944-4DEBC812D2FD}"/>
              </a:ext>
            </a:extLst>
          </p:cNvPr>
          <p:cNvSpPr/>
          <p:nvPr/>
        </p:nvSpPr>
        <p:spPr>
          <a:xfrm>
            <a:off x="2531925" y="4415449"/>
            <a:ext cx="1800000" cy="14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en-US" altLang="zh-CN" sz="1400" dirty="0">
                <a:solidFill>
                  <a:schemeClr val="tx1"/>
                </a:solidFill>
              </a:rPr>
              <a:t> DO-WHILE 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DAC3218C-741D-CC5F-95F3-38274F3C821C}"/>
              </a:ext>
            </a:extLst>
          </p:cNvPr>
          <p:cNvSpPr/>
          <p:nvPr/>
        </p:nvSpPr>
        <p:spPr>
          <a:xfrm>
            <a:off x="2314575" y="1722551"/>
            <a:ext cx="1800000" cy="14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2E1E31C8-AA59-54EE-92F3-F05A9E929242}"/>
              </a:ext>
            </a:extLst>
          </p:cNvPr>
          <p:cNvSpPr/>
          <p:nvPr/>
        </p:nvSpPr>
        <p:spPr>
          <a:xfrm>
            <a:off x="2314575" y="2082551"/>
            <a:ext cx="432000" cy="5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=1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6886545-F6B4-47DB-A243-133933BD1000}"/>
              </a:ext>
            </a:extLst>
          </p:cNvPr>
          <p:cNvCxnSpPr>
            <a:cxnSpLocks/>
          </p:cNvCxnSpPr>
          <p:nvPr/>
        </p:nvCxnSpPr>
        <p:spPr>
          <a:xfrm>
            <a:off x="2943225" y="2082551"/>
            <a:ext cx="847725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B4CA7D19-5D41-EEAA-D93A-B760803ACC10}"/>
              </a:ext>
            </a:extLst>
          </p:cNvPr>
          <p:cNvSpPr/>
          <p:nvPr/>
        </p:nvSpPr>
        <p:spPr>
          <a:xfrm>
            <a:off x="238125" y="4775449"/>
            <a:ext cx="180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9F622E5B-2C7A-BC88-E326-80B0B408FE16}"/>
              </a:ext>
            </a:extLst>
          </p:cNvPr>
          <p:cNvSpPr/>
          <p:nvPr/>
        </p:nvSpPr>
        <p:spPr>
          <a:xfrm>
            <a:off x="238125" y="5135449"/>
            <a:ext cx="180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95C8CD20-5CF1-FB0F-1763-AD7831C6F04E}"/>
              </a:ext>
            </a:extLst>
          </p:cNvPr>
          <p:cNvSpPr/>
          <p:nvPr/>
        </p:nvSpPr>
        <p:spPr>
          <a:xfrm>
            <a:off x="2891925" y="4775449"/>
            <a:ext cx="1440000" cy="108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2D063876-ED84-3842-31CC-75BC4B14DC67}"/>
              </a:ext>
            </a:extLst>
          </p:cNvPr>
          <p:cNvSpPr/>
          <p:nvPr/>
        </p:nvSpPr>
        <p:spPr>
          <a:xfrm>
            <a:off x="4962525" y="4415449"/>
            <a:ext cx="1800000" cy="14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r>
              <a:rPr lang="en-US" altLang="zh-CN" sz="1400" dirty="0">
                <a:solidFill>
                  <a:schemeClr val="tx1"/>
                </a:solidFill>
              </a:rPr>
              <a:t>DO-UNTIL 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流程图: 过程 13">
            <a:extLst>
              <a:ext uri="{FF2B5EF4-FFF2-40B4-BE49-F238E27FC236}">
                <a16:creationId xmlns:a16="http://schemas.microsoft.com/office/drawing/2014/main" id="{CA3A4910-866D-D470-6F64-5EBA5ED8C707}"/>
              </a:ext>
            </a:extLst>
          </p:cNvPr>
          <p:cNvSpPr/>
          <p:nvPr/>
        </p:nvSpPr>
        <p:spPr>
          <a:xfrm>
            <a:off x="4962525" y="4415449"/>
            <a:ext cx="1440000" cy="108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DDC08014-46D4-CAC8-670F-E8D63973B88A}"/>
              </a:ext>
            </a:extLst>
          </p:cNvPr>
          <p:cNvSpPr/>
          <p:nvPr/>
        </p:nvSpPr>
        <p:spPr>
          <a:xfrm>
            <a:off x="2746575" y="2082551"/>
            <a:ext cx="432000" cy="5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=2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3C8DED3-D6B8-D298-C504-6407119E39C0}"/>
              </a:ext>
            </a:extLst>
          </p:cNvPr>
          <p:cNvCxnSpPr>
            <a:cxnSpLocks/>
          </p:cNvCxnSpPr>
          <p:nvPr/>
        </p:nvCxnSpPr>
        <p:spPr>
          <a:xfrm flipH="1">
            <a:off x="3214575" y="1722551"/>
            <a:ext cx="90000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E56E756-9C0E-1C5A-2871-0F3FFABEB391}"/>
              </a:ext>
            </a:extLst>
          </p:cNvPr>
          <p:cNvCxnSpPr>
            <a:cxnSpLocks/>
          </p:cNvCxnSpPr>
          <p:nvPr/>
        </p:nvCxnSpPr>
        <p:spPr>
          <a:xfrm>
            <a:off x="2314575" y="1722551"/>
            <a:ext cx="90000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0A27A18-3A4D-8A67-1AF4-B97F6E8B366D}"/>
              </a:ext>
            </a:extLst>
          </p:cNvPr>
          <p:cNvSpPr txBox="1"/>
          <p:nvPr/>
        </p:nvSpPr>
        <p:spPr>
          <a:xfrm>
            <a:off x="3079762" y="176405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P</a:t>
            </a:r>
            <a:endParaRPr lang="zh-CN" altLang="en-US" sz="1200" dirty="0"/>
          </a:p>
        </p:txBody>
      </p:sp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ADD013A6-22D6-BD28-DA1E-B905B603C40D}"/>
              </a:ext>
            </a:extLst>
          </p:cNvPr>
          <p:cNvSpPr/>
          <p:nvPr/>
        </p:nvSpPr>
        <p:spPr>
          <a:xfrm>
            <a:off x="7315200" y="4415449"/>
            <a:ext cx="1800000" cy="14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流程图: 过程 22">
            <a:extLst>
              <a:ext uri="{FF2B5EF4-FFF2-40B4-BE49-F238E27FC236}">
                <a16:creationId xmlns:a16="http://schemas.microsoft.com/office/drawing/2014/main" id="{3EF59280-2C58-780B-0B39-54900CA44AA8}"/>
              </a:ext>
            </a:extLst>
          </p:cNvPr>
          <p:cNvSpPr/>
          <p:nvPr/>
        </p:nvSpPr>
        <p:spPr>
          <a:xfrm>
            <a:off x="7315200" y="4775449"/>
            <a:ext cx="900000" cy="108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流程图: 过程 23">
            <a:extLst>
              <a:ext uri="{FF2B5EF4-FFF2-40B4-BE49-F238E27FC236}">
                <a16:creationId xmlns:a16="http://schemas.microsoft.com/office/drawing/2014/main" id="{045270E8-D232-6409-87F0-6B253FF798A3}"/>
              </a:ext>
            </a:extLst>
          </p:cNvPr>
          <p:cNvSpPr/>
          <p:nvPr/>
        </p:nvSpPr>
        <p:spPr>
          <a:xfrm>
            <a:off x="8215200" y="4775449"/>
            <a:ext cx="900000" cy="108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8B7365B-5226-136C-6526-55271E8A4DBC}"/>
              </a:ext>
            </a:extLst>
          </p:cNvPr>
          <p:cNvCxnSpPr>
            <a:cxnSpLocks/>
          </p:cNvCxnSpPr>
          <p:nvPr/>
        </p:nvCxnSpPr>
        <p:spPr>
          <a:xfrm flipH="1">
            <a:off x="8215200" y="4415449"/>
            <a:ext cx="90000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EA16FFE-2687-6F41-5888-76D1BEFCDCE5}"/>
              </a:ext>
            </a:extLst>
          </p:cNvPr>
          <p:cNvCxnSpPr>
            <a:cxnSpLocks/>
          </p:cNvCxnSpPr>
          <p:nvPr/>
        </p:nvCxnSpPr>
        <p:spPr>
          <a:xfrm>
            <a:off x="7315200" y="4415449"/>
            <a:ext cx="90000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1CDC2E4-4B3D-4E53-62D7-6D100F06FE26}"/>
              </a:ext>
            </a:extLst>
          </p:cNvPr>
          <p:cNvSpPr txBox="1"/>
          <p:nvPr/>
        </p:nvSpPr>
        <p:spPr>
          <a:xfrm>
            <a:off x="7339828" y="45061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T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F6E78A3-E733-5BCD-66A4-E5C34A2B1CDB}"/>
              </a:ext>
            </a:extLst>
          </p:cNvPr>
          <p:cNvSpPr txBox="1"/>
          <p:nvPr/>
        </p:nvSpPr>
        <p:spPr>
          <a:xfrm>
            <a:off x="8811328" y="45061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F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E95E852-BC0C-8183-50E3-EBFF8980F1C2}"/>
              </a:ext>
            </a:extLst>
          </p:cNvPr>
          <p:cNvSpPr txBox="1"/>
          <p:nvPr/>
        </p:nvSpPr>
        <p:spPr>
          <a:xfrm>
            <a:off x="8080387" y="445695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P</a:t>
            </a:r>
            <a:endParaRPr lang="zh-CN" altLang="en-US" sz="1200" dirty="0"/>
          </a:p>
        </p:txBody>
      </p:sp>
      <p:sp>
        <p:nvSpPr>
          <p:cNvPr id="30" name="流程图: 过程 29">
            <a:extLst>
              <a:ext uri="{FF2B5EF4-FFF2-40B4-BE49-F238E27FC236}">
                <a16:creationId xmlns:a16="http://schemas.microsoft.com/office/drawing/2014/main" id="{C4914372-E21D-9A82-2D18-6E1FFFF1FB70}"/>
              </a:ext>
            </a:extLst>
          </p:cNvPr>
          <p:cNvSpPr/>
          <p:nvPr/>
        </p:nvSpPr>
        <p:spPr>
          <a:xfrm>
            <a:off x="9580237" y="4415449"/>
            <a:ext cx="1800000" cy="14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流程图: 过程 30">
            <a:extLst>
              <a:ext uri="{FF2B5EF4-FFF2-40B4-BE49-F238E27FC236}">
                <a16:creationId xmlns:a16="http://schemas.microsoft.com/office/drawing/2014/main" id="{D33F6AC0-ED8D-FBC1-A8F1-AC8B1F84E3CB}"/>
              </a:ext>
            </a:extLst>
          </p:cNvPr>
          <p:cNvSpPr/>
          <p:nvPr/>
        </p:nvSpPr>
        <p:spPr>
          <a:xfrm>
            <a:off x="9580237" y="4775449"/>
            <a:ext cx="900000" cy="108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3349809-F89F-0EA3-D7DA-3BE8F107BC2D}"/>
              </a:ext>
            </a:extLst>
          </p:cNvPr>
          <p:cNvCxnSpPr>
            <a:cxnSpLocks/>
          </p:cNvCxnSpPr>
          <p:nvPr/>
        </p:nvCxnSpPr>
        <p:spPr>
          <a:xfrm>
            <a:off x="10930237" y="5154109"/>
            <a:ext cx="0" cy="32268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图: 过程 32">
            <a:extLst>
              <a:ext uri="{FF2B5EF4-FFF2-40B4-BE49-F238E27FC236}">
                <a16:creationId xmlns:a16="http://schemas.microsoft.com/office/drawing/2014/main" id="{AFBBBBFF-F886-D069-0652-74382479F9FB}"/>
              </a:ext>
            </a:extLst>
          </p:cNvPr>
          <p:cNvSpPr/>
          <p:nvPr/>
        </p:nvSpPr>
        <p:spPr>
          <a:xfrm>
            <a:off x="10480237" y="4775449"/>
            <a:ext cx="900000" cy="108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79E4BAD-991D-ADAA-B4D8-74E9B203A15B}"/>
              </a:ext>
            </a:extLst>
          </p:cNvPr>
          <p:cNvCxnSpPr>
            <a:cxnSpLocks/>
          </p:cNvCxnSpPr>
          <p:nvPr/>
        </p:nvCxnSpPr>
        <p:spPr>
          <a:xfrm flipH="1">
            <a:off x="10480237" y="4415449"/>
            <a:ext cx="90000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7635A4B-E83F-DC3A-B6E0-737110088B07}"/>
              </a:ext>
            </a:extLst>
          </p:cNvPr>
          <p:cNvCxnSpPr>
            <a:cxnSpLocks/>
          </p:cNvCxnSpPr>
          <p:nvPr/>
        </p:nvCxnSpPr>
        <p:spPr>
          <a:xfrm>
            <a:off x="9580237" y="4415449"/>
            <a:ext cx="90000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518B2BC-75E9-4596-B032-1FE2A08BE111}"/>
              </a:ext>
            </a:extLst>
          </p:cNvPr>
          <p:cNvSpPr txBox="1"/>
          <p:nvPr/>
        </p:nvSpPr>
        <p:spPr>
          <a:xfrm>
            <a:off x="9604865" y="45061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T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89AE5F7-04C3-1320-06F0-B96CD96C91BC}"/>
              </a:ext>
            </a:extLst>
          </p:cNvPr>
          <p:cNvSpPr txBox="1"/>
          <p:nvPr/>
        </p:nvSpPr>
        <p:spPr>
          <a:xfrm>
            <a:off x="11076365" y="45061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F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9216CBE-1D10-765E-D938-849CDAD64857}"/>
              </a:ext>
            </a:extLst>
          </p:cNvPr>
          <p:cNvSpPr txBox="1"/>
          <p:nvPr/>
        </p:nvSpPr>
        <p:spPr>
          <a:xfrm>
            <a:off x="10345424" y="445695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P</a:t>
            </a:r>
            <a:endParaRPr lang="zh-CN" altLang="en-US" sz="1200" dirty="0"/>
          </a:p>
        </p:txBody>
      </p:sp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0AF96F57-BDB0-51BF-2C6D-9F9DF4093230}"/>
              </a:ext>
            </a:extLst>
          </p:cNvPr>
          <p:cNvSpPr/>
          <p:nvPr/>
        </p:nvSpPr>
        <p:spPr>
          <a:xfrm>
            <a:off x="3682575" y="2082551"/>
            <a:ext cx="432000" cy="5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=n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流程图: 过程 39">
            <a:extLst>
              <a:ext uri="{FF2B5EF4-FFF2-40B4-BE49-F238E27FC236}">
                <a16:creationId xmlns:a16="http://schemas.microsoft.com/office/drawing/2014/main" id="{7EA03B2F-570B-34EA-8B2A-2F91FE230456}"/>
              </a:ext>
            </a:extLst>
          </p:cNvPr>
          <p:cNvSpPr/>
          <p:nvPr/>
        </p:nvSpPr>
        <p:spPr>
          <a:xfrm>
            <a:off x="2314575" y="2622551"/>
            <a:ext cx="432000" cy="5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流程图: 过程 40">
            <a:extLst>
              <a:ext uri="{FF2B5EF4-FFF2-40B4-BE49-F238E27FC236}">
                <a16:creationId xmlns:a16="http://schemas.microsoft.com/office/drawing/2014/main" id="{D8D7468D-E45D-7A77-BF9E-6C700751705B}"/>
              </a:ext>
            </a:extLst>
          </p:cNvPr>
          <p:cNvSpPr/>
          <p:nvPr/>
        </p:nvSpPr>
        <p:spPr>
          <a:xfrm>
            <a:off x="2746575" y="2622551"/>
            <a:ext cx="432000" cy="5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流程图: 过程 41">
            <a:extLst>
              <a:ext uri="{FF2B5EF4-FFF2-40B4-BE49-F238E27FC236}">
                <a16:creationId xmlns:a16="http://schemas.microsoft.com/office/drawing/2014/main" id="{1FC78FE8-560F-B6BC-4E09-0E9FD6FC15D1}"/>
              </a:ext>
            </a:extLst>
          </p:cNvPr>
          <p:cNvSpPr/>
          <p:nvPr/>
        </p:nvSpPr>
        <p:spPr>
          <a:xfrm>
            <a:off x="3682575" y="2622551"/>
            <a:ext cx="432000" cy="5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327EB67-F65E-DC0A-66B0-B220F0FF8623}"/>
              </a:ext>
            </a:extLst>
          </p:cNvPr>
          <p:cNvSpPr txBox="1"/>
          <p:nvPr/>
        </p:nvSpPr>
        <p:spPr>
          <a:xfrm>
            <a:off x="3262648" y="2273075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…</a:t>
            </a:r>
            <a:endParaRPr lang="zh-CN" altLang="en-US" sz="12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BDEE628-A412-5AED-0FB4-1F78BE8F0861}"/>
              </a:ext>
            </a:extLst>
          </p:cNvPr>
          <p:cNvSpPr txBox="1"/>
          <p:nvPr/>
        </p:nvSpPr>
        <p:spPr>
          <a:xfrm>
            <a:off x="3262648" y="2782098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…</a:t>
            </a:r>
            <a:endParaRPr lang="zh-CN" altLang="en-US" sz="1200" dirty="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9AFD8C3-F742-2CE8-73B2-CF1A59825A3B}"/>
              </a:ext>
            </a:extLst>
          </p:cNvPr>
          <p:cNvCxnSpPr>
            <a:cxnSpLocks/>
          </p:cNvCxnSpPr>
          <p:nvPr/>
        </p:nvCxnSpPr>
        <p:spPr>
          <a:xfrm>
            <a:off x="3095625" y="2622551"/>
            <a:ext cx="847725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055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决策 2">
            <a:extLst>
              <a:ext uri="{FF2B5EF4-FFF2-40B4-BE49-F238E27FC236}">
                <a16:creationId xmlns:a16="http://schemas.microsoft.com/office/drawing/2014/main" id="{B690C809-8DF7-A487-9A6A-5CF73EB68782}"/>
              </a:ext>
            </a:extLst>
          </p:cNvPr>
          <p:cNvSpPr/>
          <p:nvPr/>
        </p:nvSpPr>
        <p:spPr>
          <a:xfrm>
            <a:off x="6501015" y="2284270"/>
            <a:ext cx="1440000" cy="360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I&lt;=N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9482FF2F-30B8-7F32-980F-155EFBCC41DC}"/>
              </a:ext>
            </a:extLst>
          </p:cNvPr>
          <p:cNvSpPr/>
          <p:nvPr/>
        </p:nvSpPr>
        <p:spPr>
          <a:xfrm>
            <a:off x="6501015" y="3616899"/>
            <a:ext cx="144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S=S*I, I=I+1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A493BE8-0FE0-DC71-9B3B-0EB4ADED6F22}"/>
              </a:ext>
            </a:extLst>
          </p:cNvPr>
          <p:cNvCxnSpPr>
            <a:cxnSpLocks/>
            <a:stCxn id="15" idx="2"/>
            <a:endCxn id="3" idx="0"/>
          </p:cNvCxnSpPr>
          <p:nvPr/>
        </p:nvCxnSpPr>
        <p:spPr>
          <a:xfrm>
            <a:off x="7221015" y="1977955"/>
            <a:ext cx="0" cy="3063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CAAA30D-AAB4-9D68-16BB-6B75A5752CED}"/>
              </a:ext>
            </a:extLst>
          </p:cNvPr>
          <p:cNvSpPr txBox="1"/>
          <p:nvPr/>
        </p:nvSpPr>
        <p:spPr>
          <a:xfrm>
            <a:off x="8004152" y="220354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485FC5-59FD-28D8-E532-0D2D99E7EA76}"/>
              </a:ext>
            </a:extLst>
          </p:cNvPr>
          <p:cNvSpPr txBox="1"/>
          <p:nvPr/>
        </p:nvSpPr>
        <p:spPr>
          <a:xfrm>
            <a:off x="6934914" y="2665067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38DA8098-03CB-C664-AD3B-2D48CE908893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 flipH="1">
            <a:off x="5732544" y="2488429"/>
            <a:ext cx="1851927" cy="1125015"/>
          </a:xfrm>
          <a:prstGeom prst="bentConnector3">
            <a:avLst>
              <a:gd name="adj1" fmla="val -123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4995F1CF-43ED-EC99-7DF1-689E5B5E3E2C}"/>
              </a:ext>
            </a:extLst>
          </p:cNvPr>
          <p:cNvCxnSpPr>
            <a:cxnSpLocks/>
            <a:stCxn id="3" idx="3"/>
            <a:endCxn id="41" idx="0"/>
          </p:cNvCxnSpPr>
          <p:nvPr/>
        </p:nvCxnSpPr>
        <p:spPr>
          <a:xfrm>
            <a:off x="7941015" y="2464270"/>
            <a:ext cx="2624612" cy="1152629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C38B7F79-5C45-143F-A1D1-66165F3DDC5A}"/>
              </a:ext>
            </a:extLst>
          </p:cNvPr>
          <p:cNvSpPr/>
          <p:nvPr/>
        </p:nvSpPr>
        <p:spPr>
          <a:xfrm>
            <a:off x="6321015" y="951640"/>
            <a:ext cx="180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Maxint=3267,</a:t>
            </a:r>
            <a:r>
              <a:rPr lang="zh-CN" altLang="en-US" sz="1400" dirty="0">
                <a:solidFill>
                  <a:schemeClr val="tx1"/>
                </a:solidFill>
              </a:rPr>
              <a:t>读入</a:t>
            </a:r>
            <a:r>
              <a:rPr lang="en-US" altLang="zh-CN" sz="1400" dirty="0">
                <a:solidFill>
                  <a:schemeClr val="tx1"/>
                </a:solidFill>
              </a:rPr>
              <a:t>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流程图: 终止 12">
            <a:extLst>
              <a:ext uri="{FF2B5EF4-FFF2-40B4-BE49-F238E27FC236}">
                <a16:creationId xmlns:a16="http://schemas.microsoft.com/office/drawing/2014/main" id="{F2A7A4F9-5127-4C7D-D033-640DAC26B98C}"/>
              </a:ext>
            </a:extLst>
          </p:cNvPr>
          <p:cNvSpPr>
            <a:spLocks noChangeAspect="1"/>
          </p:cNvSpPr>
          <p:nvPr/>
        </p:nvSpPr>
        <p:spPr>
          <a:xfrm>
            <a:off x="6681015" y="288925"/>
            <a:ext cx="1080000" cy="3564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Start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流程图: 终止 13">
            <a:extLst>
              <a:ext uri="{FF2B5EF4-FFF2-40B4-BE49-F238E27FC236}">
                <a16:creationId xmlns:a16="http://schemas.microsoft.com/office/drawing/2014/main" id="{AF634F78-A2BE-B347-E937-762ACC04AC1B}"/>
              </a:ext>
            </a:extLst>
          </p:cNvPr>
          <p:cNvSpPr>
            <a:spLocks noChangeAspect="1"/>
          </p:cNvSpPr>
          <p:nvPr/>
        </p:nvSpPr>
        <p:spPr>
          <a:xfrm>
            <a:off x="9140221" y="4718050"/>
            <a:ext cx="1080000" cy="3564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End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354EFDDB-44AD-F980-2C87-F1050107AED0}"/>
              </a:ext>
            </a:extLst>
          </p:cNvPr>
          <p:cNvSpPr/>
          <p:nvPr/>
        </p:nvSpPr>
        <p:spPr>
          <a:xfrm>
            <a:off x="6321015" y="1617955"/>
            <a:ext cx="180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S=1, I=1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B4B1C6B-5D3B-AD54-FE65-DE4A12C40294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>
            <a:off x="7221015" y="645325"/>
            <a:ext cx="0" cy="3063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06CC62E-EE59-A9DD-0506-011E48016F0A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7221015" y="1311640"/>
            <a:ext cx="0" cy="3063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流程图: 决策 21">
            <a:extLst>
              <a:ext uri="{FF2B5EF4-FFF2-40B4-BE49-F238E27FC236}">
                <a16:creationId xmlns:a16="http://schemas.microsoft.com/office/drawing/2014/main" id="{23BD16EB-A8E7-D2E6-7BD7-233DC64BD713}"/>
              </a:ext>
            </a:extLst>
          </p:cNvPr>
          <p:cNvSpPr/>
          <p:nvPr/>
        </p:nvSpPr>
        <p:spPr>
          <a:xfrm>
            <a:off x="6321015" y="2950585"/>
            <a:ext cx="1800000" cy="360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Maxint/I&lt;S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91A4A5B-0BC0-75E6-23BD-E9A0A8972AC2}"/>
              </a:ext>
            </a:extLst>
          </p:cNvPr>
          <p:cNvCxnSpPr>
            <a:stCxn id="3" idx="2"/>
            <a:endCxn id="22" idx="0"/>
          </p:cNvCxnSpPr>
          <p:nvPr/>
        </p:nvCxnSpPr>
        <p:spPr>
          <a:xfrm>
            <a:off x="7221015" y="2644270"/>
            <a:ext cx="0" cy="306315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022BB38-9CCA-3CA7-B963-A081640B9214}"/>
              </a:ext>
            </a:extLst>
          </p:cNvPr>
          <p:cNvCxnSpPr>
            <a:cxnSpLocks/>
            <a:stCxn id="22" idx="2"/>
            <a:endCxn id="4" idx="0"/>
          </p:cNvCxnSpPr>
          <p:nvPr/>
        </p:nvCxnSpPr>
        <p:spPr>
          <a:xfrm>
            <a:off x="7221015" y="3310585"/>
            <a:ext cx="0" cy="306314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ECE4B81-6F4B-27C9-FE55-F6C2AAAB01E5}"/>
              </a:ext>
            </a:extLst>
          </p:cNvPr>
          <p:cNvCxnSpPr/>
          <p:nvPr/>
        </p:nvCxnSpPr>
        <p:spPr>
          <a:xfrm>
            <a:off x="6096001" y="2124972"/>
            <a:ext cx="1125014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CCAE0672-C24D-9B74-1AD3-7E0C7B40AB32}"/>
              </a:ext>
            </a:extLst>
          </p:cNvPr>
          <p:cNvSpPr txBox="1"/>
          <p:nvPr/>
        </p:nvSpPr>
        <p:spPr>
          <a:xfrm>
            <a:off x="8004152" y="2839104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D14A217-8EFC-E682-F244-EB153651D1F5}"/>
              </a:ext>
            </a:extLst>
          </p:cNvPr>
          <p:cNvSpPr txBox="1"/>
          <p:nvPr/>
        </p:nvSpPr>
        <p:spPr>
          <a:xfrm>
            <a:off x="6934914" y="332644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38" name="流程图: 过程 37">
            <a:extLst>
              <a:ext uri="{FF2B5EF4-FFF2-40B4-BE49-F238E27FC236}">
                <a16:creationId xmlns:a16="http://schemas.microsoft.com/office/drawing/2014/main" id="{FAA79526-CD51-BA7E-62DC-C5EC5276D00C}"/>
              </a:ext>
            </a:extLst>
          </p:cNvPr>
          <p:cNvSpPr/>
          <p:nvPr/>
        </p:nvSpPr>
        <p:spPr>
          <a:xfrm>
            <a:off x="8074816" y="3616899"/>
            <a:ext cx="144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输出</a:t>
            </a:r>
            <a:r>
              <a:rPr lang="en-US" altLang="zh-CN" sz="1400" dirty="0">
                <a:solidFill>
                  <a:schemeClr val="tx1"/>
                </a:solidFill>
              </a:rPr>
              <a:t>”N</a:t>
            </a:r>
            <a:r>
              <a:rPr lang="zh-CN" altLang="en-US" sz="1400" dirty="0">
                <a:solidFill>
                  <a:schemeClr val="tx1"/>
                </a:solidFill>
              </a:rPr>
              <a:t>太大</a:t>
            </a:r>
            <a:r>
              <a:rPr lang="en-US" altLang="zh-CN" sz="1400" dirty="0">
                <a:solidFill>
                  <a:schemeClr val="tx1"/>
                </a:solidFill>
              </a:rPr>
              <a:t>”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C79C4B7E-B44A-D039-92E4-13BCDD7277B0}"/>
              </a:ext>
            </a:extLst>
          </p:cNvPr>
          <p:cNvCxnSpPr>
            <a:stCxn id="22" idx="3"/>
            <a:endCxn id="38" idx="0"/>
          </p:cNvCxnSpPr>
          <p:nvPr/>
        </p:nvCxnSpPr>
        <p:spPr>
          <a:xfrm>
            <a:off x="8121015" y="3130585"/>
            <a:ext cx="673801" cy="48631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流程图: 过程 40">
            <a:extLst>
              <a:ext uri="{FF2B5EF4-FFF2-40B4-BE49-F238E27FC236}">
                <a16:creationId xmlns:a16="http://schemas.microsoft.com/office/drawing/2014/main" id="{4D3752D9-2CC5-E421-D1C5-F9BB16775B71}"/>
              </a:ext>
            </a:extLst>
          </p:cNvPr>
          <p:cNvSpPr/>
          <p:nvPr/>
        </p:nvSpPr>
        <p:spPr>
          <a:xfrm>
            <a:off x="9845627" y="3616899"/>
            <a:ext cx="144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输出</a:t>
            </a:r>
            <a:r>
              <a:rPr lang="en-US" altLang="zh-CN" sz="1400" dirty="0">
                <a:solidFill>
                  <a:schemeClr val="tx1"/>
                </a:solidFill>
              </a:rPr>
              <a:t>”N!=”,S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E5D00D50-71CA-913D-9FC7-40DAF8DB6624}"/>
              </a:ext>
            </a:extLst>
          </p:cNvPr>
          <p:cNvCxnSpPr>
            <a:stCxn id="38" idx="2"/>
            <a:endCxn id="14" idx="0"/>
          </p:cNvCxnSpPr>
          <p:nvPr/>
        </p:nvCxnSpPr>
        <p:spPr>
          <a:xfrm rot="16200000" flipH="1">
            <a:off x="8866943" y="3904771"/>
            <a:ext cx="741151" cy="88540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35FC20BE-D95D-A438-88A7-152E3616CE7F}"/>
              </a:ext>
            </a:extLst>
          </p:cNvPr>
          <p:cNvCxnSpPr>
            <a:stCxn id="41" idx="2"/>
            <a:endCxn id="14" idx="0"/>
          </p:cNvCxnSpPr>
          <p:nvPr/>
        </p:nvCxnSpPr>
        <p:spPr>
          <a:xfrm rot="5400000">
            <a:off x="9752349" y="3904771"/>
            <a:ext cx="741151" cy="88540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6BB3440B-DEE8-5BA9-093B-61B46DB5B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5674"/>
              </p:ext>
            </p:extLst>
          </p:nvPr>
        </p:nvGraphicFramePr>
        <p:xfrm>
          <a:off x="741016" y="494082"/>
          <a:ext cx="3600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>
                  <a:extLst>
                    <a:ext uri="{9D8B030D-6E8A-4147-A177-3AD203B41FA5}">
                      <a16:colId xmlns:a16="http://schemas.microsoft.com/office/drawing/2014/main" val="4826949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382771519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4984013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522361073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31115062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Maxint=32767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86700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ysClr val="windowText" lastClr="000000"/>
                          </a:solidFill>
                        </a:rPr>
                        <a:t>读入</a:t>
                      </a:r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084786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S=1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56064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I=1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31529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A=1</a:t>
                      </a:r>
                      <a:endParaRPr lang="zh-CN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WHILE(I&lt;N And A&lt;&gt;2)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704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5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A=2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S=S*I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55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ysClr val="windowText" lastClr="000000"/>
                          </a:solidFill>
                        </a:rPr>
                        <a:t>I=I+1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00734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24283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输出 “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N!=”,S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输出 “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太大”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01968"/>
                  </a:ext>
                </a:extLst>
              </a:tr>
            </a:tbl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2E883AF0-8BB7-CB2D-B859-DFC34DC6DA08}"/>
              </a:ext>
            </a:extLst>
          </p:cNvPr>
          <p:cNvSpPr txBox="1"/>
          <p:nvPr/>
        </p:nvSpPr>
        <p:spPr>
          <a:xfrm>
            <a:off x="2331986" y="2692549"/>
            <a:ext cx="1217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IF Maxint/I&lt;S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7B143A5-BAC3-D069-3A96-6B89D403B5D3}"/>
              </a:ext>
            </a:extLst>
          </p:cNvPr>
          <p:cNvSpPr txBox="1"/>
          <p:nvPr/>
        </p:nvSpPr>
        <p:spPr>
          <a:xfrm>
            <a:off x="2203330" y="3857675"/>
            <a:ext cx="698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IF A=1</a:t>
            </a:r>
          </a:p>
        </p:txBody>
      </p:sp>
    </p:spTree>
    <p:extLst>
      <p:ext uri="{BB962C8B-B14F-4D97-AF65-F5344CB8AC3E}">
        <p14:creationId xmlns:p14="http://schemas.microsoft.com/office/powerpoint/2010/main" val="1052794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CBC7D2F-8FFA-9742-334D-84A2D2173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778538"/>
              </p:ext>
            </p:extLst>
          </p:nvPr>
        </p:nvGraphicFramePr>
        <p:xfrm>
          <a:off x="250825" y="76200"/>
          <a:ext cx="2520000" cy="670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51310258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635162809"/>
                    </a:ext>
                  </a:extLst>
                </a:gridCol>
              </a:tblGrid>
              <a:tr h="2360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693431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WHILE I&lt;SUM1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18270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输入考生基本情况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20012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I=I+1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111743"/>
                  </a:ext>
                </a:extLst>
              </a:tr>
              <a:tr h="2360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113748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WHILE I&lt;SUM1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128031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输入考生基成绩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22144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I=I+1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767236"/>
                  </a:ext>
                </a:extLst>
              </a:tr>
              <a:tr h="2360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120706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WHILE I&lt;SUM1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131314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计算总分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993927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I=I+1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37297"/>
                  </a:ext>
                </a:extLst>
              </a:tr>
              <a:tr h="2360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747441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WHILE I&lt;SUM1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4652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输出考生成绩单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067162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I=I+1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508971"/>
                  </a:ext>
                </a:extLst>
              </a:tr>
              <a:tr h="23605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按总分排序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700053"/>
                  </a:ext>
                </a:extLst>
              </a:tr>
              <a:tr h="23605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I=I+1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74330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WHILE I&lt;SUM2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253071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录用；输出录用通知书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650895"/>
                  </a:ext>
                </a:extLst>
              </a:tr>
              <a:tr h="23605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I=I+1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498202"/>
                  </a:ext>
                </a:extLst>
              </a:tr>
              <a:tr h="23605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考试情况统计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664319"/>
                  </a:ext>
                </a:extLst>
              </a:tr>
            </a:tbl>
          </a:graphicData>
        </a:graphic>
      </p:graphicFrame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A26EFBCF-6982-CB4B-E0F3-7BD8D2FEB164}"/>
              </a:ext>
            </a:extLst>
          </p:cNvPr>
          <p:cNvSpPr/>
          <p:nvPr/>
        </p:nvSpPr>
        <p:spPr>
          <a:xfrm>
            <a:off x="8028015" y="437290"/>
            <a:ext cx="144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输入考生成绩</a:t>
            </a:r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E1571D3E-3756-A66C-127E-F62B1701EFC4}"/>
              </a:ext>
            </a:extLst>
          </p:cNvPr>
          <p:cNvSpPr/>
          <p:nvPr/>
        </p:nvSpPr>
        <p:spPr>
          <a:xfrm>
            <a:off x="4596990" y="1275316"/>
            <a:ext cx="648000" cy="504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考生</a:t>
            </a:r>
          </a:p>
        </p:txBody>
      </p: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EE9323D0-CA69-8FBE-4201-63532C54CD88}"/>
              </a:ext>
            </a:extLst>
          </p:cNvPr>
          <p:cNvSpPr/>
          <p:nvPr/>
        </p:nvSpPr>
        <p:spPr>
          <a:xfrm>
            <a:off x="5764665" y="1275316"/>
            <a:ext cx="1080000" cy="504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登记考生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情况</a:t>
            </a:r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6F337A54-9E7E-D2DF-8128-7805278A7C98}"/>
              </a:ext>
            </a:extLst>
          </p:cNvPr>
          <p:cNvSpPr/>
          <p:nvPr/>
        </p:nvSpPr>
        <p:spPr>
          <a:xfrm>
            <a:off x="7148340" y="1275316"/>
            <a:ext cx="648000" cy="504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考前处理</a:t>
            </a: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2AE44745-A9F3-A697-267A-84005FC2D813}"/>
              </a:ext>
            </a:extLst>
          </p:cNvPr>
          <p:cNvSpPr/>
          <p:nvPr/>
        </p:nvSpPr>
        <p:spPr>
          <a:xfrm>
            <a:off x="8208015" y="1275316"/>
            <a:ext cx="1080000" cy="504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计算考生成绩总分</a:t>
            </a: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61C7A305-A9AA-37BB-E169-07A7A7666E25}"/>
              </a:ext>
            </a:extLst>
          </p:cNvPr>
          <p:cNvSpPr/>
          <p:nvPr/>
        </p:nvSpPr>
        <p:spPr>
          <a:xfrm>
            <a:off x="9521715" y="1275316"/>
            <a:ext cx="1080000" cy="504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各专业考生按总分排序</a:t>
            </a:r>
          </a:p>
        </p:txBody>
      </p:sp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0D1A6C90-1338-5B2A-04C9-432448B71538}"/>
              </a:ext>
            </a:extLst>
          </p:cNvPr>
          <p:cNvSpPr/>
          <p:nvPr/>
        </p:nvSpPr>
        <p:spPr>
          <a:xfrm>
            <a:off x="10835415" y="1275316"/>
            <a:ext cx="648000" cy="504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录用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E0147F-FADC-098E-2A6D-06D424B38D6B}"/>
              </a:ext>
            </a:extLst>
          </p:cNvPr>
          <p:cNvSpPr/>
          <p:nvPr/>
        </p:nvSpPr>
        <p:spPr>
          <a:xfrm>
            <a:off x="8028015" y="2257342"/>
            <a:ext cx="144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输出考生成绩</a:t>
            </a:r>
          </a:p>
        </p:txBody>
      </p:sp>
      <p:sp>
        <p:nvSpPr>
          <p:cNvPr id="11" name="流程图: 过程 10">
            <a:extLst>
              <a:ext uri="{FF2B5EF4-FFF2-40B4-BE49-F238E27FC236}">
                <a16:creationId xmlns:a16="http://schemas.microsoft.com/office/drawing/2014/main" id="{5FCF7E8C-52FC-31A8-F212-607F8A88B3EC}"/>
              </a:ext>
            </a:extLst>
          </p:cNvPr>
          <p:cNvSpPr/>
          <p:nvPr/>
        </p:nvSpPr>
        <p:spPr>
          <a:xfrm>
            <a:off x="10043415" y="2257342"/>
            <a:ext cx="144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输出录用通知书</a:t>
            </a:r>
          </a:p>
        </p:txBody>
      </p: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D0151C4D-3F7C-0985-8FC0-2D3156C27897}"/>
              </a:ext>
            </a:extLst>
          </p:cNvPr>
          <p:cNvSpPr/>
          <p:nvPr/>
        </p:nvSpPr>
        <p:spPr>
          <a:xfrm>
            <a:off x="10439415" y="3428743"/>
            <a:ext cx="648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考生</a:t>
            </a: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9CED4E45-AE55-7CFE-5297-FBD39148A2E8}"/>
              </a:ext>
            </a:extLst>
          </p:cNvPr>
          <p:cNvSpPr/>
          <p:nvPr/>
        </p:nvSpPr>
        <p:spPr>
          <a:xfrm>
            <a:off x="8028015" y="4266770"/>
            <a:ext cx="144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考生情况统计</a:t>
            </a:r>
          </a:p>
        </p:txBody>
      </p:sp>
      <p:sp>
        <p:nvSpPr>
          <p:cNvPr id="14" name="流程图: 存储数据 13">
            <a:extLst>
              <a:ext uri="{FF2B5EF4-FFF2-40B4-BE49-F238E27FC236}">
                <a16:creationId xmlns:a16="http://schemas.microsoft.com/office/drawing/2014/main" id="{2D2AB50B-E678-231D-9AB2-8FBD1E3997C6}"/>
              </a:ext>
            </a:extLst>
          </p:cNvPr>
          <p:cNvSpPr/>
          <p:nvPr/>
        </p:nvSpPr>
        <p:spPr>
          <a:xfrm>
            <a:off x="7920015" y="3428743"/>
            <a:ext cx="1656000" cy="360000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考生情况文件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5A4D330-981B-02E4-F912-3A1F407E28B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244990" y="1527316"/>
            <a:ext cx="5196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09F9E17-2737-A197-71C0-289BD6509CD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844665" y="1527316"/>
            <a:ext cx="3036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7B07C1C-F072-2F01-ECCC-008733E72F4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796340" y="1527316"/>
            <a:ext cx="4116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0D03B5A-772F-31C8-2826-32F049949F8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9288015" y="1527316"/>
            <a:ext cx="233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8A0F4CB-23DE-7359-6EC6-BB6F4A13BFF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0601715" y="1527316"/>
            <a:ext cx="2337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5E52A67-AFF0-C26D-7AC4-73177395CC1B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8748015" y="797290"/>
            <a:ext cx="0" cy="478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4A1B141-662F-5E83-C332-3A2C902CCC48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8748015" y="1779316"/>
            <a:ext cx="0" cy="478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5D6990F-66BC-550D-D7CF-4797B147BB82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8748015" y="2617342"/>
            <a:ext cx="0" cy="811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4E9F4D3-CF11-D313-D0D5-0577F571747A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8748015" y="3788743"/>
            <a:ext cx="0" cy="4780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E8B35A0-BF43-B070-021C-74F73C47E0F6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10763415" y="2617342"/>
            <a:ext cx="0" cy="811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1121F4E-67A1-F8FB-A90A-569517B3BD70}"/>
              </a:ext>
            </a:extLst>
          </p:cNvPr>
          <p:cNvCxnSpPr>
            <a:cxnSpLocks/>
          </p:cNvCxnSpPr>
          <p:nvPr/>
        </p:nvCxnSpPr>
        <p:spPr>
          <a:xfrm>
            <a:off x="6304665" y="2979466"/>
            <a:ext cx="3960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657D450-117A-273E-6F37-CE58C5CC95C9}"/>
              </a:ext>
            </a:extLst>
          </p:cNvPr>
          <p:cNvCxnSpPr>
            <a:cxnSpLocks/>
          </p:cNvCxnSpPr>
          <p:nvPr/>
        </p:nvCxnSpPr>
        <p:spPr>
          <a:xfrm>
            <a:off x="6304665" y="1779316"/>
            <a:ext cx="0" cy="1200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7B39968-1B25-06D7-B62E-8D8DF39EEE20}"/>
              </a:ext>
            </a:extLst>
          </p:cNvPr>
          <p:cNvCxnSpPr>
            <a:cxnSpLocks/>
          </p:cNvCxnSpPr>
          <p:nvPr/>
        </p:nvCxnSpPr>
        <p:spPr>
          <a:xfrm>
            <a:off x="7472340" y="1779316"/>
            <a:ext cx="0" cy="1200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109EAA9C-AC39-0DF0-59A3-AC153C04D3FC}"/>
              </a:ext>
            </a:extLst>
          </p:cNvPr>
          <p:cNvCxnSpPr>
            <a:stCxn id="10" idx="1"/>
            <a:endCxn id="4" idx="2"/>
          </p:cNvCxnSpPr>
          <p:nvPr/>
        </p:nvCxnSpPr>
        <p:spPr>
          <a:xfrm rot="10800000">
            <a:off x="4920991" y="1779316"/>
            <a:ext cx="3107025" cy="6580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3F5E78D-A8A5-23B3-B031-5F536F2B825B}"/>
              </a:ext>
            </a:extLst>
          </p:cNvPr>
          <p:cNvCxnSpPr>
            <a:cxnSpLocks/>
          </p:cNvCxnSpPr>
          <p:nvPr/>
        </p:nvCxnSpPr>
        <p:spPr>
          <a:xfrm>
            <a:off x="9785490" y="1779316"/>
            <a:ext cx="0" cy="1200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FA73467-FC7B-EC18-0770-9D236862B7A6}"/>
              </a:ext>
            </a:extLst>
          </p:cNvPr>
          <p:cNvCxnSpPr>
            <a:cxnSpLocks/>
          </p:cNvCxnSpPr>
          <p:nvPr/>
        </p:nvCxnSpPr>
        <p:spPr>
          <a:xfrm>
            <a:off x="10264665" y="2619466"/>
            <a:ext cx="0" cy="36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674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DFB7948A-6F96-3A33-54E4-B7022B46D65C}"/>
              </a:ext>
            </a:extLst>
          </p:cNvPr>
          <p:cNvGrpSpPr/>
          <p:nvPr/>
        </p:nvGrpSpPr>
        <p:grpSpPr>
          <a:xfrm>
            <a:off x="1365044" y="811851"/>
            <a:ext cx="720000" cy="1227411"/>
            <a:chOff x="2646998" y="1122680"/>
            <a:chExt cx="720000" cy="1227411"/>
          </a:xfrm>
        </p:grpSpPr>
        <p:sp>
          <p:nvSpPr>
            <p:cNvPr id="25" name="流程图: 过程 24">
              <a:extLst>
                <a:ext uri="{FF2B5EF4-FFF2-40B4-BE49-F238E27FC236}">
                  <a16:creationId xmlns:a16="http://schemas.microsoft.com/office/drawing/2014/main" id="{75657256-3F0B-5FC0-9242-9B390FD7A03E}"/>
                </a:ext>
              </a:extLst>
            </p:cNvPr>
            <p:cNvSpPr/>
            <p:nvPr/>
          </p:nvSpPr>
          <p:spPr>
            <a:xfrm>
              <a:off x="2646998" y="1122680"/>
              <a:ext cx="720000" cy="3600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流程图: 过程 25">
              <a:extLst>
                <a:ext uri="{FF2B5EF4-FFF2-40B4-BE49-F238E27FC236}">
                  <a16:creationId xmlns:a16="http://schemas.microsoft.com/office/drawing/2014/main" id="{3302E5C5-0743-3987-F685-8C2A41B4AE0E}"/>
                </a:ext>
              </a:extLst>
            </p:cNvPr>
            <p:cNvSpPr/>
            <p:nvPr/>
          </p:nvSpPr>
          <p:spPr>
            <a:xfrm>
              <a:off x="2646998" y="1556386"/>
              <a:ext cx="720000" cy="3600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流程图: 过程 26">
              <a:extLst>
                <a:ext uri="{FF2B5EF4-FFF2-40B4-BE49-F238E27FC236}">
                  <a16:creationId xmlns:a16="http://schemas.microsoft.com/office/drawing/2014/main" id="{E8EC3C67-6D3A-751A-6547-62BA9728D593}"/>
                </a:ext>
              </a:extLst>
            </p:cNvPr>
            <p:cNvSpPr/>
            <p:nvPr/>
          </p:nvSpPr>
          <p:spPr>
            <a:xfrm>
              <a:off x="2646998" y="1990091"/>
              <a:ext cx="720000" cy="3600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5C139B1-D7E8-E541-6C8C-4F9056AC6BDC}"/>
              </a:ext>
            </a:extLst>
          </p:cNvPr>
          <p:cNvCxnSpPr>
            <a:cxnSpLocks/>
          </p:cNvCxnSpPr>
          <p:nvPr/>
        </p:nvCxnSpPr>
        <p:spPr>
          <a:xfrm>
            <a:off x="1365044" y="525556"/>
            <a:ext cx="0" cy="1800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4177E9-0C0D-B3D4-0865-9B94652F85A8}"/>
              </a:ext>
            </a:extLst>
          </p:cNvPr>
          <p:cNvGrpSpPr/>
          <p:nvPr/>
        </p:nvGrpSpPr>
        <p:grpSpPr>
          <a:xfrm>
            <a:off x="5857224" y="1060339"/>
            <a:ext cx="720000" cy="1027386"/>
            <a:chOff x="7126060" y="1375931"/>
            <a:chExt cx="720000" cy="1027386"/>
          </a:xfrm>
        </p:grpSpPr>
        <p:sp>
          <p:nvSpPr>
            <p:cNvPr id="30" name="流程图: 过程 29">
              <a:extLst>
                <a:ext uri="{FF2B5EF4-FFF2-40B4-BE49-F238E27FC236}">
                  <a16:creationId xmlns:a16="http://schemas.microsoft.com/office/drawing/2014/main" id="{69D7C2F2-45E5-216B-3D5E-BFB59DAC1B94}"/>
                </a:ext>
              </a:extLst>
            </p:cNvPr>
            <p:cNvSpPr/>
            <p:nvPr/>
          </p:nvSpPr>
          <p:spPr>
            <a:xfrm>
              <a:off x="7126060" y="1375931"/>
              <a:ext cx="720000" cy="3600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流程图: 过程 31">
              <a:extLst>
                <a:ext uri="{FF2B5EF4-FFF2-40B4-BE49-F238E27FC236}">
                  <a16:creationId xmlns:a16="http://schemas.microsoft.com/office/drawing/2014/main" id="{49DA8E05-D811-9B4D-AD88-EEEC185B8C0C}"/>
                </a:ext>
              </a:extLst>
            </p:cNvPr>
            <p:cNvSpPr/>
            <p:nvPr/>
          </p:nvSpPr>
          <p:spPr>
            <a:xfrm>
              <a:off x="7126060" y="2043317"/>
              <a:ext cx="720000" cy="360000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F6491D7-F752-BBBB-E6B4-0FEACFF0A5DE}"/>
              </a:ext>
            </a:extLst>
          </p:cNvPr>
          <p:cNvCxnSpPr>
            <a:cxnSpLocks/>
          </p:cNvCxnSpPr>
          <p:nvPr/>
        </p:nvCxnSpPr>
        <p:spPr>
          <a:xfrm>
            <a:off x="5120206" y="674032"/>
            <a:ext cx="0" cy="1800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CBFA2BD-7BD4-4A05-6B41-F21DD7F20DF3}"/>
              </a:ext>
            </a:extLst>
          </p:cNvPr>
          <p:cNvSpPr/>
          <p:nvPr/>
        </p:nvSpPr>
        <p:spPr>
          <a:xfrm>
            <a:off x="5120207" y="1214032"/>
            <a:ext cx="565567" cy="720000"/>
          </a:xfrm>
          <a:custGeom>
            <a:avLst/>
            <a:gdLst>
              <a:gd name="csX0" fmla="*/ 0 w 565567"/>
              <a:gd name="csY0" fmla="*/ 0 h 720000"/>
              <a:gd name="csX1" fmla="*/ 565567 w 565567"/>
              <a:gd name="csY1" fmla="*/ 0 h 720000"/>
              <a:gd name="csX2" fmla="*/ 360000 w 565567"/>
              <a:gd name="csY2" fmla="*/ 360000 h 720000"/>
              <a:gd name="csX3" fmla="*/ 565567 w 565567"/>
              <a:gd name="csY3" fmla="*/ 720000 h 720000"/>
              <a:gd name="csX4" fmla="*/ 0 w 565567"/>
              <a:gd name="csY4" fmla="*/ 72000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5567" h="720000">
                <a:moveTo>
                  <a:pt x="0" y="0"/>
                </a:moveTo>
                <a:lnTo>
                  <a:pt x="565567" y="0"/>
                </a:lnTo>
                <a:lnTo>
                  <a:pt x="360000" y="360000"/>
                </a:lnTo>
                <a:lnTo>
                  <a:pt x="565567" y="720000"/>
                </a:lnTo>
                <a:lnTo>
                  <a:pt x="0" y="72000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sz="1600" dirty="0">
                <a:solidFill>
                  <a:schemeClr val="tx1"/>
                </a:solidFill>
              </a:rPr>
              <a:t>C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0B64D4E-8C45-EA81-B470-B0E85870D24A}"/>
              </a:ext>
            </a:extLst>
          </p:cNvPr>
          <p:cNvCxnSpPr>
            <a:cxnSpLocks/>
          </p:cNvCxnSpPr>
          <p:nvPr/>
        </p:nvCxnSpPr>
        <p:spPr>
          <a:xfrm>
            <a:off x="5355574" y="1214032"/>
            <a:ext cx="50165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5C1B8D2-C9D1-F85F-0A4A-A5CDD9B1E5FD}"/>
              </a:ext>
            </a:extLst>
          </p:cNvPr>
          <p:cNvCxnSpPr>
            <a:cxnSpLocks/>
          </p:cNvCxnSpPr>
          <p:nvPr/>
        </p:nvCxnSpPr>
        <p:spPr>
          <a:xfrm>
            <a:off x="5355574" y="1934032"/>
            <a:ext cx="50165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过程 45">
            <a:extLst>
              <a:ext uri="{FF2B5EF4-FFF2-40B4-BE49-F238E27FC236}">
                <a16:creationId xmlns:a16="http://schemas.microsoft.com/office/drawing/2014/main" id="{2B4F161F-F5EE-B7E6-670A-E0AF9359B556}"/>
              </a:ext>
            </a:extLst>
          </p:cNvPr>
          <p:cNvSpPr/>
          <p:nvPr/>
        </p:nvSpPr>
        <p:spPr>
          <a:xfrm>
            <a:off x="10781440" y="651876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流程图: 过程 46">
            <a:extLst>
              <a:ext uri="{FF2B5EF4-FFF2-40B4-BE49-F238E27FC236}">
                <a16:creationId xmlns:a16="http://schemas.microsoft.com/office/drawing/2014/main" id="{194F6E28-6412-7F12-971C-14C1D2744061}"/>
              </a:ext>
            </a:extLst>
          </p:cNvPr>
          <p:cNvSpPr/>
          <p:nvPr/>
        </p:nvSpPr>
        <p:spPr>
          <a:xfrm>
            <a:off x="10781440" y="1060998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2E7B508-3958-2277-9504-5F9150A64A18}"/>
              </a:ext>
            </a:extLst>
          </p:cNvPr>
          <p:cNvCxnSpPr>
            <a:cxnSpLocks/>
          </p:cNvCxnSpPr>
          <p:nvPr/>
        </p:nvCxnSpPr>
        <p:spPr>
          <a:xfrm>
            <a:off x="9701440" y="682219"/>
            <a:ext cx="0" cy="1800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967A285-3FDC-9D4C-707C-6E1C8B284E3E}"/>
              </a:ext>
            </a:extLst>
          </p:cNvPr>
          <p:cNvCxnSpPr>
            <a:cxnSpLocks/>
          </p:cNvCxnSpPr>
          <p:nvPr/>
        </p:nvCxnSpPr>
        <p:spPr>
          <a:xfrm>
            <a:off x="9701440" y="862219"/>
            <a:ext cx="1080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E5B69E4-2746-25BD-4A4F-08D92DDB6AF6}"/>
              </a:ext>
            </a:extLst>
          </p:cNvPr>
          <p:cNvCxnSpPr>
            <a:cxnSpLocks/>
          </p:cNvCxnSpPr>
          <p:nvPr/>
        </p:nvCxnSpPr>
        <p:spPr>
          <a:xfrm>
            <a:off x="9701440" y="2302219"/>
            <a:ext cx="1080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流程图: 过程 51">
            <a:extLst>
              <a:ext uri="{FF2B5EF4-FFF2-40B4-BE49-F238E27FC236}">
                <a16:creationId xmlns:a16="http://schemas.microsoft.com/office/drawing/2014/main" id="{0C6AF131-2814-7E2B-1483-DA7B87417134}"/>
              </a:ext>
            </a:extLst>
          </p:cNvPr>
          <p:cNvSpPr/>
          <p:nvPr/>
        </p:nvSpPr>
        <p:spPr>
          <a:xfrm>
            <a:off x="10781440" y="2114032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流程图: 过程 52">
            <a:extLst>
              <a:ext uri="{FF2B5EF4-FFF2-40B4-BE49-F238E27FC236}">
                <a16:creationId xmlns:a16="http://schemas.microsoft.com/office/drawing/2014/main" id="{E82BB0E7-7A49-4CBA-4AB6-15ADA80A2BD3}"/>
              </a:ext>
            </a:extLst>
          </p:cNvPr>
          <p:cNvSpPr/>
          <p:nvPr/>
        </p:nvSpPr>
        <p:spPr>
          <a:xfrm>
            <a:off x="10781440" y="1470120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72911CB-A2A6-620F-369C-44AE4AC172A6}"/>
              </a:ext>
            </a:extLst>
          </p:cNvPr>
          <p:cNvSpPr txBox="1"/>
          <p:nvPr/>
        </p:nvSpPr>
        <p:spPr>
          <a:xfrm>
            <a:off x="10906408" y="1833577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…</a:t>
            </a:r>
            <a:endParaRPr lang="zh-CN" altLang="en-US" sz="1200" dirty="0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03CECAD-EDAB-86EB-410C-29626256F4AF}"/>
              </a:ext>
            </a:extLst>
          </p:cNvPr>
          <p:cNvCxnSpPr>
            <a:cxnSpLocks/>
          </p:cNvCxnSpPr>
          <p:nvPr/>
        </p:nvCxnSpPr>
        <p:spPr>
          <a:xfrm>
            <a:off x="10601440" y="1256170"/>
            <a:ext cx="180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1B1B137-26E6-E046-0E00-196B263465B0}"/>
              </a:ext>
            </a:extLst>
          </p:cNvPr>
          <p:cNvCxnSpPr>
            <a:cxnSpLocks/>
          </p:cNvCxnSpPr>
          <p:nvPr/>
        </p:nvCxnSpPr>
        <p:spPr>
          <a:xfrm>
            <a:off x="10601440" y="1650120"/>
            <a:ext cx="180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283D7C27-7B68-3E24-6B1C-DCD68076B2D4}"/>
              </a:ext>
            </a:extLst>
          </p:cNvPr>
          <p:cNvSpPr txBox="1"/>
          <p:nvPr/>
        </p:nvSpPr>
        <p:spPr>
          <a:xfrm>
            <a:off x="9701440" y="1428331"/>
            <a:ext cx="535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Case</a:t>
            </a:r>
            <a:endParaRPr lang="zh-CN" altLang="en-US" sz="1400" dirty="0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49AADB1-7D66-32B7-F179-D99ADF747E4A}"/>
              </a:ext>
            </a:extLst>
          </p:cNvPr>
          <p:cNvCxnSpPr>
            <a:cxnSpLocks/>
          </p:cNvCxnSpPr>
          <p:nvPr/>
        </p:nvCxnSpPr>
        <p:spPr>
          <a:xfrm rot="2040000">
            <a:off x="10534209" y="836406"/>
            <a:ext cx="0" cy="252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ED43E0D-44F5-A4FB-B416-01B65E57109C}"/>
              </a:ext>
            </a:extLst>
          </p:cNvPr>
          <p:cNvCxnSpPr>
            <a:cxnSpLocks/>
          </p:cNvCxnSpPr>
          <p:nvPr/>
        </p:nvCxnSpPr>
        <p:spPr>
          <a:xfrm rot="19560000" flipV="1">
            <a:off x="10534209" y="1046912"/>
            <a:ext cx="0" cy="252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A10CABF-01D8-A55D-6FFD-200352350681}"/>
              </a:ext>
            </a:extLst>
          </p:cNvPr>
          <p:cNvCxnSpPr>
            <a:cxnSpLocks/>
          </p:cNvCxnSpPr>
          <p:nvPr/>
        </p:nvCxnSpPr>
        <p:spPr>
          <a:xfrm rot="2040000">
            <a:off x="10534209" y="1234629"/>
            <a:ext cx="0" cy="252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DBCB3AAD-31ED-7835-BEB6-41E00CC3936E}"/>
              </a:ext>
            </a:extLst>
          </p:cNvPr>
          <p:cNvCxnSpPr>
            <a:cxnSpLocks/>
          </p:cNvCxnSpPr>
          <p:nvPr/>
        </p:nvCxnSpPr>
        <p:spPr>
          <a:xfrm rot="19560000" flipV="1">
            <a:off x="10534209" y="1419661"/>
            <a:ext cx="0" cy="252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0DF81722-492E-209F-6D6F-6D1F14E10834}"/>
              </a:ext>
            </a:extLst>
          </p:cNvPr>
          <p:cNvSpPr txBox="1"/>
          <p:nvPr/>
        </p:nvSpPr>
        <p:spPr>
          <a:xfrm>
            <a:off x="10160574" y="831876"/>
            <a:ext cx="383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L1</a:t>
            </a:r>
            <a:endParaRPr lang="zh-CN" altLang="en-US" sz="14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895B133-6907-0535-955D-1C37F9972522}"/>
              </a:ext>
            </a:extLst>
          </p:cNvPr>
          <p:cNvSpPr txBox="1"/>
          <p:nvPr/>
        </p:nvSpPr>
        <p:spPr>
          <a:xfrm>
            <a:off x="10160574" y="1114931"/>
            <a:ext cx="383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L2</a:t>
            </a:r>
            <a:endParaRPr lang="zh-CN" altLang="en-US" sz="14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00CDC3F-98F5-0025-DD11-97848BA51400}"/>
              </a:ext>
            </a:extLst>
          </p:cNvPr>
          <p:cNvSpPr txBox="1"/>
          <p:nvPr/>
        </p:nvSpPr>
        <p:spPr>
          <a:xfrm>
            <a:off x="10160574" y="2032380"/>
            <a:ext cx="383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Ln</a:t>
            </a:r>
            <a:endParaRPr lang="zh-CN" altLang="en-US" sz="1400" dirty="0"/>
          </a:p>
        </p:txBody>
      </p:sp>
      <p:sp>
        <p:nvSpPr>
          <p:cNvPr id="70" name="流程图: 过程 69">
            <a:extLst>
              <a:ext uri="{FF2B5EF4-FFF2-40B4-BE49-F238E27FC236}">
                <a16:creationId xmlns:a16="http://schemas.microsoft.com/office/drawing/2014/main" id="{8A17795D-C353-940B-8C2C-4131C6AD8529}"/>
              </a:ext>
            </a:extLst>
          </p:cNvPr>
          <p:cNvSpPr/>
          <p:nvPr/>
        </p:nvSpPr>
        <p:spPr>
          <a:xfrm>
            <a:off x="2316163" y="5094090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1" name="流程图: 过程 70">
            <a:extLst>
              <a:ext uri="{FF2B5EF4-FFF2-40B4-BE49-F238E27FC236}">
                <a16:creationId xmlns:a16="http://schemas.microsoft.com/office/drawing/2014/main" id="{6AC971CF-9A0C-1472-1DB7-AC473D3FE1E8}"/>
              </a:ext>
            </a:extLst>
          </p:cNvPr>
          <p:cNvSpPr/>
          <p:nvPr/>
        </p:nvSpPr>
        <p:spPr>
          <a:xfrm>
            <a:off x="963613" y="5094090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WHILE C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302642B9-4C74-2C39-FAA8-498A04EBB4F6}"/>
              </a:ext>
            </a:extLst>
          </p:cNvPr>
          <p:cNvCxnSpPr>
            <a:cxnSpLocks/>
          </p:cNvCxnSpPr>
          <p:nvPr/>
        </p:nvCxnSpPr>
        <p:spPr>
          <a:xfrm>
            <a:off x="963613" y="4374089"/>
            <a:ext cx="0" cy="1800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3E340374-4649-CAE5-9ED3-1304665ED9E8}"/>
              </a:ext>
            </a:extLst>
          </p:cNvPr>
          <p:cNvCxnSpPr>
            <a:stCxn id="71" idx="3"/>
            <a:endCxn id="70" idx="1"/>
          </p:cNvCxnSpPr>
          <p:nvPr/>
        </p:nvCxnSpPr>
        <p:spPr>
          <a:xfrm>
            <a:off x="2043613" y="5274090"/>
            <a:ext cx="27255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流程图: 过程 75">
            <a:extLst>
              <a:ext uri="{FF2B5EF4-FFF2-40B4-BE49-F238E27FC236}">
                <a16:creationId xmlns:a16="http://schemas.microsoft.com/office/drawing/2014/main" id="{E293555C-0116-C524-AEA1-2849F4C538C8}"/>
              </a:ext>
            </a:extLst>
          </p:cNvPr>
          <p:cNvSpPr/>
          <p:nvPr/>
        </p:nvSpPr>
        <p:spPr>
          <a:xfrm>
            <a:off x="5402263" y="5094090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7" name="流程图: 过程 76">
            <a:extLst>
              <a:ext uri="{FF2B5EF4-FFF2-40B4-BE49-F238E27FC236}">
                <a16:creationId xmlns:a16="http://schemas.microsoft.com/office/drawing/2014/main" id="{210FCEE7-639D-201A-3866-3DDEB17C03CF}"/>
              </a:ext>
            </a:extLst>
          </p:cNvPr>
          <p:cNvSpPr/>
          <p:nvPr/>
        </p:nvSpPr>
        <p:spPr>
          <a:xfrm>
            <a:off x="4049713" y="5094090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WHILE C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6208DC2-7AB2-85F3-D735-E98754C8548C}"/>
              </a:ext>
            </a:extLst>
          </p:cNvPr>
          <p:cNvCxnSpPr>
            <a:cxnSpLocks/>
          </p:cNvCxnSpPr>
          <p:nvPr/>
        </p:nvCxnSpPr>
        <p:spPr>
          <a:xfrm>
            <a:off x="4049713" y="4374089"/>
            <a:ext cx="0" cy="1800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BC7CC0E-7868-B3B8-D847-32A136FDD046}"/>
              </a:ext>
            </a:extLst>
          </p:cNvPr>
          <p:cNvCxnSpPr>
            <a:stCxn id="77" idx="3"/>
            <a:endCxn id="76" idx="1"/>
          </p:cNvCxnSpPr>
          <p:nvPr/>
        </p:nvCxnSpPr>
        <p:spPr>
          <a:xfrm>
            <a:off x="5129713" y="5274090"/>
            <a:ext cx="27255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A41127F1-A81B-36D9-2843-6181D5F22709}"/>
              </a:ext>
            </a:extLst>
          </p:cNvPr>
          <p:cNvCxnSpPr>
            <a:cxnSpLocks/>
          </p:cNvCxnSpPr>
          <p:nvPr/>
        </p:nvCxnSpPr>
        <p:spPr>
          <a:xfrm>
            <a:off x="1057275" y="5094089"/>
            <a:ext cx="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2E674AFA-61B0-90F7-2E72-4C4F23AB7270}"/>
              </a:ext>
            </a:extLst>
          </p:cNvPr>
          <p:cNvCxnSpPr>
            <a:cxnSpLocks/>
          </p:cNvCxnSpPr>
          <p:nvPr/>
        </p:nvCxnSpPr>
        <p:spPr>
          <a:xfrm>
            <a:off x="5038725" y="5094089"/>
            <a:ext cx="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流程图: 接点 82">
            <a:extLst>
              <a:ext uri="{FF2B5EF4-FFF2-40B4-BE49-F238E27FC236}">
                <a16:creationId xmlns:a16="http://schemas.microsoft.com/office/drawing/2014/main" id="{E6A0018D-7A12-2521-BED6-478623B71FAA}"/>
              </a:ext>
            </a:extLst>
          </p:cNvPr>
          <p:cNvSpPr/>
          <p:nvPr/>
        </p:nvSpPr>
        <p:spPr>
          <a:xfrm>
            <a:off x="6971665" y="4914089"/>
            <a:ext cx="720000" cy="72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87D17B73-3E6B-3E6A-E583-3A96865D33A8}"/>
              </a:ext>
            </a:extLst>
          </p:cNvPr>
          <p:cNvGrpSpPr/>
          <p:nvPr/>
        </p:nvGrpSpPr>
        <p:grpSpPr>
          <a:xfrm>
            <a:off x="8513558" y="4961790"/>
            <a:ext cx="1800000" cy="624598"/>
            <a:chOff x="8513558" y="5204908"/>
            <a:chExt cx="1800000" cy="62459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53D05614-E95C-1BCB-B73C-F41B3FF67B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13558" y="4777106"/>
              <a:ext cx="0" cy="1800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F8B91F41-1ACD-1675-F5AB-8F83802D01A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13558" y="4929506"/>
              <a:ext cx="0" cy="1800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4C78CB0E-6750-3D96-333E-65BACDBB9CFD}"/>
                </a:ext>
              </a:extLst>
            </p:cNvPr>
            <p:cNvSpPr txBox="1"/>
            <p:nvPr/>
          </p:nvSpPr>
          <p:spPr>
            <a:xfrm>
              <a:off x="9173749" y="5204908"/>
              <a:ext cx="479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/>
                <a:t>def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61213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2E99F4A4-F44A-E77E-9AC4-EC817303D1A3}"/>
              </a:ext>
            </a:extLst>
          </p:cNvPr>
          <p:cNvSpPr/>
          <p:nvPr/>
        </p:nvSpPr>
        <p:spPr>
          <a:xfrm>
            <a:off x="2630488" y="1205761"/>
            <a:ext cx="1656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输入学生基本情况</a:t>
            </a:r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68C12BCB-1623-6FBA-F056-89C360CC54E8}"/>
              </a:ext>
            </a:extLst>
          </p:cNvPr>
          <p:cNvSpPr/>
          <p:nvPr/>
        </p:nvSpPr>
        <p:spPr>
          <a:xfrm>
            <a:off x="1277938" y="1205761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I&lt;=S1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4777065-A671-715E-4BEE-E61CB305CF11}"/>
              </a:ext>
            </a:extLst>
          </p:cNvPr>
          <p:cNvCxnSpPr>
            <a:cxnSpLocks/>
          </p:cNvCxnSpPr>
          <p:nvPr/>
        </p:nvCxnSpPr>
        <p:spPr>
          <a:xfrm>
            <a:off x="1277938" y="523860"/>
            <a:ext cx="0" cy="3024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41814CD-0A94-F1EA-44D2-AAA111417A86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2357938" y="1385761"/>
            <a:ext cx="27255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17DD774-440A-D017-FB2E-81FFCF28807B}"/>
              </a:ext>
            </a:extLst>
          </p:cNvPr>
          <p:cNvCxnSpPr>
            <a:cxnSpLocks/>
          </p:cNvCxnSpPr>
          <p:nvPr/>
        </p:nvCxnSpPr>
        <p:spPr>
          <a:xfrm>
            <a:off x="1371600" y="1205760"/>
            <a:ext cx="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B06152E4-CD63-7478-FAD2-656CC70D2102}"/>
              </a:ext>
            </a:extLst>
          </p:cNvPr>
          <p:cNvSpPr/>
          <p:nvPr/>
        </p:nvSpPr>
        <p:spPr>
          <a:xfrm>
            <a:off x="1277938" y="665762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I=1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8794628-840C-61A7-9389-DF13700CFFD6}"/>
              </a:ext>
            </a:extLst>
          </p:cNvPr>
          <p:cNvCxnSpPr>
            <a:cxnSpLocks/>
          </p:cNvCxnSpPr>
          <p:nvPr/>
        </p:nvCxnSpPr>
        <p:spPr>
          <a:xfrm>
            <a:off x="2630488" y="1102935"/>
            <a:ext cx="0" cy="1080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DD2D8A91-9870-1D69-F81E-A11B171E79AA}"/>
              </a:ext>
            </a:extLst>
          </p:cNvPr>
          <p:cNvSpPr/>
          <p:nvPr/>
        </p:nvSpPr>
        <p:spPr>
          <a:xfrm>
            <a:off x="2630488" y="1731960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I=I+1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流程图: 过程 10">
            <a:extLst>
              <a:ext uri="{FF2B5EF4-FFF2-40B4-BE49-F238E27FC236}">
                <a16:creationId xmlns:a16="http://schemas.microsoft.com/office/drawing/2014/main" id="{A9B7005C-A348-90F9-59DE-BB723F21331D}"/>
              </a:ext>
            </a:extLst>
          </p:cNvPr>
          <p:cNvSpPr/>
          <p:nvPr/>
        </p:nvSpPr>
        <p:spPr>
          <a:xfrm>
            <a:off x="1277938" y="3065836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J&lt;=S2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0D0DB89-4486-EFA3-1A9A-C42ACCC73557}"/>
              </a:ext>
            </a:extLst>
          </p:cNvPr>
          <p:cNvCxnSpPr>
            <a:cxnSpLocks/>
          </p:cNvCxnSpPr>
          <p:nvPr/>
        </p:nvCxnSpPr>
        <p:spPr>
          <a:xfrm>
            <a:off x="1371600" y="3065835"/>
            <a:ext cx="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DEA237DE-2D08-FBB6-ADD4-511BAD6E4F06}"/>
              </a:ext>
            </a:extLst>
          </p:cNvPr>
          <p:cNvSpPr/>
          <p:nvPr/>
        </p:nvSpPr>
        <p:spPr>
          <a:xfrm>
            <a:off x="1277938" y="2525837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J=1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B24E410-B602-9426-66E9-AF40601A8E16}"/>
              </a:ext>
            </a:extLst>
          </p:cNvPr>
          <p:cNvCxnSpPr>
            <a:cxnSpLocks/>
          </p:cNvCxnSpPr>
          <p:nvPr/>
        </p:nvCxnSpPr>
        <p:spPr>
          <a:xfrm>
            <a:off x="2630488" y="2422410"/>
            <a:ext cx="0" cy="1656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过程 16">
            <a:extLst>
              <a:ext uri="{FF2B5EF4-FFF2-40B4-BE49-F238E27FC236}">
                <a16:creationId xmlns:a16="http://schemas.microsoft.com/office/drawing/2014/main" id="{03E9FD5D-F3C9-263F-FFB3-2FB70F1CF59F}"/>
              </a:ext>
            </a:extLst>
          </p:cNvPr>
          <p:cNvSpPr/>
          <p:nvPr/>
        </p:nvSpPr>
        <p:spPr>
          <a:xfrm>
            <a:off x="2630488" y="3584835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J=J+1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1DBA4C7-E523-49FB-F8C5-2B25A2365432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>
            <a:off x="2357938" y="3245836"/>
            <a:ext cx="27255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流程图: 过程 22">
            <a:extLst>
              <a:ext uri="{FF2B5EF4-FFF2-40B4-BE49-F238E27FC236}">
                <a16:creationId xmlns:a16="http://schemas.microsoft.com/office/drawing/2014/main" id="{4B824EB8-2F05-D554-8CE0-9FECE4B0DA98}"/>
              </a:ext>
            </a:extLst>
          </p:cNvPr>
          <p:cNvSpPr/>
          <p:nvPr/>
        </p:nvSpPr>
        <p:spPr>
          <a:xfrm>
            <a:off x="2630488" y="2532437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I=1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流程图: 过程 23">
            <a:extLst>
              <a:ext uri="{FF2B5EF4-FFF2-40B4-BE49-F238E27FC236}">
                <a16:creationId xmlns:a16="http://schemas.microsoft.com/office/drawing/2014/main" id="{62A36EF9-DB86-71AE-E6BF-A59F93E2EE89}"/>
              </a:ext>
            </a:extLst>
          </p:cNvPr>
          <p:cNvSpPr/>
          <p:nvPr/>
        </p:nvSpPr>
        <p:spPr>
          <a:xfrm>
            <a:off x="4069376" y="3058636"/>
            <a:ext cx="144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计算成绩总评分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C041AF0-FFCB-4B80-5D14-F8860F49E5C5}"/>
              </a:ext>
            </a:extLst>
          </p:cNvPr>
          <p:cNvCxnSpPr>
            <a:cxnSpLocks/>
          </p:cNvCxnSpPr>
          <p:nvPr/>
        </p:nvCxnSpPr>
        <p:spPr>
          <a:xfrm>
            <a:off x="4069376" y="2422410"/>
            <a:ext cx="0" cy="16560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图: 过程 25">
            <a:extLst>
              <a:ext uri="{FF2B5EF4-FFF2-40B4-BE49-F238E27FC236}">
                <a16:creationId xmlns:a16="http://schemas.microsoft.com/office/drawing/2014/main" id="{DE9F7AB8-3213-0FB4-D925-A4824D20E010}"/>
              </a:ext>
            </a:extLst>
          </p:cNvPr>
          <p:cNvSpPr/>
          <p:nvPr/>
        </p:nvSpPr>
        <p:spPr>
          <a:xfrm>
            <a:off x="4069376" y="3584835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I=I+1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1AD7B1D-4D6B-4FB8-09E6-4F361D18533E}"/>
              </a:ext>
            </a:extLst>
          </p:cNvPr>
          <p:cNvCxnSpPr>
            <a:cxnSpLocks/>
            <a:stCxn id="30" idx="3"/>
            <a:endCxn id="24" idx="1"/>
          </p:cNvCxnSpPr>
          <p:nvPr/>
        </p:nvCxnSpPr>
        <p:spPr>
          <a:xfrm flipV="1">
            <a:off x="3710488" y="3238636"/>
            <a:ext cx="358888" cy="72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流程图: 过程 27">
            <a:extLst>
              <a:ext uri="{FF2B5EF4-FFF2-40B4-BE49-F238E27FC236}">
                <a16:creationId xmlns:a16="http://schemas.microsoft.com/office/drawing/2014/main" id="{61D4F27E-B881-D22F-574E-ECAB6BA4BF28}"/>
              </a:ext>
            </a:extLst>
          </p:cNvPr>
          <p:cNvSpPr/>
          <p:nvPr/>
        </p:nvSpPr>
        <p:spPr>
          <a:xfrm>
            <a:off x="4069376" y="2532437"/>
            <a:ext cx="1296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输入单科成绩</a:t>
            </a:r>
          </a:p>
        </p:txBody>
      </p:sp>
      <p:sp>
        <p:nvSpPr>
          <p:cNvPr id="30" name="流程图: 过程 29">
            <a:extLst>
              <a:ext uri="{FF2B5EF4-FFF2-40B4-BE49-F238E27FC236}">
                <a16:creationId xmlns:a16="http://schemas.microsoft.com/office/drawing/2014/main" id="{0F4D7B07-1195-9D4D-1AD3-4E8CD71ED7EC}"/>
              </a:ext>
            </a:extLst>
          </p:cNvPr>
          <p:cNvSpPr/>
          <p:nvPr/>
        </p:nvSpPr>
        <p:spPr>
          <a:xfrm>
            <a:off x="2630488" y="3065836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I&lt;=S1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E4902DC-4E74-1F7D-C2D4-D7690C2093C0}"/>
              </a:ext>
            </a:extLst>
          </p:cNvPr>
          <p:cNvCxnSpPr>
            <a:cxnSpLocks/>
          </p:cNvCxnSpPr>
          <p:nvPr/>
        </p:nvCxnSpPr>
        <p:spPr>
          <a:xfrm>
            <a:off x="2728561" y="3065835"/>
            <a:ext cx="0" cy="3600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875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9386504-AE59-5E21-CF60-7417D56CF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87780"/>
              </p:ext>
            </p:extLst>
          </p:nvPr>
        </p:nvGraphicFramePr>
        <p:xfrm>
          <a:off x="241300" y="1002028"/>
          <a:ext cx="36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088532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551663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3763928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9988019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580250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教授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副教授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讲师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助教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5206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专职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7578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外聘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207792"/>
                  </a:ext>
                </a:extLst>
              </a:tr>
            </a:tbl>
          </a:graphicData>
        </a:graphic>
      </p:graphicFrame>
      <p:graphicFrame>
        <p:nvGraphicFramePr>
          <p:cNvPr id="3" name="表格 -1">
            <a:extLst>
              <a:ext uri="{FF2B5EF4-FFF2-40B4-BE49-F238E27FC236}">
                <a16:creationId xmlns:a16="http://schemas.microsoft.com/office/drawing/2014/main" id="{4CCA8BC7-E003-48B6-5045-3AA37BAB1E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904350"/>
              </p:ext>
            </p:extLst>
          </p:nvPr>
        </p:nvGraphicFramePr>
        <p:xfrm>
          <a:off x="241300" y="2255972"/>
          <a:ext cx="648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503441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3738361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707723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7738824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986934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032692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11651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1325729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教授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副教授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讲师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助教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专职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37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-1">
            <a:extLst>
              <a:ext uri="{FF2B5EF4-FFF2-40B4-BE49-F238E27FC236}">
                <a16:creationId xmlns:a16="http://schemas.microsoft.com/office/drawing/2014/main" id="{78AAFF53-4611-2F44-95DD-018AC25D73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3478666"/>
              </p:ext>
            </p:extLst>
          </p:nvPr>
        </p:nvGraphicFramePr>
        <p:xfrm>
          <a:off x="241300" y="484322"/>
          <a:ext cx="6480000" cy="39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503441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3738361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9707723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7738824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986934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0326922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11651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13257294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教授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副教授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讲师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助教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专职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0" u="none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教资</a:t>
                      </a:r>
                      <a:endParaRPr lang="en-US" altLang="zh-CN" sz="1200" b="0" u="none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4022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200" b="0" u="none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</a:t>
                      </a: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1200" b="0" u="none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729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C5A3D780-5EBF-CAC0-0525-4FE77ECCFD98}"/>
              </a:ext>
            </a:extLst>
          </p:cNvPr>
          <p:cNvSpPr txBox="1"/>
          <p:nvPr/>
        </p:nvSpPr>
        <p:spPr>
          <a:xfrm>
            <a:off x="8421437" y="3085528"/>
            <a:ext cx="928288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dirty="0"/>
              <a:t>课时津贴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1F613DD-7CA7-8DF0-4A5D-FE63C169A665}"/>
              </a:ext>
            </a:extLst>
          </p:cNvPr>
          <p:cNvSpPr txBox="1"/>
          <p:nvPr/>
        </p:nvSpPr>
        <p:spPr>
          <a:xfrm>
            <a:off x="9639568" y="2148333"/>
            <a:ext cx="504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dirty="0"/>
              <a:t>兼职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302072E-C915-6AC4-9AEE-028965B757E3}"/>
              </a:ext>
            </a:extLst>
          </p:cNvPr>
          <p:cNvSpPr txBox="1"/>
          <p:nvPr/>
        </p:nvSpPr>
        <p:spPr>
          <a:xfrm>
            <a:off x="10455118" y="1565275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教授     250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F6B2DBF-FFA4-4E5D-7DE5-041FB96049D8}"/>
              </a:ext>
            </a:extLst>
          </p:cNvPr>
          <p:cNvSpPr txBox="1"/>
          <p:nvPr/>
        </p:nvSpPr>
        <p:spPr>
          <a:xfrm>
            <a:off x="10455118" y="1953980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副教授   200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6549825-E968-8830-83DA-C454A8F00744}"/>
              </a:ext>
            </a:extLst>
          </p:cNvPr>
          <p:cNvSpPr txBox="1"/>
          <p:nvPr/>
        </p:nvSpPr>
        <p:spPr>
          <a:xfrm>
            <a:off x="10455118" y="2342685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讲师     150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F0C359B-79B7-8410-B35C-8B418E8B4522}"/>
              </a:ext>
            </a:extLst>
          </p:cNvPr>
          <p:cNvSpPr txBox="1"/>
          <p:nvPr/>
        </p:nvSpPr>
        <p:spPr>
          <a:xfrm>
            <a:off x="10455118" y="2731389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助教     100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16EE620-8796-2DA5-F0BB-544EC64DDFB2}"/>
              </a:ext>
            </a:extLst>
          </p:cNvPr>
          <p:cNvSpPr txBox="1"/>
          <p:nvPr/>
        </p:nvSpPr>
        <p:spPr>
          <a:xfrm>
            <a:off x="9639568" y="4022723"/>
            <a:ext cx="504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dirty="0"/>
              <a:t>专职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4EEB04F-EC6B-3373-4479-12F960AB2C67}"/>
              </a:ext>
            </a:extLst>
          </p:cNvPr>
          <p:cNvSpPr txBox="1"/>
          <p:nvPr/>
        </p:nvSpPr>
        <p:spPr>
          <a:xfrm>
            <a:off x="10455118" y="3439665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教授     200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CB9BF21-B5CD-DDBD-F8DA-58E51451B6A7}"/>
              </a:ext>
            </a:extLst>
          </p:cNvPr>
          <p:cNvSpPr txBox="1"/>
          <p:nvPr/>
        </p:nvSpPr>
        <p:spPr>
          <a:xfrm>
            <a:off x="10455118" y="3828370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副教授   150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EB246B6-E2F1-D08F-FAF8-9C9147E435B9}"/>
              </a:ext>
            </a:extLst>
          </p:cNvPr>
          <p:cNvSpPr txBox="1"/>
          <p:nvPr/>
        </p:nvSpPr>
        <p:spPr>
          <a:xfrm>
            <a:off x="10455118" y="4217075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讲师     100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C06BDBD-4321-87D7-7E36-2330C410D6DE}"/>
              </a:ext>
            </a:extLst>
          </p:cNvPr>
          <p:cNvSpPr txBox="1"/>
          <p:nvPr/>
        </p:nvSpPr>
        <p:spPr>
          <a:xfrm>
            <a:off x="10455118" y="4605779"/>
            <a:ext cx="1080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助教     80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831CDF-AB08-B6B3-8033-2B75CFF81F67}"/>
              </a:ext>
            </a:extLst>
          </p:cNvPr>
          <p:cNvSpPr txBox="1"/>
          <p:nvPr/>
        </p:nvSpPr>
        <p:spPr>
          <a:xfrm>
            <a:off x="1667119" y="1844713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AB2BCC-0B69-BA8D-AE19-2FDAA4F2FF27}"/>
              </a:ext>
            </a:extLst>
          </p:cNvPr>
          <p:cNvSpPr txBox="1"/>
          <p:nvPr/>
        </p:nvSpPr>
        <p:spPr>
          <a:xfrm>
            <a:off x="1667119" y="2694288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副教授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D0B17E-85C3-759D-6A1C-A57DBE0E9085}"/>
              </a:ext>
            </a:extLst>
          </p:cNvPr>
          <p:cNvSpPr txBox="1"/>
          <p:nvPr/>
        </p:nvSpPr>
        <p:spPr>
          <a:xfrm>
            <a:off x="1667119" y="3543863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讲师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C81B09-7DA3-9184-C90C-854D84E3AE0A}"/>
              </a:ext>
            </a:extLst>
          </p:cNvPr>
          <p:cNvSpPr txBox="1"/>
          <p:nvPr/>
        </p:nvSpPr>
        <p:spPr>
          <a:xfrm>
            <a:off x="1667119" y="4393439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助教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54987A-CBE4-1F2C-33CA-C33C0E27B7C9}"/>
              </a:ext>
            </a:extLst>
          </p:cNvPr>
          <p:cNvSpPr txBox="1"/>
          <p:nvPr/>
        </p:nvSpPr>
        <p:spPr>
          <a:xfrm>
            <a:off x="379730" y="3119354"/>
            <a:ext cx="928288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pPr algn="r"/>
            <a:r>
              <a:rPr lang="zh-CN" altLang="en-US" sz="1200" dirty="0"/>
              <a:t>课时津贴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99138E-C914-AEF4-A088-3DF8E281D7F4}"/>
              </a:ext>
            </a:extLst>
          </p:cNvPr>
          <p:cNvSpPr txBox="1"/>
          <p:nvPr/>
        </p:nvSpPr>
        <p:spPr>
          <a:xfrm>
            <a:off x="2611821" y="1631810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250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0AAB2C-07FA-8064-DD00-CAAC86923AF9}"/>
              </a:ext>
            </a:extLst>
          </p:cNvPr>
          <p:cNvSpPr txBox="1"/>
          <p:nvPr/>
        </p:nvSpPr>
        <p:spPr>
          <a:xfrm>
            <a:off x="2611821" y="2057061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200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412EF8-ACD4-7652-5CC7-35797614CBBE}"/>
              </a:ext>
            </a:extLst>
          </p:cNvPr>
          <p:cNvSpPr txBox="1"/>
          <p:nvPr/>
        </p:nvSpPr>
        <p:spPr>
          <a:xfrm>
            <a:off x="2611821" y="3331702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150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17B3ECE-CE85-7918-8938-52D23A450504}"/>
              </a:ext>
            </a:extLst>
          </p:cNvPr>
          <p:cNvSpPr txBox="1"/>
          <p:nvPr/>
        </p:nvSpPr>
        <p:spPr>
          <a:xfrm>
            <a:off x="2611821" y="3756397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100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9F22FB-1B5A-58BF-367D-EF3A4D63BBA5}"/>
              </a:ext>
            </a:extLst>
          </p:cNvPr>
          <p:cNvSpPr txBox="1"/>
          <p:nvPr/>
        </p:nvSpPr>
        <p:spPr>
          <a:xfrm>
            <a:off x="2611821" y="4181092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100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1D811F-1BB8-E828-A71C-A9E4B0DD2E37}"/>
              </a:ext>
            </a:extLst>
          </p:cNvPr>
          <p:cNvSpPr txBox="1"/>
          <p:nvPr/>
        </p:nvSpPr>
        <p:spPr>
          <a:xfrm>
            <a:off x="2611821" y="4605786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80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1F56E2-AD19-CF1F-4B2D-D7AE225C3BD2}"/>
              </a:ext>
            </a:extLst>
          </p:cNvPr>
          <p:cNvSpPr txBox="1"/>
          <p:nvPr/>
        </p:nvSpPr>
        <p:spPr>
          <a:xfrm>
            <a:off x="2611821" y="2482312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200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93D298-E196-91D6-ECC8-287D41B8DC29}"/>
              </a:ext>
            </a:extLst>
          </p:cNvPr>
          <p:cNvSpPr txBox="1"/>
          <p:nvPr/>
        </p:nvSpPr>
        <p:spPr>
          <a:xfrm>
            <a:off x="2611821" y="2907007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150</a:t>
            </a: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22266F99-3F03-61F2-830C-2DA1EB0A84DC}"/>
              </a:ext>
            </a:extLst>
          </p:cNvPr>
          <p:cNvCxnSpPr>
            <a:stCxn id="6" idx="1"/>
            <a:endCxn id="10" idx="3"/>
          </p:cNvCxnSpPr>
          <p:nvPr/>
        </p:nvCxnSpPr>
        <p:spPr>
          <a:xfrm rot="10800000" flipV="1">
            <a:off x="1308019" y="1937045"/>
            <a:ext cx="359101" cy="127464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9AA4AE90-9081-9E33-5C6C-6FE2DB426989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rot="10800000">
            <a:off x="1308019" y="3211688"/>
            <a:ext cx="359101" cy="1274085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53516156-99A7-D77E-99A9-048D6CF06ABE}"/>
              </a:ext>
            </a:extLst>
          </p:cNvPr>
          <p:cNvCxnSpPr>
            <a:stCxn id="31" idx="1"/>
            <a:endCxn id="6" idx="3"/>
          </p:cNvCxnSpPr>
          <p:nvPr/>
        </p:nvCxnSpPr>
        <p:spPr>
          <a:xfrm rot="10800000" flipV="1">
            <a:off x="2279119" y="1724142"/>
            <a:ext cx="332702" cy="212903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173499EB-B2C0-881E-8FDD-66748A1C87B3}"/>
              </a:ext>
            </a:extLst>
          </p:cNvPr>
          <p:cNvCxnSpPr>
            <a:stCxn id="32" idx="1"/>
            <a:endCxn id="6" idx="3"/>
          </p:cNvCxnSpPr>
          <p:nvPr/>
        </p:nvCxnSpPr>
        <p:spPr>
          <a:xfrm rot="10800000">
            <a:off x="2279119" y="1937046"/>
            <a:ext cx="332702" cy="21234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A1A1FC91-227B-8590-F990-1DD4493C5BC2}"/>
              </a:ext>
            </a:extLst>
          </p:cNvPr>
          <p:cNvCxnSpPr>
            <a:stCxn id="7" idx="3"/>
            <a:endCxn id="19" idx="1"/>
          </p:cNvCxnSpPr>
          <p:nvPr/>
        </p:nvCxnSpPr>
        <p:spPr>
          <a:xfrm flipV="1">
            <a:off x="2279119" y="2574645"/>
            <a:ext cx="332702" cy="21197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BD6A04D4-FD62-14C3-78C8-F735BBD1789C}"/>
              </a:ext>
            </a:extLst>
          </p:cNvPr>
          <p:cNvCxnSpPr>
            <a:stCxn id="20" idx="1"/>
            <a:endCxn id="7" idx="3"/>
          </p:cNvCxnSpPr>
          <p:nvPr/>
        </p:nvCxnSpPr>
        <p:spPr>
          <a:xfrm rot="10800000">
            <a:off x="2279119" y="2786622"/>
            <a:ext cx="332702" cy="212719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EF0E1DBB-A9DA-3636-A26B-FBBEBC5B1E44}"/>
              </a:ext>
            </a:extLst>
          </p:cNvPr>
          <p:cNvCxnSpPr>
            <a:stCxn id="8" idx="3"/>
            <a:endCxn id="27" idx="1"/>
          </p:cNvCxnSpPr>
          <p:nvPr/>
        </p:nvCxnSpPr>
        <p:spPr>
          <a:xfrm flipV="1">
            <a:off x="2279119" y="3424035"/>
            <a:ext cx="332702" cy="21216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09071618-1A60-4815-AFA9-F0F750172ACB}"/>
              </a:ext>
            </a:extLst>
          </p:cNvPr>
          <p:cNvCxnSpPr>
            <a:stCxn id="28" idx="1"/>
            <a:endCxn id="8" idx="3"/>
          </p:cNvCxnSpPr>
          <p:nvPr/>
        </p:nvCxnSpPr>
        <p:spPr>
          <a:xfrm rot="10800000">
            <a:off x="2279119" y="3636196"/>
            <a:ext cx="332702" cy="212534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674FD2EF-025C-541F-CF20-D39185A10FB6}"/>
              </a:ext>
            </a:extLst>
          </p:cNvPr>
          <p:cNvCxnSpPr>
            <a:stCxn id="9" idx="3"/>
            <a:endCxn id="23" idx="1"/>
          </p:cNvCxnSpPr>
          <p:nvPr/>
        </p:nvCxnSpPr>
        <p:spPr>
          <a:xfrm flipV="1">
            <a:off x="2279119" y="4273425"/>
            <a:ext cx="332702" cy="212347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8E5A27F5-C7A3-1B1A-88F7-91D7E9B547B0}"/>
              </a:ext>
            </a:extLst>
          </p:cNvPr>
          <p:cNvCxnSpPr>
            <a:stCxn id="24" idx="1"/>
            <a:endCxn id="9" idx="3"/>
          </p:cNvCxnSpPr>
          <p:nvPr/>
        </p:nvCxnSpPr>
        <p:spPr>
          <a:xfrm rot="10800000">
            <a:off x="2279119" y="4485773"/>
            <a:ext cx="332702" cy="212347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A00455B0-80B3-FF22-D041-337C9C800178}"/>
              </a:ext>
            </a:extLst>
          </p:cNvPr>
          <p:cNvCxnSpPr>
            <a:stCxn id="7" idx="1"/>
            <a:endCxn id="10" idx="3"/>
          </p:cNvCxnSpPr>
          <p:nvPr/>
        </p:nvCxnSpPr>
        <p:spPr>
          <a:xfrm rot="10800000" flipV="1">
            <a:off x="1308019" y="2786621"/>
            <a:ext cx="359101" cy="42506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59D74D5E-2724-928E-EE7E-E2E2A32BBFA0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rot="10800000">
            <a:off x="1308019" y="3211688"/>
            <a:ext cx="359101" cy="424509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FC01EA03-E352-7E06-84AC-CAA0EE9913E6}"/>
              </a:ext>
            </a:extLst>
          </p:cNvPr>
          <p:cNvCxnSpPr>
            <a:stCxn id="45" idx="1"/>
            <a:endCxn id="34" idx="3"/>
          </p:cNvCxnSpPr>
          <p:nvPr/>
        </p:nvCxnSpPr>
        <p:spPr>
          <a:xfrm rot="10800000" flipV="1">
            <a:off x="9349726" y="2240665"/>
            <a:ext cx="289843" cy="937195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5AB320A9-2B7A-0689-EAFE-1AFDC5B2D50D}"/>
              </a:ext>
            </a:extLst>
          </p:cNvPr>
          <p:cNvCxnSpPr>
            <a:stCxn id="38" idx="1"/>
            <a:endCxn id="34" idx="3"/>
          </p:cNvCxnSpPr>
          <p:nvPr/>
        </p:nvCxnSpPr>
        <p:spPr>
          <a:xfrm rot="10800000">
            <a:off x="9349726" y="3177862"/>
            <a:ext cx="289843" cy="937195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A7E41B5F-ACCA-BC84-08D8-8D9ADF9A77B2}"/>
              </a:ext>
            </a:extLst>
          </p:cNvPr>
          <p:cNvCxnSpPr>
            <a:stCxn id="46" idx="1"/>
            <a:endCxn id="45" idx="3"/>
          </p:cNvCxnSpPr>
          <p:nvPr/>
        </p:nvCxnSpPr>
        <p:spPr>
          <a:xfrm rot="10800000" flipV="1">
            <a:off x="10143568" y="1657608"/>
            <a:ext cx="311550" cy="58305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F7EE8347-2C57-E919-1DB0-B2339F132796}"/>
              </a:ext>
            </a:extLst>
          </p:cNvPr>
          <p:cNvCxnSpPr>
            <a:stCxn id="51" idx="1"/>
            <a:endCxn id="45" idx="3"/>
          </p:cNvCxnSpPr>
          <p:nvPr/>
        </p:nvCxnSpPr>
        <p:spPr>
          <a:xfrm rot="10800000">
            <a:off x="10143568" y="2240666"/>
            <a:ext cx="311550" cy="58305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B7687760-4BF9-D759-BA65-B960ED53B0A0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10143568" y="3531998"/>
            <a:ext cx="311550" cy="58305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76B71BEF-363C-F9C9-E2F2-D9178B2D2F3B}"/>
              </a:ext>
            </a:extLst>
          </p:cNvPr>
          <p:cNvCxnSpPr>
            <a:stCxn id="38" idx="3"/>
            <a:endCxn id="44" idx="1"/>
          </p:cNvCxnSpPr>
          <p:nvPr/>
        </p:nvCxnSpPr>
        <p:spPr>
          <a:xfrm>
            <a:off x="10143568" y="4115056"/>
            <a:ext cx="311550" cy="58305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15DDFC4-ADE6-97E9-18E6-106675F2CD64}"/>
              </a:ext>
            </a:extLst>
          </p:cNvPr>
          <p:cNvSpPr txBox="1"/>
          <p:nvPr/>
        </p:nvSpPr>
        <p:spPr>
          <a:xfrm>
            <a:off x="5151298" y="1168476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教授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75E9A5C2-7C6F-B392-54FD-301EB5A9936F}"/>
              </a:ext>
            </a:extLst>
          </p:cNvPr>
          <p:cNvSpPr txBox="1"/>
          <p:nvPr/>
        </p:nvSpPr>
        <p:spPr>
          <a:xfrm>
            <a:off x="5151298" y="2207409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副教授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338969E-FE65-298C-542E-E949DFB9DD8E}"/>
              </a:ext>
            </a:extLst>
          </p:cNvPr>
          <p:cNvSpPr txBox="1"/>
          <p:nvPr/>
        </p:nvSpPr>
        <p:spPr>
          <a:xfrm>
            <a:off x="5151298" y="3246342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讲师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516C2B6-F070-E524-4F36-27B3F8AB92CE}"/>
              </a:ext>
            </a:extLst>
          </p:cNvPr>
          <p:cNvSpPr txBox="1"/>
          <p:nvPr/>
        </p:nvSpPr>
        <p:spPr>
          <a:xfrm>
            <a:off x="5151298" y="4285275"/>
            <a:ext cx="61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助教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AFB4257-6BE5-0E76-98DE-8C39BC58324E}"/>
              </a:ext>
            </a:extLst>
          </p:cNvPr>
          <p:cNvSpPr txBox="1"/>
          <p:nvPr/>
        </p:nvSpPr>
        <p:spPr>
          <a:xfrm>
            <a:off x="3863909" y="2726875"/>
            <a:ext cx="928288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pPr algn="r"/>
            <a:r>
              <a:rPr lang="zh-CN" altLang="en-US" sz="1200" dirty="0"/>
              <a:t>课时津贴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EF1E3C6-E614-DBCD-141C-45285339ED80}"/>
              </a:ext>
            </a:extLst>
          </p:cNvPr>
          <p:cNvSpPr txBox="1"/>
          <p:nvPr/>
        </p:nvSpPr>
        <p:spPr>
          <a:xfrm>
            <a:off x="6096000" y="1168476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250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2B821634-2E6E-5998-05CF-1392B6908916}"/>
              </a:ext>
            </a:extLst>
          </p:cNvPr>
          <p:cNvSpPr txBox="1"/>
          <p:nvPr/>
        </p:nvSpPr>
        <p:spPr>
          <a:xfrm>
            <a:off x="6096000" y="1514787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200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20C4CC4-C161-C49D-DB4C-A0263EB30659}"/>
              </a:ext>
            </a:extLst>
          </p:cNvPr>
          <p:cNvSpPr txBox="1"/>
          <p:nvPr/>
        </p:nvSpPr>
        <p:spPr>
          <a:xfrm>
            <a:off x="6096000" y="3246342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150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3F173C2-8F83-3CA3-0966-EB78236CE272}"/>
              </a:ext>
            </a:extLst>
          </p:cNvPr>
          <p:cNvSpPr txBox="1"/>
          <p:nvPr/>
        </p:nvSpPr>
        <p:spPr>
          <a:xfrm>
            <a:off x="6096000" y="3592653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100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21C1CA3-E3FD-CBB1-C0A9-DE8A8E54A112}"/>
              </a:ext>
            </a:extLst>
          </p:cNvPr>
          <p:cNvSpPr txBox="1"/>
          <p:nvPr/>
        </p:nvSpPr>
        <p:spPr>
          <a:xfrm>
            <a:off x="6096000" y="4285275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100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45D90B3-8000-B467-7B9C-3991EC6F5AA4}"/>
              </a:ext>
            </a:extLst>
          </p:cNvPr>
          <p:cNvSpPr txBox="1"/>
          <p:nvPr/>
        </p:nvSpPr>
        <p:spPr>
          <a:xfrm>
            <a:off x="6096000" y="4631584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80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0281405B-0BE0-3CDF-E357-9819FF9BE80A}"/>
              </a:ext>
            </a:extLst>
          </p:cNvPr>
          <p:cNvSpPr txBox="1"/>
          <p:nvPr/>
        </p:nvSpPr>
        <p:spPr>
          <a:xfrm>
            <a:off x="6096000" y="2207409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兼职  200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180B307-B785-ACCD-6BEF-F2DEF102C95F}"/>
              </a:ext>
            </a:extLst>
          </p:cNvPr>
          <p:cNvSpPr txBox="1"/>
          <p:nvPr/>
        </p:nvSpPr>
        <p:spPr>
          <a:xfrm>
            <a:off x="6096000" y="2553720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专职  150</a:t>
            </a:r>
          </a:p>
        </p:txBody>
      </p: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11A9FA10-21F7-61FB-B62C-90990ED23201}"/>
              </a:ext>
            </a:extLst>
          </p:cNvPr>
          <p:cNvCxnSpPr>
            <a:stCxn id="112" idx="1"/>
            <a:endCxn id="116" idx="3"/>
          </p:cNvCxnSpPr>
          <p:nvPr/>
        </p:nvCxnSpPr>
        <p:spPr>
          <a:xfrm rot="10800000" flipV="1">
            <a:off x="4792198" y="1260808"/>
            <a:ext cx="359101" cy="1558399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连接符: 肘形 125">
            <a:extLst>
              <a:ext uri="{FF2B5EF4-FFF2-40B4-BE49-F238E27FC236}">
                <a16:creationId xmlns:a16="http://schemas.microsoft.com/office/drawing/2014/main" id="{DAC382BD-1812-B25B-CA3D-99944ADC85F4}"/>
              </a:ext>
            </a:extLst>
          </p:cNvPr>
          <p:cNvCxnSpPr>
            <a:stCxn id="115" idx="1"/>
            <a:endCxn id="116" idx="3"/>
          </p:cNvCxnSpPr>
          <p:nvPr/>
        </p:nvCxnSpPr>
        <p:spPr>
          <a:xfrm rot="10800000">
            <a:off x="4792198" y="2819208"/>
            <a:ext cx="359101" cy="155840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E1239C90-CC1D-A86D-3C6C-B6C18D4A5C52}"/>
              </a:ext>
            </a:extLst>
          </p:cNvPr>
          <p:cNvCxnSpPr>
            <a:cxnSpLocks/>
            <a:stCxn id="137" idx="1"/>
            <a:endCxn id="112" idx="3"/>
          </p:cNvCxnSpPr>
          <p:nvPr/>
        </p:nvCxnSpPr>
        <p:spPr>
          <a:xfrm rot="10800000" flipV="1">
            <a:off x="5763298" y="914497"/>
            <a:ext cx="332702" cy="34631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C9F45A89-F70B-7531-5EDE-9BA46CAC3DB1}"/>
              </a:ext>
            </a:extLst>
          </p:cNvPr>
          <p:cNvCxnSpPr>
            <a:stCxn id="118" idx="1"/>
            <a:endCxn id="112" idx="3"/>
          </p:cNvCxnSpPr>
          <p:nvPr/>
        </p:nvCxnSpPr>
        <p:spPr>
          <a:xfrm rot="10800000">
            <a:off x="5763298" y="1260810"/>
            <a:ext cx="332702" cy="34631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F5A4BE84-D0E2-5C3B-2C80-F9C3A512677F}"/>
              </a:ext>
            </a:extLst>
          </p:cNvPr>
          <p:cNvCxnSpPr>
            <a:cxnSpLocks/>
            <a:stCxn id="113" idx="3"/>
            <a:endCxn id="139" idx="1"/>
          </p:cNvCxnSpPr>
          <p:nvPr/>
        </p:nvCxnSpPr>
        <p:spPr>
          <a:xfrm flipV="1">
            <a:off x="5763298" y="1953431"/>
            <a:ext cx="332702" cy="34631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73010BA3-3C13-BF86-D74F-479ADF252CA1}"/>
              </a:ext>
            </a:extLst>
          </p:cNvPr>
          <p:cNvCxnSpPr>
            <a:stCxn id="124" idx="1"/>
            <a:endCxn id="113" idx="3"/>
          </p:cNvCxnSpPr>
          <p:nvPr/>
        </p:nvCxnSpPr>
        <p:spPr>
          <a:xfrm rot="10800000">
            <a:off x="5763298" y="2299743"/>
            <a:ext cx="332702" cy="34631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EC5D77F9-0A6A-67CC-29D5-80F32A1DF8AD}"/>
              </a:ext>
            </a:extLst>
          </p:cNvPr>
          <p:cNvCxnSpPr>
            <a:cxnSpLocks/>
            <a:stCxn id="114" idx="3"/>
            <a:endCxn id="141" idx="1"/>
          </p:cNvCxnSpPr>
          <p:nvPr/>
        </p:nvCxnSpPr>
        <p:spPr>
          <a:xfrm flipV="1">
            <a:off x="5763298" y="2992364"/>
            <a:ext cx="332702" cy="34631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FE4A6FC8-C383-0221-ACC4-7257FDC6B711}"/>
              </a:ext>
            </a:extLst>
          </p:cNvPr>
          <p:cNvCxnSpPr>
            <a:stCxn id="120" idx="1"/>
            <a:endCxn id="114" idx="3"/>
          </p:cNvCxnSpPr>
          <p:nvPr/>
        </p:nvCxnSpPr>
        <p:spPr>
          <a:xfrm rot="10800000">
            <a:off x="5763298" y="3338676"/>
            <a:ext cx="332702" cy="34631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8C1A96E9-5728-F5C5-09FB-C00B5B75FFBC}"/>
              </a:ext>
            </a:extLst>
          </p:cNvPr>
          <p:cNvCxnSpPr>
            <a:cxnSpLocks/>
            <a:stCxn id="115" idx="3"/>
            <a:endCxn id="142" idx="1"/>
          </p:cNvCxnSpPr>
          <p:nvPr/>
        </p:nvCxnSpPr>
        <p:spPr>
          <a:xfrm flipV="1">
            <a:off x="5763298" y="4031297"/>
            <a:ext cx="332702" cy="34631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连接符: 肘形 133">
            <a:extLst>
              <a:ext uri="{FF2B5EF4-FFF2-40B4-BE49-F238E27FC236}">
                <a16:creationId xmlns:a16="http://schemas.microsoft.com/office/drawing/2014/main" id="{0577A3F1-BA47-1B75-0EB1-C2AD791A2FDC}"/>
              </a:ext>
            </a:extLst>
          </p:cNvPr>
          <p:cNvCxnSpPr>
            <a:stCxn id="122" idx="1"/>
            <a:endCxn id="115" idx="3"/>
          </p:cNvCxnSpPr>
          <p:nvPr/>
        </p:nvCxnSpPr>
        <p:spPr>
          <a:xfrm rot="10800000">
            <a:off x="5763298" y="4377609"/>
            <a:ext cx="332702" cy="346309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连接符: 肘形 134">
            <a:extLst>
              <a:ext uri="{FF2B5EF4-FFF2-40B4-BE49-F238E27FC236}">
                <a16:creationId xmlns:a16="http://schemas.microsoft.com/office/drawing/2014/main" id="{BFC37DDE-7E98-43E3-AF55-33ACC8067A4F}"/>
              </a:ext>
            </a:extLst>
          </p:cNvPr>
          <p:cNvCxnSpPr>
            <a:stCxn id="113" idx="1"/>
            <a:endCxn id="116" idx="3"/>
          </p:cNvCxnSpPr>
          <p:nvPr/>
        </p:nvCxnSpPr>
        <p:spPr>
          <a:xfrm rot="10800000" flipV="1">
            <a:off x="4792198" y="2299742"/>
            <a:ext cx="359101" cy="519466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4971ACCB-FA0A-4C53-73EE-7758C81D512D}"/>
              </a:ext>
            </a:extLst>
          </p:cNvPr>
          <p:cNvCxnSpPr>
            <a:stCxn id="114" idx="1"/>
            <a:endCxn id="116" idx="3"/>
          </p:cNvCxnSpPr>
          <p:nvPr/>
        </p:nvCxnSpPr>
        <p:spPr>
          <a:xfrm rot="10800000">
            <a:off x="4792198" y="2819209"/>
            <a:ext cx="359101" cy="519467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976C91B7-E299-1CB0-E8D6-B026EC35EBB3}"/>
              </a:ext>
            </a:extLst>
          </p:cNvPr>
          <p:cNvSpPr txBox="1"/>
          <p:nvPr/>
        </p:nvSpPr>
        <p:spPr>
          <a:xfrm>
            <a:off x="6096000" y="822165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教资  </a:t>
            </a:r>
            <a:r>
              <a:rPr lang="en-US" altLang="zh-CN" sz="1200" dirty="0"/>
              <a:t>30</a:t>
            </a:r>
            <a:r>
              <a:rPr lang="zh-CN" altLang="en-US" sz="1200" dirty="0"/>
              <a:t>0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6F0FE7E-743F-9DFD-424A-BFF88BEBCC83}"/>
              </a:ext>
            </a:extLst>
          </p:cNvPr>
          <p:cNvSpPr txBox="1"/>
          <p:nvPr/>
        </p:nvSpPr>
        <p:spPr>
          <a:xfrm>
            <a:off x="6096000" y="1861098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教资  2</a:t>
            </a:r>
            <a:r>
              <a:rPr lang="en-US" altLang="zh-CN" sz="1200" dirty="0"/>
              <a:t>5</a:t>
            </a:r>
            <a:r>
              <a:rPr lang="zh-CN" altLang="en-US" sz="1200" dirty="0"/>
              <a:t>0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FF0A128-4CEB-8888-1C6B-140191AB2B87}"/>
              </a:ext>
            </a:extLst>
          </p:cNvPr>
          <p:cNvSpPr txBox="1"/>
          <p:nvPr/>
        </p:nvSpPr>
        <p:spPr>
          <a:xfrm>
            <a:off x="6096000" y="2900031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教资  </a:t>
            </a:r>
            <a:r>
              <a:rPr lang="en-US" altLang="zh-CN" sz="1200" dirty="0"/>
              <a:t>20</a:t>
            </a:r>
            <a:r>
              <a:rPr lang="zh-CN" altLang="en-US" sz="1200" dirty="0"/>
              <a:t>0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867A74DA-CB6D-BFEE-F988-09933E488729}"/>
              </a:ext>
            </a:extLst>
          </p:cNvPr>
          <p:cNvSpPr txBox="1"/>
          <p:nvPr/>
        </p:nvSpPr>
        <p:spPr>
          <a:xfrm>
            <a:off x="6096000" y="3938964"/>
            <a:ext cx="792000" cy="184666"/>
          </a:xfrm>
          <a:prstGeom prst="rect">
            <a:avLst/>
          </a:prstGeom>
          <a:noFill/>
          <a:ln w="9525">
            <a:noFill/>
          </a:ln>
        </p:spPr>
        <p:txBody>
          <a:bodyPr wrap="square" lIns="72000" tIns="0" rIns="72000" bIns="0">
            <a:spAutoFit/>
          </a:bodyPr>
          <a:lstStyle/>
          <a:p>
            <a:r>
              <a:rPr lang="zh-CN" altLang="en-US" sz="1200" dirty="0"/>
              <a:t>教资  </a:t>
            </a:r>
            <a:r>
              <a:rPr lang="en-US" altLang="zh-CN" sz="1200" dirty="0"/>
              <a:t>15</a:t>
            </a:r>
            <a:r>
              <a:rPr lang="zh-CN" altLang="en-US" sz="1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57524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26FEE7E4-50E4-E60D-CED3-61CF0C36573B}"/>
              </a:ext>
            </a:extLst>
          </p:cNvPr>
          <p:cNvSpPr/>
          <p:nvPr/>
        </p:nvSpPr>
        <p:spPr>
          <a:xfrm>
            <a:off x="3462769" y="1342037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CFAE03B9-92F1-F62F-BE3C-C9DD19CD0FD1}"/>
              </a:ext>
            </a:extLst>
          </p:cNvPr>
          <p:cNvSpPr/>
          <p:nvPr/>
        </p:nvSpPr>
        <p:spPr>
          <a:xfrm>
            <a:off x="2239963" y="2008787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D7DFB346-5DD0-9038-94B3-0CFDCF4D0297}"/>
              </a:ext>
            </a:extLst>
          </p:cNvPr>
          <p:cNvSpPr/>
          <p:nvPr/>
        </p:nvSpPr>
        <p:spPr>
          <a:xfrm>
            <a:off x="4685576" y="2008787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6D7C92BC-FDF9-7E38-4E6A-F55494ABAEC7}"/>
              </a:ext>
            </a:extLst>
          </p:cNvPr>
          <p:cNvSpPr/>
          <p:nvPr/>
        </p:nvSpPr>
        <p:spPr>
          <a:xfrm>
            <a:off x="3462769" y="2008787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54315A79-8637-4369-2BC4-151E062164D6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3057991" y="1244009"/>
            <a:ext cx="306750" cy="1222806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45CF761E-81C8-C7CC-41F9-970B3F45BA99}"/>
              </a:ext>
            </a:extLst>
          </p:cNvPr>
          <p:cNvCxnSpPr>
            <a:stCxn id="4" idx="0"/>
            <a:endCxn id="2" idx="2"/>
          </p:cNvCxnSpPr>
          <p:nvPr/>
        </p:nvCxnSpPr>
        <p:spPr>
          <a:xfrm rot="16200000" flipV="1">
            <a:off x="4280798" y="1244008"/>
            <a:ext cx="306750" cy="1222807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F671A6F-B91E-546A-8957-8C51BA0555DA}"/>
              </a:ext>
            </a:extLst>
          </p:cNvPr>
          <p:cNvCxnSpPr>
            <a:stCxn id="5" idx="0"/>
            <a:endCxn id="2" idx="2"/>
          </p:cNvCxnSpPr>
          <p:nvPr/>
        </p:nvCxnSpPr>
        <p:spPr>
          <a:xfrm flipV="1">
            <a:off x="3822769" y="1702037"/>
            <a:ext cx="0" cy="3067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C9FA4D01-1535-763F-DBBC-210C0714750C}"/>
              </a:ext>
            </a:extLst>
          </p:cNvPr>
          <p:cNvSpPr/>
          <p:nvPr/>
        </p:nvSpPr>
        <p:spPr>
          <a:xfrm>
            <a:off x="3462769" y="2762250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6BF0368E-6B6B-A528-F3DF-92B2F27BDAD0}"/>
              </a:ext>
            </a:extLst>
          </p:cNvPr>
          <p:cNvSpPr/>
          <p:nvPr/>
        </p:nvSpPr>
        <p:spPr>
          <a:xfrm>
            <a:off x="2239963" y="3429000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B°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流程图: 过程 13">
            <a:extLst>
              <a:ext uri="{FF2B5EF4-FFF2-40B4-BE49-F238E27FC236}">
                <a16:creationId xmlns:a16="http://schemas.microsoft.com/office/drawing/2014/main" id="{4D861FB8-8F16-520B-5630-B6E4CA5635C4}"/>
              </a:ext>
            </a:extLst>
          </p:cNvPr>
          <p:cNvSpPr/>
          <p:nvPr/>
        </p:nvSpPr>
        <p:spPr>
          <a:xfrm>
            <a:off x="4685576" y="3429000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C°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0C89083C-43AA-3900-8F7C-132AD0D5FB7C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3057991" y="2664222"/>
            <a:ext cx="306750" cy="1222806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42FFF0A6-D377-0038-E4A8-7EDA0E3A6510}"/>
              </a:ext>
            </a:extLst>
          </p:cNvPr>
          <p:cNvCxnSpPr>
            <a:stCxn id="14" idx="0"/>
            <a:endCxn id="12" idx="2"/>
          </p:cNvCxnSpPr>
          <p:nvPr/>
        </p:nvCxnSpPr>
        <p:spPr>
          <a:xfrm rot="16200000" flipV="1">
            <a:off x="4280798" y="2664221"/>
            <a:ext cx="306750" cy="1222807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图: 过程 18">
            <a:extLst>
              <a:ext uri="{FF2B5EF4-FFF2-40B4-BE49-F238E27FC236}">
                <a16:creationId xmlns:a16="http://schemas.microsoft.com/office/drawing/2014/main" id="{4C174040-9FDC-D5FD-6C67-B206F15A6762}"/>
              </a:ext>
            </a:extLst>
          </p:cNvPr>
          <p:cNvSpPr/>
          <p:nvPr/>
        </p:nvSpPr>
        <p:spPr>
          <a:xfrm>
            <a:off x="3467670" y="4182462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27CD6685-DAF0-F804-0AD9-4F1D59276FD7}"/>
              </a:ext>
            </a:extLst>
          </p:cNvPr>
          <p:cNvSpPr/>
          <p:nvPr/>
        </p:nvSpPr>
        <p:spPr>
          <a:xfrm>
            <a:off x="3467670" y="4849212"/>
            <a:ext cx="72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3978085-CBD9-9A92-85EA-62D624411A7E}"/>
              </a:ext>
            </a:extLst>
          </p:cNvPr>
          <p:cNvCxnSpPr>
            <a:stCxn id="22" idx="0"/>
            <a:endCxn id="19" idx="2"/>
          </p:cNvCxnSpPr>
          <p:nvPr/>
        </p:nvCxnSpPr>
        <p:spPr>
          <a:xfrm flipV="1">
            <a:off x="3827670" y="4542462"/>
            <a:ext cx="0" cy="3067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图: 过程 26">
            <a:extLst>
              <a:ext uri="{FF2B5EF4-FFF2-40B4-BE49-F238E27FC236}">
                <a16:creationId xmlns:a16="http://schemas.microsoft.com/office/drawing/2014/main" id="{579261DD-343F-E029-3EEC-969F904C2A34}"/>
              </a:ext>
            </a:extLst>
          </p:cNvPr>
          <p:cNvSpPr/>
          <p:nvPr/>
        </p:nvSpPr>
        <p:spPr>
          <a:xfrm>
            <a:off x="9867646" y="4952012"/>
            <a:ext cx="180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单科成绩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流程图: 过程 27">
            <a:extLst>
              <a:ext uri="{FF2B5EF4-FFF2-40B4-BE49-F238E27FC236}">
                <a16:creationId xmlns:a16="http://schemas.microsoft.com/office/drawing/2014/main" id="{FE09A260-A0CF-168D-74BE-B63F5C61FD34}"/>
              </a:ext>
            </a:extLst>
          </p:cNvPr>
          <p:cNvSpPr/>
          <p:nvPr/>
        </p:nvSpPr>
        <p:spPr>
          <a:xfrm>
            <a:off x="9867646" y="5618762"/>
            <a:ext cx="360000" cy="936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平时成绩</a:t>
            </a:r>
          </a:p>
        </p:txBody>
      </p:sp>
      <p:sp>
        <p:nvSpPr>
          <p:cNvPr id="29" name="流程图: 过程 28">
            <a:extLst>
              <a:ext uri="{FF2B5EF4-FFF2-40B4-BE49-F238E27FC236}">
                <a16:creationId xmlns:a16="http://schemas.microsoft.com/office/drawing/2014/main" id="{F52EEB53-1055-62C8-EA03-6277FAD716BA}"/>
              </a:ext>
            </a:extLst>
          </p:cNvPr>
          <p:cNvSpPr/>
          <p:nvPr/>
        </p:nvSpPr>
        <p:spPr>
          <a:xfrm>
            <a:off x="11307646" y="5618762"/>
            <a:ext cx="360000" cy="936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总评分</a:t>
            </a:r>
          </a:p>
        </p:txBody>
      </p:sp>
      <p:sp>
        <p:nvSpPr>
          <p:cNvPr id="30" name="流程图: 过程 29">
            <a:extLst>
              <a:ext uri="{FF2B5EF4-FFF2-40B4-BE49-F238E27FC236}">
                <a16:creationId xmlns:a16="http://schemas.microsoft.com/office/drawing/2014/main" id="{CB984D66-ED8E-05A9-F335-3351ECE0709C}"/>
              </a:ext>
            </a:extLst>
          </p:cNvPr>
          <p:cNvSpPr/>
          <p:nvPr/>
        </p:nvSpPr>
        <p:spPr>
          <a:xfrm>
            <a:off x="10587646" y="5618762"/>
            <a:ext cx="360000" cy="936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考试成绩</a:t>
            </a: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B3EC6297-A167-E23C-6353-B2E161BE5B8E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rot="5400000">
            <a:off x="10254271" y="5105387"/>
            <a:ext cx="306750" cy="720000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67C7DB88-C5AE-A99E-10EF-4CCBDFCF0F31}"/>
              </a:ext>
            </a:extLst>
          </p:cNvPr>
          <p:cNvCxnSpPr>
            <a:stCxn id="29" idx="0"/>
            <a:endCxn id="27" idx="2"/>
          </p:cNvCxnSpPr>
          <p:nvPr/>
        </p:nvCxnSpPr>
        <p:spPr>
          <a:xfrm rot="16200000" flipV="1">
            <a:off x="10974271" y="5105387"/>
            <a:ext cx="306750" cy="720000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BDA8300-2F72-273A-62BD-18E736357470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flipV="1">
            <a:off x="10767646" y="5312012"/>
            <a:ext cx="0" cy="30675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流程图: 过程 35">
            <a:extLst>
              <a:ext uri="{FF2B5EF4-FFF2-40B4-BE49-F238E27FC236}">
                <a16:creationId xmlns:a16="http://schemas.microsoft.com/office/drawing/2014/main" id="{636F198D-0681-A774-B7D4-CE39C34A4477}"/>
              </a:ext>
            </a:extLst>
          </p:cNvPr>
          <p:cNvSpPr/>
          <p:nvPr/>
        </p:nvSpPr>
        <p:spPr>
          <a:xfrm>
            <a:off x="9867646" y="4285261"/>
            <a:ext cx="180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输出个人成绩单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AA86A50-2007-216A-85BB-3DC39D579938}"/>
              </a:ext>
            </a:extLst>
          </p:cNvPr>
          <p:cNvCxnSpPr>
            <a:stCxn id="36" idx="2"/>
            <a:endCxn id="27" idx="0"/>
          </p:cNvCxnSpPr>
          <p:nvPr/>
        </p:nvCxnSpPr>
        <p:spPr>
          <a:xfrm>
            <a:off x="10767646" y="4645261"/>
            <a:ext cx="0" cy="306751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728833EA-334B-D84F-E030-9BE1D0DEFD90}"/>
              </a:ext>
            </a:extLst>
          </p:cNvPr>
          <p:cNvSpPr/>
          <p:nvPr/>
        </p:nvSpPr>
        <p:spPr>
          <a:xfrm>
            <a:off x="7353046" y="4952012"/>
            <a:ext cx="180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单科成绩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流程图: 过程 39">
            <a:extLst>
              <a:ext uri="{FF2B5EF4-FFF2-40B4-BE49-F238E27FC236}">
                <a16:creationId xmlns:a16="http://schemas.microsoft.com/office/drawing/2014/main" id="{DB94773D-B5DF-7E0A-EF1A-01375FC76B00}"/>
              </a:ext>
            </a:extLst>
          </p:cNvPr>
          <p:cNvSpPr/>
          <p:nvPr/>
        </p:nvSpPr>
        <p:spPr>
          <a:xfrm>
            <a:off x="7353046" y="5618762"/>
            <a:ext cx="360000" cy="936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平时成绩</a:t>
            </a:r>
          </a:p>
        </p:txBody>
      </p:sp>
      <p:sp>
        <p:nvSpPr>
          <p:cNvPr id="41" name="流程图: 过程 40">
            <a:extLst>
              <a:ext uri="{FF2B5EF4-FFF2-40B4-BE49-F238E27FC236}">
                <a16:creationId xmlns:a16="http://schemas.microsoft.com/office/drawing/2014/main" id="{22D46982-DDC1-01E0-C6E6-090249CC727C}"/>
              </a:ext>
            </a:extLst>
          </p:cNvPr>
          <p:cNvSpPr/>
          <p:nvPr/>
        </p:nvSpPr>
        <p:spPr>
          <a:xfrm>
            <a:off x="8793046" y="5618762"/>
            <a:ext cx="360000" cy="936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考试成绩</a:t>
            </a: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D83B8AB0-44D7-641F-356D-1AD8BE0D9508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 rot="5400000">
            <a:off x="7739671" y="5105387"/>
            <a:ext cx="306750" cy="720000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9B464F1D-134B-4B4E-F888-808A0178B5FF}"/>
              </a:ext>
            </a:extLst>
          </p:cNvPr>
          <p:cNvCxnSpPr>
            <a:stCxn id="41" idx="0"/>
            <a:endCxn id="39" idx="2"/>
          </p:cNvCxnSpPr>
          <p:nvPr/>
        </p:nvCxnSpPr>
        <p:spPr>
          <a:xfrm rot="16200000" flipV="1">
            <a:off x="8459671" y="5105387"/>
            <a:ext cx="306750" cy="720000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过程 45">
            <a:extLst>
              <a:ext uri="{FF2B5EF4-FFF2-40B4-BE49-F238E27FC236}">
                <a16:creationId xmlns:a16="http://schemas.microsoft.com/office/drawing/2014/main" id="{690F9739-FD3F-0416-F726-F113092B8A7C}"/>
              </a:ext>
            </a:extLst>
          </p:cNvPr>
          <p:cNvSpPr/>
          <p:nvPr/>
        </p:nvSpPr>
        <p:spPr>
          <a:xfrm>
            <a:off x="7353046" y="4285261"/>
            <a:ext cx="1800000" cy="360000"/>
          </a:xfrm>
          <a:prstGeom prst="flowChartProcess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输入个人成绩单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A06C140-2A5F-D94A-44C1-BDBEDD173ABE}"/>
              </a:ext>
            </a:extLst>
          </p:cNvPr>
          <p:cNvCxnSpPr>
            <a:stCxn id="46" idx="2"/>
            <a:endCxn id="39" idx="0"/>
          </p:cNvCxnSpPr>
          <p:nvPr/>
        </p:nvCxnSpPr>
        <p:spPr>
          <a:xfrm>
            <a:off x="8253046" y="4645261"/>
            <a:ext cx="0" cy="306751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1D1B1A5-A358-BD70-7AFD-2E2ED6921F5F}"/>
              </a:ext>
            </a:extLst>
          </p:cNvPr>
          <p:cNvCxnSpPr>
            <a:stCxn id="46" idx="3"/>
            <a:endCxn id="27" idx="1"/>
          </p:cNvCxnSpPr>
          <p:nvPr/>
        </p:nvCxnSpPr>
        <p:spPr>
          <a:xfrm>
            <a:off x="9153046" y="4465261"/>
            <a:ext cx="714600" cy="666751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22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A22C19A-EFF7-F562-0366-944CC079C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7391" y="247320"/>
            <a:ext cx="4992089" cy="3340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7A2C12BF-ACEE-78BD-20B4-82271D44A982}"/>
              </a:ext>
            </a:extLst>
          </p:cNvPr>
          <p:cNvSpPr/>
          <p:nvPr/>
        </p:nvSpPr>
        <p:spPr>
          <a:xfrm>
            <a:off x="8789330" y="3497626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单科成绩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40A8FE91-6E34-02FD-C7CD-4C72B1D3A555}"/>
              </a:ext>
            </a:extLst>
          </p:cNvPr>
          <p:cNvSpPr/>
          <p:nvPr/>
        </p:nvSpPr>
        <p:spPr>
          <a:xfrm>
            <a:off x="8715080" y="4164376"/>
            <a:ext cx="360000" cy="936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平时成绩</a:t>
            </a:r>
          </a:p>
        </p:txBody>
      </p: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F55CCAF8-6EFB-D4F1-5F89-F51FB7CE73BB}"/>
              </a:ext>
            </a:extLst>
          </p:cNvPr>
          <p:cNvSpPr/>
          <p:nvPr/>
        </p:nvSpPr>
        <p:spPr>
          <a:xfrm>
            <a:off x="9583580" y="4164376"/>
            <a:ext cx="360000" cy="936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总评分</a:t>
            </a:r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F95DF646-F64D-8B05-4167-26DADBADCE07}"/>
              </a:ext>
            </a:extLst>
          </p:cNvPr>
          <p:cNvSpPr/>
          <p:nvPr/>
        </p:nvSpPr>
        <p:spPr>
          <a:xfrm>
            <a:off x="9149330" y="4164376"/>
            <a:ext cx="360000" cy="936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考试成绩</a:t>
            </a: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0FCFA847-DBEB-93CD-2497-C4006826C1A2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5400000">
            <a:off x="8958830" y="3793876"/>
            <a:ext cx="306750" cy="43425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5291F51-7E09-7734-8B7A-F3077B407816}"/>
              </a:ext>
            </a:extLst>
          </p:cNvPr>
          <p:cNvCxnSpPr>
            <a:stCxn id="5" idx="0"/>
            <a:endCxn id="3" idx="2"/>
          </p:cNvCxnSpPr>
          <p:nvPr/>
        </p:nvCxnSpPr>
        <p:spPr>
          <a:xfrm rot="16200000" flipV="1">
            <a:off x="9393080" y="3793876"/>
            <a:ext cx="306750" cy="43425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3D24EF-9CA5-8F1E-B7FB-DFDF0A05CB72}"/>
              </a:ext>
            </a:extLst>
          </p:cNvPr>
          <p:cNvCxnSpPr>
            <a:stCxn id="6" idx="0"/>
            <a:endCxn id="3" idx="2"/>
          </p:cNvCxnSpPr>
          <p:nvPr/>
        </p:nvCxnSpPr>
        <p:spPr>
          <a:xfrm flipV="1">
            <a:off x="9329330" y="3857626"/>
            <a:ext cx="0" cy="30675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2CFDED78-C24E-53DF-1F05-10D2D250E977}"/>
              </a:ext>
            </a:extLst>
          </p:cNvPr>
          <p:cNvSpPr/>
          <p:nvPr/>
        </p:nvSpPr>
        <p:spPr>
          <a:xfrm>
            <a:off x="8789330" y="2830875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输出个人成绩单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E7523B2-B23A-0B85-0472-DCC0A9EAF88F}"/>
              </a:ext>
            </a:extLst>
          </p:cNvPr>
          <p:cNvCxnSpPr>
            <a:stCxn id="10" idx="2"/>
            <a:endCxn id="3" idx="0"/>
          </p:cNvCxnSpPr>
          <p:nvPr/>
        </p:nvCxnSpPr>
        <p:spPr>
          <a:xfrm>
            <a:off x="9329330" y="3190875"/>
            <a:ext cx="0" cy="30675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6EEA0F05-F0E2-397B-B6B5-FF000E880EDC}"/>
              </a:ext>
            </a:extLst>
          </p:cNvPr>
          <p:cNvSpPr/>
          <p:nvPr/>
        </p:nvSpPr>
        <p:spPr>
          <a:xfrm>
            <a:off x="6006842" y="4409087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输入成绩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F67318C4-09E8-7CF8-E221-5F6182685420}"/>
              </a:ext>
            </a:extLst>
          </p:cNvPr>
          <p:cNvSpPr/>
          <p:nvPr/>
        </p:nvSpPr>
        <p:spPr>
          <a:xfrm>
            <a:off x="6143371" y="5075837"/>
            <a:ext cx="360000" cy="936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平时成绩</a:t>
            </a:r>
          </a:p>
        </p:txBody>
      </p:sp>
      <p:sp>
        <p:nvSpPr>
          <p:cNvPr id="14" name="流程图: 过程 13">
            <a:extLst>
              <a:ext uri="{FF2B5EF4-FFF2-40B4-BE49-F238E27FC236}">
                <a16:creationId xmlns:a16="http://schemas.microsoft.com/office/drawing/2014/main" id="{902BF484-9FBC-6906-6856-AF75D19BEFFB}"/>
              </a:ext>
            </a:extLst>
          </p:cNvPr>
          <p:cNvSpPr/>
          <p:nvPr/>
        </p:nvSpPr>
        <p:spPr>
          <a:xfrm>
            <a:off x="6590313" y="5075837"/>
            <a:ext cx="360000" cy="936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考试成绩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F74B3B4E-85B5-5AE6-AF59-8BE0405601B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6281732" y="4810727"/>
            <a:ext cx="306750" cy="22347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3020618C-62D0-BA45-9051-8F26A7BA9DDD}"/>
              </a:ext>
            </a:extLst>
          </p:cNvPr>
          <p:cNvCxnSpPr>
            <a:stCxn id="14" idx="0"/>
            <a:endCxn id="12" idx="2"/>
          </p:cNvCxnSpPr>
          <p:nvPr/>
        </p:nvCxnSpPr>
        <p:spPr>
          <a:xfrm rot="16200000" flipV="1">
            <a:off x="6505203" y="4810726"/>
            <a:ext cx="306750" cy="223471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过程 16">
            <a:extLst>
              <a:ext uri="{FF2B5EF4-FFF2-40B4-BE49-F238E27FC236}">
                <a16:creationId xmlns:a16="http://schemas.microsoft.com/office/drawing/2014/main" id="{FC9C4568-F123-52D6-67CA-A1B827407DAE}"/>
              </a:ext>
            </a:extLst>
          </p:cNvPr>
          <p:cNvSpPr/>
          <p:nvPr/>
        </p:nvSpPr>
        <p:spPr>
          <a:xfrm>
            <a:off x="6006842" y="3742336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单科成绩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6F7118A-A45E-B517-887C-E107D559708B}"/>
              </a:ext>
            </a:extLst>
          </p:cNvPr>
          <p:cNvCxnSpPr>
            <a:stCxn id="17" idx="2"/>
            <a:endCxn id="12" idx="0"/>
          </p:cNvCxnSpPr>
          <p:nvPr/>
        </p:nvCxnSpPr>
        <p:spPr>
          <a:xfrm>
            <a:off x="6546842" y="4102336"/>
            <a:ext cx="0" cy="306751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BE930FD5-F65A-F0FA-A31A-AA6ACAB9981F}"/>
              </a:ext>
            </a:extLst>
          </p:cNvPr>
          <p:cNvSpPr/>
          <p:nvPr/>
        </p:nvSpPr>
        <p:spPr>
          <a:xfrm>
            <a:off x="7073642" y="2097463"/>
            <a:ext cx="180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学生成绩管理系统</a:t>
            </a:r>
          </a:p>
        </p:txBody>
      </p:sp>
      <p:sp>
        <p:nvSpPr>
          <p:cNvPr id="21" name="流程图: 过程 20">
            <a:extLst>
              <a:ext uri="{FF2B5EF4-FFF2-40B4-BE49-F238E27FC236}">
                <a16:creationId xmlns:a16="http://schemas.microsoft.com/office/drawing/2014/main" id="{E4B5702D-8527-2C17-09E1-C358F7B0FA6E}"/>
              </a:ext>
            </a:extLst>
          </p:cNvPr>
          <p:cNvSpPr/>
          <p:nvPr/>
        </p:nvSpPr>
        <p:spPr>
          <a:xfrm>
            <a:off x="10149680" y="2830875"/>
            <a:ext cx="360000" cy="1512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输出全班成绩汇总表</a:t>
            </a:r>
          </a:p>
        </p:txBody>
      </p:sp>
      <p:sp>
        <p:nvSpPr>
          <p:cNvPr id="23" name="流程图: 过程 22">
            <a:extLst>
              <a:ext uri="{FF2B5EF4-FFF2-40B4-BE49-F238E27FC236}">
                <a16:creationId xmlns:a16="http://schemas.microsoft.com/office/drawing/2014/main" id="{377D4EF3-A033-7D0E-5BFF-B1CE32897E0A}"/>
              </a:ext>
            </a:extLst>
          </p:cNvPr>
          <p:cNvSpPr/>
          <p:nvPr/>
        </p:nvSpPr>
        <p:spPr>
          <a:xfrm>
            <a:off x="7408742" y="4409087"/>
            <a:ext cx="360000" cy="1296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计算单科总评分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018F5A08-0B22-4421-149C-407E411ECF28}"/>
              </a:ext>
            </a:extLst>
          </p:cNvPr>
          <p:cNvCxnSpPr>
            <a:stCxn id="17" idx="0"/>
            <a:endCxn id="23" idx="0"/>
          </p:cNvCxnSpPr>
          <p:nvPr/>
        </p:nvCxnSpPr>
        <p:spPr>
          <a:xfrm rot="16200000" flipH="1">
            <a:off x="6734416" y="3554761"/>
            <a:ext cx="666751" cy="1041900"/>
          </a:xfrm>
          <a:prstGeom prst="bentConnector3">
            <a:avLst>
              <a:gd name="adj1" fmla="val -34286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图: 过程 25">
            <a:extLst>
              <a:ext uri="{FF2B5EF4-FFF2-40B4-BE49-F238E27FC236}">
                <a16:creationId xmlns:a16="http://schemas.microsoft.com/office/drawing/2014/main" id="{61F3589F-AACB-48F5-8F8A-3B1CBF6549C5}"/>
              </a:ext>
            </a:extLst>
          </p:cNvPr>
          <p:cNvSpPr/>
          <p:nvPr/>
        </p:nvSpPr>
        <p:spPr>
          <a:xfrm>
            <a:off x="8061796" y="3514725"/>
            <a:ext cx="360000" cy="156111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输出班级单科成绩表</a:t>
            </a:r>
          </a:p>
        </p:txBody>
      </p:sp>
      <p:sp>
        <p:nvSpPr>
          <p:cNvPr id="27" name="流程图: 过程 26">
            <a:extLst>
              <a:ext uri="{FF2B5EF4-FFF2-40B4-BE49-F238E27FC236}">
                <a16:creationId xmlns:a16="http://schemas.microsoft.com/office/drawing/2014/main" id="{74DCE4CD-0F99-0CF3-82B4-F7E83FBEED6A}"/>
              </a:ext>
            </a:extLst>
          </p:cNvPr>
          <p:cNvSpPr/>
          <p:nvPr/>
        </p:nvSpPr>
        <p:spPr>
          <a:xfrm>
            <a:off x="7086842" y="2830875"/>
            <a:ext cx="108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单科成绩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84AD11EC-F5B6-1E47-58C2-D87B17B5218C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 rot="16200000" flipH="1">
            <a:off x="7772394" y="3045323"/>
            <a:ext cx="323850" cy="614954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8C8258E7-C47D-4594-7C00-92644DFB63CE}"/>
              </a:ext>
            </a:extLst>
          </p:cNvPr>
          <p:cNvCxnSpPr>
            <a:cxnSpLocks/>
          </p:cNvCxnSpPr>
          <p:nvPr/>
        </p:nvCxnSpPr>
        <p:spPr>
          <a:xfrm rot="5400000">
            <a:off x="7153015" y="3045323"/>
            <a:ext cx="323850" cy="614954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流程图: 过程 33">
            <a:extLst>
              <a:ext uri="{FF2B5EF4-FFF2-40B4-BE49-F238E27FC236}">
                <a16:creationId xmlns:a16="http://schemas.microsoft.com/office/drawing/2014/main" id="{C6AE292F-3C30-5DFE-5519-175300E655E7}"/>
              </a:ext>
            </a:extLst>
          </p:cNvPr>
          <p:cNvSpPr/>
          <p:nvPr/>
        </p:nvSpPr>
        <p:spPr>
          <a:xfrm>
            <a:off x="5520855" y="2830875"/>
            <a:ext cx="360000" cy="144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输入学生基本情况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流程图: 过程 34">
            <a:extLst>
              <a:ext uri="{FF2B5EF4-FFF2-40B4-BE49-F238E27FC236}">
                <a16:creationId xmlns:a16="http://schemas.microsoft.com/office/drawing/2014/main" id="{56A020FF-2DF7-19E4-E2F2-2275B11EA213}"/>
              </a:ext>
            </a:extLst>
          </p:cNvPr>
          <p:cNvSpPr/>
          <p:nvPr/>
        </p:nvSpPr>
        <p:spPr>
          <a:xfrm>
            <a:off x="10776864" y="2830875"/>
            <a:ext cx="360000" cy="864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留级名单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75EEB56-1F09-CF04-4BEB-068711F6A85A}"/>
              </a:ext>
            </a:extLst>
          </p:cNvPr>
          <p:cNvCxnSpPr>
            <a:stCxn id="20" idx="2"/>
            <a:endCxn id="34" idx="0"/>
          </p:cNvCxnSpPr>
          <p:nvPr/>
        </p:nvCxnSpPr>
        <p:spPr>
          <a:xfrm rot="5400000">
            <a:off x="6650543" y="1507776"/>
            <a:ext cx="373412" cy="2272787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17EACA6E-A48A-1082-5D11-DD984F3E40A9}"/>
              </a:ext>
            </a:extLst>
          </p:cNvPr>
          <p:cNvCxnSpPr>
            <a:stCxn id="20" idx="2"/>
            <a:endCxn id="35" idx="0"/>
          </p:cNvCxnSpPr>
          <p:nvPr/>
        </p:nvCxnSpPr>
        <p:spPr>
          <a:xfrm rot="16200000" flipH="1">
            <a:off x="9278547" y="1152558"/>
            <a:ext cx="373412" cy="2983222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A6685EF7-F6E1-F3A2-4C36-DF3849326B67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rot="16200000" flipH="1">
            <a:off x="8964955" y="1466150"/>
            <a:ext cx="373412" cy="235603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327D4DB-018B-98E0-5B10-782C37DC34F4}"/>
              </a:ext>
            </a:extLst>
          </p:cNvPr>
          <p:cNvCxnSpPr>
            <a:stCxn id="20" idx="2"/>
            <a:endCxn id="27" idx="0"/>
          </p:cNvCxnSpPr>
          <p:nvPr/>
        </p:nvCxnSpPr>
        <p:spPr>
          <a:xfrm rot="5400000">
            <a:off x="7613536" y="2470769"/>
            <a:ext cx="373412" cy="34680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41244D40-4FEF-3EBA-6725-D9C9A05B6D06}"/>
              </a:ext>
            </a:extLst>
          </p:cNvPr>
          <p:cNvCxnSpPr>
            <a:stCxn id="10" idx="0"/>
            <a:endCxn id="20" idx="2"/>
          </p:cNvCxnSpPr>
          <p:nvPr/>
        </p:nvCxnSpPr>
        <p:spPr>
          <a:xfrm rot="16200000" flipV="1">
            <a:off x="8464780" y="1966325"/>
            <a:ext cx="373412" cy="1355688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028CEFA-3D78-258E-1CCF-C45B356070F9}"/>
              </a:ext>
            </a:extLst>
          </p:cNvPr>
          <p:cNvSpPr txBox="1"/>
          <p:nvPr/>
        </p:nvSpPr>
        <p:spPr>
          <a:xfrm>
            <a:off x="10658450" y="2380560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sum3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F8406E4-08D2-6353-2534-0A454DB49B52}"/>
              </a:ext>
            </a:extLst>
          </p:cNvPr>
          <p:cNvSpPr txBox="1"/>
          <p:nvPr/>
        </p:nvSpPr>
        <p:spPr>
          <a:xfrm>
            <a:off x="10025484" y="2380560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sum2</a:t>
            </a:r>
            <a:endParaRPr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50429D5-26FF-E984-BBB5-BAE162EB25F0}"/>
              </a:ext>
            </a:extLst>
          </p:cNvPr>
          <p:cNvSpPr txBox="1"/>
          <p:nvPr/>
        </p:nvSpPr>
        <p:spPr>
          <a:xfrm>
            <a:off x="7092798" y="4103540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sum1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C89F5AC-DCA3-128F-FFB3-F2AA8CE839B0}"/>
              </a:ext>
            </a:extLst>
          </p:cNvPr>
          <p:cNvSpPr txBox="1"/>
          <p:nvPr/>
        </p:nvSpPr>
        <p:spPr>
          <a:xfrm>
            <a:off x="9120611" y="2380560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sum1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B807F5F-1E5D-90DA-7C1A-A03CBCB83BD9}"/>
              </a:ext>
            </a:extLst>
          </p:cNvPr>
          <p:cNvSpPr txBox="1"/>
          <p:nvPr/>
        </p:nvSpPr>
        <p:spPr>
          <a:xfrm>
            <a:off x="6045318" y="4103540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sum1</a:t>
            </a:r>
            <a:endParaRPr lang="zh-CN" altLang="en-US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6FB5869-5003-89B3-43CA-09A7C1231004}"/>
              </a:ext>
            </a:extLst>
          </p:cNvPr>
          <p:cNvSpPr txBox="1"/>
          <p:nvPr/>
        </p:nvSpPr>
        <p:spPr>
          <a:xfrm>
            <a:off x="5499096" y="2380560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sum1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45224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决策 1">
            <a:extLst>
              <a:ext uri="{FF2B5EF4-FFF2-40B4-BE49-F238E27FC236}">
                <a16:creationId xmlns:a16="http://schemas.microsoft.com/office/drawing/2014/main" id="{E49ECCDE-7463-2CBB-8524-0F398BF9826A}"/>
              </a:ext>
            </a:extLst>
          </p:cNvPr>
          <p:cNvSpPr/>
          <p:nvPr/>
        </p:nvSpPr>
        <p:spPr>
          <a:xfrm>
            <a:off x="2986641" y="3270529"/>
            <a:ext cx="1080000" cy="36000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I&lt;10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流程图: 过程 18">
            <a:extLst>
              <a:ext uri="{FF2B5EF4-FFF2-40B4-BE49-F238E27FC236}">
                <a16:creationId xmlns:a16="http://schemas.microsoft.com/office/drawing/2014/main" id="{898D752E-0E15-F364-45A2-4ACA7A542D70}"/>
              </a:ext>
            </a:extLst>
          </p:cNvPr>
          <p:cNvSpPr/>
          <p:nvPr/>
        </p:nvSpPr>
        <p:spPr>
          <a:xfrm>
            <a:off x="3166641" y="3897849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I=I+1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A484005-F4A4-D3F7-E599-FC389C20ECE8}"/>
              </a:ext>
            </a:extLst>
          </p:cNvPr>
          <p:cNvCxnSpPr>
            <a:cxnSpLocks/>
            <a:stCxn id="2" idx="2"/>
            <a:endCxn id="19" idx="0"/>
          </p:cNvCxnSpPr>
          <p:nvPr/>
        </p:nvCxnSpPr>
        <p:spPr>
          <a:xfrm>
            <a:off x="3526641" y="3630529"/>
            <a:ext cx="0" cy="2673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DA007F8-F319-24BC-EC50-70271782B8A2}"/>
              </a:ext>
            </a:extLst>
          </p:cNvPr>
          <p:cNvCxnSpPr>
            <a:cxnSpLocks/>
            <a:stCxn id="48" idx="2"/>
            <a:endCxn id="2" idx="0"/>
          </p:cNvCxnSpPr>
          <p:nvPr/>
        </p:nvCxnSpPr>
        <p:spPr>
          <a:xfrm>
            <a:off x="3526641" y="3003209"/>
            <a:ext cx="0" cy="26732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81C7C0A0-54ED-569C-38A3-60E662B0C9AE}"/>
              </a:ext>
            </a:extLst>
          </p:cNvPr>
          <p:cNvSpPr txBox="1"/>
          <p:nvPr/>
        </p:nvSpPr>
        <p:spPr>
          <a:xfrm>
            <a:off x="4356779" y="3189483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N</a:t>
            </a:r>
            <a:endParaRPr lang="zh-CN" altLang="en-US" sz="12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A832DCF-3964-36C1-D26B-8E17FABFBADA}"/>
              </a:ext>
            </a:extLst>
          </p:cNvPr>
          <p:cNvSpPr txBox="1"/>
          <p:nvPr/>
        </p:nvSpPr>
        <p:spPr>
          <a:xfrm>
            <a:off x="3632828" y="359003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Y</a:t>
            </a:r>
            <a:endParaRPr lang="zh-CN" altLang="en-US" sz="1200" dirty="0"/>
          </a:p>
        </p:txBody>
      </p:sp>
      <p:sp>
        <p:nvSpPr>
          <p:cNvPr id="48" name="流程图: 过程 47">
            <a:extLst>
              <a:ext uri="{FF2B5EF4-FFF2-40B4-BE49-F238E27FC236}">
                <a16:creationId xmlns:a16="http://schemas.microsoft.com/office/drawing/2014/main" id="{4B59D110-485B-EFFE-C77F-DE6944F29DAC}"/>
              </a:ext>
            </a:extLst>
          </p:cNvPr>
          <p:cNvSpPr/>
          <p:nvPr/>
        </p:nvSpPr>
        <p:spPr>
          <a:xfrm>
            <a:off x="3166641" y="2643209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I=1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流程图: 过程 49">
            <a:extLst>
              <a:ext uri="{FF2B5EF4-FFF2-40B4-BE49-F238E27FC236}">
                <a16:creationId xmlns:a16="http://schemas.microsoft.com/office/drawing/2014/main" id="{880EFADB-04AA-817D-4927-BA5589CC183E}"/>
              </a:ext>
            </a:extLst>
          </p:cNvPr>
          <p:cNvSpPr/>
          <p:nvPr/>
        </p:nvSpPr>
        <p:spPr>
          <a:xfrm>
            <a:off x="3166641" y="4452039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S=S+I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10B27CE-CE7B-35E8-3C4B-F338CFD6CA20}"/>
              </a:ext>
            </a:extLst>
          </p:cNvPr>
          <p:cNvCxnSpPr>
            <a:stCxn id="19" idx="2"/>
            <a:endCxn id="50" idx="0"/>
          </p:cNvCxnSpPr>
          <p:nvPr/>
        </p:nvCxnSpPr>
        <p:spPr>
          <a:xfrm>
            <a:off x="3526641" y="4257849"/>
            <a:ext cx="0" cy="19419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流程图: 过程 68">
            <a:extLst>
              <a:ext uri="{FF2B5EF4-FFF2-40B4-BE49-F238E27FC236}">
                <a16:creationId xmlns:a16="http://schemas.microsoft.com/office/drawing/2014/main" id="{C74B3332-90A4-1344-355F-89995FC940CB}"/>
              </a:ext>
            </a:extLst>
          </p:cNvPr>
          <p:cNvSpPr/>
          <p:nvPr/>
        </p:nvSpPr>
        <p:spPr>
          <a:xfrm>
            <a:off x="3166641" y="2139382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S=0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流程图: 终止 2">
            <a:extLst>
              <a:ext uri="{FF2B5EF4-FFF2-40B4-BE49-F238E27FC236}">
                <a16:creationId xmlns:a16="http://schemas.microsoft.com/office/drawing/2014/main" id="{F00305B1-D27E-DDC9-4605-E8B287E482AF}"/>
              </a:ext>
            </a:extLst>
          </p:cNvPr>
          <p:cNvSpPr>
            <a:spLocks/>
          </p:cNvSpPr>
          <p:nvPr/>
        </p:nvSpPr>
        <p:spPr>
          <a:xfrm>
            <a:off x="3166641" y="1681112"/>
            <a:ext cx="720000" cy="3600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Start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流程图: 终止 3">
            <a:extLst>
              <a:ext uri="{FF2B5EF4-FFF2-40B4-BE49-F238E27FC236}">
                <a16:creationId xmlns:a16="http://schemas.microsoft.com/office/drawing/2014/main" id="{DC3DFFB4-1E54-266F-61FE-FC3B96C66013}"/>
              </a:ext>
            </a:extLst>
          </p:cNvPr>
          <p:cNvSpPr>
            <a:spLocks/>
          </p:cNvSpPr>
          <p:nvPr/>
        </p:nvSpPr>
        <p:spPr>
          <a:xfrm>
            <a:off x="4235431" y="4729134"/>
            <a:ext cx="720000" cy="3600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End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01CA24F-524E-E7E6-A6AA-346586BB31F9}"/>
              </a:ext>
            </a:extLst>
          </p:cNvPr>
          <p:cNvCxnSpPr>
            <a:stCxn id="3" idx="2"/>
            <a:endCxn id="69" idx="0"/>
          </p:cNvCxnSpPr>
          <p:nvPr/>
        </p:nvCxnSpPr>
        <p:spPr>
          <a:xfrm>
            <a:off x="3526641" y="2041112"/>
            <a:ext cx="0" cy="9827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FD547EC-B891-66C9-3791-5AF6D68C6BC2}"/>
              </a:ext>
            </a:extLst>
          </p:cNvPr>
          <p:cNvCxnSpPr>
            <a:stCxn id="69" idx="2"/>
            <a:endCxn id="48" idx="0"/>
          </p:cNvCxnSpPr>
          <p:nvPr/>
        </p:nvCxnSpPr>
        <p:spPr>
          <a:xfrm>
            <a:off x="3526641" y="2499382"/>
            <a:ext cx="0" cy="143827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22AE36C0-9315-04AD-CE3A-C5272E531C8B}"/>
              </a:ext>
            </a:extLst>
          </p:cNvPr>
          <p:cNvSpPr/>
          <p:nvPr/>
        </p:nvSpPr>
        <p:spPr>
          <a:xfrm>
            <a:off x="4235431" y="4174944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输出 </a:t>
            </a:r>
            <a:r>
              <a:rPr lang="en-US" altLang="zh-CN" sz="1200" dirty="0">
                <a:solidFill>
                  <a:schemeClr val="tx1"/>
                </a:solidFill>
              </a:rPr>
              <a:t>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5B42E27-BFB8-59EB-DAAE-44A612BC3E4D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 flipH="1">
            <a:off x="2172657" y="3458056"/>
            <a:ext cx="1703601" cy="1004366"/>
          </a:xfrm>
          <a:prstGeom prst="bentConnector3">
            <a:avLst>
              <a:gd name="adj1" fmla="val -134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7A4A4A4-74FA-CE86-1EF4-5184AA9CA745}"/>
              </a:ext>
            </a:extLst>
          </p:cNvPr>
          <p:cNvCxnSpPr>
            <a:cxnSpLocks/>
          </p:cNvCxnSpPr>
          <p:nvPr/>
        </p:nvCxnSpPr>
        <p:spPr>
          <a:xfrm>
            <a:off x="2528046" y="3126728"/>
            <a:ext cx="100800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F799B363-27FA-D544-02F0-2D70A1701F46}"/>
              </a:ext>
            </a:extLst>
          </p:cNvPr>
          <p:cNvCxnSpPr>
            <a:stCxn id="2" idx="3"/>
            <a:endCxn id="15" idx="0"/>
          </p:cNvCxnSpPr>
          <p:nvPr/>
        </p:nvCxnSpPr>
        <p:spPr>
          <a:xfrm>
            <a:off x="4066641" y="3450529"/>
            <a:ext cx="528790" cy="724415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94DF9A8-1625-CCC5-595D-65FD478D4795}"/>
              </a:ext>
            </a:extLst>
          </p:cNvPr>
          <p:cNvCxnSpPr>
            <a:stCxn id="15" idx="2"/>
            <a:endCxn id="4" idx="0"/>
          </p:cNvCxnSpPr>
          <p:nvPr/>
        </p:nvCxnSpPr>
        <p:spPr>
          <a:xfrm>
            <a:off x="4595431" y="4534944"/>
            <a:ext cx="0" cy="19419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图: 过程 32">
            <a:extLst>
              <a:ext uri="{FF2B5EF4-FFF2-40B4-BE49-F238E27FC236}">
                <a16:creationId xmlns:a16="http://schemas.microsoft.com/office/drawing/2014/main" id="{5FD73D65-B228-7E5C-A598-9ABFF3F912B5}"/>
              </a:ext>
            </a:extLst>
          </p:cNvPr>
          <p:cNvSpPr/>
          <p:nvPr/>
        </p:nvSpPr>
        <p:spPr>
          <a:xfrm>
            <a:off x="6420716" y="3023133"/>
            <a:ext cx="180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累加</a:t>
            </a:r>
            <a:r>
              <a:rPr lang="en-US" altLang="zh-CN" sz="1200" dirty="0">
                <a:solidFill>
                  <a:schemeClr val="tx1"/>
                </a:solidFill>
              </a:rPr>
              <a:t>*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E0A748CD-53DB-A624-4F0C-B25E74C9FAA8}"/>
              </a:ext>
            </a:extLst>
          </p:cNvPr>
          <p:cNvCxnSpPr>
            <a:cxnSpLocks/>
            <a:stCxn id="33" idx="2"/>
            <a:endCxn id="42" idx="0"/>
          </p:cNvCxnSpPr>
          <p:nvPr/>
        </p:nvCxnSpPr>
        <p:spPr>
          <a:xfrm rot="5400000">
            <a:off x="6860755" y="3303094"/>
            <a:ext cx="379923" cy="54000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8831EDC-4F4B-BE29-4A9A-148747F58B50}"/>
              </a:ext>
            </a:extLst>
          </p:cNvPr>
          <p:cNvCxnSpPr>
            <a:cxnSpLocks/>
            <a:stCxn id="45" idx="0"/>
            <a:endCxn id="33" idx="2"/>
          </p:cNvCxnSpPr>
          <p:nvPr/>
        </p:nvCxnSpPr>
        <p:spPr>
          <a:xfrm rot="16200000" flipV="1">
            <a:off x="7400755" y="3303095"/>
            <a:ext cx="379923" cy="540000"/>
          </a:xfrm>
          <a:prstGeom prst="bentConnector3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98862D78-7A2A-5A40-FC6B-B6E4812DE27D}"/>
              </a:ext>
            </a:extLst>
          </p:cNvPr>
          <p:cNvSpPr/>
          <p:nvPr/>
        </p:nvSpPr>
        <p:spPr>
          <a:xfrm>
            <a:off x="6420716" y="2283209"/>
            <a:ext cx="180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EFDD4E4-546C-9B38-BABF-F62148082D7F}"/>
              </a:ext>
            </a:extLst>
          </p:cNvPr>
          <p:cNvCxnSpPr>
            <a:stCxn id="39" idx="2"/>
            <a:endCxn id="33" idx="0"/>
          </p:cNvCxnSpPr>
          <p:nvPr/>
        </p:nvCxnSpPr>
        <p:spPr>
          <a:xfrm>
            <a:off x="7320716" y="2643209"/>
            <a:ext cx="0" cy="379924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流程图: 过程 41">
            <a:extLst>
              <a:ext uri="{FF2B5EF4-FFF2-40B4-BE49-F238E27FC236}">
                <a16:creationId xmlns:a16="http://schemas.microsoft.com/office/drawing/2014/main" id="{25614460-D149-9A78-92D3-B384B51B0BB6}"/>
              </a:ext>
            </a:extLst>
          </p:cNvPr>
          <p:cNvSpPr/>
          <p:nvPr/>
        </p:nvSpPr>
        <p:spPr>
          <a:xfrm>
            <a:off x="6420716" y="3763056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I=I+1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流程图: 过程 44">
            <a:extLst>
              <a:ext uri="{FF2B5EF4-FFF2-40B4-BE49-F238E27FC236}">
                <a16:creationId xmlns:a16="http://schemas.microsoft.com/office/drawing/2014/main" id="{38CEA01A-2FBC-4F50-5989-F7934D03AFCC}"/>
              </a:ext>
            </a:extLst>
          </p:cNvPr>
          <p:cNvSpPr/>
          <p:nvPr/>
        </p:nvSpPr>
        <p:spPr>
          <a:xfrm>
            <a:off x="7500716" y="3763056"/>
            <a:ext cx="720000" cy="3600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S=S+I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939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E5C07547-6A0B-EF36-394A-059938184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81268"/>
              </p:ext>
            </p:extLst>
          </p:nvPr>
        </p:nvGraphicFramePr>
        <p:xfrm>
          <a:off x="528056" y="589020"/>
          <a:ext cx="11135888" cy="5497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6892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C0C455FA-5C80-C0A8-7B23-203BC9156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91372"/>
              </p:ext>
            </p:extLst>
          </p:nvPr>
        </p:nvGraphicFramePr>
        <p:xfrm>
          <a:off x="1282130" y="676275"/>
          <a:ext cx="9627740" cy="4752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269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E370AAF8-1AB1-7C96-C142-0D1C59AFC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368460"/>
              </p:ext>
            </p:extLst>
          </p:nvPr>
        </p:nvGraphicFramePr>
        <p:xfrm>
          <a:off x="1272606" y="276225"/>
          <a:ext cx="5071044" cy="6305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4807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E370AAF8-1AB1-7C96-C142-0D1C59AFC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848309"/>
              </p:ext>
            </p:extLst>
          </p:nvPr>
        </p:nvGraphicFramePr>
        <p:xfrm>
          <a:off x="0" y="284262"/>
          <a:ext cx="12430125" cy="6154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813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2302</TotalTime>
  <Words>1311</Words>
  <Application>Microsoft Office PowerPoint</Application>
  <PresentationFormat>宽屏</PresentationFormat>
  <Paragraphs>658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cn plaman</dc:creator>
  <cp:lastModifiedBy>cn plaman</cp:lastModifiedBy>
  <cp:revision>98</cp:revision>
  <dcterms:created xsi:type="dcterms:W3CDTF">2026-04-06T07:32:28Z</dcterms:created>
  <dcterms:modified xsi:type="dcterms:W3CDTF">2026-06-23T01:04:45Z</dcterms:modified>
</cp:coreProperties>
</file>
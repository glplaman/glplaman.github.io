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A8DC02-EB0F-A21A-7324-E5804D5764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C47FD24-B6D8-AC07-F61E-FC111E5406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6DA5F8-E4C2-A326-F294-729E7C5BD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0DD29C-57A4-7A1B-8447-6CAD9621A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4C6465-F73C-5E63-7536-058B2D25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5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F01BBF-9BA7-FA15-6854-296E0AA3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58A8C9-4699-BB1D-0E82-937EA1161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2217A2-1B5E-6DA4-6655-BE31655E4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DD0050-B6EB-4BFD-1502-75704079F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C45AE7-59E1-7812-0D69-51720491C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2374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7A287A-2944-0A0E-2611-40B4C0BF0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E9226D-02AC-1ECD-4436-40C96588D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CD0D21-4FF7-455B-AD3A-E0A6F1C36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92858A-CFFB-987D-EFF1-042C22031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6A1B57-E9C2-894F-25B6-B79D3B70B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794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90AAEC-05F4-9929-1235-B186BB938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1D3271-60D1-DBAA-9EBB-C0C3F9211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F41B2F8-D2BF-173C-8942-7345C9559F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A44668-E5D4-4C45-4BCF-206E418B9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893165F-C25F-B895-5074-1F9A0978E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3A9CCF-EE03-827E-7236-7CC0E068A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310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B8447-019C-3FEB-F695-EDC5A805B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2BF363-5B9B-E63D-EE2E-A945CD93F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DF47BCF-C2CF-AF29-6D38-51104D018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EFEFE84-3BBC-5027-74E3-61B57B989D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CBB5817-CB8C-18DD-73A3-C707EB188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873373C-AB2B-16D5-B3E8-64E711307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ACCE9D3-3203-E45E-BFCD-7C2EE84C4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DA544D-4B2B-EAE2-AA98-18E8FF902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978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206E4A-81AD-DC1C-DCCE-5F07396FF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DDD6C79-854F-1CB6-9DDE-8AD662BE0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1722B12-D48B-246F-0C65-F9B3201B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2A3FB56-4A9C-959F-0CB7-1346B2A1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7434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871E583-A0BE-E58D-6D5F-03752121A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09FCA1A-960B-78AB-87A3-6E6E246BA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B5F75A-6651-ED12-6296-3B2F4FE92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1608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E9ADCA-B3DA-684B-E4F1-8D82F315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DB51E-D9F2-2EEF-2B27-464498DB6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9991C8B-9104-BC46-0FB6-418CDAE2A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386C87-2428-B615-13B0-8F6696D9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3F16B46-B292-159C-A9A0-9AC0FA30A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54997DE-96A7-4466-6019-44E67D36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4365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B05B31-98C4-9420-A7A8-C87AB881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15F206C-CA32-5059-8BFD-1A3B86F502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28D6F70-6704-B93B-123C-E87AC66BBB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CA8A733-8EB9-1893-E852-10223D145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939EFBA-60D9-1CAD-49A6-973153057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00F4F-A90B-C484-D5FF-52F4F7DFE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3871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8105BA-DEF1-1120-468A-12A651FAA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57BCDD3-8EF5-12FD-5352-79BE5F232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CDB878-137F-0EAD-1CB4-D13BDF20B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F9A357-546C-5370-B5C3-BFD4A8DD6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E3B9B0-396A-9FDC-CD10-0164CED25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6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401502F-1982-B733-B23F-6BB01D28EC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6570675-8046-01D5-BA7D-DB0C10A564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778AA-22F2-8B42-1317-E55E98167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117169-5AAB-B9E0-4ED9-15E600756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6E8DB4-EBDD-CA76-8D9E-E57C012F7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9499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618B501-F669-8500-B2EB-9EC5037F8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6F912B2-7A1E-3D80-7432-26310AE97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1197596-3255-173B-F9C9-A7E88C4CA6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17D17-380A-4B40-92EC-38E177F94207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5F8D12-2681-D174-7A76-588AA3B4D0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A514B9-0D5E-B326-8AA4-42EF8F7025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847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68FCF27-3B3F-3F14-B298-65E9B36D4017}"/>
              </a:ext>
            </a:extLst>
          </p:cNvPr>
          <p:cNvSpPr/>
          <p:nvPr/>
        </p:nvSpPr>
        <p:spPr>
          <a:xfrm>
            <a:off x="1574494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872A251-5BBD-FA4D-B02E-BC4D36FB4391}"/>
              </a:ext>
            </a:extLst>
          </p:cNvPr>
          <p:cNvSpPr/>
          <p:nvPr/>
        </p:nvSpPr>
        <p:spPr>
          <a:xfrm>
            <a:off x="3122521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8043E0-114C-2A47-A7DA-90C643F74129}"/>
              </a:ext>
            </a:extLst>
          </p:cNvPr>
          <p:cNvSpPr/>
          <p:nvPr/>
        </p:nvSpPr>
        <p:spPr>
          <a:xfrm>
            <a:off x="4670548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6D9B0D4-7FD6-EB1F-8427-F2BE440F0403}"/>
              </a:ext>
            </a:extLst>
          </p:cNvPr>
          <p:cNvSpPr/>
          <p:nvPr/>
        </p:nvSpPr>
        <p:spPr>
          <a:xfrm>
            <a:off x="6218576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9D9859-0102-36F5-F398-2292DAE74CAF}"/>
              </a:ext>
            </a:extLst>
          </p:cNvPr>
          <p:cNvSpPr/>
          <p:nvPr/>
        </p:nvSpPr>
        <p:spPr>
          <a:xfrm>
            <a:off x="1574494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76143E-4D29-EAF1-D3E9-ECD5F686878F}"/>
              </a:ext>
            </a:extLst>
          </p:cNvPr>
          <p:cNvSpPr/>
          <p:nvPr/>
        </p:nvSpPr>
        <p:spPr>
          <a:xfrm>
            <a:off x="3122521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E2F563-9DEE-1381-3288-17AD3973B962}"/>
              </a:ext>
            </a:extLst>
          </p:cNvPr>
          <p:cNvSpPr/>
          <p:nvPr/>
        </p:nvSpPr>
        <p:spPr>
          <a:xfrm>
            <a:off x="4670548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57F1ABF-6442-A275-1937-6BF1F15004EF}"/>
              </a:ext>
            </a:extLst>
          </p:cNvPr>
          <p:cNvSpPr/>
          <p:nvPr/>
        </p:nvSpPr>
        <p:spPr>
          <a:xfrm>
            <a:off x="6218576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51EA44DC-D6D4-F67C-C67D-9EDB503BCA63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2654494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9C7FD94-BB4C-61A2-E508-A3E3AF51C644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202521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08528D4-E6F9-1D69-32E4-CD3965F28AFC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5750548" y="1576940"/>
            <a:ext cx="4680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B00398F-B4D3-4A67-D9A7-34DBCF235777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654494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CD7A15-F16D-5601-AF9C-85D2693FB904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4202521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1C7527D-9CF6-54B7-9E1C-1C9C1BCD617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5750548" y="3213000"/>
            <a:ext cx="46802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4FBF2DD9-4CA0-AB77-D940-70714FE80531}"/>
              </a:ext>
            </a:extLst>
          </p:cNvPr>
          <p:cNvSpPr/>
          <p:nvPr/>
        </p:nvSpPr>
        <p:spPr>
          <a:xfrm>
            <a:off x="1574494" y="390387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002652B-AC29-4370-DC1F-29C6A7E97150}"/>
              </a:ext>
            </a:extLst>
          </p:cNvPr>
          <p:cNvSpPr/>
          <p:nvPr/>
        </p:nvSpPr>
        <p:spPr>
          <a:xfrm>
            <a:off x="1574494" y="520805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4163EA42-5B43-9FEF-2EE4-5ED43F6EA04C}"/>
              </a:ext>
            </a:extLst>
          </p:cNvPr>
          <p:cNvCxnSpPr>
            <a:cxnSpLocks/>
          </p:cNvCxnSpPr>
          <p:nvPr/>
        </p:nvCxnSpPr>
        <p:spPr>
          <a:xfrm>
            <a:off x="1399592" y="5741274"/>
            <a:ext cx="100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115BD3E8-815E-24EE-9D19-239E970CC778}"/>
              </a:ext>
            </a:extLst>
          </p:cNvPr>
          <p:cNvCxnSpPr>
            <a:cxnSpLocks/>
          </p:cNvCxnSpPr>
          <p:nvPr/>
        </p:nvCxnSpPr>
        <p:spPr>
          <a:xfrm flipV="1">
            <a:off x="1399592" y="701274"/>
            <a:ext cx="0" cy="5040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6C43906-5374-192F-B67C-F801C0E92BE5}"/>
              </a:ext>
            </a:extLst>
          </p:cNvPr>
          <p:cNvSpPr txBox="1"/>
          <p:nvPr/>
        </p:nvSpPr>
        <p:spPr>
          <a:xfrm>
            <a:off x="11230806" y="5741274"/>
            <a:ext cx="248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8CF18D3-0F0A-4299-286E-C1494D21D97C}"/>
              </a:ext>
            </a:extLst>
          </p:cNvPr>
          <p:cNvSpPr txBox="1"/>
          <p:nvPr/>
        </p:nvSpPr>
        <p:spPr>
          <a:xfrm>
            <a:off x="1932393" y="4944124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1E8CA-A83B-732F-B5F9-D9E3D597C232}"/>
              </a:ext>
            </a:extLst>
          </p:cNvPr>
          <p:cNvSpPr txBox="1"/>
          <p:nvPr/>
        </p:nvSpPr>
        <p:spPr>
          <a:xfrm>
            <a:off x="394189" y="140766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顺序内聚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406535-8C6C-3229-8D45-C86D7458D965}"/>
              </a:ext>
            </a:extLst>
          </p:cNvPr>
          <p:cNvSpPr txBox="1"/>
          <p:nvPr/>
        </p:nvSpPr>
        <p:spPr>
          <a:xfrm>
            <a:off x="394189" y="30437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过程内聚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1BED675-588E-EC7A-FD07-D6D710A41EB9}"/>
              </a:ext>
            </a:extLst>
          </p:cNvPr>
          <p:cNvSpPr txBox="1"/>
          <p:nvPr/>
        </p:nvSpPr>
        <p:spPr>
          <a:xfrm>
            <a:off x="394189" y="460268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时间内聚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BE0F657-FD89-8E29-B5AC-677CE0F8FFE8}"/>
              </a:ext>
            </a:extLst>
          </p:cNvPr>
          <p:cNvSpPr/>
          <p:nvPr/>
        </p:nvSpPr>
        <p:spPr>
          <a:xfrm>
            <a:off x="1574494" y="4555966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D83EABFC-962E-995C-ACAE-AC6DB0423D05}"/>
              </a:ext>
            </a:extLst>
          </p:cNvPr>
          <p:cNvSpPr/>
          <p:nvPr/>
        </p:nvSpPr>
        <p:spPr>
          <a:xfrm>
            <a:off x="7455157" y="144984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9D41735A-2D4A-E6D5-0E8A-D30EA1F82130}"/>
              </a:ext>
            </a:extLst>
          </p:cNvPr>
          <p:cNvSpPr/>
          <p:nvPr/>
        </p:nvSpPr>
        <p:spPr>
          <a:xfrm>
            <a:off x="7455157" y="308590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箭头: 右 39">
            <a:extLst>
              <a:ext uri="{FF2B5EF4-FFF2-40B4-BE49-F238E27FC236}">
                <a16:creationId xmlns:a16="http://schemas.microsoft.com/office/drawing/2014/main" id="{38FB7E74-B429-12BE-2D8B-C246D79A5A29}"/>
              </a:ext>
            </a:extLst>
          </p:cNvPr>
          <p:cNvSpPr/>
          <p:nvPr/>
        </p:nvSpPr>
        <p:spPr>
          <a:xfrm>
            <a:off x="3117855" y="4644869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2" name="右大括号 41">
            <a:extLst>
              <a:ext uri="{FF2B5EF4-FFF2-40B4-BE49-F238E27FC236}">
                <a16:creationId xmlns:a16="http://schemas.microsoft.com/office/drawing/2014/main" id="{E2A0E752-B167-A186-9515-57F2F3E42A3D}"/>
              </a:ext>
            </a:extLst>
          </p:cNvPr>
          <p:cNvSpPr/>
          <p:nvPr/>
        </p:nvSpPr>
        <p:spPr>
          <a:xfrm>
            <a:off x="2712537" y="4136819"/>
            <a:ext cx="364197" cy="1270293"/>
          </a:xfrm>
          <a:prstGeom prst="rightBrace">
            <a:avLst>
              <a:gd name="adj1" fmla="val 87198"/>
              <a:gd name="adj2" fmla="val 50000"/>
            </a:avLst>
          </a:prstGeom>
          <a:ln>
            <a:solidFill>
              <a:schemeClr val="tx1"/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8449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6A3CD3F5-558D-960B-60ED-34C5F98E5FEB}"/>
              </a:ext>
            </a:extLst>
          </p:cNvPr>
          <p:cNvCxnSpPr>
            <a:cxnSpLocks/>
          </p:cNvCxnSpPr>
          <p:nvPr/>
        </p:nvCxnSpPr>
        <p:spPr>
          <a:xfrm rot="1800000">
            <a:off x="10966145" y="4658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E6AF2B34-A25E-8713-29B4-31EC28076CF7}"/>
              </a:ext>
            </a:extLst>
          </p:cNvPr>
          <p:cNvSpPr/>
          <p:nvPr/>
        </p:nvSpPr>
        <p:spPr>
          <a:xfrm>
            <a:off x="188240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7564F50-CFBF-761C-250D-939DF9DF6251}"/>
              </a:ext>
            </a:extLst>
          </p:cNvPr>
          <p:cNvSpPr/>
          <p:nvPr/>
        </p:nvSpPr>
        <p:spPr>
          <a:xfrm>
            <a:off x="188240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94FBC94-77DD-EE70-4340-292D1969E1FB}"/>
              </a:ext>
            </a:extLst>
          </p:cNvPr>
          <p:cNvSpPr/>
          <p:nvPr/>
        </p:nvSpPr>
        <p:spPr>
          <a:xfrm>
            <a:off x="188240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731E91D-0865-BEEB-AB81-0EC77F9949CF}"/>
              </a:ext>
            </a:extLst>
          </p:cNvPr>
          <p:cNvSpPr/>
          <p:nvPr/>
        </p:nvSpPr>
        <p:spPr>
          <a:xfrm>
            <a:off x="378822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1099F88A-46BE-ACF1-75E1-BBEF7C345F6D}"/>
              </a:ext>
            </a:extLst>
          </p:cNvPr>
          <p:cNvCxnSpPr>
            <a:stCxn id="3" idx="3"/>
            <a:endCxn id="6" idx="0"/>
          </p:cNvCxnSpPr>
          <p:nvPr/>
        </p:nvCxnSpPr>
        <p:spPr>
          <a:xfrm>
            <a:off x="296240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B8A7C531-CCB6-BDB9-FB87-B075755C6C3E}"/>
              </a:ext>
            </a:extLst>
          </p:cNvPr>
          <p:cNvCxnSpPr>
            <a:stCxn id="4" idx="3"/>
            <a:endCxn id="6" idx="4"/>
          </p:cNvCxnSpPr>
          <p:nvPr/>
        </p:nvCxnSpPr>
        <p:spPr>
          <a:xfrm flipV="1">
            <a:off x="296240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2687BD0-8A0A-0A9C-42BF-D81308B8E074}"/>
              </a:ext>
            </a:extLst>
          </p:cNvPr>
          <p:cNvCxnSpPr>
            <a:stCxn id="5" idx="3"/>
            <a:endCxn id="6" idx="2"/>
          </p:cNvCxnSpPr>
          <p:nvPr/>
        </p:nvCxnSpPr>
        <p:spPr>
          <a:xfrm>
            <a:off x="296240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箭头: 右 14">
            <a:extLst>
              <a:ext uri="{FF2B5EF4-FFF2-40B4-BE49-F238E27FC236}">
                <a16:creationId xmlns:a16="http://schemas.microsoft.com/office/drawing/2014/main" id="{3D313B9A-9DDB-C7CD-A6F9-77CEFE23FCE1}"/>
              </a:ext>
            </a:extLst>
          </p:cNvPr>
          <p:cNvSpPr/>
          <p:nvPr/>
        </p:nvSpPr>
        <p:spPr>
          <a:xfrm>
            <a:off x="438849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DF61846-1662-5AE8-752F-EEEF56B72290}"/>
              </a:ext>
            </a:extLst>
          </p:cNvPr>
          <p:cNvSpPr txBox="1"/>
          <p:nvPr/>
        </p:nvSpPr>
        <p:spPr>
          <a:xfrm>
            <a:off x="224030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BB36AA0-AA2F-E451-353E-405026196CD7}"/>
              </a:ext>
            </a:extLst>
          </p:cNvPr>
          <p:cNvSpPr txBox="1"/>
          <p:nvPr/>
        </p:nvSpPr>
        <p:spPr>
          <a:xfrm>
            <a:off x="224030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8672591-B474-7C2C-F4B0-344F7F1651CE}"/>
              </a:ext>
            </a:extLst>
          </p:cNvPr>
          <p:cNvSpPr txBox="1"/>
          <p:nvPr/>
        </p:nvSpPr>
        <p:spPr>
          <a:xfrm>
            <a:off x="645618" y="156091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功能内聚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40FCD4B-57EE-314F-93C1-F0CEAE06BB9F}"/>
              </a:ext>
            </a:extLst>
          </p:cNvPr>
          <p:cNvSpPr/>
          <p:nvPr/>
        </p:nvSpPr>
        <p:spPr>
          <a:xfrm>
            <a:off x="3068226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85EE80B-0AB5-B74E-4F54-93A3D3A28B69}"/>
              </a:ext>
            </a:extLst>
          </p:cNvPr>
          <p:cNvSpPr/>
          <p:nvPr/>
        </p:nvSpPr>
        <p:spPr>
          <a:xfrm>
            <a:off x="3068226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846D2C-BA9B-2293-42DB-F26A5A9E2D44}"/>
              </a:ext>
            </a:extLst>
          </p:cNvPr>
          <p:cNvSpPr/>
          <p:nvPr/>
        </p:nvSpPr>
        <p:spPr>
          <a:xfrm>
            <a:off x="3068226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889E608D-0F22-CFF4-14B4-E7FE983D685B}"/>
              </a:ext>
            </a:extLst>
          </p:cNvPr>
          <p:cNvSpPr/>
          <p:nvPr/>
        </p:nvSpPr>
        <p:spPr>
          <a:xfrm>
            <a:off x="438849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7280811-B24F-35B7-5521-679BB47DE57D}"/>
              </a:ext>
            </a:extLst>
          </p:cNvPr>
          <p:cNvSpPr txBox="1"/>
          <p:nvPr/>
        </p:nvSpPr>
        <p:spPr>
          <a:xfrm>
            <a:off x="3426125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4B6C6B4-214D-2D01-C76E-CABEAE04D209}"/>
              </a:ext>
            </a:extLst>
          </p:cNvPr>
          <p:cNvSpPr txBox="1"/>
          <p:nvPr/>
        </p:nvSpPr>
        <p:spPr>
          <a:xfrm>
            <a:off x="3426125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DA0846B-85EB-24E3-1657-FF994E0A3799}"/>
              </a:ext>
            </a:extLst>
          </p:cNvPr>
          <p:cNvSpPr txBox="1"/>
          <p:nvPr/>
        </p:nvSpPr>
        <p:spPr>
          <a:xfrm>
            <a:off x="645618" y="454273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通信内聚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584D19FB-C535-A414-E9DD-33C523C0F971}"/>
              </a:ext>
            </a:extLst>
          </p:cNvPr>
          <p:cNvSpPr/>
          <p:nvPr/>
        </p:nvSpPr>
        <p:spPr>
          <a:xfrm>
            <a:off x="1882402" y="4532010"/>
            <a:ext cx="756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Data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8B8D89F-9E95-1A11-2586-122D16CF6D36}"/>
              </a:ext>
            </a:extLst>
          </p:cNvPr>
          <p:cNvCxnSpPr>
            <a:stCxn id="30" idx="6"/>
            <a:endCxn id="21" idx="1"/>
          </p:cNvCxnSpPr>
          <p:nvPr/>
        </p:nvCxnSpPr>
        <p:spPr>
          <a:xfrm>
            <a:off x="2638402" y="4712010"/>
            <a:ext cx="429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5CA85D2D-A22A-59A8-A930-DB34CDF7F744}"/>
              </a:ext>
            </a:extLst>
          </p:cNvPr>
          <p:cNvCxnSpPr>
            <a:stCxn id="30" idx="0"/>
            <a:endCxn id="19" idx="1"/>
          </p:cNvCxnSpPr>
          <p:nvPr/>
        </p:nvCxnSpPr>
        <p:spPr>
          <a:xfrm rot="5400000" flipH="1" flipV="1">
            <a:off x="2428268" y="3892052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C80B65B7-BF82-541B-DFDF-39FC58AF5FF9}"/>
              </a:ext>
            </a:extLst>
          </p:cNvPr>
          <p:cNvCxnSpPr>
            <a:stCxn id="30" idx="4"/>
            <a:endCxn id="20" idx="1"/>
          </p:cNvCxnSpPr>
          <p:nvPr/>
        </p:nvCxnSpPr>
        <p:spPr>
          <a:xfrm rot="16200000" flipH="1">
            <a:off x="2428268" y="4724144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AB6CFE99-BB13-D1F2-40CB-9131F89E3B8A}"/>
              </a:ext>
            </a:extLst>
          </p:cNvPr>
          <p:cNvSpPr/>
          <p:nvPr/>
        </p:nvSpPr>
        <p:spPr>
          <a:xfrm>
            <a:off x="884615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FA65737-58F8-25AC-3B70-9D17FC694912}"/>
              </a:ext>
            </a:extLst>
          </p:cNvPr>
          <p:cNvSpPr/>
          <p:nvPr/>
        </p:nvSpPr>
        <p:spPr>
          <a:xfrm>
            <a:off x="884615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B14271D-CB0D-442A-DA12-99F292AA8EE6}"/>
              </a:ext>
            </a:extLst>
          </p:cNvPr>
          <p:cNvSpPr/>
          <p:nvPr/>
        </p:nvSpPr>
        <p:spPr>
          <a:xfrm>
            <a:off x="884615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C5F5333-9BBF-0522-B23E-4B8F9E15ABB7}"/>
              </a:ext>
            </a:extLst>
          </p:cNvPr>
          <p:cNvSpPr/>
          <p:nvPr/>
        </p:nvSpPr>
        <p:spPr>
          <a:xfrm>
            <a:off x="1075197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45F88E50-8CE1-1977-CED7-E71B19DB4D99}"/>
              </a:ext>
            </a:extLst>
          </p:cNvPr>
          <p:cNvCxnSpPr>
            <a:stCxn id="37" idx="3"/>
            <a:endCxn id="40" idx="0"/>
          </p:cNvCxnSpPr>
          <p:nvPr/>
        </p:nvCxnSpPr>
        <p:spPr>
          <a:xfrm>
            <a:off x="992615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肘形 41">
            <a:extLst>
              <a:ext uri="{FF2B5EF4-FFF2-40B4-BE49-F238E27FC236}">
                <a16:creationId xmlns:a16="http://schemas.microsoft.com/office/drawing/2014/main" id="{7D70CA97-CAAD-983B-2228-B12D86D6C197}"/>
              </a:ext>
            </a:extLst>
          </p:cNvPr>
          <p:cNvCxnSpPr>
            <a:stCxn id="38" idx="3"/>
            <a:endCxn id="40" idx="4"/>
          </p:cNvCxnSpPr>
          <p:nvPr/>
        </p:nvCxnSpPr>
        <p:spPr>
          <a:xfrm flipV="1">
            <a:off x="992615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693B8486-8708-AB0C-F1F3-9AE1AA6D1D2F}"/>
              </a:ext>
            </a:extLst>
          </p:cNvPr>
          <p:cNvCxnSpPr>
            <a:stCxn id="39" idx="3"/>
            <a:endCxn id="40" idx="2"/>
          </p:cNvCxnSpPr>
          <p:nvPr/>
        </p:nvCxnSpPr>
        <p:spPr>
          <a:xfrm>
            <a:off x="992615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箭头: 右 43">
            <a:extLst>
              <a:ext uri="{FF2B5EF4-FFF2-40B4-BE49-F238E27FC236}">
                <a16:creationId xmlns:a16="http://schemas.microsoft.com/office/drawing/2014/main" id="{BE40FB2C-2FA0-64DF-8CAC-6B8E5C0C0D9D}"/>
              </a:ext>
            </a:extLst>
          </p:cNvPr>
          <p:cNvSpPr/>
          <p:nvPr/>
        </p:nvSpPr>
        <p:spPr>
          <a:xfrm>
            <a:off x="1135224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4BB57FC2-DB11-9A48-8F8A-03B98411E65E}"/>
              </a:ext>
            </a:extLst>
          </p:cNvPr>
          <p:cNvSpPr txBox="1"/>
          <p:nvPr/>
        </p:nvSpPr>
        <p:spPr>
          <a:xfrm>
            <a:off x="920405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E52A1A3A-B9D5-F5B9-82E1-405F343A14DE}"/>
              </a:ext>
            </a:extLst>
          </p:cNvPr>
          <p:cNvSpPr txBox="1"/>
          <p:nvPr/>
        </p:nvSpPr>
        <p:spPr>
          <a:xfrm>
            <a:off x="920405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10CCB6F-B1E6-CEA0-254E-ACB2A59544A0}"/>
              </a:ext>
            </a:extLst>
          </p:cNvPr>
          <p:cNvSpPr txBox="1"/>
          <p:nvPr/>
        </p:nvSpPr>
        <p:spPr>
          <a:xfrm>
            <a:off x="7581376" y="1560910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11933FF-23DC-36EB-C4B1-EAB07BA0570C}"/>
              </a:ext>
            </a:extLst>
          </p:cNvPr>
          <p:cNvSpPr/>
          <p:nvPr/>
        </p:nvSpPr>
        <p:spPr>
          <a:xfrm>
            <a:off x="8846152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EE76726-D199-24B2-AA6A-9A4CEC99630D}"/>
              </a:ext>
            </a:extLst>
          </p:cNvPr>
          <p:cNvSpPr/>
          <p:nvPr/>
        </p:nvSpPr>
        <p:spPr>
          <a:xfrm>
            <a:off x="8846152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79C7BAF-D3C0-90BE-0FD5-507F6FB2FCC5}"/>
              </a:ext>
            </a:extLst>
          </p:cNvPr>
          <p:cNvSpPr/>
          <p:nvPr/>
        </p:nvSpPr>
        <p:spPr>
          <a:xfrm>
            <a:off x="8846152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5" name="箭头: 右 54">
            <a:extLst>
              <a:ext uri="{FF2B5EF4-FFF2-40B4-BE49-F238E27FC236}">
                <a16:creationId xmlns:a16="http://schemas.microsoft.com/office/drawing/2014/main" id="{0C9BC059-3627-E195-EB1C-7C1B204376D6}"/>
              </a:ext>
            </a:extLst>
          </p:cNvPr>
          <p:cNvSpPr/>
          <p:nvPr/>
        </p:nvSpPr>
        <p:spPr>
          <a:xfrm>
            <a:off x="1135224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DA6F9C7-4A13-6E56-C20C-0E1E161C5629}"/>
              </a:ext>
            </a:extLst>
          </p:cNvPr>
          <p:cNvSpPr txBox="1"/>
          <p:nvPr/>
        </p:nvSpPr>
        <p:spPr>
          <a:xfrm>
            <a:off x="9204051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BA3B0DA-271E-0A3A-3E0D-9AA7A3C8F52F}"/>
              </a:ext>
            </a:extLst>
          </p:cNvPr>
          <p:cNvSpPr txBox="1"/>
          <p:nvPr/>
        </p:nvSpPr>
        <p:spPr>
          <a:xfrm>
            <a:off x="9204051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ADA28F38-1326-5B88-6016-EBF5AD848FE2}"/>
              </a:ext>
            </a:extLst>
          </p:cNvPr>
          <p:cNvSpPr txBox="1"/>
          <p:nvPr/>
        </p:nvSpPr>
        <p:spPr>
          <a:xfrm>
            <a:off x="7581376" y="4542733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C34F4E3E-B989-C963-3994-F586C9484E6F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9926152" y="405991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BBA33E32-C344-CF67-6546-EDB843DB088D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9926152" y="4892010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F3B5DE7-5DAB-4E13-4775-8CF6EC5B48B3}"/>
              </a:ext>
            </a:extLst>
          </p:cNvPr>
          <p:cNvCxnSpPr>
            <a:cxnSpLocks/>
            <a:stCxn id="50" idx="3"/>
          </p:cNvCxnSpPr>
          <p:nvPr/>
        </p:nvCxnSpPr>
        <p:spPr>
          <a:xfrm>
            <a:off x="9926152" y="4712010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椭圆 67">
            <a:extLst>
              <a:ext uri="{FF2B5EF4-FFF2-40B4-BE49-F238E27FC236}">
                <a16:creationId xmlns:a16="http://schemas.microsoft.com/office/drawing/2014/main" id="{B6B7A204-E37B-C251-2844-DCF3A42F1793}"/>
              </a:ext>
            </a:extLst>
          </p:cNvPr>
          <p:cNvSpPr/>
          <p:nvPr/>
        </p:nvSpPr>
        <p:spPr>
          <a:xfrm>
            <a:off x="10751976" y="4676010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3EAC3AA4-DE0A-9FCB-2AC4-728B5041AA7A}"/>
              </a:ext>
            </a:extLst>
          </p:cNvPr>
          <p:cNvSpPr/>
          <p:nvPr/>
        </p:nvSpPr>
        <p:spPr>
          <a:xfrm>
            <a:off x="10895976" y="4518082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F868205-E3D2-2524-2F72-A4B42DD0DC46}"/>
              </a:ext>
            </a:extLst>
          </p:cNvPr>
          <p:cNvSpPr/>
          <p:nvPr/>
        </p:nvSpPr>
        <p:spPr>
          <a:xfrm>
            <a:off x="10895976" y="4809287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12795BCC-EB1E-FF8B-1312-7ACDA5CE765B}"/>
              </a:ext>
            </a:extLst>
          </p:cNvPr>
          <p:cNvCxnSpPr>
            <a:cxnSpLocks/>
          </p:cNvCxnSpPr>
          <p:nvPr/>
        </p:nvCxnSpPr>
        <p:spPr>
          <a:xfrm>
            <a:off x="11122625" y="4712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6DF01143-C01E-A87E-F24A-FCC48ED4C2DC}"/>
              </a:ext>
            </a:extLst>
          </p:cNvPr>
          <p:cNvSpPr/>
          <p:nvPr/>
        </p:nvSpPr>
        <p:spPr>
          <a:xfrm>
            <a:off x="11122625" y="4676010"/>
            <a:ext cx="72000" cy="72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860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DF782A0C-5C93-EE95-D80F-300CFE6C0586}"/>
              </a:ext>
            </a:extLst>
          </p:cNvPr>
          <p:cNvGrpSpPr/>
          <p:nvPr/>
        </p:nvGrpSpPr>
        <p:grpSpPr>
          <a:xfrm>
            <a:off x="1882402" y="862094"/>
            <a:ext cx="2927850" cy="1222575"/>
            <a:chOff x="1882402" y="862094"/>
            <a:chExt cx="2927850" cy="1222575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BD9F5DC-6705-043F-8719-512F12D55DBC}"/>
                </a:ext>
              </a:extLst>
            </p:cNvPr>
            <p:cNvSpPr/>
            <p:nvPr/>
          </p:nvSpPr>
          <p:spPr>
            <a:xfrm>
              <a:off x="188240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A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4D4EA62-B24C-DA8E-05C2-FC14B0BF2AED}"/>
                </a:ext>
              </a:extLst>
            </p:cNvPr>
            <p:cNvSpPr/>
            <p:nvPr/>
          </p:nvSpPr>
          <p:spPr>
            <a:xfrm>
              <a:off x="373025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B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509DFC8-9B2E-CCBE-58D2-6CD0750EEEC0}"/>
                </a:ext>
              </a:extLst>
            </p:cNvPr>
            <p:cNvSpPr/>
            <p:nvPr/>
          </p:nvSpPr>
          <p:spPr>
            <a:xfrm>
              <a:off x="1882402" y="1652669"/>
              <a:ext cx="292785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全局变量和数据结构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AB261998-64CA-EB4E-C47B-7773E3EFEA19}"/>
                </a:ext>
              </a:extLst>
            </p:cNvPr>
            <p:cNvCxnSpPr/>
            <p:nvPr/>
          </p:nvCxnSpPr>
          <p:spPr>
            <a:xfrm>
              <a:off x="2400300" y="1293382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0D723B2F-5196-2856-3F2C-A49BFD78B2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0252" y="1293381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724605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A8BF606-F579-0A6D-68FF-A909E292481D}"/>
              </a:ext>
            </a:extLst>
          </p:cNvPr>
          <p:cNvSpPr/>
          <p:nvPr/>
        </p:nvSpPr>
        <p:spPr>
          <a:xfrm>
            <a:off x="2133599" y="3003176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Input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E358D40-46EA-C5F4-1FCC-80FB04B92037}"/>
              </a:ext>
            </a:extLst>
          </p:cNvPr>
          <p:cNvSpPr/>
          <p:nvPr/>
        </p:nvSpPr>
        <p:spPr>
          <a:xfrm>
            <a:off x="5576046" y="3003176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Output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94FB9D-EEA8-53F6-580D-CC4ACBEA67D9}"/>
              </a:ext>
            </a:extLst>
          </p:cNvPr>
          <p:cNvSpPr/>
          <p:nvPr/>
        </p:nvSpPr>
        <p:spPr>
          <a:xfrm>
            <a:off x="3854823" y="3003176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Process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F88A4AAB-03B8-9BFB-918B-3CEBD77F0C8C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213599" y="3219176"/>
            <a:ext cx="6412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D5B200D8-BFBA-96C0-80DE-1ABAE0C24557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4934823" y="3219176"/>
            <a:ext cx="6412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5A96AA1C-0430-3E3E-02A1-3A8DDFBF5DA1}"/>
              </a:ext>
            </a:extLst>
          </p:cNvPr>
          <p:cNvSpPr/>
          <p:nvPr/>
        </p:nvSpPr>
        <p:spPr>
          <a:xfrm>
            <a:off x="3854823" y="3003176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E26EF7-8561-98C7-12FA-46F082357087}"/>
              </a:ext>
            </a:extLst>
          </p:cNvPr>
          <p:cNvSpPr/>
          <p:nvPr/>
        </p:nvSpPr>
        <p:spPr>
          <a:xfrm>
            <a:off x="4862823" y="3003176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171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1E753DC-5683-05C5-EE08-C36DD3570936}"/>
              </a:ext>
            </a:extLst>
          </p:cNvPr>
          <p:cNvSpPr/>
          <p:nvPr/>
        </p:nvSpPr>
        <p:spPr>
          <a:xfrm>
            <a:off x="3521035" y="2565026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Main module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A54C39A-6BE6-F3DD-DF1D-F72CBB88C157}"/>
              </a:ext>
            </a:extLst>
          </p:cNvPr>
          <p:cNvSpPr/>
          <p:nvPr/>
        </p:nvSpPr>
        <p:spPr>
          <a:xfrm>
            <a:off x="1879848" y="33413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BE34B77-8650-9404-32C9-1D6BEE1C861C}"/>
              </a:ext>
            </a:extLst>
          </p:cNvPr>
          <p:cNvSpPr/>
          <p:nvPr/>
        </p:nvSpPr>
        <p:spPr>
          <a:xfrm>
            <a:off x="5522223" y="33413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3ADFC04-8633-B10C-81E4-816338DD2FB5}"/>
              </a:ext>
            </a:extLst>
          </p:cNvPr>
          <p:cNvSpPr/>
          <p:nvPr/>
        </p:nvSpPr>
        <p:spPr>
          <a:xfrm>
            <a:off x="530598" y="4117575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1.1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A8E6BB-57D2-AF92-1278-5BF1AF8407AD}"/>
              </a:ext>
            </a:extLst>
          </p:cNvPr>
          <p:cNvSpPr/>
          <p:nvPr/>
        </p:nvSpPr>
        <p:spPr>
          <a:xfrm>
            <a:off x="1879848" y="4117575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1DC9CA-5EB0-4872-8667-D1BC7E605B45}"/>
              </a:ext>
            </a:extLst>
          </p:cNvPr>
          <p:cNvSpPr/>
          <p:nvPr/>
        </p:nvSpPr>
        <p:spPr>
          <a:xfrm>
            <a:off x="3229098" y="4117575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1.3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540928-FE03-6B32-1052-EFB9DEABCC2A}"/>
              </a:ext>
            </a:extLst>
          </p:cNvPr>
          <p:cNvSpPr/>
          <p:nvPr/>
        </p:nvSpPr>
        <p:spPr>
          <a:xfrm>
            <a:off x="4847598" y="4117575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2.1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8DB6A5-97B7-B99D-FB2E-3954DA82F487}"/>
              </a:ext>
            </a:extLst>
          </p:cNvPr>
          <p:cNvSpPr/>
          <p:nvPr/>
        </p:nvSpPr>
        <p:spPr>
          <a:xfrm>
            <a:off x="6196848" y="4117575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0CDCE40E-2479-C8FC-2559-0E9F296C5DBA}"/>
              </a:ext>
            </a:extLst>
          </p:cNvPr>
          <p:cNvCxnSpPr>
            <a:stCxn id="2" idx="2"/>
            <a:endCxn id="4" idx="0"/>
          </p:cNvCxnSpPr>
          <p:nvPr/>
        </p:nvCxnSpPr>
        <p:spPr>
          <a:xfrm rot="16200000" flipH="1">
            <a:off x="4979492" y="2258569"/>
            <a:ext cx="344274" cy="1821188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8AB29A40-5C77-3063-EB56-E1E066259552}"/>
              </a:ext>
            </a:extLst>
          </p:cNvPr>
          <p:cNvCxnSpPr>
            <a:stCxn id="2" idx="2"/>
            <a:endCxn id="3" idx="0"/>
          </p:cNvCxnSpPr>
          <p:nvPr/>
        </p:nvCxnSpPr>
        <p:spPr>
          <a:xfrm rot="5400000">
            <a:off x="3158305" y="2258570"/>
            <a:ext cx="344274" cy="1821187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C390A62B-1364-D47D-5D76-9A208D9318F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5400000">
            <a:off x="1573086" y="3270812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2BDB116A-86D7-A00E-0B7E-41E399F5D5F3}"/>
              </a:ext>
            </a:extLst>
          </p:cNvPr>
          <p:cNvCxnSpPr>
            <a:stCxn id="3" idx="2"/>
            <a:endCxn id="8" idx="0"/>
          </p:cNvCxnSpPr>
          <p:nvPr/>
        </p:nvCxnSpPr>
        <p:spPr>
          <a:xfrm rot="16200000" flipH="1">
            <a:off x="2922336" y="3270812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3D0AB01D-6974-1901-2D3A-426B34ECAE34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5400000">
            <a:off x="5552774" y="3608125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ED87473-3C70-4968-1832-ED4BA7BB9776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rot="16200000" flipH="1">
            <a:off x="6227398" y="3608124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FDF2220-54BF-82AD-3F44-1CF9E64021E2}"/>
              </a:ext>
            </a:extLst>
          </p:cNvPr>
          <p:cNvCxnSpPr>
            <a:stCxn id="3" idx="2"/>
            <a:endCxn id="7" idx="0"/>
          </p:cNvCxnSpPr>
          <p:nvPr/>
        </p:nvCxnSpPr>
        <p:spPr>
          <a:xfrm>
            <a:off x="2419848" y="3773300"/>
            <a:ext cx="0" cy="3442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6320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</TotalTime>
  <Words>81</Words>
  <Application>Microsoft Office PowerPoint</Application>
  <PresentationFormat>宽屏</PresentationFormat>
  <Paragraphs>57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8" baseType="lpstr"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cn plaman</dc:creator>
  <cp:lastModifiedBy>cn plaman</cp:lastModifiedBy>
  <cp:revision>18</cp:revision>
  <dcterms:created xsi:type="dcterms:W3CDTF">2026-04-06T07:32:28Z</dcterms:created>
  <dcterms:modified xsi:type="dcterms:W3CDTF">2026-04-08T01:44:57Z</dcterms:modified>
</cp:coreProperties>
</file>
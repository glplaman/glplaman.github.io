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74" r:id="rId3"/>
    <p:sldId id="256" r:id="rId4"/>
    <p:sldId id="257" r:id="rId5"/>
    <p:sldId id="258" r:id="rId6"/>
    <p:sldId id="259" r:id="rId7"/>
    <p:sldId id="260" r:id="rId8"/>
    <p:sldId id="265" r:id="rId9"/>
    <p:sldId id="266" r:id="rId10"/>
    <p:sldId id="263" r:id="rId11"/>
    <p:sldId id="261" r:id="rId12"/>
    <p:sldId id="264" r:id="rId13"/>
    <p:sldId id="262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16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A8DC02-EB0F-A21A-7324-E5804D5764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C47FD24-B6D8-AC07-F61E-FC111E5406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86DA5F8-E4C2-A326-F294-729E7C5BD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0DD29C-57A4-7A1B-8447-6CAD9621A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04C6465-F73C-5E63-7536-058B2D259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756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F01BBF-9BA7-FA15-6854-296E0AA318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58A8C9-4699-BB1D-0E82-937EA1161B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2217A2-1B5E-6DA4-6655-BE31655E4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0DD0050-B6EB-4BFD-1502-75704079F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C45AE7-59E1-7812-0D69-51720491C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23749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7A287A-2944-0A0E-2611-40B4C0BF0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8E9226D-02AC-1ECD-4436-40C96588D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5CD0D21-4FF7-455B-AD3A-E0A6F1C36B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392858A-CFFB-987D-EFF1-042C220310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6A1B57-E9C2-894F-25B6-B79D3B70B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94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0AAEC-05F4-9929-1235-B186BB938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11D3271-60D1-DBAA-9EBB-C0C3F9211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F41B2F8-D2BF-173C-8942-7345C9559F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4A44668-E5D4-4C45-4BCF-206E418B9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93165F-C25F-B895-5074-1F9A0978E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83A9CCF-EE03-827E-7236-7CC0E068A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3106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B8447-019C-3FEB-F695-EDC5A805B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2BF363-5B9B-E63D-EE2E-A945CD93F3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DF47BCF-C2CF-AF29-6D38-51104D0183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EFEFE84-3BBC-5027-74E3-61B57B989D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CBB5817-CB8C-18DD-73A3-C707EB1880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873373C-AB2B-16D5-B3E8-64E711307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CACCE9D3-3203-E45E-BFCD-7C2EE84C4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DA544D-4B2B-EAE2-AA98-18E8FF902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787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206E4A-81AD-DC1C-DCCE-5F07396FF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BDDD6C79-854F-1CB6-9DDE-8AD662BE0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1722B12-D48B-246F-0C65-F9B3201B0F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2A3FB56-4A9C-959F-0CB7-1346B2A13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7434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871E583-A0BE-E58D-6D5F-03752121A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09FCA1A-960B-78AB-87A3-6E6E246BA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B5F75A-6651-ED12-6296-3B2F4FE92E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16081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E9ADCA-B3DA-684B-E4F1-8D82F315F3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24DB51E-D9F2-2EEF-2B27-464498DB6E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9991C8B-9104-BC46-0FB6-418CDAE2A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1386C87-2428-B615-13B0-8F6696D90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3F16B46-B292-159C-A9A0-9AC0FA30A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54997DE-96A7-4466-6019-44E67D36E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14365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05B31-98C4-9420-A7A8-C87AB8817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15F206C-CA32-5059-8BFD-1A3B86F502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28D6F70-6704-B93B-123C-E87AC66BBB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CA8A733-8EB9-1893-E852-10223D145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939EFBA-60D9-1CAD-49A6-973153057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00F4F-A90B-C484-D5FF-52F4F7DFE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8711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8105BA-DEF1-1120-468A-12A651FAA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57BCDD3-8EF5-12FD-5352-79BE5F232B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0CDB878-137F-0EAD-1CB4-D13BDF20B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F9A357-546C-5370-B5C3-BFD4A8DD6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E3B9B0-396A-9FDC-CD10-0164CED2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6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401502F-1982-B733-B23F-6BB01D28EC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6570675-8046-01D5-BA7D-DB0C10A56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778AA-22F2-8B42-1317-E55E98167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117169-5AAB-B9E0-4ED9-15E600756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C6E8DB4-EBDD-CA76-8D9E-E57C012F7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499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618B501-F669-8500-B2EB-9EC5037F8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6F912B2-7A1E-3D80-7432-26310AE97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197596-3255-173B-F9C9-A7E88C4CA6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617D17-380A-4B40-92EC-38E177F94207}" type="datetimeFigureOut">
              <a:rPr lang="zh-CN" altLang="en-US" smtClean="0"/>
              <a:t>2026/4/12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95F8D12-2681-D174-7A76-588AA3B4D0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A514B9-0D5E-B326-8AA4-42EF8F7025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045E22-FBE8-4597-A88F-6ED65F9C079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5847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13" Type="http://schemas.openxmlformats.org/officeDocument/2006/relationships/image" Target="../media/image21.jpeg"/><Relationship Id="rId3" Type="http://schemas.openxmlformats.org/officeDocument/2006/relationships/image" Target="../media/image11.jpeg"/><Relationship Id="rId7" Type="http://schemas.openxmlformats.org/officeDocument/2006/relationships/image" Target="../media/image15.jpeg"/><Relationship Id="rId12" Type="http://schemas.openxmlformats.org/officeDocument/2006/relationships/image" Target="../media/image20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jpeg"/><Relationship Id="rId11" Type="http://schemas.openxmlformats.org/officeDocument/2006/relationships/image" Target="../media/image19.jpeg"/><Relationship Id="rId5" Type="http://schemas.openxmlformats.org/officeDocument/2006/relationships/image" Target="../media/image13.jpeg"/><Relationship Id="rId15" Type="http://schemas.openxmlformats.org/officeDocument/2006/relationships/image" Target="../media/image23.jpeg"/><Relationship Id="rId10" Type="http://schemas.openxmlformats.org/officeDocument/2006/relationships/image" Target="../media/image18.jpeg"/><Relationship Id="rId4" Type="http://schemas.openxmlformats.org/officeDocument/2006/relationships/image" Target="../media/image12.jpeg"/><Relationship Id="rId9" Type="http://schemas.openxmlformats.org/officeDocument/2006/relationships/image" Target="../media/image17.jpeg"/><Relationship Id="rId14" Type="http://schemas.openxmlformats.org/officeDocument/2006/relationships/image" Target="../media/image22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479DBE2-DED6-AB64-AF6D-0B19989DE0ED}"/>
              </a:ext>
            </a:extLst>
          </p:cNvPr>
          <p:cNvSpPr/>
          <p:nvPr/>
        </p:nvSpPr>
        <p:spPr>
          <a:xfrm>
            <a:off x="7156144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老师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83826D-9DE6-60C7-D1B6-C6D11E372DBA}"/>
              </a:ext>
            </a:extLst>
          </p:cNvPr>
          <p:cNvSpPr/>
          <p:nvPr/>
        </p:nvSpPr>
        <p:spPr>
          <a:xfrm>
            <a:off x="10270819" y="27283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4" name="流程图: 决策 3">
            <a:extLst>
              <a:ext uri="{FF2B5EF4-FFF2-40B4-BE49-F238E27FC236}">
                <a16:creationId xmlns:a16="http://schemas.microsoft.com/office/drawing/2014/main" id="{0225CB8B-4DB7-23B9-5728-E914D45825C5}"/>
              </a:ext>
            </a:extLst>
          </p:cNvPr>
          <p:cNvSpPr/>
          <p:nvPr/>
        </p:nvSpPr>
        <p:spPr>
          <a:xfrm>
            <a:off x="8821482" y="26203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讲授</a:t>
            </a: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0B05B377-10F4-24E4-37BE-3E86B31EDD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8236144" y="29083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DE820FE9-484D-37FC-10AA-2FF4821E94BD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9685482" y="29083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5340881B-B140-2BEE-96EC-4C3335B495CC}"/>
              </a:ext>
            </a:extLst>
          </p:cNvPr>
          <p:cNvSpPr txBox="1"/>
          <p:nvPr/>
        </p:nvSpPr>
        <p:spPr>
          <a:xfrm>
            <a:off x="8398008" y="2679841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9233F43-47A5-25E7-7784-5D9F0023523A}"/>
              </a:ext>
            </a:extLst>
          </p:cNvPr>
          <p:cNvSpPr txBox="1"/>
          <p:nvPr/>
        </p:nvSpPr>
        <p:spPr>
          <a:xfrm>
            <a:off x="9830514" y="26798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9C4EAF5-C90A-221F-0F58-C67EDEBF23EE}"/>
              </a:ext>
            </a:extLst>
          </p:cNvPr>
          <p:cNvSpPr/>
          <p:nvPr/>
        </p:nvSpPr>
        <p:spPr>
          <a:xfrm>
            <a:off x="715614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班长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5B48727-2432-4BF7-CFBF-D896A6C50749}"/>
              </a:ext>
            </a:extLst>
          </p:cNvPr>
          <p:cNvSpPr/>
          <p:nvPr/>
        </p:nvSpPr>
        <p:spPr>
          <a:xfrm>
            <a:off x="1027081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班级</a:t>
            </a:r>
          </a:p>
        </p:txBody>
      </p:sp>
      <p:sp>
        <p:nvSpPr>
          <p:cNvPr id="13" name="流程图: 决策 12">
            <a:extLst>
              <a:ext uri="{FF2B5EF4-FFF2-40B4-BE49-F238E27FC236}">
                <a16:creationId xmlns:a16="http://schemas.microsoft.com/office/drawing/2014/main" id="{5B9DF6DB-CE6E-801C-EC01-927CB0A27705}"/>
              </a:ext>
            </a:extLst>
          </p:cNvPr>
          <p:cNvSpPr/>
          <p:nvPr/>
        </p:nvSpPr>
        <p:spPr>
          <a:xfrm>
            <a:off x="882148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管理</a:t>
            </a:r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634BFE99-382B-5312-390F-7896C7A27A7D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>
            <a:off x="823614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6A08DD47-C73C-DCAE-D7D0-F32CE28B9365}"/>
              </a:ext>
            </a:extLst>
          </p:cNvPr>
          <p:cNvCxnSpPr>
            <a:stCxn id="13" idx="3"/>
            <a:endCxn id="12" idx="1"/>
          </p:cNvCxnSpPr>
          <p:nvPr/>
        </p:nvCxnSpPr>
        <p:spPr>
          <a:xfrm>
            <a:off x="968548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14F98443-4B79-1FF9-C1FE-87C4C03DB550}"/>
              </a:ext>
            </a:extLst>
          </p:cNvPr>
          <p:cNvSpPr txBox="1"/>
          <p:nvPr/>
        </p:nvSpPr>
        <p:spPr>
          <a:xfrm>
            <a:off x="839800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3D2F346-F1C2-319F-C140-24B0D7AD2F83}"/>
              </a:ext>
            </a:extLst>
          </p:cNvPr>
          <p:cNvSpPr txBox="1"/>
          <p:nvPr/>
        </p:nvSpPr>
        <p:spPr>
          <a:xfrm>
            <a:off x="984734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E9097BB-465F-7D5B-A577-AE17A8B02CE9}"/>
              </a:ext>
            </a:extLst>
          </p:cNvPr>
          <p:cNvSpPr/>
          <p:nvPr/>
        </p:nvSpPr>
        <p:spPr>
          <a:xfrm>
            <a:off x="715614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学生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9310380-7C57-9194-F819-59F8D82E057C}"/>
              </a:ext>
            </a:extLst>
          </p:cNvPr>
          <p:cNvSpPr/>
          <p:nvPr/>
        </p:nvSpPr>
        <p:spPr>
          <a:xfrm>
            <a:off x="1027081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课程</a:t>
            </a:r>
          </a:p>
        </p:txBody>
      </p:sp>
      <p:sp>
        <p:nvSpPr>
          <p:cNvPr id="20" name="流程图: 决策 19">
            <a:extLst>
              <a:ext uri="{FF2B5EF4-FFF2-40B4-BE49-F238E27FC236}">
                <a16:creationId xmlns:a16="http://schemas.microsoft.com/office/drawing/2014/main" id="{2504802D-D623-F4AD-67DF-251A5827A434}"/>
              </a:ext>
            </a:extLst>
          </p:cNvPr>
          <p:cNvSpPr/>
          <p:nvPr/>
        </p:nvSpPr>
        <p:spPr>
          <a:xfrm>
            <a:off x="882148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选修</a:t>
            </a: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5CEE1AA9-F6D9-23C3-AB98-FCAEA507A69A}"/>
              </a:ext>
            </a:extLst>
          </p:cNvPr>
          <p:cNvCxnSpPr>
            <a:stCxn id="18" idx="3"/>
            <a:endCxn id="20" idx="1"/>
          </p:cNvCxnSpPr>
          <p:nvPr/>
        </p:nvCxnSpPr>
        <p:spPr>
          <a:xfrm>
            <a:off x="823614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17447A81-3F1E-E61F-E53A-11A99F80A474}"/>
              </a:ext>
            </a:extLst>
          </p:cNvPr>
          <p:cNvCxnSpPr>
            <a:stCxn id="20" idx="3"/>
            <a:endCxn id="19" idx="1"/>
          </p:cNvCxnSpPr>
          <p:nvPr/>
        </p:nvCxnSpPr>
        <p:spPr>
          <a:xfrm>
            <a:off x="968548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本框 22">
            <a:extLst>
              <a:ext uri="{FF2B5EF4-FFF2-40B4-BE49-F238E27FC236}">
                <a16:creationId xmlns:a16="http://schemas.microsoft.com/office/drawing/2014/main" id="{8F3E18A5-D52B-8F2D-6798-43F32B26E214}"/>
              </a:ext>
            </a:extLst>
          </p:cNvPr>
          <p:cNvSpPr txBox="1"/>
          <p:nvPr/>
        </p:nvSpPr>
        <p:spPr>
          <a:xfrm>
            <a:off x="836835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FE3B8A2-DC94-C9B6-33C5-69266617E817}"/>
              </a:ext>
            </a:extLst>
          </p:cNvPr>
          <p:cNvSpPr txBox="1"/>
          <p:nvPr/>
        </p:nvSpPr>
        <p:spPr>
          <a:xfrm>
            <a:off x="983051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F4AA6A2-9CB1-5A53-6401-C13E8CEBF5B3}"/>
              </a:ext>
            </a:extLst>
          </p:cNvPr>
          <p:cNvSpPr/>
          <p:nvPr/>
        </p:nvSpPr>
        <p:spPr>
          <a:xfrm>
            <a:off x="1574494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FF4ABE6-1191-DF52-8435-D79DB32D75D8}"/>
              </a:ext>
            </a:extLst>
          </p:cNvPr>
          <p:cNvSpPr/>
          <p:nvPr/>
        </p:nvSpPr>
        <p:spPr>
          <a:xfrm>
            <a:off x="4689169" y="2985515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37C0B526-F2AF-33F1-3B05-D33663E719C6}"/>
              </a:ext>
            </a:extLst>
          </p:cNvPr>
          <p:cNvSpPr/>
          <p:nvPr/>
        </p:nvSpPr>
        <p:spPr>
          <a:xfrm>
            <a:off x="3239832" y="2877515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678D26D-9F91-3798-9E47-E7151CC39D6C}"/>
              </a:ext>
            </a:extLst>
          </p:cNvPr>
          <p:cNvCxnSpPr>
            <a:stCxn id="25" idx="3"/>
            <a:endCxn id="27" idx="1"/>
          </p:cNvCxnSpPr>
          <p:nvPr/>
        </p:nvCxnSpPr>
        <p:spPr>
          <a:xfrm>
            <a:off x="2654494" y="3165515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8E82614-3AD5-FEFF-09DA-4EAB1F489FB8}"/>
              </a:ext>
            </a:extLst>
          </p:cNvPr>
          <p:cNvCxnSpPr>
            <a:stCxn id="27" idx="3"/>
            <a:endCxn id="26" idx="1"/>
          </p:cNvCxnSpPr>
          <p:nvPr/>
        </p:nvCxnSpPr>
        <p:spPr>
          <a:xfrm>
            <a:off x="4103832" y="3165515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A9636C-4776-F3DD-426E-26D0FEF803BB}"/>
              </a:ext>
            </a:extLst>
          </p:cNvPr>
          <p:cNvSpPr txBox="1"/>
          <p:nvPr/>
        </p:nvSpPr>
        <p:spPr>
          <a:xfrm>
            <a:off x="2816358" y="2937016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15EE54D1-4FD4-BE5E-9D93-A388E38ECBBF}"/>
              </a:ext>
            </a:extLst>
          </p:cNvPr>
          <p:cNvSpPr txBox="1"/>
          <p:nvPr/>
        </p:nvSpPr>
        <p:spPr>
          <a:xfrm>
            <a:off x="4248864" y="29370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834233E-51C9-012D-12C7-0A829C7805F4}"/>
              </a:ext>
            </a:extLst>
          </p:cNvPr>
          <p:cNvSpPr/>
          <p:nvPr/>
        </p:nvSpPr>
        <p:spPr>
          <a:xfrm>
            <a:off x="1574494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EB67323-7F9C-1F47-B417-AC1043E18C20}"/>
              </a:ext>
            </a:extLst>
          </p:cNvPr>
          <p:cNvSpPr/>
          <p:nvPr/>
        </p:nvSpPr>
        <p:spPr>
          <a:xfrm>
            <a:off x="4689169" y="4634399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4" name="流程图: 决策 33">
            <a:extLst>
              <a:ext uri="{FF2B5EF4-FFF2-40B4-BE49-F238E27FC236}">
                <a16:creationId xmlns:a16="http://schemas.microsoft.com/office/drawing/2014/main" id="{DB6AAC90-D2ED-1BD8-71A9-6EEADDA976EA}"/>
              </a:ext>
            </a:extLst>
          </p:cNvPr>
          <p:cNvSpPr/>
          <p:nvPr/>
        </p:nvSpPr>
        <p:spPr>
          <a:xfrm>
            <a:off x="3239832" y="4526399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88AEA277-ED4D-9B49-DF66-77801915E7C0}"/>
              </a:ext>
            </a:extLst>
          </p:cNvPr>
          <p:cNvCxnSpPr>
            <a:stCxn id="32" idx="3"/>
            <a:endCxn id="34" idx="1"/>
          </p:cNvCxnSpPr>
          <p:nvPr/>
        </p:nvCxnSpPr>
        <p:spPr>
          <a:xfrm>
            <a:off x="2654494" y="4814399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89F867E3-3082-76EE-27CD-39F43D9E70D6}"/>
              </a:ext>
            </a:extLst>
          </p:cNvPr>
          <p:cNvCxnSpPr>
            <a:stCxn id="34" idx="3"/>
            <a:endCxn id="33" idx="1"/>
          </p:cNvCxnSpPr>
          <p:nvPr/>
        </p:nvCxnSpPr>
        <p:spPr>
          <a:xfrm>
            <a:off x="4103832" y="4814399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>
            <a:extLst>
              <a:ext uri="{FF2B5EF4-FFF2-40B4-BE49-F238E27FC236}">
                <a16:creationId xmlns:a16="http://schemas.microsoft.com/office/drawing/2014/main" id="{47AAB849-CE0A-9A4A-55D0-6BDAC1D64AAE}"/>
              </a:ext>
            </a:extLst>
          </p:cNvPr>
          <p:cNvSpPr txBox="1"/>
          <p:nvPr/>
        </p:nvSpPr>
        <p:spPr>
          <a:xfrm>
            <a:off x="2816358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8049057-C895-6B97-9EA9-F2165165871E}"/>
              </a:ext>
            </a:extLst>
          </p:cNvPr>
          <p:cNvSpPr txBox="1"/>
          <p:nvPr/>
        </p:nvSpPr>
        <p:spPr>
          <a:xfrm>
            <a:off x="4265696" y="4585900"/>
            <a:ext cx="2616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1</a:t>
            </a:r>
            <a:endParaRPr lang="zh-CN" altLang="en-US" sz="1200" dirty="0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AA20A44-D0C1-5BFB-3174-14B18F6872AB}"/>
              </a:ext>
            </a:extLst>
          </p:cNvPr>
          <p:cNvSpPr/>
          <p:nvPr/>
        </p:nvSpPr>
        <p:spPr>
          <a:xfrm>
            <a:off x="1574494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A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2D1A1AC-8347-AA4E-C8B9-27AEE7F34012}"/>
              </a:ext>
            </a:extLst>
          </p:cNvPr>
          <p:cNvSpPr/>
          <p:nvPr/>
        </p:nvSpPr>
        <p:spPr>
          <a:xfrm>
            <a:off x="4689169" y="1432940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B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41" name="流程图: 决策 40">
            <a:extLst>
              <a:ext uri="{FF2B5EF4-FFF2-40B4-BE49-F238E27FC236}">
                <a16:creationId xmlns:a16="http://schemas.microsoft.com/office/drawing/2014/main" id="{F1B9D7F3-F9E7-AA2A-59B0-ED7C1FB8CFB6}"/>
              </a:ext>
            </a:extLst>
          </p:cNvPr>
          <p:cNvSpPr/>
          <p:nvPr/>
        </p:nvSpPr>
        <p:spPr>
          <a:xfrm>
            <a:off x="3239832" y="1324940"/>
            <a:ext cx="864000" cy="57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</a:rPr>
              <a:t>R</a:t>
            </a:r>
            <a:endParaRPr lang="zh-CN" altLang="en-US" sz="1200" dirty="0">
              <a:solidFill>
                <a:schemeClr val="tx1"/>
              </a:solidFill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3A1FD5D-31F8-FD34-C197-E31876550591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2654494" y="1612940"/>
            <a:ext cx="58533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EC8A22E8-F4CC-5C72-E6F3-B8AA4E167039}"/>
              </a:ext>
            </a:extLst>
          </p:cNvPr>
          <p:cNvCxnSpPr>
            <a:stCxn id="41" idx="3"/>
            <a:endCxn id="40" idx="1"/>
          </p:cNvCxnSpPr>
          <p:nvPr/>
        </p:nvCxnSpPr>
        <p:spPr>
          <a:xfrm>
            <a:off x="4103832" y="1612940"/>
            <a:ext cx="58533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43D2D7CC-9CBC-B8A1-0D16-1D3F5E26DC8E}"/>
              </a:ext>
            </a:extLst>
          </p:cNvPr>
          <p:cNvSpPr txBox="1"/>
          <p:nvPr/>
        </p:nvSpPr>
        <p:spPr>
          <a:xfrm>
            <a:off x="2786702" y="1384441"/>
            <a:ext cx="320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985100F4-1EEB-CB54-E5A6-EA60114391D7}"/>
              </a:ext>
            </a:extLst>
          </p:cNvPr>
          <p:cNvSpPr txBox="1"/>
          <p:nvPr/>
        </p:nvSpPr>
        <p:spPr>
          <a:xfrm>
            <a:off x="4248864" y="138444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N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085428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EF7B7F48-9A4E-C40E-0946-861BCB83D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7567614" y="5800725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椭圆 1">
            <a:extLst>
              <a:ext uri="{FF2B5EF4-FFF2-40B4-BE49-F238E27FC236}">
                <a16:creationId xmlns:a16="http://schemas.microsoft.com/office/drawing/2014/main" id="{8DE61E0A-65B1-C235-6D01-828F4F7B963D}"/>
              </a:ext>
            </a:extLst>
          </p:cNvPr>
          <p:cNvSpPr>
            <a:spLocks noChangeAspect="1"/>
          </p:cNvSpPr>
          <p:nvPr/>
        </p:nvSpPr>
        <p:spPr>
          <a:xfrm>
            <a:off x="10144125" y="5872725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A1782C35-10D8-C315-5530-0B7A2EF7FB8F}"/>
              </a:ext>
            </a:extLst>
          </p:cNvPr>
          <p:cNvCxnSpPr>
            <a:stCxn id="1028" idx="3"/>
            <a:endCxn id="2" idx="2"/>
          </p:cNvCxnSpPr>
          <p:nvPr/>
        </p:nvCxnSpPr>
        <p:spPr>
          <a:xfrm>
            <a:off x="8189616" y="6232725"/>
            <a:ext cx="1954509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椭圆 5">
            <a:extLst>
              <a:ext uri="{FF2B5EF4-FFF2-40B4-BE49-F238E27FC236}">
                <a16:creationId xmlns:a16="http://schemas.microsoft.com/office/drawing/2014/main" id="{6E85A51C-EA62-FEC0-A1FC-CA908928AFB8}"/>
              </a:ext>
            </a:extLst>
          </p:cNvPr>
          <p:cNvSpPr>
            <a:spLocks noChangeAspect="1"/>
          </p:cNvSpPr>
          <p:nvPr/>
        </p:nvSpPr>
        <p:spPr>
          <a:xfrm>
            <a:off x="1014412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3BD48837-105D-4048-6734-E05A69C04F26}"/>
              </a:ext>
            </a:extLst>
          </p:cNvPr>
          <p:cNvCxnSpPr>
            <a:cxnSpLocks/>
            <a:stCxn id="8" idx="6"/>
            <a:endCxn id="6" idx="2"/>
          </p:cNvCxnSpPr>
          <p:nvPr/>
        </p:nvCxnSpPr>
        <p:spPr>
          <a:xfrm>
            <a:off x="8670615" y="52128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椭圆 7">
            <a:extLst>
              <a:ext uri="{FF2B5EF4-FFF2-40B4-BE49-F238E27FC236}">
                <a16:creationId xmlns:a16="http://schemas.microsoft.com/office/drawing/2014/main" id="{318E1D2A-3A8E-8CD7-EA65-BEF52DAC9BC2}"/>
              </a:ext>
            </a:extLst>
          </p:cNvPr>
          <p:cNvSpPr>
            <a:spLocks noChangeAspect="1"/>
          </p:cNvSpPr>
          <p:nvPr/>
        </p:nvSpPr>
        <p:spPr>
          <a:xfrm>
            <a:off x="7230615" y="48528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CBCC3AF-7D64-FEF6-66A4-7B1EF849165C}"/>
              </a:ext>
            </a:extLst>
          </p:cNvPr>
          <p:cNvSpPr txBox="1"/>
          <p:nvPr/>
        </p:nvSpPr>
        <p:spPr>
          <a:xfrm>
            <a:off x="8877417" y="4894339"/>
            <a:ext cx="10599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include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9A2A7E2-D204-99A1-7EF3-A7404C069824}"/>
              </a:ext>
            </a:extLst>
          </p:cNvPr>
          <p:cNvSpPr>
            <a:spLocks noChangeAspect="1"/>
          </p:cNvSpPr>
          <p:nvPr/>
        </p:nvSpPr>
        <p:spPr>
          <a:xfrm>
            <a:off x="1014412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45CE964-BBE4-9723-5E10-4105EA37845C}"/>
              </a:ext>
            </a:extLst>
          </p:cNvPr>
          <p:cNvCxnSpPr>
            <a:cxnSpLocks/>
            <a:stCxn id="13" idx="6"/>
            <a:endCxn id="11" idx="2"/>
          </p:cNvCxnSpPr>
          <p:nvPr/>
        </p:nvCxnSpPr>
        <p:spPr>
          <a:xfrm>
            <a:off x="8670615" y="4003163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lgDash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>
            <a:extLst>
              <a:ext uri="{FF2B5EF4-FFF2-40B4-BE49-F238E27FC236}">
                <a16:creationId xmlns:a16="http://schemas.microsoft.com/office/drawing/2014/main" id="{98B6FACB-65E6-FFED-DDC1-13477DC2B019}"/>
              </a:ext>
            </a:extLst>
          </p:cNvPr>
          <p:cNvSpPr>
            <a:spLocks noChangeAspect="1"/>
          </p:cNvSpPr>
          <p:nvPr/>
        </p:nvSpPr>
        <p:spPr>
          <a:xfrm>
            <a:off x="7230615" y="364316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79B51871-A5DF-4107-8FA6-FE522F1204B4}"/>
              </a:ext>
            </a:extLst>
          </p:cNvPr>
          <p:cNvSpPr txBox="1"/>
          <p:nvPr/>
        </p:nvSpPr>
        <p:spPr>
          <a:xfrm>
            <a:off x="8902264" y="3684664"/>
            <a:ext cx="10102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&lt;&lt;</a:t>
            </a:r>
            <a:r>
              <a:rPr lang="en-US" altLang="zh-CN" sz="1400" dirty="0"/>
              <a:t>extend</a:t>
            </a:r>
            <a:r>
              <a:rPr lang="en-US" altLang="zh-CN" sz="1200" dirty="0"/>
              <a:t>&gt;&gt;</a:t>
            </a:r>
            <a:endParaRPr lang="zh-CN" altLang="en-US" sz="1200" dirty="0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1B46BC4A-D6B4-82DD-516F-14F3D018F480}"/>
              </a:ext>
            </a:extLst>
          </p:cNvPr>
          <p:cNvSpPr>
            <a:spLocks noChangeAspect="1"/>
          </p:cNvSpPr>
          <p:nvPr/>
        </p:nvSpPr>
        <p:spPr>
          <a:xfrm>
            <a:off x="1014412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F6E0A83D-9901-89DA-A5EE-EE6FB9ECFDC6}"/>
              </a:ext>
            </a:extLst>
          </p:cNvPr>
          <p:cNvCxnSpPr>
            <a:cxnSpLocks/>
            <a:stCxn id="17" idx="6"/>
            <a:endCxn id="15" idx="2"/>
          </p:cNvCxnSpPr>
          <p:nvPr/>
        </p:nvCxnSpPr>
        <p:spPr>
          <a:xfrm>
            <a:off x="8670615" y="2774438"/>
            <a:ext cx="1473510" cy="0"/>
          </a:xfrm>
          <a:prstGeom prst="line">
            <a:avLst/>
          </a:prstGeom>
          <a:ln>
            <a:solidFill>
              <a:schemeClr val="tx1"/>
            </a:soli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17F883AA-73D5-AB59-C828-424717E1889E}"/>
              </a:ext>
            </a:extLst>
          </p:cNvPr>
          <p:cNvSpPr>
            <a:spLocks noChangeAspect="1"/>
          </p:cNvSpPr>
          <p:nvPr/>
        </p:nvSpPr>
        <p:spPr>
          <a:xfrm>
            <a:off x="7230615" y="2414438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Use Case 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等腰三角形 23">
            <a:extLst>
              <a:ext uri="{FF2B5EF4-FFF2-40B4-BE49-F238E27FC236}">
                <a16:creationId xmlns:a16="http://schemas.microsoft.com/office/drawing/2014/main" id="{BB24B5C6-5D5A-5DB5-F70A-8999AAADB61A}"/>
              </a:ext>
            </a:extLst>
          </p:cNvPr>
          <p:cNvSpPr/>
          <p:nvPr/>
        </p:nvSpPr>
        <p:spPr>
          <a:xfrm rot="16200000">
            <a:off x="8706615" y="27024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1F956461-3989-BA9B-9683-A363307ACE8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110602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1" name="直接连接符 30">
            <a:extLst>
              <a:ext uri="{FF2B5EF4-FFF2-40B4-BE49-F238E27FC236}">
                <a16:creationId xmlns:a16="http://schemas.microsoft.com/office/drawing/2014/main" id="{F8D19CEC-8D0A-B15A-4497-7CDBD19DD66E}"/>
              </a:ext>
            </a:extLst>
          </p:cNvPr>
          <p:cNvCxnSpPr>
            <a:cxnSpLocks/>
          </p:cNvCxnSpPr>
          <p:nvPr/>
        </p:nvCxnSpPr>
        <p:spPr>
          <a:xfrm>
            <a:off x="1728028" y="5338639"/>
            <a:ext cx="236350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Picture 4">
            <a:extLst>
              <a:ext uri="{FF2B5EF4-FFF2-40B4-BE49-F238E27FC236}">
                <a16:creationId xmlns:a16="http://schemas.microsoft.com/office/drawing/2014/main" id="{D100E316-0735-D3CE-9E6B-719BEA3654C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69" b="26578"/>
          <a:stretch>
            <a:fillRect/>
          </a:stretch>
        </p:blipFill>
        <p:spPr bwMode="auto">
          <a:xfrm>
            <a:off x="4091536" y="4906639"/>
            <a:ext cx="622002" cy="86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等腰三角形 34">
            <a:extLst>
              <a:ext uri="{FF2B5EF4-FFF2-40B4-BE49-F238E27FC236}">
                <a16:creationId xmlns:a16="http://schemas.microsoft.com/office/drawing/2014/main" id="{4D8EB254-D727-11D5-95E2-23976220337D}"/>
              </a:ext>
            </a:extLst>
          </p:cNvPr>
          <p:cNvSpPr/>
          <p:nvPr/>
        </p:nvSpPr>
        <p:spPr>
          <a:xfrm rot="16200000">
            <a:off x="1764028" y="5266639"/>
            <a:ext cx="72000" cy="144000"/>
          </a:xfrm>
          <a:prstGeom prst="triangl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solidFill>
                <a:schemeClr val="tx1"/>
              </a:solidFill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58644AEC-E46B-12DB-F1E8-6C14F82D4DF5}"/>
              </a:ext>
            </a:extLst>
          </p:cNvPr>
          <p:cNvSpPr txBox="1"/>
          <p:nvPr/>
        </p:nvSpPr>
        <p:spPr>
          <a:xfrm>
            <a:off x="1016918" y="5835501"/>
            <a:ext cx="8002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/>
              <a:t>普通用户</a:t>
            </a: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9255480-4F07-EC57-7ADF-E4E89C189804}"/>
              </a:ext>
            </a:extLst>
          </p:cNvPr>
          <p:cNvSpPr txBox="1"/>
          <p:nvPr/>
        </p:nvSpPr>
        <p:spPr>
          <a:xfrm>
            <a:off x="4032884" y="5835501"/>
            <a:ext cx="7393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VIP</a:t>
            </a:r>
            <a:r>
              <a:rPr lang="zh-CN" altLang="en-US" sz="1200" dirty="0"/>
              <a:t>用户</a:t>
            </a: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8D6BC10B-1A31-72EC-3FDB-8DF71635E8BB}"/>
              </a:ext>
            </a:extLst>
          </p:cNvPr>
          <p:cNvSpPr>
            <a:spLocks noChangeAspect="1"/>
          </p:cNvSpPr>
          <p:nvPr/>
        </p:nvSpPr>
        <p:spPr>
          <a:xfrm>
            <a:off x="368617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支付宝支付</a:t>
            </a: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F9167282-7D1D-1E73-BB35-01AF5D536997}"/>
              </a:ext>
            </a:extLst>
          </p:cNvPr>
          <p:cNvSpPr>
            <a:spLocks noChangeAspect="1"/>
          </p:cNvSpPr>
          <p:nvPr/>
        </p:nvSpPr>
        <p:spPr>
          <a:xfrm>
            <a:off x="772665" y="1722664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支付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44FC3E30-6FC0-CF88-2E01-CC353474F134}"/>
              </a:ext>
            </a:extLst>
          </p:cNvPr>
          <p:cNvGrpSpPr/>
          <p:nvPr/>
        </p:nvGrpSpPr>
        <p:grpSpPr>
          <a:xfrm>
            <a:off x="2212665" y="2046665"/>
            <a:ext cx="1473510" cy="72000"/>
            <a:chOff x="2212665" y="2046665"/>
            <a:chExt cx="1473510" cy="72000"/>
          </a:xfrm>
        </p:grpSpPr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6A6E61DE-81F9-920F-541F-14AB4F3F6C1B}"/>
                </a:ext>
              </a:extLst>
            </p:cNvPr>
            <p:cNvCxnSpPr>
              <a:cxnSpLocks/>
              <a:stCxn id="40" idx="6"/>
              <a:endCxn id="38" idx="2"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等腰三角形 40">
              <a:extLst>
                <a:ext uri="{FF2B5EF4-FFF2-40B4-BE49-F238E27FC236}">
                  <a16:creationId xmlns:a16="http://schemas.microsoft.com/office/drawing/2014/main" id="{6ED9A2C7-D00D-CF61-F60B-5D0B968A3F5C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sp>
        <p:nvSpPr>
          <p:cNvPr id="43" name="椭圆 42">
            <a:extLst>
              <a:ext uri="{FF2B5EF4-FFF2-40B4-BE49-F238E27FC236}">
                <a16:creationId xmlns:a16="http://schemas.microsoft.com/office/drawing/2014/main" id="{F9EEA4EC-3BDF-9CD3-BED8-2B902584EBD4}"/>
              </a:ext>
            </a:extLst>
          </p:cNvPr>
          <p:cNvSpPr>
            <a:spLocks noChangeAspect="1"/>
          </p:cNvSpPr>
          <p:nvPr/>
        </p:nvSpPr>
        <p:spPr>
          <a:xfrm>
            <a:off x="3539662" y="865803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微信支付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309CB817-C8F8-F45D-7049-42711BC916C7}"/>
              </a:ext>
            </a:extLst>
          </p:cNvPr>
          <p:cNvSpPr>
            <a:spLocks noChangeAspect="1"/>
          </p:cNvSpPr>
          <p:nvPr/>
        </p:nvSpPr>
        <p:spPr>
          <a:xfrm>
            <a:off x="3539662" y="2609082"/>
            <a:ext cx="1440000" cy="72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银联支付</a:t>
            </a: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415C4EDF-A870-B463-12ED-4B53DA4B2739}"/>
              </a:ext>
            </a:extLst>
          </p:cNvPr>
          <p:cNvGrpSpPr/>
          <p:nvPr/>
        </p:nvGrpSpPr>
        <p:grpSpPr>
          <a:xfrm rot="20424233">
            <a:off x="2108318" y="1470666"/>
            <a:ext cx="1473510" cy="72000"/>
            <a:chOff x="2212665" y="2046665"/>
            <a:chExt cx="1473510" cy="72000"/>
          </a:xfrm>
        </p:grpSpPr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4F12A0CC-037E-353E-A7C2-B4E465B4B11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等腰三角形 46">
              <a:extLst>
                <a:ext uri="{FF2B5EF4-FFF2-40B4-BE49-F238E27FC236}">
                  <a16:creationId xmlns:a16="http://schemas.microsoft.com/office/drawing/2014/main" id="{C5C911EA-D4E5-CBEF-49F4-4C30000BCF8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01BD4B7B-D566-46AB-3BCB-0FDB557D920B}"/>
              </a:ext>
            </a:extLst>
          </p:cNvPr>
          <p:cNvGrpSpPr/>
          <p:nvPr/>
        </p:nvGrpSpPr>
        <p:grpSpPr>
          <a:xfrm rot="1200000">
            <a:off x="2097765" y="2595753"/>
            <a:ext cx="1473510" cy="72000"/>
            <a:chOff x="2212665" y="2046665"/>
            <a:chExt cx="1473510" cy="72000"/>
          </a:xfrm>
        </p:grpSpPr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BA4C3591-4A27-C304-AE31-554C3F7786FE}"/>
                </a:ext>
              </a:extLst>
            </p:cNvPr>
            <p:cNvCxnSpPr>
              <a:cxnSpLocks/>
            </p:cNvCxnSpPr>
            <p:nvPr/>
          </p:nvCxnSpPr>
          <p:spPr>
            <a:xfrm>
              <a:off x="2212665" y="2082664"/>
              <a:ext cx="1473510" cy="0"/>
            </a:xfrm>
            <a:prstGeom prst="line">
              <a:avLst/>
            </a:prstGeom>
            <a:ln>
              <a:solidFill>
                <a:schemeClr val="tx1"/>
              </a:solidFill>
              <a:prstDash val="solid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等腰三角形 49">
              <a:extLst>
                <a:ext uri="{FF2B5EF4-FFF2-40B4-BE49-F238E27FC236}">
                  <a16:creationId xmlns:a16="http://schemas.microsoft.com/office/drawing/2014/main" id="{C23B3FDE-8CEA-B09A-C563-3FDA3F7890AF}"/>
                </a:ext>
              </a:extLst>
            </p:cNvPr>
            <p:cNvSpPr/>
            <p:nvPr/>
          </p:nvSpPr>
          <p:spPr>
            <a:xfrm rot="16200000">
              <a:off x="2248665" y="2010665"/>
              <a:ext cx="72000" cy="144000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2870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68FCF27-3B3F-3F14-B298-65E9B36D4017}"/>
              </a:ext>
            </a:extLst>
          </p:cNvPr>
          <p:cNvSpPr/>
          <p:nvPr/>
        </p:nvSpPr>
        <p:spPr>
          <a:xfrm>
            <a:off x="1574494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72A251-5BBD-FA4D-B02E-BC4D36FB4391}"/>
              </a:ext>
            </a:extLst>
          </p:cNvPr>
          <p:cNvSpPr/>
          <p:nvPr/>
        </p:nvSpPr>
        <p:spPr>
          <a:xfrm>
            <a:off x="3122521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A8043E0-114C-2A47-A7DA-90C643F74129}"/>
              </a:ext>
            </a:extLst>
          </p:cNvPr>
          <p:cNvSpPr/>
          <p:nvPr/>
        </p:nvSpPr>
        <p:spPr>
          <a:xfrm>
            <a:off x="4670548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6D9B0D4-7FD6-EB1F-8427-F2BE440F0403}"/>
              </a:ext>
            </a:extLst>
          </p:cNvPr>
          <p:cNvSpPr/>
          <p:nvPr/>
        </p:nvSpPr>
        <p:spPr>
          <a:xfrm>
            <a:off x="6218576" y="136094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9D9859-0102-36F5-F398-2292DAE74CAF}"/>
              </a:ext>
            </a:extLst>
          </p:cNvPr>
          <p:cNvSpPr/>
          <p:nvPr/>
        </p:nvSpPr>
        <p:spPr>
          <a:xfrm>
            <a:off x="1574494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6143E-4D29-EAF1-D3E9-ECD5F686878F}"/>
              </a:ext>
            </a:extLst>
          </p:cNvPr>
          <p:cNvSpPr/>
          <p:nvPr/>
        </p:nvSpPr>
        <p:spPr>
          <a:xfrm>
            <a:off x="3122521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E2F563-9DEE-1381-3288-17AD3973B962}"/>
              </a:ext>
            </a:extLst>
          </p:cNvPr>
          <p:cNvSpPr/>
          <p:nvPr/>
        </p:nvSpPr>
        <p:spPr>
          <a:xfrm>
            <a:off x="4670548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57F1ABF-6442-A275-1937-6BF1F15004EF}"/>
              </a:ext>
            </a:extLst>
          </p:cNvPr>
          <p:cNvSpPr/>
          <p:nvPr/>
        </p:nvSpPr>
        <p:spPr>
          <a:xfrm>
            <a:off x="6218576" y="299700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51EA44DC-D6D4-F67C-C67D-9EDB503BCA6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2654494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69C7FD94-BB4C-61A2-E508-A3E3AF51C644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202521" y="1576940"/>
            <a:ext cx="46802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08528D4-E6F9-1D69-32E4-CD3965F28AFC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750548" y="1576940"/>
            <a:ext cx="46802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FB00398F-B4D3-4A67-D9A7-34DBCF235777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2654494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C9CD7A15-F16D-5601-AF9C-85D2693FB904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4202521" y="3213000"/>
            <a:ext cx="468027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91C7527D-9CF6-54B7-9E1C-1C9C1BCD617A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>
            <a:off x="5750548" y="3213000"/>
            <a:ext cx="468028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4FBF2DD9-4CA0-AB77-D940-70714FE80531}"/>
              </a:ext>
            </a:extLst>
          </p:cNvPr>
          <p:cNvSpPr/>
          <p:nvPr/>
        </p:nvSpPr>
        <p:spPr>
          <a:xfrm>
            <a:off x="1574494" y="390387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002652B-AC29-4370-DC1F-29C6A7E97150}"/>
              </a:ext>
            </a:extLst>
          </p:cNvPr>
          <p:cNvSpPr/>
          <p:nvPr/>
        </p:nvSpPr>
        <p:spPr>
          <a:xfrm>
            <a:off x="1574494" y="520805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4163EA42-5B43-9FEF-2EE4-5ED43F6EA04C}"/>
              </a:ext>
            </a:extLst>
          </p:cNvPr>
          <p:cNvCxnSpPr>
            <a:cxnSpLocks/>
          </p:cNvCxnSpPr>
          <p:nvPr/>
        </p:nvCxnSpPr>
        <p:spPr>
          <a:xfrm>
            <a:off x="1399592" y="5741274"/>
            <a:ext cx="100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115BD3E8-815E-24EE-9D19-239E970CC778}"/>
              </a:ext>
            </a:extLst>
          </p:cNvPr>
          <p:cNvCxnSpPr>
            <a:cxnSpLocks/>
          </p:cNvCxnSpPr>
          <p:nvPr/>
        </p:nvCxnSpPr>
        <p:spPr>
          <a:xfrm flipV="1">
            <a:off x="1399592" y="701274"/>
            <a:ext cx="0" cy="5040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本框 31">
            <a:extLst>
              <a:ext uri="{FF2B5EF4-FFF2-40B4-BE49-F238E27FC236}">
                <a16:creationId xmlns:a16="http://schemas.microsoft.com/office/drawing/2014/main" id="{B6C43906-5374-192F-B67C-F801C0E92BE5}"/>
              </a:ext>
            </a:extLst>
          </p:cNvPr>
          <p:cNvSpPr txBox="1"/>
          <p:nvPr/>
        </p:nvSpPr>
        <p:spPr>
          <a:xfrm>
            <a:off x="11230806" y="5741274"/>
            <a:ext cx="248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t</a:t>
            </a:r>
            <a:endParaRPr lang="zh-CN" altLang="en-US" dirty="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8CF18D3-0F0A-4299-286E-C1494D21D97C}"/>
              </a:ext>
            </a:extLst>
          </p:cNvPr>
          <p:cNvSpPr txBox="1"/>
          <p:nvPr/>
        </p:nvSpPr>
        <p:spPr>
          <a:xfrm>
            <a:off x="1932393" y="4944124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CCB1E8CA-A83B-732F-B5F9-D9E3D597C232}"/>
              </a:ext>
            </a:extLst>
          </p:cNvPr>
          <p:cNvSpPr txBox="1"/>
          <p:nvPr/>
        </p:nvSpPr>
        <p:spPr>
          <a:xfrm>
            <a:off x="394189" y="140766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顺序内聚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2406535-8C6C-3229-8D45-C86D7458D965}"/>
              </a:ext>
            </a:extLst>
          </p:cNvPr>
          <p:cNvSpPr txBox="1"/>
          <p:nvPr/>
        </p:nvSpPr>
        <p:spPr>
          <a:xfrm>
            <a:off x="394189" y="304372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过程内聚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81BED675-588E-EC7A-FD07-D6D710A41EB9}"/>
              </a:ext>
            </a:extLst>
          </p:cNvPr>
          <p:cNvSpPr txBox="1"/>
          <p:nvPr/>
        </p:nvSpPr>
        <p:spPr>
          <a:xfrm>
            <a:off x="394189" y="460268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时间内聚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BE0F657-FD89-8E29-B5AC-677CE0F8FFE8}"/>
              </a:ext>
            </a:extLst>
          </p:cNvPr>
          <p:cNvSpPr/>
          <p:nvPr/>
        </p:nvSpPr>
        <p:spPr>
          <a:xfrm>
            <a:off x="1574494" y="4555966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箭头: 右 37">
            <a:extLst>
              <a:ext uri="{FF2B5EF4-FFF2-40B4-BE49-F238E27FC236}">
                <a16:creationId xmlns:a16="http://schemas.microsoft.com/office/drawing/2014/main" id="{D83EABFC-962E-995C-ACAE-AC6DB0423D05}"/>
              </a:ext>
            </a:extLst>
          </p:cNvPr>
          <p:cNvSpPr/>
          <p:nvPr/>
        </p:nvSpPr>
        <p:spPr>
          <a:xfrm>
            <a:off x="7455157" y="144984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9D41735A-2D4A-E6D5-0E8A-D30EA1F82130}"/>
              </a:ext>
            </a:extLst>
          </p:cNvPr>
          <p:cNvSpPr/>
          <p:nvPr/>
        </p:nvSpPr>
        <p:spPr>
          <a:xfrm>
            <a:off x="7455157" y="308590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0" name="箭头: 右 39">
            <a:extLst>
              <a:ext uri="{FF2B5EF4-FFF2-40B4-BE49-F238E27FC236}">
                <a16:creationId xmlns:a16="http://schemas.microsoft.com/office/drawing/2014/main" id="{38FB7E74-B429-12BE-2D8B-C246D79A5A29}"/>
              </a:ext>
            </a:extLst>
          </p:cNvPr>
          <p:cNvSpPr/>
          <p:nvPr/>
        </p:nvSpPr>
        <p:spPr>
          <a:xfrm>
            <a:off x="3117855" y="4644869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2" name="右大括号 41">
            <a:extLst>
              <a:ext uri="{FF2B5EF4-FFF2-40B4-BE49-F238E27FC236}">
                <a16:creationId xmlns:a16="http://schemas.microsoft.com/office/drawing/2014/main" id="{E2A0E752-B167-A186-9515-57F2F3E42A3D}"/>
              </a:ext>
            </a:extLst>
          </p:cNvPr>
          <p:cNvSpPr/>
          <p:nvPr/>
        </p:nvSpPr>
        <p:spPr>
          <a:xfrm>
            <a:off x="2712537" y="4136819"/>
            <a:ext cx="364197" cy="1270293"/>
          </a:xfrm>
          <a:prstGeom prst="rightBrace">
            <a:avLst>
              <a:gd name="adj1" fmla="val 87198"/>
              <a:gd name="adj2" fmla="val 50000"/>
            </a:avLst>
          </a:prstGeom>
          <a:ln>
            <a:solidFill>
              <a:schemeClr val="tx1"/>
            </a:solidFill>
            <a:prstDash val="lg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84493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6A3CD3F5-558D-960B-60ED-34C5F98E5FEB}"/>
              </a:ext>
            </a:extLst>
          </p:cNvPr>
          <p:cNvCxnSpPr>
            <a:cxnSpLocks/>
          </p:cNvCxnSpPr>
          <p:nvPr/>
        </p:nvCxnSpPr>
        <p:spPr>
          <a:xfrm rot="1800000">
            <a:off x="10966145" y="4658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 2">
            <a:extLst>
              <a:ext uri="{FF2B5EF4-FFF2-40B4-BE49-F238E27FC236}">
                <a16:creationId xmlns:a16="http://schemas.microsoft.com/office/drawing/2014/main" id="{E6AF2B34-A25E-8713-29B4-31EC28076CF7}"/>
              </a:ext>
            </a:extLst>
          </p:cNvPr>
          <p:cNvSpPr/>
          <p:nvPr/>
        </p:nvSpPr>
        <p:spPr>
          <a:xfrm>
            <a:off x="188240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564F50-CFBF-761C-250D-939DF9DF6251}"/>
              </a:ext>
            </a:extLst>
          </p:cNvPr>
          <p:cNvSpPr/>
          <p:nvPr/>
        </p:nvSpPr>
        <p:spPr>
          <a:xfrm>
            <a:off x="188240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4FBC94-77DD-EE70-4340-292D1969E1FB}"/>
              </a:ext>
            </a:extLst>
          </p:cNvPr>
          <p:cNvSpPr/>
          <p:nvPr/>
        </p:nvSpPr>
        <p:spPr>
          <a:xfrm>
            <a:off x="188240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3731E91D-0865-BEEB-AB81-0EC77F9949CF}"/>
              </a:ext>
            </a:extLst>
          </p:cNvPr>
          <p:cNvSpPr/>
          <p:nvPr/>
        </p:nvSpPr>
        <p:spPr>
          <a:xfrm>
            <a:off x="378822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8" name="连接符: 肘形 7">
            <a:extLst>
              <a:ext uri="{FF2B5EF4-FFF2-40B4-BE49-F238E27FC236}">
                <a16:creationId xmlns:a16="http://schemas.microsoft.com/office/drawing/2014/main" id="{1099F88A-46BE-ACF1-75E1-BBEF7C345F6D}"/>
              </a:ext>
            </a:extLst>
          </p:cNvPr>
          <p:cNvCxnSpPr>
            <a:stCxn id="3" idx="3"/>
            <a:endCxn id="6" idx="0"/>
          </p:cNvCxnSpPr>
          <p:nvPr/>
        </p:nvCxnSpPr>
        <p:spPr>
          <a:xfrm>
            <a:off x="296240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B8A7C531-CCB6-BDB9-FB87-B075755C6C3E}"/>
              </a:ext>
            </a:extLst>
          </p:cNvPr>
          <p:cNvCxnSpPr>
            <a:stCxn id="4" idx="3"/>
            <a:endCxn id="6" idx="4"/>
          </p:cNvCxnSpPr>
          <p:nvPr/>
        </p:nvCxnSpPr>
        <p:spPr>
          <a:xfrm flipV="1">
            <a:off x="296240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2687BD0-8A0A-0A9C-42BF-D81308B8E074}"/>
              </a:ext>
            </a:extLst>
          </p:cNvPr>
          <p:cNvCxnSpPr>
            <a:stCxn id="5" idx="3"/>
            <a:endCxn id="6" idx="2"/>
          </p:cNvCxnSpPr>
          <p:nvPr/>
        </p:nvCxnSpPr>
        <p:spPr>
          <a:xfrm>
            <a:off x="296240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箭头: 右 14">
            <a:extLst>
              <a:ext uri="{FF2B5EF4-FFF2-40B4-BE49-F238E27FC236}">
                <a16:creationId xmlns:a16="http://schemas.microsoft.com/office/drawing/2014/main" id="{3D313B9A-9DDB-C7CD-A6F9-77CEFE23FCE1}"/>
              </a:ext>
            </a:extLst>
          </p:cNvPr>
          <p:cNvSpPr/>
          <p:nvPr/>
        </p:nvSpPr>
        <p:spPr>
          <a:xfrm>
            <a:off x="438849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DF61846-1662-5AE8-752F-EEEF56B72290}"/>
              </a:ext>
            </a:extLst>
          </p:cNvPr>
          <p:cNvSpPr txBox="1"/>
          <p:nvPr/>
        </p:nvSpPr>
        <p:spPr>
          <a:xfrm>
            <a:off x="224030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1BB36AA0-AA2F-E451-353E-405026196CD7}"/>
              </a:ext>
            </a:extLst>
          </p:cNvPr>
          <p:cNvSpPr txBox="1"/>
          <p:nvPr/>
        </p:nvSpPr>
        <p:spPr>
          <a:xfrm>
            <a:off x="224030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8672591-B474-7C2C-F4B0-344F7F1651CE}"/>
              </a:ext>
            </a:extLst>
          </p:cNvPr>
          <p:cNvSpPr txBox="1"/>
          <p:nvPr/>
        </p:nvSpPr>
        <p:spPr>
          <a:xfrm>
            <a:off x="645618" y="156091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功能内聚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40FCD4B-57EE-314F-93C1-F0CEAE06BB9F}"/>
              </a:ext>
            </a:extLst>
          </p:cNvPr>
          <p:cNvSpPr/>
          <p:nvPr/>
        </p:nvSpPr>
        <p:spPr>
          <a:xfrm>
            <a:off x="3068226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85EE80B-0AB5-B74E-4F54-93A3D3A28B69}"/>
              </a:ext>
            </a:extLst>
          </p:cNvPr>
          <p:cNvSpPr/>
          <p:nvPr/>
        </p:nvSpPr>
        <p:spPr>
          <a:xfrm>
            <a:off x="3068226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846D2C-BA9B-2293-42DB-F26A5A9E2D44}"/>
              </a:ext>
            </a:extLst>
          </p:cNvPr>
          <p:cNvSpPr/>
          <p:nvPr/>
        </p:nvSpPr>
        <p:spPr>
          <a:xfrm>
            <a:off x="3068226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889E608D-0F22-CFF4-14B4-E7FE983D685B}"/>
              </a:ext>
            </a:extLst>
          </p:cNvPr>
          <p:cNvSpPr/>
          <p:nvPr/>
        </p:nvSpPr>
        <p:spPr>
          <a:xfrm>
            <a:off x="438849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7280811-B24F-35B7-5521-679BB47DE57D}"/>
              </a:ext>
            </a:extLst>
          </p:cNvPr>
          <p:cNvSpPr txBox="1"/>
          <p:nvPr/>
        </p:nvSpPr>
        <p:spPr>
          <a:xfrm>
            <a:off x="3426125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4B6C6B4-214D-2D01-C76E-CABEAE04D209}"/>
              </a:ext>
            </a:extLst>
          </p:cNvPr>
          <p:cNvSpPr txBox="1"/>
          <p:nvPr/>
        </p:nvSpPr>
        <p:spPr>
          <a:xfrm>
            <a:off x="3426125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DA0846B-85EB-24E3-1657-FF994E0A3799}"/>
              </a:ext>
            </a:extLst>
          </p:cNvPr>
          <p:cNvSpPr txBox="1"/>
          <p:nvPr/>
        </p:nvSpPr>
        <p:spPr>
          <a:xfrm>
            <a:off x="645618" y="4542733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通信内聚</a:t>
            </a: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584D19FB-C535-A414-E9DD-33C523C0F971}"/>
              </a:ext>
            </a:extLst>
          </p:cNvPr>
          <p:cNvSpPr/>
          <p:nvPr/>
        </p:nvSpPr>
        <p:spPr>
          <a:xfrm>
            <a:off x="1882402" y="4532010"/>
            <a:ext cx="756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Data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8B8D89F-9E95-1A11-2586-122D16CF6D36}"/>
              </a:ext>
            </a:extLst>
          </p:cNvPr>
          <p:cNvCxnSpPr>
            <a:stCxn id="30" idx="6"/>
            <a:endCxn id="21" idx="1"/>
          </p:cNvCxnSpPr>
          <p:nvPr/>
        </p:nvCxnSpPr>
        <p:spPr>
          <a:xfrm>
            <a:off x="2638402" y="4712010"/>
            <a:ext cx="429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5CA85D2D-A22A-59A8-A930-DB34CDF7F744}"/>
              </a:ext>
            </a:extLst>
          </p:cNvPr>
          <p:cNvCxnSpPr>
            <a:stCxn id="30" idx="0"/>
            <a:endCxn id="19" idx="1"/>
          </p:cNvCxnSpPr>
          <p:nvPr/>
        </p:nvCxnSpPr>
        <p:spPr>
          <a:xfrm rot="5400000" flipH="1" flipV="1">
            <a:off x="2428268" y="3892052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连接符: 肘形 35">
            <a:extLst>
              <a:ext uri="{FF2B5EF4-FFF2-40B4-BE49-F238E27FC236}">
                <a16:creationId xmlns:a16="http://schemas.microsoft.com/office/drawing/2014/main" id="{C80B65B7-BF82-541B-DFDF-39FC58AF5FF9}"/>
              </a:ext>
            </a:extLst>
          </p:cNvPr>
          <p:cNvCxnSpPr>
            <a:stCxn id="30" idx="4"/>
            <a:endCxn id="20" idx="1"/>
          </p:cNvCxnSpPr>
          <p:nvPr/>
        </p:nvCxnSpPr>
        <p:spPr>
          <a:xfrm rot="16200000" flipH="1">
            <a:off x="2428268" y="4724144"/>
            <a:ext cx="472093" cy="807824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 36">
            <a:extLst>
              <a:ext uri="{FF2B5EF4-FFF2-40B4-BE49-F238E27FC236}">
                <a16:creationId xmlns:a16="http://schemas.microsoft.com/office/drawing/2014/main" id="{AB6CFE99-BB13-D1F2-40CB-9131F89E3B8A}"/>
              </a:ext>
            </a:extLst>
          </p:cNvPr>
          <p:cNvSpPr/>
          <p:nvPr/>
        </p:nvSpPr>
        <p:spPr>
          <a:xfrm>
            <a:off x="8846152" y="86209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8FA65737-58F8-25AC-3B70-9D17FC694912}"/>
              </a:ext>
            </a:extLst>
          </p:cNvPr>
          <p:cNvSpPr/>
          <p:nvPr/>
        </p:nvSpPr>
        <p:spPr>
          <a:xfrm>
            <a:off x="8846152" y="216628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B14271D-CB0D-442A-DA12-99F292AA8EE6}"/>
              </a:ext>
            </a:extLst>
          </p:cNvPr>
          <p:cNvSpPr/>
          <p:nvPr/>
        </p:nvSpPr>
        <p:spPr>
          <a:xfrm>
            <a:off x="8846152" y="151418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DC5F5333-9BBF-0522-B23E-4B8F9E15ABB7}"/>
              </a:ext>
            </a:extLst>
          </p:cNvPr>
          <p:cNvSpPr/>
          <p:nvPr/>
        </p:nvSpPr>
        <p:spPr>
          <a:xfrm>
            <a:off x="10751976" y="1550187"/>
            <a:ext cx="360000" cy="360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+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连接符: 肘形 40">
            <a:extLst>
              <a:ext uri="{FF2B5EF4-FFF2-40B4-BE49-F238E27FC236}">
                <a16:creationId xmlns:a16="http://schemas.microsoft.com/office/drawing/2014/main" id="{45F88E50-8CE1-1977-CED7-E71B19DB4D99}"/>
              </a:ext>
            </a:extLst>
          </p:cNvPr>
          <p:cNvCxnSpPr>
            <a:stCxn id="37" idx="3"/>
            <a:endCxn id="40" idx="0"/>
          </p:cNvCxnSpPr>
          <p:nvPr/>
        </p:nvCxnSpPr>
        <p:spPr>
          <a:xfrm>
            <a:off x="9926152" y="1078094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7D70CA97-CAAD-983B-2228-B12D86D6C197}"/>
              </a:ext>
            </a:extLst>
          </p:cNvPr>
          <p:cNvCxnSpPr>
            <a:stCxn id="38" idx="3"/>
            <a:endCxn id="40" idx="4"/>
          </p:cNvCxnSpPr>
          <p:nvPr/>
        </p:nvCxnSpPr>
        <p:spPr>
          <a:xfrm flipV="1">
            <a:off x="9926152" y="191018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693B8486-8708-AB0C-F1F3-9AE1AA6D1D2F}"/>
              </a:ext>
            </a:extLst>
          </p:cNvPr>
          <p:cNvCxnSpPr>
            <a:stCxn id="39" idx="3"/>
            <a:endCxn id="40" idx="2"/>
          </p:cNvCxnSpPr>
          <p:nvPr/>
        </p:nvCxnSpPr>
        <p:spPr>
          <a:xfrm>
            <a:off x="9926152" y="1730187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箭头: 右 43">
            <a:extLst>
              <a:ext uri="{FF2B5EF4-FFF2-40B4-BE49-F238E27FC236}">
                <a16:creationId xmlns:a16="http://schemas.microsoft.com/office/drawing/2014/main" id="{BE40FB2C-2FA0-64DF-8CAC-6B8E5C0C0D9D}"/>
              </a:ext>
            </a:extLst>
          </p:cNvPr>
          <p:cNvSpPr/>
          <p:nvPr/>
        </p:nvSpPr>
        <p:spPr>
          <a:xfrm>
            <a:off x="11352245" y="1603090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4BB57FC2-DB11-9A48-8F8A-03B98411E65E}"/>
              </a:ext>
            </a:extLst>
          </p:cNvPr>
          <p:cNvSpPr txBox="1"/>
          <p:nvPr/>
        </p:nvSpPr>
        <p:spPr>
          <a:xfrm>
            <a:off x="9204051" y="1250252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E52A1A3A-B9D5-F5B9-82E1-405F343A14DE}"/>
              </a:ext>
            </a:extLst>
          </p:cNvPr>
          <p:cNvSpPr txBox="1"/>
          <p:nvPr/>
        </p:nvSpPr>
        <p:spPr>
          <a:xfrm>
            <a:off x="9204051" y="190234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0CCB6F-B1E6-CEA0-254E-ACB2A59544A0}"/>
              </a:ext>
            </a:extLst>
          </p:cNvPr>
          <p:cNvSpPr txBox="1"/>
          <p:nvPr/>
        </p:nvSpPr>
        <p:spPr>
          <a:xfrm>
            <a:off x="7581376" y="1560910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11933FF-23DC-36EB-C4B1-EAB07BA0570C}"/>
              </a:ext>
            </a:extLst>
          </p:cNvPr>
          <p:cNvSpPr/>
          <p:nvPr/>
        </p:nvSpPr>
        <p:spPr>
          <a:xfrm>
            <a:off x="8846152" y="3843917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EE76726-D199-24B2-AA6A-9A4CEC99630D}"/>
              </a:ext>
            </a:extLst>
          </p:cNvPr>
          <p:cNvSpPr/>
          <p:nvPr/>
        </p:nvSpPr>
        <p:spPr>
          <a:xfrm>
            <a:off x="8846152" y="5148103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79C7BAF-D3C0-90BE-0FD5-507F6FB2FCC5}"/>
              </a:ext>
            </a:extLst>
          </p:cNvPr>
          <p:cNvSpPr/>
          <p:nvPr/>
        </p:nvSpPr>
        <p:spPr>
          <a:xfrm>
            <a:off x="8846152" y="4496010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5" name="箭头: 右 54">
            <a:extLst>
              <a:ext uri="{FF2B5EF4-FFF2-40B4-BE49-F238E27FC236}">
                <a16:creationId xmlns:a16="http://schemas.microsoft.com/office/drawing/2014/main" id="{0C9BC059-3627-E195-EB1C-7C1B204376D6}"/>
              </a:ext>
            </a:extLst>
          </p:cNvPr>
          <p:cNvSpPr/>
          <p:nvPr/>
        </p:nvSpPr>
        <p:spPr>
          <a:xfrm>
            <a:off x="11352245" y="4584913"/>
            <a:ext cx="513184" cy="254194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2DA6F9C7-4A13-6E56-C20C-0E1E161C5629}"/>
              </a:ext>
            </a:extLst>
          </p:cNvPr>
          <p:cNvSpPr txBox="1"/>
          <p:nvPr/>
        </p:nvSpPr>
        <p:spPr>
          <a:xfrm>
            <a:off x="9204051" y="4232075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BA3B0DA-271E-0A3A-3E0D-9AA7A3C8F52F}"/>
              </a:ext>
            </a:extLst>
          </p:cNvPr>
          <p:cNvSpPr txBox="1"/>
          <p:nvPr/>
        </p:nvSpPr>
        <p:spPr>
          <a:xfrm>
            <a:off x="9204051" y="4884168"/>
            <a:ext cx="3642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…</a:t>
            </a:r>
            <a:endParaRPr lang="zh-CN" altLang="en-US" sz="14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ADA28F38-1326-5B88-6016-EBF5AD848FE2}"/>
              </a:ext>
            </a:extLst>
          </p:cNvPr>
          <p:cNvSpPr txBox="1"/>
          <p:nvPr/>
        </p:nvSpPr>
        <p:spPr>
          <a:xfrm>
            <a:off x="7581376" y="4542733"/>
            <a:ext cx="10102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/>
              <a:t>逻辑内聚</a:t>
            </a:r>
          </a:p>
        </p:txBody>
      </p: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34F4E3E-B989-C963-3994-F586C9484E6F}"/>
              </a:ext>
            </a:extLst>
          </p:cNvPr>
          <p:cNvCxnSpPr>
            <a:cxnSpLocks/>
            <a:stCxn id="48" idx="3"/>
          </p:cNvCxnSpPr>
          <p:nvPr/>
        </p:nvCxnSpPr>
        <p:spPr>
          <a:xfrm>
            <a:off x="9926152" y="4059917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BBA33E32-C344-CF67-6546-EDB843DB088D}"/>
              </a:ext>
            </a:extLst>
          </p:cNvPr>
          <p:cNvCxnSpPr>
            <a:cxnSpLocks/>
            <a:stCxn id="49" idx="3"/>
          </p:cNvCxnSpPr>
          <p:nvPr/>
        </p:nvCxnSpPr>
        <p:spPr>
          <a:xfrm flipV="1">
            <a:off x="9926152" y="4892010"/>
            <a:ext cx="1005824" cy="472093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AF3B5DE7-5DAB-4E13-4775-8CF6EC5B48B3}"/>
              </a:ext>
            </a:extLst>
          </p:cNvPr>
          <p:cNvCxnSpPr>
            <a:cxnSpLocks/>
            <a:stCxn id="50" idx="3"/>
          </p:cNvCxnSpPr>
          <p:nvPr/>
        </p:nvCxnSpPr>
        <p:spPr>
          <a:xfrm>
            <a:off x="9926152" y="4712010"/>
            <a:ext cx="82582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椭圆 67">
            <a:extLst>
              <a:ext uri="{FF2B5EF4-FFF2-40B4-BE49-F238E27FC236}">
                <a16:creationId xmlns:a16="http://schemas.microsoft.com/office/drawing/2014/main" id="{B6B7A204-E37B-C251-2844-DCF3A42F1793}"/>
              </a:ext>
            </a:extLst>
          </p:cNvPr>
          <p:cNvSpPr/>
          <p:nvPr/>
        </p:nvSpPr>
        <p:spPr>
          <a:xfrm>
            <a:off x="10751976" y="4676010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9" name="椭圆 68">
            <a:extLst>
              <a:ext uri="{FF2B5EF4-FFF2-40B4-BE49-F238E27FC236}">
                <a16:creationId xmlns:a16="http://schemas.microsoft.com/office/drawing/2014/main" id="{3EAC3AA4-DE0A-9FCB-2AC4-728B5041AA7A}"/>
              </a:ext>
            </a:extLst>
          </p:cNvPr>
          <p:cNvSpPr/>
          <p:nvPr/>
        </p:nvSpPr>
        <p:spPr>
          <a:xfrm>
            <a:off x="10895976" y="4518082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9F868205-E3D2-2524-2F72-A4B42DD0DC46}"/>
              </a:ext>
            </a:extLst>
          </p:cNvPr>
          <p:cNvSpPr/>
          <p:nvPr/>
        </p:nvSpPr>
        <p:spPr>
          <a:xfrm>
            <a:off x="10895976" y="4809287"/>
            <a:ext cx="72000" cy="7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12795BCC-EB1E-FF8B-1312-7ACDA5CE765B}"/>
              </a:ext>
            </a:extLst>
          </p:cNvPr>
          <p:cNvCxnSpPr>
            <a:cxnSpLocks/>
          </p:cNvCxnSpPr>
          <p:nvPr/>
        </p:nvCxnSpPr>
        <p:spPr>
          <a:xfrm>
            <a:off x="11122625" y="4712010"/>
            <a:ext cx="216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id="{6DF01143-C01E-A87E-F24A-FCC48ED4C2DC}"/>
              </a:ext>
            </a:extLst>
          </p:cNvPr>
          <p:cNvSpPr/>
          <p:nvPr/>
        </p:nvSpPr>
        <p:spPr>
          <a:xfrm>
            <a:off x="11122625" y="4676010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2860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DF782A0C-5C93-EE95-D80F-300CFE6C0586}"/>
              </a:ext>
            </a:extLst>
          </p:cNvPr>
          <p:cNvGrpSpPr/>
          <p:nvPr/>
        </p:nvGrpSpPr>
        <p:grpSpPr>
          <a:xfrm>
            <a:off x="1882402" y="862094"/>
            <a:ext cx="2927850" cy="1222575"/>
            <a:chOff x="1882402" y="862094"/>
            <a:chExt cx="2927850" cy="1222575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FBD9F5DC-6705-043F-8719-512F12D55DBC}"/>
                </a:ext>
              </a:extLst>
            </p:cNvPr>
            <p:cNvSpPr/>
            <p:nvPr/>
          </p:nvSpPr>
          <p:spPr>
            <a:xfrm>
              <a:off x="188240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A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E4D4EA62-B24C-DA8E-05C2-FC14B0BF2AED}"/>
                </a:ext>
              </a:extLst>
            </p:cNvPr>
            <p:cNvSpPr/>
            <p:nvPr/>
          </p:nvSpPr>
          <p:spPr>
            <a:xfrm>
              <a:off x="3730252" y="862094"/>
              <a:ext cx="108000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B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C509DFC8-9B2E-CCBE-58D2-6CD0750EEEC0}"/>
                </a:ext>
              </a:extLst>
            </p:cNvPr>
            <p:cNvSpPr/>
            <p:nvPr/>
          </p:nvSpPr>
          <p:spPr>
            <a:xfrm>
              <a:off x="1882402" y="1652669"/>
              <a:ext cx="2927850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全局变量和数据结构</a:t>
              </a:r>
            </a:p>
          </p:txBody>
        </p: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B261998-64CA-EB4E-C47B-7773E3EFEA19}"/>
                </a:ext>
              </a:extLst>
            </p:cNvPr>
            <p:cNvCxnSpPr/>
            <p:nvPr/>
          </p:nvCxnSpPr>
          <p:spPr>
            <a:xfrm>
              <a:off x="2400300" y="1293382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0D723B2F-5196-2856-3F2C-A49BFD78B2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70252" y="1293381"/>
              <a:ext cx="0" cy="36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724605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A8BF606-F579-0A6D-68FF-A909E292481D}"/>
              </a:ext>
            </a:extLst>
          </p:cNvPr>
          <p:cNvSpPr/>
          <p:nvPr/>
        </p:nvSpPr>
        <p:spPr>
          <a:xfrm>
            <a:off x="519952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E358D40-46EA-C5F4-1FCC-80FB04B92037}"/>
              </a:ext>
            </a:extLst>
          </p:cNvPr>
          <p:cNvSpPr/>
          <p:nvPr/>
        </p:nvSpPr>
        <p:spPr>
          <a:xfrm>
            <a:off x="3962399" y="59167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594FB9D-EEA8-53F6-580D-CC4ACBEA67D9}"/>
              </a:ext>
            </a:extLst>
          </p:cNvPr>
          <p:cNvSpPr/>
          <p:nvPr/>
        </p:nvSpPr>
        <p:spPr>
          <a:xfrm>
            <a:off x="2241176" y="59167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F88A4AAB-03B8-9BFB-918B-3CEBD77F0C8C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1599952" y="80767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D5B200D8-BFBA-96C0-80DE-1ABAE0C24557}"/>
              </a:ext>
            </a:extLst>
          </p:cNvPr>
          <p:cNvCxnSpPr>
            <a:stCxn id="4" idx="3"/>
            <a:endCxn id="3" idx="1"/>
          </p:cNvCxnSpPr>
          <p:nvPr/>
        </p:nvCxnSpPr>
        <p:spPr>
          <a:xfrm>
            <a:off x="3321176" y="80767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5A96AA1C-0430-3E3E-02A1-3A8DDFBF5DA1}"/>
              </a:ext>
            </a:extLst>
          </p:cNvPr>
          <p:cNvSpPr/>
          <p:nvPr/>
        </p:nvSpPr>
        <p:spPr>
          <a:xfrm>
            <a:off x="2241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E26EF7-8561-98C7-12FA-46F082357087}"/>
              </a:ext>
            </a:extLst>
          </p:cNvPr>
          <p:cNvSpPr/>
          <p:nvPr/>
        </p:nvSpPr>
        <p:spPr>
          <a:xfrm>
            <a:off x="3249176" y="59167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E500726-C5E4-2853-C30B-265DBD9C13D6}"/>
              </a:ext>
            </a:extLst>
          </p:cNvPr>
          <p:cNvSpPr/>
          <p:nvPr/>
        </p:nvSpPr>
        <p:spPr>
          <a:xfrm>
            <a:off x="2332870" y="22411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A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D968187-5197-A415-D87A-9B4C4E968BD7}"/>
              </a:ext>
            </a:extLst>
          </p:cNvPr>
          <p:cNvSpPr/>
          <p:nvPr/>
        </p:nvSpPr>
        <p:spPr>
          <a:xfrm>
            <a:off x="1239952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B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9A68233-5EB6-FAB5-5A4C-1BCA7AE65A44}"/>
              </a:ext>
            </a:extLst>
          </p:cNvPr>
          <p:cNvSpPr/>
          <p:nvPr/>
        </p:nvSpPr>
        <p:spPr>
          <a:xfrm>
            <a:off x="2332870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C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8A61DE-2841-9CF1-826D-559F375B12C3}"/>
              </a:ext>
            </a:extLst>
          </p:cNvPr>
          <p:cNvSpPr/>
          <p:nvPr/>
        </p:nvSpPr>
        <p:spPr>
          <a:xfrm>
            <a:off x="3425788" y="28698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D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A413E7-A5FA-2261-AF26-E012E373D5B7}"/>
              </a:ext>
            </a:extLst>
          </p:cNvPr>
          <p:cNvSpPr/>
          <p:nvPr/>
        </p:nvSpPr>
        <p:spPr>
          <a:xfrm>
            <a:off x="2889176" y="3506251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F517268-F72C-6683-7FD1-917A11327B23}"/>
              </a:ext>
            </a:extLst>
          </p:cNvPr>
          <p:cNvSpPr/>
          <p:nvPr/>
        </p:nvSpPr>
        <p:spPr>
          <a:xfrm>
            <a:off x="3962399" y="349845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F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8439092-1213-8E73-A957-76C11F309E17}"/>
              </a:ext>
            </a:extLst>
          </p:cNvPr>
          <p:cNvSpPr/>
          <p:nvPr/>
        </p:nvSpPr>
        <p:spPr>
          <a:xfrm>
            <a:off x="3425788" y="4127100"/>
            <a:ext cx="72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G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7C70D48A-944A-293B-90A5-5512B6864D1F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flipH="1">
            <a:off x="1599952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84647551-BDA9-657C-FBDF-41943196AC73}"/>
              </a:ext>
            </a:extLst>
          </p:cNvPr>
          <p:cNvCxnSpPr>
            <a:stCxn id="9" idx="2"/>
            <a:endCxn id="12" idx="0"/>
          </p:cNvCxnSpPr>
          <p:nvPr/>
        </p:nvCxnSpPr>
        <p:spPr>
          <a:xfrm>
            <a:off x="2692870" y="2601150"/>
            <a:ext cx="1092918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AACB7537-FEF5-899D-6AD5-D97CEAE85C30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2692870" y="2601150"/>
            <a:ext cx="0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83883D13-E1B7-0DFD-B955-678B62122860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 flipH="1">
            <a:off x="3249176" y="3229800"/>
            <a:ext cx="536612" cy="27645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3D122765-FE08-F9E6-25B1-29DF131DD880}"/>
              </a:ext>
            </a:extLst>
          </p:cNvPr>
          <p:cNvCxnSpPr>
            <a:stCxn id="12" idx="2"/>
            <a:endCxn id="14" idx="0"/>
          </p:cNvCxnSpPr>
          <p:nvPr/>
        </p:nvCxnSpPr>
        <p:spPr>
          <a:xfrm>
            <a:off x="3785788" y="322980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4E498C2-A8A8-F31C-0014-B2A8E990F2FD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3249176" y="3866251"/>
            <a:ext cx="536612" cy="260849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EDA3D152-84DC-08E5-DAF5-D0BB3862C4EF}"/>
              </a:ext>
            </a:extLst>
          </p:cNvPr>
          <p:cNvCxnSpPr>
            <a:stCxn id="14" idx="2"/>
            <a:endCxn id="15" idx="0"/>
          </p:cNvCxnSpPr>
          <p:nvPr/>
        </p:nvCxnSpPr>
        <p:spPr>
          <a:xfrm flipH="1">
            <a:off x="3785788" y="3858450"/>
            <a:ext cx="536611" cy="26865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217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A1E753DC-5683-05C5-EE08-C36DD3570936}"/>
              </a:ext>
            </a:extLst>
          </p:cNvPr>
          <p:cNvSpPr/>
          <p:nvPr/>
        </p:nvSpPr>
        <p:spPr>
          <a:xfrm>
            <a:off x="5502235" y="215265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Main module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A54C39A-6BE6-F3DD-DF1D-F72CBB88C157}"/>
              </a:ext>
            </a:extLst>
          </p:cNvPr>
          <p:cNvSpPr/>
          <p:nvPr/>
        </p:nvSpPr>
        <p:spPr>
          <a:xfrm>
            <a:off x="3861048" y="2928924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Login 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BE34B77-8650-9404-32C9-1D6BEE1C861C}"/>
              </a:ext>
            </a:extLst>
          </p:cNvPr>
          <p:cNvSpPr/>
          <p:nvPr/>
        </p:nvSpPr>
        <p:spPr>
          <a:xfrm>
            <a:off x="7503423" y="2928924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ADFC04-8633-B10C-81E4-816338DD2FB5}"/>
              </a:ext>
            </a:extLst>
          </p:cNvPr>
          <p:cNvSpPr/>
          <p:nvPr/>
        </p:nvSpPr>
        <p:spPr>
          <a:xfrm>
            <a:off x="2511798" y="3705199"/>
            <a:ext cx="1080000" cy="43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bg1"/>
                </a:solidFill>
              </a:rPr>
              <a:t>Verify 1.1</a:t>
            </a:r>
            <a:endParaRPr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A8E6BB-57D2-AF92-1278-5BF1AF8407AD}"/>
              </a:ext>
            </a:extLst>
          </p:cNvPr>
          <p:cNvSpPr/>
          <p:nvPr/>
        </p:nvSpPr>
        <p:spPr>
          <a:xfrm>
            <a:off x="3861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21DC9CA-5EB0-4872-8667-D1BC7E605B45}"/>
              </a:ext>
            </a:extLst>
          </p:cNvPr>
          <p:cNvSpPr/>
          <p:nvPr/>
        </p:nvSpPr>
        <p:spPr>
          <a:xfrm>
            <a:off x="52102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1.3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9540928-FE03-6B32-1052-EFB9DEABCC2A}"/>
              </a:ext>
            </a:extLst>
          </p:cNvPr>
          <p:cNvSpPr/>
          <p:nvPr/>
        </p:nvSpPr>
        <p:spPr>
          <a:xfrm>
            <a:off x="682879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2.1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08DB6A5-97B7-B99D-FB2E-3954DA82F487}"/>
              </a:ext>
            </a:extLst>
          </p:cNvPr>
          <p:cNvSpPr/>
          <p:nvPr/>
        </p:nvSpPr>
        <p:spPr>
          <a:xfrm>
            <a:off x="8178048" y="3705199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Module 2.2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4" name="连接符: 肘形 13">
            <a:extLst>
              <a:ext uri="{FF2B5EF4-FFF2-40B4-BE49-F238E27FC236}">
                <a16:creationId xmlns:a16="http://schemas.microsoft.com/office/drawing/2014/main" id="{0CDCE40E-2479-C8FC-2559-0E9F296C5DBA}"/>
              </a:ext>
            </a:extLst>
          </p:cNvPr>
          <p:cNvCxnSpPr>
            <a:stCxn id="2" idx="2"/>
            <a:endCxn id="4" idx="0"/>
          </p:cNvCxnSpPr>
          <p:nvPr/>
        </p:nvCxnSpPr>
        <p:spPr>
          <a:xfrm rot="16200000" flipH="1">
            <a:off x="6960692" y="1846193"/>
            <a:ext cx="344274" cy="182118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肘形 15">
            <a:extLst>
              <a:ext uri="{FF2B5EF4-FFF2-40B4-BE49-F238E27FC236}">
                <a16:creationId xmlns:a16="http://schemas.microsoft.com/office/drawing/2014/main" id="{8AB29A40-5C77-3063-EB56-E1E066259552}"/>
              </a:ext>
            </a:extLst>
          </p:cNvPr>
          <p:cNvCxnSpPr>
            <a:stCxn id="2" idx="2"/>
            <a:endCxn id="3" idx="0"/>
          </p:cNvCxnSpPr>
          <p:nvPr/>
        </p:nvCxnSpPr>
        <p:spPr>
          <a:xfrm rot="5400000">
            <a:off x="5139505" y="1846194"/>
            <a:ext cx="344274" cy="1821187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C390A62B-1364-D47D-5D76-9A208D9318F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5400000">
            <a:off x="355428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2BDB116A-86D7-A00E-0B7E-41E399F5D5F3}"/>
              </a:ext>
            </a:extLst>
          </p:cNvPr>
          <p:cNvCxnSpPr>
            <a:stCxn id="3" idx="2"/>
            <a:endCxn id="8" idx="0"/>
          </p:cNvCxnSpPr>
          <p:nvPr/>
        </p:nvCxnSpPr>
        <p:spPr>
          <a:xfrm rot="16200000" flipH="1">
            <a:off x="4903536" y="2858436"/>
            <a:ext cx="344275" cy="13492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3D0AB01D-6974-1901-2D3A-426B34ECAE34}"/>
              </a:ext>
            </a:extLst>
          </p:cNvPr>
          <p:cNvCxnSpPr>
            <a:stCxn id="4" idx="2"/>
            <a:endCxn id="9" idx="0"/>
          </p:cNvCxnSpPr>
          <p:nvPr/>
        </p:nvCxnSpPr>
        <p:spPr>
          <a:xfrm rot="5400000">
            <a:off x="7533974" y="3195749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连接符: 肘形 23">
            <a:extLst>
              <a:ext uri="{FF2B5EF4-FFF2-40B4-BE49-F238E27FC236}">
                <a16:creationId xmlns:a16="http://schemas.microsoft.com/office/drawing/2014/main" id="{7ED87473-3C70-4968-1832-ED4BA7BB9776}"/>
              </a:ext>
            </a:extLst>
          </p:cNvPr>
          <p:cNvCxnSpPr>
            <a:stCxn id="4" idx="2"/>
            <a:endCxn id="10" idx="0"/>
          </p:cNvCxnSpPr>
          <p:nvPr/>
        </p:nvCxnSpPr>
        <p:spPr>
          <a:xfrm rot="16200000" flipH="1">
            <a:off x="8208598" y="3195748"/>
            <a:ext cx="344275" cy="674625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CFDF2220-54BF-82AD-3F44-1CF9E64021E2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4401048" y="3360924"/>
            <a:ext cx="0" cy="344275"/>
          </a:xfrm>
          <a:prstGeom prst="straightConnector1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9D6D5AB-8A99-CDA4-8446-3AA5780C97D7}"/>
              </a:ext>
            </a:extLst>
          </p:cNvPr>
          <p:cNvSpPr/>
          <p:nvPr/>
        </p:nvSpPr>
        <p:spPr>
          <a:xfrm>
            <a:off x="3314699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Input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135D08A-C965-9906-18A5-14F6F35F4176}"/>
              </a:ext>
            </a:extLst>
          </p:cNvPr>
          <p:cNvSpPr/>
          <p:nvPr/>
        </p:nvSpPr>
        <p:spPr>
          <a:xfrm>
            <a:off x="6757146" y="4822451"/>
            <a:ext cx="1080000" cy="432000"/>
          </a:xfrm>
          <a:prstGeom prst="roundRect">
            <a:avLst>
              <a:gd name="adj" fmla="val 50000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Output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CCD7503-8A72-236B-7EFE-F61B73B249B3}"/>
              </a:ext>
            </a:extLst>
          </p:cNvPr>
          <p:cNvSpPr/>
          <p:nvPr/>
        </p:nvSpPr>
        <p:spPr>
          <a:xfrm>
            <a:off x="5035923" y="4822451"/>
            <a:ext cx="108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ysClr val="windowText" lastClr="000000"/>
                </a:solidFill>
              </a:rPr>
              <a:t>Process</a:t>
            </a:r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C6CDBB4F-6EA5-A1E9-B871-C47DE83E060F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394699" y="5038451"/>
            <a:ext cx="64122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8DAB7B32-7746-51EB-C81D-0A2F06C978D0}"/>
              </a:ext>
            </a:extLst>
          </p:cNvPr>
          <p:cNvCxnSpPr>
            <a:stCxn id="12" idx="3"/>
            <a:endCxn id="11" idx="1"/>
          </p:cNvCxnSpPr>
          <p:nvPr/>
        </p:nvCxnSpPr>
        <p:spPr>
          <a:xfrm>
            <a:off x="6115923" y="5038451"/>
            <a:ext cx="64122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矩形 16">
            <a:extLst>
              <a:ext uri="{FF2B5EF4-FFF2-40B4-BE49-F238E27FC236}">
                <a16:creationId xmlns:a16="http://schemas.microsoft.com/office/drawing/2014/main" id="{3E4269C3-122F-20C3-873F-242B636FC649}"/>
              </a:ext>
            </a:extLst>
          </p:cNvPr>
          <p:cNvSpPr/>
          <p:nvPr/>
        </p:nvSpPr>
        <p:spPr>
          <a:xfrm>
            <a:off x="5035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C1D9827-4F22-9FCC-A4D1-F0319D2FD452}"/>
              </a:ext>
            </a:extLst>
          </p:cNvPr>
          <p:cNvSpPr/>
          <p:nvPr/>
        </p:nvSpPr>
        <p:spPr>
          <a:xfrm>
            <a:off x="6043923" y="4822451"/>
            <a:ext cx="72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63205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utoShape 43">
            <a:extLst>
              <a:ext uri="{FF2B5EF4-FFF2-40B4-BE49-F238E27FC236}">
                <a16:creationId xmlns:a16="http://schemas.microsoft.com/office/drawing/2014/main" id="{BE591FFF-36C0-12C1-BA3F-9926F3B610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4025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退出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5.0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5" name="AutoShape 41">
            <a:extLst>
              <a:ext uri="{FF2B5EF4-FFF2-40B4-BE49-F238E27FC236}">
                <a16:creationId xmlns:a16="http://schemas.microsoft.com/office/drawing/2014/main" id="{5226CDFD-0142-9387-9106-704C5FD61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7277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数据输入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7" name="AutoShape 39">
            <a:extLst>
              <a:ext uri="{FF2B5EF4-FFF2-40B4-BE49-F238E27FC236}">
                <a16:creationId xmlns:a16="http://schemas.microsoft.com/office/drawing/2014/main" id="{6631E912-1AF0-3061-B887-6A2383D8F7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5840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报销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1.A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8" name="AutoShape 38">
            <a:extLst>
              <a:ext uri="{FF2B5EF4-FFF2-40B4-BE49-F238E27FC236}">
                <a16:creationId xmlns:a16="http://schemas.microsoft.com/office/drawing/2014/main" id="{13FB66DA-869F-C824-FEA4-2E064B9F94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96774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结算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9" name="AutoShape 37">
            <a:extLst>
              <a:ext uri="{FF2B5EF4-FFF2-40B4-BE49-F238E27FC236}">
                <a16:creationId xmlns:a16="http://schemas.microsoft.com/office/drawing/2014/main" id="{8505FAA4-4317-31C4-AEFC-AD55959AE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708" y="3577759"/>
            <a:ext cx="288000" cy="64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累加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1.C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7" name="AutoShape 32">
            <a:extLst>
              <a:ext uri="{FF2B5EF4-FFF2-40B4-BE49-F238E27FC236}">
                <a16:creationId xmlns:a16="http://schemas.microsoft.com/office/drawing/2014/main" id="{6D5F266F-E594-0782-8EAF-2051DB741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957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8" name="AutoShape 31">
            <a:extLst>
              <a:ext uri="{FF2B5EF4-FFF2-40B4-BE49-F238E27FC236}">
                <a16:creationId xmlns:a16="http://schemas.microsoft.com/office/drawing/2014/main" id="{C10A8C4A-75E9-5D86-0260-0015FF1998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0144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9" name="AutoShape 30">
            <a:extLst>
              <a:ext uri="{FF2B5EF4-FFF2-40B4-BE49-F238E27FC236}">
                <a16:creationId xmlns:a16="http://schemas.microsoft.com/office/drawing/2014/main" id="{3C06392A-841C-154D-083B-C01A48A0C8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6237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0" name="AutoShape 29">
            <a:extLst>
              <a:ext uri="{FF2B5EF4-FFF2-40B4-BE49-F238E27FC236}">
                <a16:creationId xmlns:a16="http://schemas.microsoft.com/office/drawing/2014/main" id="{0E94C837-53FE-21ED-3471-7E95C18161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2331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2.E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2" name="AutoShape 27">
            <a:extLst>
              <a:ext uri="{FF2B5EF4-FFF2-40B4-BE49-F238E27FC236}">
                <a16:creationId xmlns:a16="http://schemas.microsoft.com/office/drawing/2014/main" id="{5DBAED92-B331-F6B6-4D85-D8637C23CB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77444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统计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43" name="AutoShape 26">
            <a:extLst>
              <a:ext uri="{FF2B5EF4-FFF2-40B4-BE49-F238E27FC236}">
                <a16:creationId xmlns:a16="http://schemas.microsoft.com/office/drawing/2014/main" id="{DA65386E-755E-24B5-3370-3BDF3AA90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4051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2.B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1" name="AutoShape 23">
            <a:extLst>
              <a:ext uri="{FF2B5EF4-FFF2-40B4-BE49-F238E27FC236}">
                <a16:creationId xmlns:a16="http://schemas.microsoft.com/office/drawing/2014/main" id="{0F087444-63A4-CE25-0927-FF653DD1C1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518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未超支职工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2" name="AutoShape 22">
            <a:extLst>
              <a:ext uri="{FF2B5EF4-FFF2-40B4-BE49-F238E27FC236}">
                <a16:creationId xmlns:a16="http://schemas.microsoft.com/office/drawing/2014/main" id="{9718B70F-4716-951B-3E6D-E94B77E42A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982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3.D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3" name="AutoShape 21">
            <a:extLst>
              <a:ext uri="{FF2B5EF4-FFF2-40B4-BE49-F238E27FC236}">
                <a16:creationId xmlns:a16="http://schemas.microsoft.com/office/drawing/2014/main" id="{2FEFED38-4708-DEC3-6A5F-3FC117D39D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1078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全校明细账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3.G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5" name="AutoShape 19">
            <a:extLst>
              <a:ext uri="{FF2B5EF4-FFF2-40B4-BE49-F238E27FC236}">
                <a16:creationId xmlns:a16="http://schemas.microsoft.com/office/drawing/2014/main" id="{C4DC21DA-97AA-5EE6-7508-A8C26441E4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6114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已超支职工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7" name="AutoShape 17">
            <a:extLst>
              <a:ext uri="{FF2B5EF4-FFF2-40B4-BE49-F238E27FC236}">
                <a16:creationId xmlns:a16="http://schemas.microsoft.com/office/drawing/2014/main" id="{1976691D-B391-1E5F-E664-38092EDD5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67048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未超支子女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3.C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29" name="AutoShape 15">
            <a:extLst>
              <a:ext uri="{FF2B5EF4-FFF2-40B4-BE49-F238E27FC236}">
                <a16:creationId xmlns:a16="http://schemas.microsoft.com/office/drawing/2014/main" id="{A600A89B-4580-E609-0B82-7B197CEE8F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88916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全校总支出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3.E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1" name="AutoShape 13">
            <a:extLst>
              <a:ext uri="{FF2B5EF4-FFF2-40B4-BE49-F238E27FC236}">
                <a16:creationId xmlns:a16="http://schemas.microsoft.com/office/drawing/2014/main" id="{ED4D7783-169E-624A-61A4-2BE88E3E08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9850" y="3577759"/>
            <a:ext cx="288000" cy="1224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个人明细账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3.F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63CE87FE-2A37-39B6-D042-33C708638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03982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查询打印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3.0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6" name="AutoShape 7">
            <a:extLst>
              <a:ext uri="{FF2B5EF4-FFF2-40B4-BE49-F238E27FC236}">
                <a16:creationId xmlns:a16="http://schemas.microsoft.com/office/drawing/2014/main" id="{29F621DF-5C85-2F37-8D9D-3EA4C6D36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2652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改医疗费限额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4.A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7" name="AutoShape 6">
            <a:extLst>
              <a:ext uri="{FF2B5EF4-FFF2-40B4-BE49-F238E27FC236}">
                <a16:creationId xmlns:a16="http://schemas.microsoft.com/office/drawing/2014/main" id="{5C4BAF1E-8821-ACFB-515B-E92CFE6D6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4514" y="3577758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人员调动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4.C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8" name="AutoShape 5">
            <a:extLst>
              <a:ext uri="{FF2B5EF4-FFF2-40B4-BE49-F238E27FC236}">
                <a16:creationId xmlns:a16="http://schemas.microsoft.com/office/drawing/2014/main" id="{E0902AAD-A0FB-5ED3-C739-7360EC2BE9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93586" y="3577759"/>
            <a:ext cx="288000" cy="136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初始化</a:t>
            </a:r>
            <a:r>
              <a:rPr kumimoji="0" lang="en-US" altLang="zh-CN" sz="1200" b="0" i="0" u="none" strike="noStrike" cap="none" normalizeH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4.B</a:t>
            </a:r>
            <a:endParaRPr kumimoji="0" lang="en-US" altLang="zh-CN" sz="1200" b="0" i="0" u="none" strike="noStrike" cap="none" normalizeH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9" name="AutoShape 4">
            <a:extLst>
              <a:ext uri="{FF2B5EF4-FFF2-40B4-BE49-F238E27FC236}">
                <a16:creationId xmlns:a16="http://schemas.microsoft.com/office/drawing/2014/main" id="{C5AB93E1-AC06-EC1B-2071-16843E1707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69583" y="2715631"/>
            <a:ext cx="936000" cy="288000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系统维护</a:t>
            </a:r>
            <a:r>
              <a:rPr kumimoji="0" lang="en-US" alt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4.0</a:t>
            </a:r>
            <a:endParaRPr kumimoji="0" lang="en-US" alt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sp>
        <p:nvSpPr>
          <p:cNvPr id="13" name="AutoShape 2">
            <a:extLst>
              <a:ext uri="{FF2B5EF4-FFF2-40B4-BE49-F238E27FC236}">
                <a16:creationId xmlns:a16="http://schemas.microsoft.com/office/drawing/2014/main" id="{7FBF0FE3-4CA4-9F98-D336-F0276D195D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30922" y="1787576"/>
            <a:ext cx="1440000" cy="287376"/>
          </a:xfrm>
          <a:prstGeom prst="flowChartProcess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CN" sz="1200" b="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  <a:ea typeface="微软雅黑 Light" panose="020B0502040204020203" pitchFamily="34" charset="-122"/>
                <a:cs typeface="Times New Roman" pitchFamily="18" charset="0"/>
              </a:rPr>
              <a:t>医疗费管理系统</a:t>
            </a:r>
            <a:endParaRPr kumimoji="0" lang="zh-CN" sz="1200" b="0" i="0" u="none" strike="noStrike" cap="none" normalizeH="0" dirty="0">
              <a:ln>
                <a:noFill/>
              </a:ln>
              <a:solidFill>
                <a:schemeClr val="tx1"/>
              </a:solidFill>
              <a:effectLst/>
              <a:latin typeface="Arial" pitchFamily="34" charset="0"/>
              <a:ea typeface="微软雅黑 Light" panose="020B0502040204020203" pitchFamily="34" charset="-122"/>
              <a:cs typeface="宋体" pitchFamily="2" charset="-122"/>
            </a:endParaRPr>
          </a:p>
        </p:txBody>
      </p: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0F97CF4D-D40A-0D57-EE98-E0BFCC922F65}"/>
              </a:ext>
            </a:extLst>
          </p:cNvPr>
          <p:cNvCxnSpPr>
            <a:stCxn id="13" idx="2"/>
            <a:endCxn id="45" idx="0"/>
          </p:cNvCxnSpPr>
          <p:nvPr/>
        </p:nvCxnSpPr>
        <p:spPr>
          <a:xfrm rot="5400000">
            <a:off x="3575509" y="340217"/>
            <a:ext cx="640679" cy="411014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连接符: 肘形 52">
            <a:extLst>
              <a:ext uri="{FF2B5EF4-FFF2-40B4-BE49-F238E27FC236}">
                <a16:creationId xmlns:a16="http://schemas.microsoft.com/office/drawing/2014/main" id="{E02EEBBE-1752-1D46-D120-9458A3D6A9DF}"/>
              </a:ext>
            </a:extLst>
          </p:cNvPr>
          <p:cNvCxnSpPr>
            <a:stCxn id="42" idx="0"/>
            <a:endCxn id="13" idx="2"/>
          </p:cNvCxnSpPr>
          <p:nvPr/>
        </p:nvCxnSpPr>
        <p:spPr>
          <a:xfrm rot="5400000" flipH="1" flipV="1">
            <a:off x="4477844" y="1242553"/>
            <a:ext cx="640679" cy="23054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C8212C1E-F616-7B4E-7A53-F3950DFCCC18}"/>
              </a:ext>
            </a:extLst>
          </p:cNvPr>
          <p:cNvCxnSpPr>
            <a:stCxn id="33" idx="0"/>
            <a:endCxn id="13" idx="2"/>
          </p:cNvCxnSpPr>
          <p:nvPr/>
        </p:nvCxnSpPr>
        <p:spPr>
          <a:xfrm rot="16200000" flipV="1">
            <a:off x="5741113" y="2284762"/>
            <a:ext cx="640679" cy="22106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1DA47D8F-9F3F-4353-5851-04FB65700B8E}"/>
              </a:ext>
            </a:extLst>
          </p:cNvPr>
          <p:cNvCxnSpPr>
            <a:stCxn id="19" idx="0"/>
            <a:endCxn id="13" idx="2"/>
          </p:cNvCxnSpPr>
          <p:nvPr/>
        </p:nvCxnSpPr>
        <p:spPr>
          <a:xfrm rot="16200000" flipV="1">
            <a:off x="6823914" y="1201961"/>
            <a:ext cx="640679" cy="238666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连接符: 肘形 58">
            <a:extLst>
              <a:ext uri="{FF2B5EF4-FFF2-40B4-BE49-F238E27FC236}">
                <a16:creationId xmlns:a16="http://schemas.microsoft.com/office/drawing/2014/main" id="{30BDCE40-D2E0-28EB-7577-4C265896E6E5}"/>
              </a:ext>
            </a:extLst>
          </p:cNvPr>
          <p:cNvCxnSpPr>
            <a:stCxn id="8" idx="0"/>
            <a:endCxn id="13" idx="2"/>
          </p:cNvCxnSpPr>
          <p:nvPr/>
        </p:nvCxnSpPr>
        <p:spPr>
          <a:xfrm rot="16200000" flipV="1">
            <a:off x="7359248" y="666627"/>
            <a:ext cx="640679" cy="345733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C60AA5B2-0831-2FBA-8843-1C1A22EFFF25}"/>
              </a:ext>
            </a:extLst>
          </p:cNvPr>
          <p:cNvCxnSpPr>
            <a:stCxn id="47" idx="0"/>
            <a:endCxn id="45" idx="2"/>
          </p:cNvCxnSpPr>
          <p:nvPr/>
        </p:nvCxnSpPr>
        <p:spPr>
          <a:xfrm rot="5400000" flipH="1" flipV="1">
            <a:off x="1373243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22EECE23-D8CE-95C8-91A4-0E34B7AFAF95}"/>
              </a:ext>
            </a:extLst>
          </p:cNvPr>
          <p:cNvCxnSpPr>
            <a:stCxn id="49" idx="0"/>
            <a:endCxn id="45" idx="2"/>
          </p:cNvCxnSpPr>
          <p:nvPr/>
        </p:nvCxnSpPr>
        <p:spPr>
          <a:xfrm rot="16200000" flipV="1">
            <a:off x="1734177" y="3110228"/>
            <a:ext cx="574128" cy="360934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连接符: 肘形 69">
            <a:extLst>
              <a:ext uri="{FF2B5EF4-FFF2-40B4-BE49-F238E27FC236}">
                <a16:creationId xmlns:a16="http://schemas.microsoft.com/office/drawing/2014/main" id="{3D34A381-DF4C-6F23-7805-4ACAB8C468A7}"/>
              </a:ext>
            </a:extLst>
          </p:cNvPr>
          <p:cNvCxnSpPr>
            <a:stCxn id="42" idx="2"/>
            <a:endCxn id="37" idx="0"/>
          </p:cNvCxnSpPr>
          <p:nvPr/>
        </p:nvCxnSpPr>
        <p:spPr>
          <a:xfrm rot="5400000">
            <a:off x="2997446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肘形 71">
            <a:extLst>
              <a:ext uri="{FF2B5EF4-FFF2-40B4-BE49-F238E27FC236}">
                <a16:creationId xmlns:a16="http://schemas.microsoft.com/office/drawing/2014/main" id="{3BEBF7D2-365E-71DB-BB3E-E8204E2B281E}"/>
              </a:ext>
            </a:extLst>
          </p:cNvPr>
          <p:cNvCxnSpPr>
            <a:stCxn id="40" idx="0"/>
            <a:endCxn id="42" idx="2"/>
          </p:cNvCxnSpPr>
          <p:nvPr/>
        </p:nvCxnSpPr>
        <p:spPr>
          <a:xfrm rot="16200000" flipV="1">
            <a:off x="3719314" y="2929761"/>
            <a:ext cx="574128" cy="72186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连接符: 肘形 73">
            <a:extLst>
              <a:ext uri="{FF2B5EF4-FFF2-40B4-BE49-F238E27FC236}">
                <a16:creationId xmlns:a16="http://schemas.microsoft.com/office/drawing/2014/main" id="{378F7B4E-F6B4-9898-76AE-A1DBEE5FF7D4}"/>
              </a:ext>
            </a:extLst>
          </p:cNvPr>
          <p:cNvCxnSpPr>
            <a:stCxn id="21" idx="0"/>
            <a:endCxn id="33" idx="2"/>
          </p:cNvCxnSpPr>
          <p:nvPr/>
        </p:nvCxnSpPr>
        <p:spPr>
          <a:xfrm rot="5400000" flipH="1" flipV="1">
            <a:off x="5343517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连接符: 肘形 75">
            <a:extLst>
              <a:ext uri="{FF2B5EF4-FFF2-40B4-BE49-F238E27FC236}">
                <a16:creationId xmlns:a16="http://schemas.microsoft.com/office/drawing/2014/main" id="{D2D5C288-6308-F497-4D8F-824E1D191E7D}"/>
              </a:ext>
            </a:extLst>
          </p:cNvPr>
          <p:cNvCxnSpPr>
            <a:stCxn id="23" idx="0"/>
            <a:endCxn id="33" idx="2"/>
          </p:cNvCxnSpPr>
          <p:nvPr/>
        </p:nvCxnSpPr>
        <p:spPr>
          <a:xfrm rot="16200000" flipV="1">
            <a:off x="6426319" y="2749294"/>
            <a:ext cx="574128" cy="1082802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肘形 77">
            <a:extLst>
              <a:ext uri="{FF2B5EF4-FFF2-40B4-BE49-F238E27FC236}">
                <a16:creationId xmlns:a16="http://schemas.microsoft.com/office/drawing/2014/main" id="{D33476CD-4214-08D7-C41B-31482D5E503B}"/>
              </a:ext>
            </a:extLst>
          </p:cNvPr>
          <p:cNvCxnSpPr>
            <a:stCxn id="19" idx="2"/>
            <a:endCxn id="16" idx="0"/>
          </p:cNvCxnSpPr>
          <p:nvPr/>
        </p:nvCxnSpPr>
        <p:spPr>
          <a:xfrm rot="5400000">
            <a:off x="7870054" y="3110230"/>
            <a:ext cx="574128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79">
            <a:extLst>
              <a:ext uri="{FF2B5EF4-FFF2-40B4-BE49-F238E27FC236}">
                <a16:creationId xmlns:a16="http://schemas.microsoft.com/office/drawing/2014/main" id="{C60301A8-95B4-668A-EC61-ED7FBEC651F0}"/>
              </a:ext>
            </a:extLst>
          </p:cNvPr>
          <p:cNvCxnSpPr>
            <a:stCxn id="17" idx="0"/>
            <a:endCxn id="19" idx="2"/>
          </p:cNvCxnSpPr>
          <p:nvPr/>
        </p:nvCxnSpPr>
        <p:spPr>
          <a:xfrm rot="16200000" flipV="1">
            <a:off x="8230986" y="3110229"/>
            <a:ext cx="574127" cy="360931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362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8F1B31-46CA-6A25-B993-3BE139D33CBF}"/>
              </a:ext>
            </a:extLst>
          </p:cNvPr>
          <p:cNvGrpSpPr/>
          <p:nvPr/>
        </p:nvGrpSpPr>
        <p:grpSpPr>
          <a:xfrm rot="2100000">
            <a:off x="6380417" y="2669043"/>
            <a:ext cx="72000" cy="576000"/>
            <a:chOff x="7143722" y="2768964"/>
            <a:chExt cx="72000" cy="576000"/>
          </a:xfrm>
        </p:grpSpPr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91307BB5-333E-88D6-DB09-9C006152B2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DC27E5CB-56EC-C65C-CF48-50EA044A426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" name="矩形 7">
            <a:extLst>
              <a:ext uri="{FF2B5EF4-FFF2-40B4-BE49-F238E27FC236}">
                <a16:creationId xmlns:a16="http://schemas.microsoft.com/office/drawing/2014/main" id="{75E43B85-7BC6-3514-EE76-DF1E3E3822D0}"/>
              </a:ext>
            </a:extLst>
          </p:cNvPr>
          <p:cNvSpPr/>
          <p:nvPr/>
        </p:nvSpPr>
        <p:spPr>
          <a:xfrm>
            <a:off x="6960807" y="216178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图书管理系统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D55C85-5800-2359-1A81-F06B766443CB}"/>
              </a:ext>
            </a:extLst>
          </p:cNvPr>
          <p:cNvSpPr/>
          <p:nvPr/>
        </p:nvSpPr>
        <p:spPr>
          <a:xfrm>
            <a:off x="5681738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图书采编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76DBFBC-B235-A639-84C6-4E017FC12909}"/>
              </a:ext>
            </a:extLst>
          </p:cNvPr>
          <p:cNvSpPr/>
          <p:nvPr/>
        </p:nvSpPr>
        <p:spPr>
          <a:xfrm>
            <a:off x="8107162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图书流通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31A8EF2-9F80-0788-0064-2496413D0452}"/>
              </a:ext>
            </a:extLst>
          </p:cNvPr>
          <p:cNvSpPr/>
          <p:nvPr/>
        </p:nvSpPr>
        <p:spPr>
          <a:xfrm>
            <a:off x="6894450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读者管理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356EA4FC-1D9C-51A2-F270-0A306DE1A8A1}"/>
              </a:ext>
            </a:extLst>
          </p:cNvPr>
          <p:cNvCxnSpPr>
            <a:stCxn id="8" idx="1"/>
            <a:endCxn id="9" idx="0"/>
          </p:cNvCxnSpPr>
          <p:nvPr/>
        </p:nvCxnSpPr>
        <p:spPr>
          <a:xfrm flipH="1">
            <a:off x="6221738" y="2341789"/>
            <a:ext cx="739069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9FC92DF-7793-6572-139A-15ACFAFB2717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0807" y="2521789"/>
            <a:ext cx="606355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6857A42-894F-26B4-7EDB-2F978354499D}"/>
              </a:ext>
            </a:extLst>
          </p:cNvPr>
          <p:cNvCxnSpPr>
            <a:stCxn id="8" idx="2"/>
            <a:endCxn id="11" idx="0"/>
          </p:cNvCxnSpPr>
          <p:nvPr/>
        </p:nvCxnSpPr>
        <p:spPr>
          <a:xfrm flipH="1">
            <a:off x="7434450" y="2521789"/>
            <a:ext cx="606357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02180B0-B752-C209-6852-118F4E7F65E1}"/>
              </a:ext>
            </a:extLst>
          </p:cNvPr>
          <p:cNvGrpSpPr/>
          <p:nvPr/>
        </p:nvGrpSpPr>
        <p:grpSpPr>
          <a:xfrm rot="-2040000">
            <a:off x="9555671" y="2569575"/>
            <a:ext cx="72000" cy="576000"/>
            <a:chOff x="7143722" y="2768964"/>
            <a:chExt cx="72000" cy="576000"/>
          </a:xfrm>
        </p:grpSpPr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ED394C0A-1104-CDF5-B0FB-200C8DD3C1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57B898A5-F58E-8338-74CF-26B48164A01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A2578BA3-CF48-0BE6-5470-8C0A62A462D8}"/>
              </a:ext>
            </a:extLst>
          </p:cNvPr>
          <p:cNvGrpSpPr/>
          <p:nvPr/>
        </p:nvGrpSpPr>
        <p:grpSpPr>
          <a:xfrm rot="1980000">
            <a:off x="7555653" y="2745738"/>
            <a:ext cx="72000" cy="576000"/>
            <a:chOff x="7143722" y="2768964"/>
            <a:chExt cx="72000" cy="576000"/>
          </a:xfrm>
        </p:grpSpPr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A6F9D661-7B79-7775-B1A3-3D384FA02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97B1777E-6F09-2FFD-98BA-D10716036BF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C0315785-A37D-47EF-D32D-15D35CDA2C82}"/>
              </a:ext>
            </a:extLst>
          </p:cNvPr>
          <p:cNvGrpSpPr/>
          <p:nvPr/>
        </p:nvGrpSpPr>
        <p:grpSpPr>
          <a:xfrm rot="-1980000" flipV="1">
            <a:off x="9398814" y="2676326"/>
            <a:ext cx="72000" cy="576000"/>
            <a:chOff x="7143722" y="2768964"/>
            <a:chExt cx="72000" cy="576000"/>
          </a:xfrm>
        </p:grpSpPr>
        <p:cxnSp>
          <p:nvCxnSpPr>
            <p:cNvPr id="24" name="直接箭头连接符 23">
              <a:extLst>
                <a:ext uri="{FF2B5EF4-FFF2-40B4-BE49-F238E27FC236}">
                  <a16:creationId xmlns:a16="http://schemas.microsoft.com/office/drawing/2014/main" id="{09B7C04B-C61E-5927-6AA2-57712792C2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1ED60CC4-53B6-3D59-0EF1-1A7E0436CC6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7" name="矩形 26">
            <a:extLst>
              <a:ext uri="{FF2B5EF4-FFF2-40B4-BE49-F238E27FC236}">
                <a16:creationId xmlns:a16="http://schemas.microsoft.com/office/drawing/2014/main" id="{4FD9BA78-7FFA-CD12-8128-ED8810F3DC93}"/>
              </a:ext>
            </a:extLst>
          </p:cNvPr>
          <p:cNvSpPr/>
          <p:nvPr/>
        </p:nvSpPr>
        <p:spPr>
          <a:xfrm>
            <a:off x="9319875" y="346057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查询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D934B59-3101-5E39-4657-43126038045E}"/>
              </a:ext>
            </a:extLst>
          </p:cNvPr>
          <p:cNvSpPr/>
          <p:nvPr/>
        </p:nvSpPr>
        <p:spPr>
          <a:xfrm>
            <a:off x="5663738" y="4693483"/>
            <a:ext cx="111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输入图书信息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0B3F81-8C06-F51F-A57B-39553354519C}"/>
              </a:ext>
            </a:extLst>
          </p:cNvPr>
          <p:cNvSpPr/>
          <p:nvPr/>
        </p:nvSpPr>
        <p:spPr>
          <a:xfrm>
            <a:off x="7512425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借书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947D3CC-219A-E613-61BD-E66E892C4063}"/>
              </a:ext>
            </a:extLst>
          </p:cNvPr>
          <p:cNvSpPr/>
          <p:nvPr/>
        </p:nvSpPr>
        <p:spPr>
          <a:xfrm>
            <a:off x="8701900" y="4693483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还书</a:t>
            </a: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CE271724-E8AB-DB60-409F-09605707EFDB}"/>
              </a:ext>
            </a:extLst>
          </p:cNvPr>
          <p:cNvCxnSpPr>
            <a:stCxn id="9" idx="2"/>
            <a:endCxn id="28" idx="0"/>
          </p:cNvCxnSpPr>
          <p:nvPr/>
        </p:nvCxnSpPr>
        <p:spPr>
          <a:xfrm>
            <a:off x="6221738" y="3820573"/>
            <a:ext cx="0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7597FA55-4DE2-3BBE-1C6E-E6355A70FCB4}"/>
              </a:ext>
            </a:extLst>
          </p:cNvPr>
          <p:cNvCxnSpPr>
            <a:stCxn id="8" idx="3"/>
            <a:endCxn id="27" idx="0"/>
          </p:cNvCxnSpPr>
          <p:nvPr/>
        </p:nvCxnSpPr>
        <p:spPr>
          <a:xfrm>
            <a:off x="9120807" y="2341789"/>
            <a:ext cx="739068" cy="1118784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7B1ACAD-5377-D35D-E52B-FF00BD753CA1}"/>
              </a:ext>
            </a:extLst>
          </p:cNvPr>
          <p:cNvGrpSpPr/>
          <p:nvPr/>
        </p:nvGrpSpPr>
        <p:grpSpPr>
          <a:xfrm>
            <a:off x="6283915" y="3969028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DED70873-2AE8-9BFB-4678-F6076E5035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椭圆 37">
              <a:extLst>
                <a:ext uri="{FF2B5EF4-FFF2-40B4-BE49-F238E27FC236}">
                  <a16:creationId xmlns:a16="http://schemas.microsoft.com/office/drawing/2014/main" id="{A463E7AA-A96A-B83C-1E95-FFAF82F754A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E6293B77-BC08-2BFD-E2B8-107649E6A206}"/>
              </a:ext>
            </a:extLst>
          </p:cNvPr>
          <p:cNvCxnSpPr>
            <a:stCxn id="10" idx="2"/>
            <a:endCxn id="29" idx="0"/>
          </p:cNvCxnSpPr>
          <p:nvPr/>
        </p:nvCxnSpPr>
        <p:spPr>
          <a:xfrm flipH="1">
            <a:off x="8052425" y="3820573"/>
            <a:ext cx="594737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FD954CC-975A-4EE5-4382-CCF5E358E886}"/>
              </a:ext>
            </a:extLst>
          </p:cNvPr>
          <p:cNvCxnSpPr>
            <a:stCxn id="10" idx="2"/>
            <a:endCxn id="30" idx="0"/>
          </p:cNvCxnSpPr>
          <p:nvPr/>
        </p:nvCxnSpPr>
        <p:spPr>
          <a:xfrm>
            <a:off x="8647162" y="3820573"/>
            <a:ext cx="594738" cy="87291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椭圆 42">
            <a:extLst>
              <a:ext uri="{FF2B5EF4-FFF2-40B4-BE49-F238E27FC236}">
                <a16:creationId xmlns:a16="http://schemas.microsoft.com/office/drawing/2014/main" id="{C4A110DE-5A78-F32F-D5B3-C1CF2C36AE93}"/>
              </a:ext>
            </a:extLst>
          </p:cNvPr>
          <p:cNvSpPr/>
          <p:nvPr/>
        </p:nvSpPr>
        <p:spPr>
          <a:xfrm>
            <a:off x="1876425" y="1714500"/>
            <a:ext cx="648000" cy="648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接受数据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1D9BEE9-E3D1-745C-634D-CF54C047B555}"/>
              </a:ext>
            </a:extLst>
          </p:cNvPr>
          <p:cNvSpPr/>
          <p:nvPr/>
        </p:nvSpPr>
        <p:spPr>
          <a:xfrm>
            <a:off x="1696425" y="269234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事务中心</a:t>
            </a: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E1EFB0C2-A779-AAE8-4A65-CF6E88A95C09}"/>
              </a:ext>
            </a:extLst>
          </p:cNvPr>
          <p:cNvSpPr/>
          <p:nvPr/>
        </p:nvSpPr>
        <p:spPr>
          <a:xfrm>
            <a:off x="162900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图书采编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3E2D243F-8B43-EA33-2691-45E63E8A19F8}"/>
              </a:ext>
            </a:extLst>
          </p:cNvPr>
          <p:cNvSpPr/>
          <p:nvPr/>
        </p:nvSpPr>
        <p:spPr>
          <a:xfrm>
            <a:off x="1248294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读者管理</a:t>
            </a: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C34695E3-3BE6-3F92-1A65-10EF54C98956}"/>
              </a:ext>
            </a:extLst>
          </p:cNvPr>
          <p:cNvSpPr/>
          <p:nvPr/>
        </p:nvSpPr>
        <p:spPr>
          <a:xfrm>
            <a:off x="2333688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图书流通</a:t>
            </a: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C9775BE6-39F9-8AFF-2A5C-6B7288FFF9D8}"/>
              </a:ext>
            </a:extLst>
          </p:cNvPr>
          <p:cNvSpPr/>
          <p:nvPr/>
        </p:nvSpPr>
        <p:spPr>
          <a:xfrm>
            <a:off x="3419082" y="3454188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查询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1F7A2B4-406F-FC1D-D09A-2D954D23FF97}"/>
              </a:ext>
            </a:extLst>
          </p:cNvPr>
          <p:cNvSpPr/>
          <p:nvPr/>
        </p:nvSpPr>
        <p:spPr>
          <a:xfrm>
            <a:off x="1790991" y="4216031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借书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0079E5EC-35FF-36EF-6E16-B67A0559CBD3}"/>
              </a:ext>
            </a:extLst>
          </p:cNvPr>
          <p:cNvSpPr/>
          <p:nvPr/>
        </p:nvSpPr>
        <p:spPr>
          <a:xfrm>
            <a:off x="2876385" y="4232184"/>
            <a:ext cx="1008000" cy="432000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36000" tIns="36000" rIns="36000" bIns="36000" rtlCol="0" anchor="ctr"/>
          <a:lstStyle/>
          <a:p>
            <a:pPr algn="ctr"/>
            <a:r>
              <a:rPr lang="zh-CN" altLang="en-US" sz="1200" dirty="0">
                <a:solidFill>
                  <a:sysClr val="windowText" lastClr="000000"/>
                </a:solidFill>
              </a:rPr>
              <a:t>还书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8D12E598-3264-3784-8702-CF843B39D57B}"/>
              </a:ext>
            </a:extLst>
          </p:cNvPr>
          <p:cNvCxnSpPr>
            <a:stCxn id="43" idx="4"/>
            <a:endCxn id="44" idx="0"/>
          </p:cNvCxnSpPr>
          <p:nvPr/>
        </p:nvCxnSpPr>
        <p:spPr>
          <a:xfrm>
            <a:off x="2200425" y="2362500"/>
            <a:ext cx="0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3DD80E-BC3E-9407-C9CB-5AA806399077}"/>
              </a:ext>
            </a:extLst>
          </p:cNvPr>
          <p:cNvCxnSpPr>
            <a:stCxn id="44" idx="3"/>
            <a:endCxn id="45" idx="0"/>
          </p:cNvCxnSpPr>
          <p:nvPr/>
        </p:nvCxnSpPr>
        <p:spPr>
          <a:xfrm flipH="1">
            <a:off x="666900" y="3061079"/>
            <a:ext cx="1177143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箭头连接符 55">
            <a:extLst>
              <a:ext uri="{FF2B5EF4-FFF2-40B4-BE49-F238E27FC236}">
                <a16:creationId xmlns:a16="http://schemas.microsoft.com/office/drawing/2014/main" id="{78AFD7DA-7ED1-8919-9211-548BEF8323B6}"/>
              </a:ext>
            </a:extLst>
          </p:cNvPr>
          <p:cNvCxnSpPr>
            <a:stCxn id="44" idx="4"/>
            <a:endCxn id="46" idx="0"/>
          </p:cNvCxnSpPr>
          <p:nvPr/>
        </p:nvCxnSpPr>
        <p:spPr>
          <a:xfrm flipH="1">
            <a:off x="1752294" y="3124344"/>
            <a:ext cx="448131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8D53F484-6BFB-E061-DF41-783ED84A82D2}"/>
              </a:ext>
            </a:extLst>
          </p:cNvPr>
          <p:cNvCxnSpPr>
            <a:stCxn id="44" idx="4"/>
            <a:endCxn id="47" idx="0"/>
          </p:cNvCxnSpPr>
          <p:nvPr/>
        </p:nvCxnSpPr>
        <p:spPr>
          <a:xfrm>
            <a:off x="2200425" y="3124344"/>
            <a:ext cx="637263" cy="3298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199B0B53-0F56-79CC-8A69-6C8896951ACA}"/>
              </a:ext>
            </a:extLst>
          </p:cNvPr>
          <p:cNvCxnSpPr>
            <a:stCxn id="44" idx="5"/>
            <a:endCxn id="48" idx="0"/>
          </p:cNvCxnSpPr>
          <p:nvPr/>
        </p:nvCxnSpPr>
        <p:spPr>
          <a:xfrm>
            <a:off x="2556807" y="3061079"/>
            <a:ext cx="1366275" cy="3931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748EC8C3-BD34-4B9C-C550-242277476E48}"/>
              </a:ext>
            </a:extLst>
          </p:cNvPr>
          <p:cNvCxnSpPr>
            <a:stCxn id="47" idx="4"/>
            <a:endCxn id="49" idx="0"/>
          </p:cNvCxnSpPr>
          <p:nvPr/>
        </p:nvCxnSpPr>
        <p:spPr>
          <a:xfrm flipH="1">
            <a:off x="2294991" y="3886188"/>
            <a:ext cx="542697" cy="3298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箭头连接符 63">
            <a:extLst>
              <a:ext uri="{FF2B5EF4-FFF2-40B4-BE49-F238E27FC236}">
                <a16:creationId xmlns:a16="http://schemas.microsoft.com/office/drawing/2014/main" id="{C0AFC2D4-1235-BB0E-37F2-CACE89BB917E}"/>
              </a:ext>
            </a:extLst>
          </p:cNvPr>
          <p:cNvCxnSpPr>
            <a:stCxn id="47" idx="4"/>
            <a:endCxn id="50" idx="0"/>
          </p:cNvCxnSpPr>
          <p:nvPr/>
        </p:nvCxnSpPr>
        <p:spPr>
          <a:xfrm>
            <a:off x="2837688" y="3886188"/>
            <a:ext cx="542697" cy="3459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60130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形 17" descr="办公室职员">
            <a:extLst>
              <a:ext uri="{FF2B5EF4-FFF2-40B4-BE49-F238E27FC236}">
                <a16:creationId xmlns:a16="http://schemas.microsoft.com/office/drawing/2014/main" id="{61EE3786-B63C-C7D1-15E2-7191C94179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83203" y="2188107"/>
            <a:ext cx="360000" cy="360000"/>
          </a:xfrm>
          <a:prstGeom prst="rect">
            <a:avLst/>
          </a:prstGeom>
        </p:spPr>
      </p:pic>
      <p:pic>
        <p:nvPicPr>
          <p:cNvPr id="20" name="图形 19" descr="男人">
            <a:extLst>
              <a:ext uri="{FF2B5EF4-FFF2-40B4-BE49-F238E27FC236}">
                <a16:creationId xmlns:a16="http://schemas.microsoft.com/office/drawing/2014/main" id="{C86E605B-D9BC-54B7-CBB5-0A98AAD25C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29307" y="2964924"/>
            <a:ext cx="360000" cy="360000"/>
          </a:xfrm>
          <a:prstGeom prst="rect">
            <a:avLst/>
          </a:prstGeom>
        </p:spPr>
      </p:pic>
      <p:pic>
        <p:nvPicPr>
          <p:cNvPr id="22" name="图形 21" descr="妇女">
            <a:extLst>
              <a:ext uri="{FF2B5EF4-FFF2-40B4-BE49-F238E27FC236}">
                <a16:creationId xmlns:a16="http://schemas.microsoft.com/office/drawing/2014/main" id="{95ED47E7-3437-C315-65E7-8291ABAF5C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7099" y="2964924"/>
            <a:ext cx="360000" cy="360000"/>
          </a:xfrm>
          <a:prstGeom prst="rect">
            <a:avLst/>
          </a:prstGeom>
        </p:spPr>
      </p:pic>
      <p:pic>
        <p:nvPicPr>
          <p:cNvPr id="24" name="图形 23" descr="两位男士">
            <a:extLst>
              <a:ext uri="{FF2B5EF4-FFF2-40B4-BE49-F238E27FC236}">
                <a16:creationId xmlns:a16="http://schemas.microsoft.com/office/drawing/2014/main" id="{54A71D42-4B83-7E86-799B-69913FB410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49307" y="3627636"/>
            <a:ext cx="360000" cy="360000"/>
          </a:xfrm>
          <a:prstGeom prst="rect">
            <a:avLst/>
          </a:prstGeom>
        </p:spPr>
      </p:pic>
      <p:pic>
        <p:nvPicPr>
          <p:cNvPr id="26" name="图形 25" descr="男人和女人">
            <a:extLst>
              <a:ext uri="{FF2B5EF4-FFF2-40B4-BE49-F238E27FC236}">
                <a16:creationId xmlns:a16="http://schemas.microsoft.com/office/drawing/2014/main" id="{144CB3BC-19AD-1F90-5227-649ADCDED7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97106" y="3627636"/>
            <a:ext cx="360000" cy="360000"/>
          </a:xfrm>
          <a:prstGeom prst="rect">
            <a:avLst/>
          </a:prstGeom>
        </p:spPr>
      </p:pic>
      <p:pic>
        <p:nvPicPr>
          <p:cNvPr id="28" name="图形 27" descr="两个女人">
            <a:extLst>
              <a:ext uri="{FF2B5EF4-FFF2-40B4-BE49-F238E27FC236}">
                <a16:creationId xmlns:a16="http://schemas.microsoft.com/office/drawing/2014/main" id="{FE40A322-FDAB-46C0-3FD4-13769150D6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3869" y="3627636"/>
            <a:ext cx="360000" cy="360000"/>
          </a:xfrm>
          <a:prstGeom prst="rect">
            <a:avLst/>
          </a:prstGeom>
        </p:spPr>
      </p:pic>
      <p:pic>
        <p:nvPicPr>
          <p:cNvPr id="31" name="图形 30" descr="男人">
            <a:extLst>
              <a:ext uri="{FF2B5EF4-FFF2-40B4-BE49-F238E27FC236}">
                <a16:creationId xmlns:a16="http://schemas.microsoft.com/office/drawing/2014/main" id="{03769248-FAEC-CDEB-E632-3DF0E1A15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16836" y="2964924"/>
            <a:ext cx="360000" cy="360000"/>
          </a:xfrm>
          <a:prstGeom prst="rect">
            <a:avLst/>
          </a:prstGeom>
        </p:spPr>
      </p:pic>
      <p:pic>
        <p:nvPicPr>
          <p:cNvPr id="32" name="图形 31" descr="男人和女人">
            <a:extLst>
              <a:ext uri="{FF2B5EF4-FFF2-40B4-BE49-F238E27FC236}">
                <a16:creationId xmlns:a16="http://schemas.microsoft.com/office/drawing/2014/main" id="{A3B1C69A-1F0D-30E3-AB9E-4C8F7F6B00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0330" y="3627636"/>
            <a:ext cx="360000" cy="360000"/>
          </a:xfrm>
          <a:prstGeom prst="rect">
            <a:avLst/>
          </a:prstGeom>
        </p:spPr>
      </p:pic>
      <p:pic>
        <p:nvPicPr>
          <p:cNvPr id="33" name="图形 32" descr="男人和女人">
            <a:extLst>
              <a:ext uri="{FF2B5EF4-FFF2-40B4-BE49-F238E27FC236}">
                <a16:creationId xmlns:a16="http://schemas.microsoft.com/office/drawing/2014/main" id="{C782A6B0-CCE9-BC7D-62BF-DBFDF218E4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42146" y="3627636"/>
            <a:ext cx="360000" cy="360000"/>
          </a:xfrm>
          <a:prstGeom prst="rect">
            <a:avLst/>
          </a:prstGeom>
        </p:spPr>
      </p:pic>
      <p:pic>
        <p:nvPicPr>
          <p:cNvPr id="34" name="图形 33" descr="男人和女人">
            <a:extLst>
              <a:ext uri="{FF2B5EF4-FFF2-40B4-BE49-F238E27FC236}">
                <a16:creationId xmlns:a16="http://schemas.microsoft.com/office/drawing/2014/main" id="{0EF33656-AC00-F5AA-A048-FB4E5998CB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87186" y="3627636"/>
            <a:ext cx="360000" cy="360000"/>
          </a:xfrm>
          <a:prstGeom prst="rect">
            <a:avLst/>
          </a:prstGeom>
        </p:spPr>
      </p:pic>
      <p:pic>
        <p:nvPicPr>
          <p:cNvPr id="35" name="图形 34" descr="两位男士">
            <a:extLst>
              <a:ext uri="{FF2B5EF4-FFF2-40B4-BE49-F238E27FC236}">
                <a16:creationId xmlns:a16="http://schemas.microsoft.com/office/drawing/2014/main" id="{C01B9DC9-D06C-B5D1-5546-A6324812A1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409307" y="3627636"/>
            <a:ext cx="360000" cy="360000"/>
          </a:xfrm>
          <a:prstGeom prst="rect">
            <a:avLst/>
          </a:prstGeom>
        </p:spPr>
      </p:pic>
      <p:cxnSp>
        <p:nvCxnSpPr>
          <p:cNvPr id="37" name="连接符: 肘形 36">
            <a:extLst>
              <a:ext uri="{FF2B5EF4-FFF2-40B4-BE49-F238E27FC236}">
                <a16:creationId xmlns:a16="http://schemas.microsoft.com/office/drawing/2014/main" id="{051B2315-8E7B-98F9-836F-90F65985240F}"/>
              </a:ext>
            </a:extLst>
          </p:cNvPr>
          <p:cNvCxnSpPr>
            <a:stCxn id="18" idx="2"/>
            <a:endCxn id="20" idx="0"/>
          </p:cNvCxnSpPr>
          <p:nvPr/>
        </p:nvCxnSpPr>
        <p:spPr>
          <a:xfrm rot="5400000">
            <a:off x="4977847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肘形 38">
            <a:extLst>
              <a:ext uri="{FF2B5EF4-FFF2-40B4-BE49-F238E27FC236}">
                <a16:creationId xmlns:a16="http://schemas.microsoft.com/office/drawing/2014/main" id="{774A9BE5-4293-43D6-2E06-214E64E6A2AC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rot="16200000" flipV="1">
            <a:off x="5921612" y="2589699"/>
            <a:ext cx="416817" cy="33363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肘形 42">
            <a:extLst>
              <a:ext uri="{FF2B5EF4-FFF2-40B4-BE49-F238E27FC236}">
                <a16:creationId xmlns:a16="http://schemas.microsoft.com/office/drawing/2014/main" id="{2188F721-3289-CD1C-49DD-9690C5B2A583}"/>
              </a:ext>
            </a:extLst>
          </p:cNvPr>
          <p:cNvCxnSpPr>
            <a:stCxn id="18" idx="2"/>
            <a:endCxn id="22" idx="0"/>
          </p:cNvCxnSpPr>
          <p:nvPr/>
        </p:nvCxnSpPr>
        <p:spPr>
          <a:xfrm rot="16200000" flipH="1">
            <a:off x="6531743" y="1979567"/>
            <a:ext cx="416817" cy="15538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肘形 44">
            <a:extLst>
              <a:ext uri="{FF2B5EF4-FFF2-40B4-BE49-F238E27FC236}">
                <a16:creationId xmlns:a16="http://schemas.microsoft.com/office/drawing/2014/main" id="{734AF986-C8AD-EA39-BAC1-75AB249B2F10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 rot="5400000">
            <a:off x="416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193F899F-2933-219E-A219-3C79DBB6E663}"/>
              </a:ext>
            </a:extLst>
          </p:cNvPr>
          <p:cNvCxnSpPr>
            <a:stCxn id="35" idx="0"/>
            <a:endCxn id="20" idx="2"/>
          </p:cNvCxnSpPr>
          <p:nvPr/>
        </p:nvCxnSpPr>
        <p:spPr>
          <a:xfrm rot="16200000" flipV="1">
            <a:off x="4347951" y="3386280"/>
            <a:ext cx="302712" cy="18000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A006C9A5-7850-E6A7-1E12-DECA2B6E5792}"/>
              </a:ext>
            </a:extLst>
          </p:cNvPr>
          <p:cNvCxnSpPr>
            <a:cxnSpLocks/>
            <a:stCxn id="31" idx="2"/>
            <a:endCxn id="26" idx="0"/>
          </p:cNvCxnSpPr>
          <p:nvPr/>
        </p:nvCxnSpPr>
        <p:spPr>
          <a:xfrm rot="5400000">
            <a:off x="5885615" y="3216415"/>
            <a:ext cx="302712" cy="51973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肘形 50">
            <a:extLst>
              <a:ext uri="{FF2B5EF4-FFF2-40B4-BE49-F238E27FC236}">
                <a16:creationId xmlns:a16="http://schemas.microsoft.com/office/drawing/2014/main" id="{FA0A64DA-C240-CD55-39C6-2CD12FEE084D}"/>
              </a:ext>
            </a:extLst>
          </p:cNvPr>
          <p:cNvCxnSpPr>
            <a:cxnSpLocks/>
            <a:stCxn id="57" idx="0"/>
            <a:endCxn id="31" idx="2"/>
          </p:cNvCxnSpPr>
          <p:nvPr/>
        </p:nvCxnSpPr>
        <p:spPr>
          <a:xfrm rot="16200000" flipV="1">
            <a:off x="6405345" y="3216415"/>
            <a:ext cx="302712" cy="51972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肘形 53">
            <a:extLst>
              <a:ext uri="{FF2B5EF4-FFF2-40B4-BE49-F238E27FC236}">
                <a16:creationId xmlns:a16="http://schemas.microsoft.com/office/drawing/2014/main" id="{7FDF33CE-DBD1-BCDB-9B9A-2CD74825659C}"/>
              </a:ext>
            </a:extLst>
          </p:cNvPr>
          <p:cNvCxnSpPr>
            <a:stCxn id="32" idx="0"/>
            <a:endCxn id="22" idx="2"/>
          </p:cNvCxnSpPr>
          <p:nvPr/>
        </p:nvCxnSpPr>
        <p:spPr>
          <a:xfrm rot="5400000" flipH="1" flipV="1">
            <a:off x="7267358" y="3377896"/>
            <a:ext cx="302712" cy="19676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0C0E8C0D-ECE1-5CD9-48D4-4CBD639232AD}"/>
              </a:ext>
            </a:extLst>
          </p:cNvPr>
          <p:cNvCxnSpPr>
            <a:stCxn id="22" idx="2"/>
            <a:endCxn id="28" idx="0"/>
          </p:cNvCxnSpPr>
          <p:nvPr/>
        </p:nvCxnSpPr>
        <p:spPr>
          <a:xfrm rot="16200000" flipH="1">
            <a:off x="7464128" y="3377895"/>
            <a:ext cx="302712" cy="19677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图形 56" descr="男人和女人">
            <a:extLst>
              <a:ext uri="{FF2B5EF4-FFF2-40B4-BE49-F238E27FC236}">
                <a16:creationId xmlns:a16="http://schemas.microsoft.com/office/drawing/2014/main" id="{FFA82F0A-A48A-C32F-B5A8-D34D96FC33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36565" y="3627636"/>
            <a:ext cx="360000" cy="360000"/>
          </a:xfrm>
          <a:prstGeom prst="rect">
            <a:avLst/>
          </a:prstGeom>
        </p:spPr>
      </p:pic>
      <p:cxnSp>
        <p:nvCxnSpPr>
          <p:cNvPr id="61" name="连接符: 肘形 60">
            <a:extLst>
              <a:ext uri="{FF2B5EF4-FFF2-40B4-BE49-F238E27FC236}">
                <a16:creationId xmlns:a16="http://schemas.microsoft.com/office/drawing/2014/main" id="{9B8AA0A9-D9C9-E1A3-C5B9-0AD2843490E8}"/>
              </a:ext>
            </a:extLst>
          </p:cNvPr>
          <p:cNvCxnSpPr>
            <a:stCxn id="31" idx="2"/>
            <a:endCxn id="33" idx="0"/>
          </p:cNvCxnSpPr>
          <p:nvPr/>
        </p:nvCxnSpPr>
        <p:spPr>
          <a:xfrm rot="5400000">
            <a:off x="6058135" y="3388935"/>
            <a:ext cx="302712" cy="17469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连接符: 肘形 62">
            <a:extLst>
              <a:ext uri="{FF2B5EF4-FFF2-40B4-BE49-F238E27FC236}">
                <a16:creationId xmlns:a16="http://schemas.microsoft.com/office/drawing/2014/main" id="{0F35B89B-3E2D-5C40-A93C-DF931D5C6120}"/>
              </a:ext>
            </a:extLst>
          </p:cNvPr>
          <p:cNvCxnSpPr>
            <a:endCxn id="34" idx="0"/>
          </p:cNvCxnSpPr>
          <p:nvPr/>
        </p:nvCxnSpPr>
        <p:spPr>
          <a:xfrm rot="16200000" flipH="1">
            <a:off x="6230655" y="3391104"/>
            <a:ext cx="302713" cy="17035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图形 63" descr="男人">
            <a:extLst>
              <a:ext uri="{FF2B5EF4-FFF2-40B4-BE49-F238E27FC236}">
                <a16:creationId xmlns:a16="http://schemas.microsoft.com/office/drawing/2014/main" id="{9A527C4C-3F1A-2955-E125-8B4D1BDA2D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76840" y="2964924"/>
            <a:ext cx="360000" cy="360000"/>
          </a:xfrm>
          <a:prstGeom prst="rect">
            <a:avLst/>
          </a:prstGeom>
        </p:spPr>
      </p:pic>
      <p:cxnSp>
        <p:nvCxnSpPr>
          <p:cNvPr id="66" name="连接符: 肘形 65">
            <a:extLst>
              <a:ext uri="{FF2B5EF4-FFF2-40B4-BE49-F238E27FC236}">
                <a16:creationId xmlns:a16="http://schemas.microsoft.com/office/drawing/2014/main" id="{6D6E6734-2890-4189-271C-B009BD8AF7BC}"/>
              </a:ext>
            </a:extLst>
          </p:cNvPr>
          <p:cNvCxnSpPr>
            <a:cxnSpLocks/>
            <a:stCxn id="18" idx="2"/>
            <a:endCxn id="64" idx="0"/>
          </p:cNvCxnSpPr>
          <p:nvPr/>
        </p:nvCxnSpPr>
        <p:spPr>
          <a:xfrm rot="5400000">
            <a:off x="5351614" y="2353334"/>
            <a:ext cx="416817" cy="80636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图形 67" descr="妇女">
            <a:extLst>
              <a:ext uri="{FF2B5EF4-FFF2-40B4-BE49-F238E27FC236}">
                <a16:creationId xmlns:a16="http://schemas.microsoft.com/office/drawing/2014/main" id="{D6346FE1-9F4A-F891-B798-7213310E18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9010" y="4297162"/>
            <a:ext cx="360000" cy="360000"/>
          </a:xfrm>
          <a:prstGeom prst="rect">
            <a:avLst/>
          </a:prstGeom>
        </p:spPr>
      </p:pic>
      <p:pic>
        <p:nvPicPr>
          <p:cNvPr id="69" name="图形 68" descr="妇女">
            <a:extLst>
              <a:ext uri="{FF2B5EF4-FFF2-40B4-BE49-F238E27FC236}">
                <a16:creationId xmlns:a16="http://schemas.microsoft.com/office/drawing/2014/main" id="{798190B6-53D8-AFD7-796A-9C4AA92096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805384" y="4297162"/>
            <a:ext cx="360000" cy="360000"/>
          </a:xfrm>
          <a:prstGeom prst="rect">
            <a:avLst/>
          </a:prstGeom>
        </p:spPr>
      </p:pic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6553620F-41B3-CB9A-6D32-CC72C9D80262}"/>
              </a:ext>
            </a:extLst>
          </p:cNvPr>
          <p:cNvCxnSpPr>
            <a:cxnSpLocks/>
            <a:stCxn id="26" idx="2"/>
            <a:endCxn id="68" idx="0"/>
          </p:cNvCxnSpPr>
          <p:nvPr/>
        </p:nvCxnSpPr>
        <p:spPr>
          <a:xfrm rot="5400000">
            <a:off x="5533295" y="4053351"/>
            <a:ext cx="309526" cy="178096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连接符: 肘形 72">
            <a:extLst>
              <a:ext uri="{FF2B5EF4-FFF2-40B4-BE49-F238E27FC236}">
                <a16:creationId xmlns:a16="http://schemas.microsoft.com/office/drawing/2014/main" id="{0697A766-8B54-F55C-685E-688F597AACC7}"/>
              </a:ext>
            </a:extLst>
          </p:cNvPr>
          <p:cNvCxnSpPr>
            <a:stCxn id="69" idx="0"/>
            <a:endCxn id="26" idx="2"/>
          </p:cNvCxnSpPr>
          <p:nvPr/>
        </p:nvCxnSpPr>
        <p:spPr>
          <a:xfrm rot="16200000" flipV="1">
            <a:off x="5726482" y="4038260"/>
            <a:ext cx="309526" cy="20827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43164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FA27CA55-8B56-5F69-55B4-7EA8F4A86BA0}"/>
              </a:ext>
            </a:extLst>
          </p:cNvPr>
          <p:cNvSpPr/>
          <p:nvPr/>
        </p:nvSpPr>
        <p:spPr>
          <a:xfrm>
            <a:off x="2906628" y="3456055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92CB8F7-52B8-85D7-52CC-848707F59D80}"/>
              </a:ext>
            </a:extLst>
          </p:cNvPr>
          <p:cNvSpPr/>
          <p:nvPr/>
        </p:nvSpPr>
        <p:spPr>
          <a:xfrm>
            <a:off x="4537467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2D81ACF-BD28-1586-58A9-CA31DB985238}"/>
              </a:ext>
            </a:extLst>
          </p:cNvPr>
          <p:cNvSpPr/>
          <p:nvPr/>
        </p:nvSpPr>
        <p:spPr>
          <a:xfrm>
            <a:off x="1275789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F824BA-CDDA-19CB-C9D7-7C417F1D9C42}"/>
              </a:ext>
            </a:extLst>
          </p:cNvPr>
          <p:cNvSpPr/>
          <p:nvPr/>
        </p:nvSpPr>
        <p:spPr>
          <a:xfrm>
            <a:off x="8565374" y="3429000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Control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18FEB46-C820-76CB-FF90-BE6D2A46F7BD}"/>
              </a:ext>
            </a:extLst>
          </p:cNvPr>
          <p:cNvSpPr/>
          <p:nvPr/>
        </p:nvSpPr>
        <p:spPr>
          <a:xfrm>
            <a:off x="10196213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73EB21F-9189-A50A-5CE6-0F2EACA892DB}"/>
              </a:ext>
            </a:extLst>
          </p:cNvPr>
          <p:cNvSpPr/>
          <p:nvPr/>
        </p:nvSpPr>
        <p:spPr>
          <a:xfrm>
            <a:off x="6934535" y="4557867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决策 26">
            <a:extLst>
              <a:ext uri="{FF2B5EF4-FFF2-40B4-BE49-F238E27FC236}">
                <a16:creationId xmlns:a16="http://schemas.microsoft.com/office/drawing/2014/main" id="{0A2CE3E8-B460-6B2E-A0BB-FE08E4602E7B}"/>
              </a:ext>
            </a:extLst>
          </p:cNvPr>
          <p:cNvSpPr/>
          <p:nvPr/>
        </p:nvSpPr>
        <p:spPr>
          <a:xfrm>
            <a:off x="9069374" y="3887763"/>
            <a:ext cx="432000" cy="216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EFCD2E7-779F-EB61-B430-F4C3272ED2A4}"/>
              </a:ext>
            </a:extLst>
          </p:cNvPr>
          <p:cNvSpPr/>
          <p:nvPr/>
        </p:nvSpPr>
        <p:spPr>
          <a:xfrm>
            <a:off x="2906628" y="4584922"/>
            <a:ext cx="1440000" cy="432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Sub Module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F154E1-C8A3-FA01-CD49-CF32D2684143}"/>
              </a:ext>
            </a:extLst>
          </p:cNvPr>
          <p:cNvCxnSpPr>
            <a:stCxn id="16" idx="2"/>
            <a:endCxn id="18" idx="0"/>
          </p:cNvCxnSpPr>
          <p:nvPr/>
        </p:nvCxnSpPr>
        <p:spPr>
          <a:xfrm flipH="1">
            <a:off x="1995789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48D97161-CA4C-D5B6-307E-86675437B787}"/>
              </a:ext>
            </a:extLst>
          </p:cNvPr>
          <p:cNvCxnSpPr>
            <a:stCxn id="16" idx="2"/>
            <a:endCxn id="17" idx="0"/>
          </p:cNvCxnSpPr>
          <p:nvPr/>
        </p:nvCxnSpPr>
        <p:spPr>
          <a:xfrm>
            <a:off x="3626628" y="3888055"/>
            <a:ext cx="1630839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DCBCE32C-388C-CD60-C311-C63BFA03F312}"/>
              </a:ext>
            </a:extLst>
          </p:cNvPr>
          <p:cNvCxnSpPr>
            <a:stCxn id="16" idx="2"/>
            <a:endCxn id="30" idx="0"/>
          </p:cNvCxnSpPr>
          <p:nvPr/>
        </p:nvCxnSpPr>
        <p:spPr>
          <a:xfrm>
            <a:off x="3626628" y="3888055"/>
            <a:ext cx="0" cy="69686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箭头: 手杖形 36">
            <a:extLst>
              <a:ext uri="{FF2B5EF4-FFF2-40B4-BE49-F238E27FC236}">
                <a16:creationId xmlns:a16="http://schemas.microsoft.com/office/drawing/2014/main" id="{6EB2C494-9ED9-60AE-F82A-1A27DF2272E6}"/>
              </a:ext>
            </a:extLst>
          </p:cNvPr>
          <p:cNvSpPr/>
          <p:nvPr/>
        </p:nvSpPr>
        <p:spPr>
          <a:xfrm rot="10800000">
            <a:off x="3313279" y="3895174"/>
            <a:ext cx="360000" cy="288000"/>
          </a:xfrm>
          <a:prstGeom prst="utur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56" name="连接符: 肘形 55">
            <a:extLst>
              <a:ext uri="{FF2B5EF4-FFF2-40B4-BE49-F238E27FC236}">
                <a16:creationId xmlns:a16="http://schemas.microsoft.com/office/drawing/2014/main" id="{5293E7A5-A25A-EFB4-DE87-14246EE1F4C8}"/>
              </a:ext>
            </a:extLst>
          </p:cNvPr>
          <p:cNvCxnSpPr>
            <a:stCxn id="27" idx="2"/>
            <a:endCxn id="26" idx="0"/>
          </p:cNvCxnSpPr>
          <p:nvPr/>
        </p:nvCxnSpPr>
        <p:spPr>
          <a:xfrm rot="5400000">
            <a:off x="8242903" y="3515396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连接符: 肘形 57">
            <a:extLst>
              <a:ext uri="{FF2B5EF4-FFF2-40B4-BE49-F238E27FC236}">
                <a16:creationId xmlns:a16="http://schemas.microsoft.com/office/drawing/2014/main" id="{1EC5A664-A03F-5446-3CD7-57E91C8ECD94}"/>
              </a:ext>
            </a:extLst>
          </p:cNvPr>
          <p:cNvCxnSpPr>
            <a:stCxn id="27" idx="2"/>
            <a:endCxn id="25" idx="0"/>
          </p:cNvCxnSpPr>
          <p:nvPr/>
        </p:nvCxnSpPr>
        <p:spPr>
          <a:xfrm rot="16200000" flipH="1">
            <a:off x="9873741" y="3515395"/>
            <a:ext cx="454104" cy="1630839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69367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组合 27">
            <a:extLst>
              <a:ext uri="{FF2B5EF4-FFF2-40B4-BE49-F238E27FC236}">
                <a16:creationId xmlns:a16="http://schemas.microsoft.com/office/drawing/2014/main" id="{CA507F63-BCB0-103B-FA95-4BE0EE5ABA35}"/>
              </a:ext>
            </a:extLst>
          </p:cNvPr>
          <p:cNvGrpSpPr/>
          <p:nvPr/>
        </p:nvGrpSpPr>
        <p:grpSpPr>
          <a:xfrm rot="2100000">
            <a:off x="6333482" y="1116317"/>
            <a:ext cx="72000" cy="576000"/>
            <a:chOff x="7143722" y="2768964"/>
            <a:chExt cx="72000" cy="576000"/>
          </a:xfrm>
        </p:grpSpPr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48FE6FC6-A904-2481-491F-FBCDDB8859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椭圆 53">
              <a:extLst>
                <a:ext uri="{FF2B5EF4-FFF2-40B4-BE49-F238E27FC236}">
                  <a16:creationId xmlns:a16="http://schemas.microsoft.com/office/drawing/2014/main" id="{168F684B-4121-69AD-6EA6-0AB25DC31AA3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矩形 1">
            <a:extLst>
              <a:ext uri="{FF2B5EF4-FFF2-40B4-BE49-F238E27FC236}">
                <a16:creationId xmlns:a16="http://schemas.microsoft.com/office/drawing/2014/main" id="{80B5788C-3645-0018-03F6-00AE662D5C32}"/>
              </a:ext>
            </a:extLst>
          </p:cNvPr>
          <p:cNvSpPr/>
          <p:nvPr/>
        </p:nvSpPr>
        <p:spPr>
          <a:xfrm>
            <a:off x="1401202" y="202419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3599356-924D-8EDF-2998-5E34BA2874BF}"/>
              </a:ext>
            </a:extLst>
          </p:cNvPr>
          <p:cNvSpPr/>
          <p:nvPr/>
        </p:nvSpPr>
        <p:spPr>
          <a:xfrm>
            <a:off x="123389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9CE1A2-0B55-B746-191D-13600039499C}"/>
              </a:ext>
            </a:extLst>
          </p:cNvPr>
          <p:cNvSpPr/>
          <p:nvPr/>
        </p:nvSpPr>
        <p:spPr>
          <a:xfrm>
            <a:off x="3759014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3F3DDF-BF71-8367-68DF-3413F59BF824}"/>
              </a:ext>
            </a:extLst>
          </p:cNvPr>
          <p:cNvSpPr/>
          <p:nvPr/>
        </p:nvSpPr>
        <p:spPr>
          <a:xfrm>
            <a:off x="1941202" y="124402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3BDBB7D-AC75-7FA1-2D1B-8E5799E5CF2E}"/>
              </a:ext>
            </a:extLst>
          </p:cNvPr>
          <p:cNvCxnSpPr>
            <a:cxnSpLocks/>
            <a:stCxn id="2" idx="1"/>
            <a:endCxn id="3" idx="0"/>
          </p:cNvCxnSpPr>
          <p:nvPr/>
        </p:nvCxnSpPr>
        <p:spPr>
          <a:xfrm flipH="1">
            <a:off x="663389" y="382419"/>
            <a:ext cx="737813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028EF9BA-44FA-7064-3BA9-D909CAC307E2}"/>
              </a:ext>
            </a:extLst>
          </p:cNvPr>
          <p:cNvCxnSpPr>
            <a:cxnSpLocks/>
            <a:stCxn id="2" idx="3"/>
            <a:endCxn id="4" idx="0"/>
          </p:cNvCxnSpPr>
          <p:nvPr/>
        </p:nvCxnSpPr>
        <p:spPr>
          <a:xfrm>
            <a:off x="3561202" y="382419"/>
            <a:ext cx="737812" cy="86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27D0DD1-E01D-EF62-D9A5-0D86B68A868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2481202" y="562419"/>
            <a:ext cx="0" cy="6816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96F46BF0-D6EC-346F-FD3A-9CDE48E40D36}"/>
              </a:ext>
            </a:extLst>
          </p:cNvPr>
          <p:cNvSpPr txBox="1"/>
          <p:nvPr/>
        </p:nvSpPr>
        <p:spPr>
          <a:xfrm rot="18360000">
            <a:off x="5806728" y="1159083"/>
            <a:ext cx="8002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2D9DB99-15A3-5D75-2004-1A6921A091C9}"/>
              </a:ext>
            </a:extLst>
          </p:cNvPr>
          <p:cNvSpPr/>
          <p:nvPr/>
        </p:nvSpPr>
        <p:spPr>
          <a:xfrm>
            <a:off x="6884638" y="688654"/>
            <a:ext cx="216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招聘考试成绩管理系统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33E17D5-BC2A-C1FC-7DAA-83612F66FE24}"/>
              </a:ext>
            </a:extLst>
          </p:cNvPr>
          <p:cNvSpPr/>
          <p:nvPr/>
        </p:nvSpPr>
        <p:spPr>
          <a:xfrm>
            <a:off x="5606825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输入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69C75A1-A165-1AB1-D8A9-2D78696F8C7B}"/>
              </a:ext>
            </a:extLst>
          </p:cNvPr>
          <p:cNvSpPr/>
          <p:nvPr/>
        </p:nvSpPr>
        <p:spPr>
          <a:xfrm>
            <a:off x="9242450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输出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6D0161A-71DF-4A2E-6F2F-D6D7B7E70381}"/>
              </a:ext>
            </a:extLst>
          </p:cNvPr>
          <p:cNvSpPr/>
          <p:nvPr/>
        </p:nvSpPr>
        <p:spPr>
          <a:xfrm>
            <a:off x="7424638" y="198743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处理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A401B6D-74ED-DAD7-8F69-F8F440F93968}"/>
              </a:ext>
            </a:extLst>
          </p:cNvPr>
          <p:cNvCxnSpPr>
            <a:stCxn id="21" idx="1"/>
            <a:endCxn id="22" idx="0"/>
          </p:cNvCxnSpPr>
          <p:nvPr/>
        </p:nvCxnSpPr>
        <p:spPr>
          <a:xfrm flipH="1">
            <a:off x="6146825" y="868654"/>
            <a:ext cx="737813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6C96BE08-36F6-4516-64FB-EC3CB6EBC4B1}"/>
              </a:ext>
            </a:extLst>
          </p:cNvPr>
          <p:cNvCxnSpPr>
            <a:stCxn id="21" idx="3"/>
            <a:endCxn id="23" idx="0"/>
          </p:cNvCxnSpPr>
          <p:nvPr/>
        </p:nvCxnSpPr>
        <p:spPr>
          <a:xfrm>
            <a:off x="9044638" y="868654"/>
            <a:ext cx="737812" cy="111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ABDBCEC8-5CB2-1763-65F5-7F6E4BADA1FE}"/>
              </a:ext>
            </a:extLst>
          </p:cNvPr>
          <p:cNvCxnSpPr>
            <a:stCxn id="21" idx="2"/>
            <a:endCxn id="24" idx="0"/>
          </p:cNvCxnSpPr>
          <p:nvPr/>
        </p:nvCxnSpPr>
        <p:spPr>
          <a:xfrm>
            <a:off x="7964638" y="1048654"/>
            <a:ext cx="0" cy="9387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74C1850-7CDC-4D79-2184-205965BC2029}"/>
              </a:ext>
            </a:extLst>
          </p:cNvPr>
          <p:cNvGrpSpPr/>
          <p:nvPr/>
        </p:nvGrpSpPr>
        <p:grpSpPr>
          <a:xfrm flipV="1">
            <a:off x="7796605" y="1230046"/>
            <a:ext cx="72000" cy="576000"/>
            <a:chOff x="7143722" y="2768964"/>
            <a:chExt cx="72000" cy="576000"/>
          </a:xfrm>
        </p:grpSpPr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C5401932-18C7-126D-759E-80B390EE0C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E2D53EFC-08B8-53FE-D156-0E9ED1A4499E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2" name="文本框 31">
            <a:extLst>
              <a:ext uri="{FF2B5EF4-FFF2-40B4-BE49-F238E27FC236}">
                <a16:creationId xmlns:a16="http://schemas.microsoft.com/office/drawing/2014/main" id="{30FCD197-28C2-03B8-7E9B-E3E344557979}"/>
              </a:ext>
            </a:extLst>
          </p:cNvPr>
          <p:cNvSpPr txBox="1"/>
          <p:nvPr/>
        </p:nvSpPr>
        <p:spPr>
          <a:xfrm>
            <a:off x="7499273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61AA4EDA-4EBD-FB95-DEB5-43A727A203DB}"/>
              </a:ext>
            </a:extLst>
          </p:cNvPr>
          <p:cNvGrpSpPr/>
          <p:nvPr/>
        </p:nvGrpSpPr>
        <p:grpSpPr>
          <a:xfrm>
            <a:off x="8039272" y="1230046"/>
            <a:ext cx="72000" cy="576000"/>
            <a:chOff x="7143722" y="2768964"/>
            <a:chExt cx="72000" cy="576000"/>
          </a:xfrm>
        </p:grpSpPr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0F3871F6-5CC2-AA69-067A-2BC8A851DB3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E0ABA065-E226-FB71-418E-E9FF11B446EC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36" name="文本框 35">
            <a:extLst>
              <a:ext uri="{FF2B5EF4-FFF2-40B4-BE49-F238E27FC236}">
                <a16:creationId xmlns:a16="http://schemas.microsoft.com/office/drawing/2014/main" id="{DD71C58C-7720-163F-4B5E-A856CBD154AE}"/>
              </a:ext>
            </a:extLst>
          </p:cNvPr>
          <p:cNvSpPr txBox="1"/>
          <p:nvPr/>
        </p:nvSpPr>
        <p:spPr>
          <a:xfrm>
            <a:off x="8039272" y="1164103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统计结果</a:t>
            </a:r>
          </a:p>
        </p:txBody>
      </p: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1F39DB11-55B8-4053-6133-FB8255B52ECA}"/>
              </a:ext>
            </a:extLst>
          </p:cNvPr>
          <p:cNvGrpSpPr/>
          <p:nvPr/>
        </p:nvGrpSpPr>
        <p:grpSpPr>
          <a:xfrm rot="-1980000" flipV="1">
            <a:off x="9569209" y="1074490"/>
            <a:ext cx="72000" cy="576000"/>
            <a:chOff x="7143722" y="2768964"/>
            <a:chExt cx="72000" cy="576000"/>
          </a:xfrm>
        </p:grpSpPr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1733F124-5218-BE72-FB1B-218E4FD6C5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椭圆 49">
              <a:extLst>
                <a:ext uri="{FF2B5EF4-FFF2-40B4-BE49-F238E27FC236}">
                  <a16:creationId xmlns:a16="http://schemas.microsoft.com/office/drawing/2014/main" id="{7C5BCAE5-9791-AFA6-920B-43636EA4225B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51" name="文本框 50">
            <a:extLst>
              <a:ext uri="{FF2B5EF4-FFF2-40B4-BE49-F238E27FC236}">
                <a16:creationId xmlns:a16="http://schemas.microsoft.com/office/drawing/2014/main" id="{EA17AAE6-672C-547F-3955-14E16B6CDF13}"/>
              </a:ext>
            </a:extLst>
          </p:cNvPr>
          <p:cNvSpPr txBox="1"/>
          <p:nvPr/>
        </p:nvSpPr>
        <p:spPr>
          <a:xfrm rot="-1860000">
            <a:off x="9597784" y="93234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选择打印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26CD7F4-B3C1-F287-B435-F15FCC5AF917}"/>
              </a:ext>
            </a:extLst>
          </p:cNvPr>
          <p:cNvSpPr/>
          <p:nvPr/>
        </p:nvSpPr>
        <p:spPr>
          <a:xfrm>
            <a:off x="4608785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计算总分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E3326366-2D61-789B-B85E-75CD546A05F0}"/>
              </a:ext>
            </a:extLst>
          </p:cNvPr>
          <p:cNvSpPr/>
          <p:nvPr/>
        </p:nvSpPr>
        <p:spPr>
          <a:xfrm>
            <a:off x="6948539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录用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1AC8A26-004C-8CA7-88FA-C08CBBFAB55E}"/>
              </a:ext>
            </a:extLst>
          </p:cNvPr>
          <p:cNvSpPr/>
          <p:nvPr/>
        </p:nvSpPr>
        <p:spPr>
          <a:xfrm>
            <a:off x="577866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排序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C201A319-9BE7-F8B3-90F5-53E791698B22}"/>
              </a:ext>
            </a:extLst>
          </p:cNvPr>
          <p:cNvSpPr/>
          <p:nvPr/>
        </p:nvSpPr>
        <p:spPr>
          <a:xfrm>
            <a:off x="10890172" y="4051898"/>
            <a:ext cx="1080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打印成绩单</a:t>
            </a: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56CFD79-FD8F-2A64-BD1B-6A0395401640}"/>
              </a:ext>
            </a:extLst>
          </p:cNvPr>
          <p:cNvSpPr/>
          <p:nvPr/>
        </p:nvSpPr>
        <p:spPr>
          <a:xfrm>
            <a:off x="9504293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打印录用通知书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01543443-7BD4-61C2-CCB1-4D9B11C0F66A}"/>
              </a:ext>
            </a:extLst>
          </p:cNvPr>
          <p:cNvSpPr/>
          <p:nvPr/>
        </p:nvSpPr>
        <p:spPr>
          <a:xfrm>
            <a:off x="8118416" y="4051898"/>
            <a:ext cx="1296000" cy="3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solidFill>
                  <a:schemeClr val="tx1"/>
                </a:solidFill>
              </a:rPr>
              <a:t>打印录用名单</a:t>
            </a:r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59031F3C-8DDC-1076-9EB8-BB6F384C6574}"/>
              </a:ext>
            </a:extLst>
          </p:cNvPr>
          <p:cNvCxnSpPr>
            <a:stCxn id="24" idx="2"/>
            <a:endCxn id="55" idx="0"/>
          </p:cNvCxnSpPr>
          <p:nvPr/>
        </p:nvCxnSpPr>
        <p:spPr>
          <a:xfrm flipH="1">
            <a:off x="7488539" y="2347438"/>
            <a:ext cx="476099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D5527C8-FEB7-2EBD-62DF-62995640076B}"/>
              </a:ext>
            </a:extLst>
          </p:cNvPr>
          <p:cNvCxnSpPr>
            <a:cxnSpLocks/>
            <a:stCxn id="24" idx="2"/>
            <a:endCxn id="52" idx="0"/>
          </p:cNvCxnSpPr>
          <p:nvPr/>
        </p:nvCxnSpPr>
        <p:spPr>
          <a:xfrm flipH="1">
            <a:off x="5148785" y="2347438"/>
            <a:ext cx="281585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6DC26BAF-C13F-9214-7089-C1913B8AB1BF}"/>
              </a:ext>
            </a:extLst>
          </p:cNvPr>
          <p:cNvCxnSpPr>
            <a:stCxn id="24" idx="2"/>
            <a:endCxn id="56" idx="0"/>
          </p:cNvCxnSpPr>
          <p:nvPr/>
        </p:nvCxnSpPr>
        <p:spPr>
          <a:xfrm flipH="1">
            <a:off x="6318662" y="2347438"/>
            <a:ext cx="1645976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A1AF46A5-B850-AC56-D463-6B0B9C65D816}"/>
              </a:ext>
            </a:extLst>
          </p:cNvPr>
          <p:cNvCxnSpPr>
            <a:stCxn id="23" idx="2"/>
            <a:endCxn id="59" idx="0"/>
          </p:cNvCxnSpPr>
          <p:nvPr/>
        </p:nvCxnSpPr>
        <p:spPr>
          <a:xfrm flipH="1">
            <a:off x="8766416" y="2347438"/>
            <a:ext cx="1016034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3B73A3F-F9BE-7571-8119-0386883AF8FF}"/>
              </a:ext>
            </a:extLst>
          </p:cNvPr>
          <p:cNvCxnSpPr>
            <a:stCxn id="23" idx="2"/>
            <a:endCxn id="57" idx="0"/>
          </p:cNvCxnSpPr>
          <p:nvPr/>
        </p:nvCxnSpPr>
        <p:spPr>
          <a:xfrm>
            <a:off x="9782450" y="2347438"/>
            <a:ext cx="1647722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F9C660C-770F-C769-9775-02468D9E14D1}"/>
              </a:ext>
            </a:extLst>
          </p:cNvPr>
          <p:cNvCxnSpPr>
            <a:cxnSpLocks/>
            <a:stCxn id="23" idx="2"/>
            <a:endCxn id="58" idx="0"/>
          </p:cNvCxnSpPr>
          <p:nvPr/>
        </p:nvCxnSpPr>
        <p:spPr>
          <a:xfrm>
            <a:off x="9782450" y="2347438"/>
            <a:ext cx="369843" cy="1704460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E61E28F3-0E46-4118-2F09-C915C9533A88}"/>
              </a:ext>
            </a:extLst>
          </p:cNvPr>
          <p:cNvGrpSpPr/>
          <p:nvPr/>
        </p:nvGrpSpPr>
        <p:grpSpPr>
          <a:xfrm rot="3327697" flipV="1">
            <a:off x="5847283" y="3218260"/>
            <a:ext cx="72000" cy="576000"/>
            <a:chOff x="7143722" y="2768964"/>
            <a:chExt cx="72000" cy="576000"/>
          </a:xfrm>
        </p:grpSpPr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EBACF644-61AA-6A8B-ED52-A66CAB67437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椭圆 76">
              <a:extLst>
                <a:ext uri="{FF2B5EF4-FFF2-40B4-BE49-F238E27FC236}">
                  <a16:creationId xmlns:a16="http://schemas.microsoft.com/office/drawing/2014/main" id="{10F723C4-178F-59B8-C2C8-3B849173E48A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78" name="文本框 77">
            <a:extLst>
              <a:ext uri="{FF2B5EF4-FFF2-40B4-BE49-F238E27FC236}">
                <a16:creationId xmlns:a16="http://schemas.microsoft.com/office/drawing/2014/main" id="{42FAD664-0A98-E660-00F3-A3FC784E0661}"/>
              </a:ext>
            </a:extLst>
          </p:cNvPr>
          <p:cNvSpPr txBox="1"/>
          <p:nvPr/>
        </p:nvSpPr>
        <p:spPr>
          <a:xfrm rot="3176520">
            <a:off x="5549951" y="303801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原始数据</a:t>
            </a:r>
          </a:p>
        </p:txBody>
      </p:sp>
      <p:grpSp>
        <p:nvGrpSpPr>
          <p:cNvPr id="80" name="组合 79">
            <a:extLst>
              <a:ext uri="{FF2B5EF4-FFF2-40B4-BE49-F238E27FC236}">
                <a16:creationId xmlns:a16="http://schemas.microsoft.com/office/drawing/2014/main" id="{58C89F12-C144-A25E-E1EF-A68E5F7A25E7}"/>
              </a:ext>
            </a:extLst>
          </p:cNvPr>
          <p:cNvGrpSpPr/>
          <p:nvPr/>
        </p:nvGrpSpPr>
        <p:grpSpPr>
          <a:xfrm rot="2645192" flipV="1">
            <a:off x="6670064" y="3261039"/>
            <a:ext cx="72000" cy="576000"/>
            <a:chOff x="7143722" y="2768964"/>
            <a:chExt cx="72000" cy="576000"/>
          </a:xfrm>
        </p:grpSpPr>
        <p:cxnSp>
          <p:nvCxnSpPr>
            <p:cNvPr id="81" name="直接箭头连接符 80">
              <a:extLst>
                <a:ext uri="{FF2B5EF4-FFF2-40B4-BE49-F238E27FC236}">
                  <a16:creationId xmlns:a16="http://schemas.microsoft.com/office/drawing/2014/main" id="{C2D41753-01E6-C5F7-91FC-23937448F0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椭圆 81">
              <a:extLst>
                <a:ext uri="{FF2B5EF4-FFF2-40B4-BE49-F238E27FC236}">
                  <a16:creationId xmlns:a16="http://schemas.microsoft.com/office/drawing/2014/main" id="{E9FA5BFF-4E3C-31AE-F062-A4F22128BB6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3" name="文本框 82">
            <a:extLst>
              <a:ext uri="{FF2B5EF4-FFF2-40B4-BE49-F238E27FC236}">
                <a16:creationId xmlns:a16="http://schemas.microsoft.com/office/drawing/2014/main" id="{B7A550CE-311F-F8A9-9D29-D3CD4B21C100}"/>
              </a:ext>
            </a:extLst>
          </p:cNvPr>
          <p:cNvSpPr txBox="1"/>
          <p:nvPr/>
        </p:nvSpPr>
        <p:spPr>
          <a:xfrm rot="2580288">
            <a:off x="6429882" y="3109371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考生总分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B4825C9-1B54-A595-B113-DF2E24A61BF0}"/>
              </a:ext>
            </a:extLst>
          </p:cNvPr>
          <p:cNvGrpSpPr/>
          <p:nvPr/>
        </p:nvGrpSpPr>
        <p:grpSpPr>
          <a:xfrm rot="982328" flipV="1">
            <a:off x="7512518" y="3263402"/>
            <a:ext cx="72000" cy="576000"/>
            <a:chOff x="7143722" y="2768964"/>
            <a:chExt cx="72000" cy="576000"/>
          </a:xfrm>
        </p:grpSpPr>
        <p:cxnSp>
          <p:nvCxnSpPr>
            <p:cNvPr id="85" name="直接箭头连接符 84">
              <a:extLst>
                <a:ext uri="{FF2B5EF4-FFF2-40B4-BE49-F238E27FC236}">
                  <a16:creationId xmlns:a16="http://schemas.microsoft.com/office/drawing/2014/main" id="{56C0B8D1-46A7-ECD5-A19B-5E8319D16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椭圆 85">
              <a:extLst>
                <a:ext uri="{FF2B5EF4-FFF2-40B4-BE49-F238E27FC236}">
                  <a16:creationId xmlns:a16="http://schemas.microsoft.com/office/drawing/2014/main" id="{77BEC59D-BBAB-5228-0958-BDB8909E0AE2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87" name="文本框 86">
            <a:extLst>
              <a:ext uri="{FF2B5EF4-FFF2-40B4-BE49-F238E27FC236}">
                <a16:creationId xmlns:a16="http://schemas.microsoft.com/office/drawing/2014/main" id="{CEF3A3F9-74BC-52FC-6D62-459FA7298031}"/>
              </a:ext>
            </a:extLst>
          </p:cNvPr>
          <p:cNvSpPr txBox="1"/>
          <p:nvPr/>
        </p:nvSpPr>
        <p:spPr>
          <a:xfrm rot="831151">
            <a:off x="7215186" y="318793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排序名单</a:t>
            </a:r>
          </a:p>
        </p:txBody>
      </p:sp>
      <p:grpSp>
        <p:nvGrpSpPr>
          <p:cNvPr id="88" name="组合 87">
            <a:extLst>
              <a:ext uri="{FF2B5EF4-FFF2-40B4-BE49-F238E27FC236}">
                <a16:creationId xmlns:a16="http://schemas.microsoft.com/office/drawing/2014/main" id="{8BB886CE-82A6-2CF6-FF11-6F12FB0318BE}"/>
              </a:ext>
            </a:extLst>
          </p:cNvPr>
          <p:cNvGrpSpPr/>
          <p:nvPr/>
        </p:nvGrpSpPr>
        <p:grpSpPr>
          <a:xfrm rot="1985714" flipV="1">
            <a:off x="9096872" y="2948604"/>
            <a:ext cx="72000" cy="576000"/>
            <a:chOff x="7143722" y="2768964"/>
            <a:chExt cx="72000" cy="576000"/>
          </a:xfrm>
        </p:grpSpPr>
        <p:cxnSp>
          <p:nvCxnSpPr>
            <p:cNvPr id="89" name="直接箭头连接符 88">
              <a:extLst>
                <a:ext uri="{FF2B5EF4-FFF2-40B4-BE49-F238E27FC236}">
                  <a16:creationId xmlns:a16="http://schemas.microsoft.com/office/drawing/2014/main" id="{B34F1749-6DB4-CF68-3EEB-A4235D5A32E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23061DF7-1D0D-3B94-1505-B535B8FAA940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1" name="文本框 90">
            <a:extLst>
              <a:ext uri="{FF2B5EF4-FFF2-40B4-BE49-F238E27FC236}">
                <a16:creationId xmlns:a16="http://schemas.microsoft.com/office/drawing/2014/main" id="{FC78FD9D-2D19-28AF-BD7A-F41C00F18C19}"/>
              </a:ext>
            </a:extLst>
          </p:cNvPr>
          <p:cNvSpPr txBox="1"/>
          <p:nvPr/>
        </p:nvSpPr>
        <p:spPr>
          <a:xfrm rot="1834537">
            <a:off x="8799540" y="2768362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92" name="组合 91">
            <a:extLst>
              <a:ext uri="{FF2B5EF4-FFF2-40B4-BE49-F238E27FC236}">
                <a16:creationId xmlns:a16="http://schemas.microsoft.com/office/drawing/2014/main" id="{88C32FDC-DE2E-0F00-3F49-66314BD5E9AC}"/>
              </a:ext>
            </a:extLst>
          </p:cNvPr>
          <p:cNvGrpSpPr/>
          <p:nvPr/>
        </p:nvGrpSpPr>
        <p:grpSpPr>
          <a:xfrm rot="19207938" flipV="1">
            <a:off x="10800799" y="2937928"/>
            <a:ext cx="72000" cy="576000"/>
            <a:chOff x="7143722" y="2768964"/>
            <a:chExt cx="72000" cy="576000"/>
          </a:xfrm>
        </p:grpSpPr>
        <p:cxnSp>
          <p:nvCxnSpPr>
            <p:cNvPr id="93" name="直接箭头连接符 92">
              <a:extLst>
                <a:ext uri="{FF2B5EF4-FFF2-40B4-BE49-F238E27FC236}">
                  <a16:creationId xmlns:a16="http://schemas.microsoft.com/office/drawing/2014/main" id="{A1220BB4-86B2-85F0-6CFB-960A06CABD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61CEDBF2-87B1-315F-CE5F-BCBD1D32F481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5" name="文本框 94">
            <a:extLst>
              <a:ext uri="{FF2B5EF4-FFF2-40B4-BE49-F238E27FC236}">
                <a16:creationId xmlns:a16="http://schemas.microsoft.com/office/drawing/2014/main" id="{59CC8D9E-5880-1E65-CBF9-F3004CD49FDF}"/>
              </a:ext>
            </a:extLst>
          </p:cNvPr>
          <p:cNvSpPr txBox="1"/>
          <p:nvPr/>
        </p:nvSpPr>
        <p:spPr>
          <a:xfrm rot="19179441">
            <a:off x="10778712" y="2768528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学生成绩</a:t>
            </a:r>
          </a:p>
        </p:txBody>
      </p: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02809D4C-DB92-DDE3-59E2-B7832CC0EBD4}"/>
              </a:ext>
            </a:extLst>
          </p:cNvPr>
          <p:cNvGrpSpPr/>
          <p:nvPr/>
        </p:nvGrpSpPr>
        <p:grpSpPr>
          <a:xfrm rot="20916722" flipV="1">
            <a:off x="9917104" y="3230936"/>
            <a:ext cx="72000" cy="576000"/>
            <a:chOff x="7143722" y="2768964"/>
            <a:chExt cx="72000" cy="576000"/>
          </a:xfrm>
        </p:grpSpPr>
        <p:cxnSp>
          <p:nvCxnSpPr>
            <p:cNvPr id="97" name="直接箭头连接符 96">
              <a:extLst>
                <a:ext uri="{FF2B5EF4-FFF2-40B4-BE49-F238E27FC236}">
                  <a16:creationId xmlns:a16="http://schemas.microsoft.com/office/drawing/2014/main" id="{91C51E74-5CDE-23E7-1C8E-BCB5891789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椭圆 97">
              <a:extLst>
                <a:ext uri="{FF2B5EF4-FFF2-40B4-BE49-F238E27FC236}">
                  <a16:creationId xmlns:a16="http://schemas.microsoft.com/office/drawing/2014/main" id="{3EE65319-416C-07EB-AF11-5BAD81B524ED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99" name="文本框 98">
            <a:extLst>
              <a:ext uri="{FF2B5EF4-FFF2-40B4-BE49-F238E27FC236}">
                <a16:creationId xmlns:a16="http://schemas.microsoft.com/office/drawing/2014/main" id="{9A463385-7418-A7FB-ED1E-C00D0EE076FE}"/>
              </a:ext>
            </a:extLst>
          </p:cNvPr>
          <p:cNvSpPr txBox="1"/>
          <p:nvPr/>
        </p:nvSpPr>
        <p:spPr>
          <a:xfrm rot="20866126">
            <a:off x="9618186" y="3194665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0" name="组合 99">
            <a:extLst>
              <a:ext uri="{FF2B5EF4-FFF2-40B4-BE49-F238E27FC236}">
                <a16:creationId xmlns:a16="http://schemas.microsoft.com/office/drawing/2014/main" id="{277F3F9E-B475-124C-FC1E-0F58BFDBE320}"/>
              </a:ext>
            </a:extLst>
          </p:cNvPr>
          <p:cNvGrpSpPr/>
          <p:nvPr/>
        </p:nvGrpSpPr>
        <p:grpSpPr>
          <a:xfrm rot="1106961">
            <a:off x="7762153" y="3140999"/>
            <a:ext cx="72000" cy="576000"/>
            <a:chOff x="7143722" y="2768964"/>
            <a:chExt cx="72000" cy="576000"/>
          </a:xfrm>
        </p:grpSpPr>
        <p:cxnSp>
          <p:nvCxnSpPr>
            <p:cNvPr id="101" name="直接箭头连接符 100">
              <a:extLst>
                <a:ext uri="{FF2B5EF4-FFF2-40B4-BE49-F238E27FC236}">
                  <a16:creationId xmlns:a16="http://schemas.microsoft.com/office/drawing/2014/main" id="{1ED2C08D-66CB-3960-C054-39807456AB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椭圆 101">
              <a:extLst>
                <a:ext uri="{FF2B5EF4-FFF2-40B4-BE49-F238E27FC236}">
                  <a16:creationId xmlns:a16="http://schemas.microsoft.com/office/drawing/2014/main" id="{A94A1BA3-72BD-9436-712E-96074ED760D7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3" name="文本框 102">
            <a:extLst>
              <a:ext uri="{FF2B5EF4-FFF2-40B4-BE49-F238E27FC236}">
                <a16:creationId xmlns:a16="http://schemas.microsoft.com/office/drawing/2014/main" id="{86A51873-D6AB-40FE-FDE2-6CD7D82019E1}"/>
              </a:ext>
            </a:extLst>
          </p:cNvPr>
          <p:cNvSpPr txBox="1"/>
          <p:nvPr/>
        </p:nvSpPr>
        <p:spPr>
          <a:xfrm rot="1106961">
            <a:off x="7762153" y="3075057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录用名单</a:t>
            </a:r>
          </a:p>
        </p:txBody>
      </p:sp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2D8FBE25-B434-F773-87A6-32CC3764A210}"/>
              </a:ext>
            </a:extLst>
          </p:cNvPr>
          <p:cNvGrpSpPr/>
          <p:nvPr/>
        </p:nvGrpSpPr>
        <p:grpSpPr>
          <a:xfrm rot="2685584">
            <a:off x="6855329" y="3332409"/>
            <a:ext cx="72000" cy="576000"/>
            <a:chOff x="7143722" y="2768964"/>
            <a:chExt cx="72000" cy="576000"/>
          </a:xfrm>
        </p:grpSpPr>
        <p:cxnSp>
          <p:nvCxnSpPr>
            <p:cNvPr id="105" name="直接箭头连接符 104">
              <a:extLst>
                <a:ext uri="{FF2B5EF4-FFF2-40B4-BE49-F238E27FC236}">
                  <a16:creationId xmlns:a16="http://schemas.microsoft.com/office/drawing/2014/main" id="{E9B9B46E-18F9-8337-8BC8-3F4C7E3F1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9722" y="2768964"/>
              <a:ext cx="0" cy="576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椭圆 105">
              <a:extLst>
                <a:ext uri="{FF2B5EF4-FFF2-40B4-BE49-F238E27FC236}">
                  <a16:creationId xmlns:a16="http://schemas.microsoft.com/office/drawing/2014/main" id="{490B0B4E-7E7F-360B-F8C0-8FEC48FFA354}"/>
                </a:ext>
              </a:extLst>
            </p:cNvPr>
            <p:cNvSpPr/>
            <p:nvPr/>
          </p:nvSpPr>
          <p:spPr>
            <a:xfrm flipV="1">
              <a:off x="7143722" y="3272964"/>
              <a:ext cx="72000" cy="7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1AB123D-CFC3-52FC-5711-ECEB29B5C234}"/>
              </a:ext>
            </a:extLst>
          </p:cNvPr>
          <p:cNvSpPr txBox="1"/>
          <p:nvPr/>
        </p:nvSpPr>
        <p:spPr>
          <a:xfrm rot="2685584">
            <a:off x="6798179" y="3390294"/>
            <a:ext cx="369332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1200" dirty="0"/>
              <a:t>排序结果</a:t>
            </a:r>
          </a:p>
        </p:txBody>
      </p:sp>
    </p:spTree>
    <p:extLst>
      <p:ext uri="{BB962C8B-B14F-4D97-AF65-F5344CB8AC3E}">
        <p14:creationId xmlns:p14="http://schemas.microsoft.com/office/powerpoint/2010/main" val="771760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mail Server">
            <a:extLst>
              <a:ext uri="{FF2B5EF4-FFF2-40B4-BE49-F238E27FC236}">
                <a16:creationId xmlns:a16="http://schemas.microsoft.com/office/drawing/2014/main" id="{4EDAC430-3CF9-FB8D-BB43-1F8EA978EA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7000" y="1852613"/>
            <a:ext cx="6858000" cy="3152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16069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-1">
            <a:extLst>
              <a:ext uri="{FF2B5EF4-FFF2-40B4-BE49-F238E27FC236}">
                <a16:creationId xmlns:a16="http://schemas.microsoft.com/office/drawing/2014/main" id="{99E1BC06-78D6-233F-EBCD-147B12C6CE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5448125"/>
              </p:ext>
            </p:extLst>
          </p:nvPr>
        </p:nvGraphicFramePr>
        <p:xfrm>
          <a:off x="1215390" y="368299"/>
          <a:ext cx="2880000" cy="608011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Symbol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Name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处理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判断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准备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altLang="zh-CN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 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人工操作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人工输入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存储数据</a:t>
                      </a:r>
                      <a:endParaRPr lang="zh-CN" altLang="en-US" sz="1200" b="0" u="none" baseline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文件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显示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72353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循环开始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1908612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循环结束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6218521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连接符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461637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端点符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018015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200" b="0" u="none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</a:rPr>
                        <a:t>...</a:t>
                      </a: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省略符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5788294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流线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501676"/>
                  </a:ext>
                </a:extLst>
              </a:tr>
              <a:tr h="357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altLang="zh-CN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zh-CN" altLang="en-US" sz="1200" baseline="0" dirty="0">
                          <a:latin typeface="Times New Roman" panose="02020603050405020304" pitchFamily="18" charset="0"/>
                          <a:ea typeface="微软雅黑 Light" panose="020B0502040204020203" pitchFamily="34" charset="-122"/>
                          <a:cs typeface="宋体" panose="02010600030101010101" pitchFamily="2" charset="-122"/>
                          <a:sym typeface="+mn-ea"/>
                        </a:rPr>
                        <a:t>内存储器</a:t>
                      </a:r>
                      <a:endParaRPr lang="zh-CN" altLang="en-US" sz="1200" b="0" u="none" baseline="0" dirty="0">
                        <a:latin typeface="Times New Roman" panose="02020603050405020304" pitchFamily="18" charset="0"/>
                        <a:ea typeface="微软雅黑 Light" panose="020B0502040204020203" pitchFamily="34" charset="-122"/>
                        <a:cs typeface="宋体" panose="02010600030101010101" pitchFamily="2" charset="-122"/>
                      </a:endParaRPr>
                    </a:p>
                  </a:txBody>
                  <a:tcPr marL="0" marR="0" marT="0" marB="1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9213021"/>
                  </a:ext>
                </a:extLst>
              </a:tr>
            </a:tbl>
          </a:graphicData>
        </a:graphic>
      </p:graphicFrame>
      <p:pic>
        <p:nvPicPr>
          <p:cNvPr id="4" name="图片 3">
            <a:extLst>
              <a:ext uri="{FF2B5EF4-FFF2-40B4-BE49-F238E27FC236}">
                <a16:creationId xmlns:a16="http://schemas.microsoft.com/office/drawing/2014/main" id="{512AE096-DB6C-5441-AFD8-951E7123A75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64653" y="786130"/>
            <a:ext cx="523875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4E1D6CAB-E1B4-1B0F-6FF3-0140C6DAC17B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688465" y="3670927"/>
            <a:ext cx="4762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1EDE6452-BF15-283A-6ED1-DBDACF28109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612265" y="1155461"/>
            <a:ext cx="628650" cy="2667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0509ADE-B5FA-7DC3-931A-2EA93E24CEB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726565" y="3990092"/>
            <a:ext cx="400050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B1D6DC6-D67A-9D83-A9A4-E9DC8E47555B}"/>
              </a:ext>
            </a:extLst>
          </p:cNvPr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638300" y="1534317"/>
            <a:ext cx="576580" cy="25781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AAC3CA92-6E91-796A-727A-98527416516F}"/>
              </a:ext>
            </a:extLst>
          </p:cNvPr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1726565" y="4337832"/>
            <a:ext cx="400050" cy="2571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C33FD26F-123B-15FA-5D84-2FA026429892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683703" y="1904283"/>
            <a:ext cx="485775" cy="24765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CB7DB05-BA84-9A00-98B1-E5C76BFF43AB}"/>
              </a:ext>
            </a:extLst>
          </p:cNvPr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1774190" y="4695097"/>
            <a:ext cx="304800" cy="3048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EFF342FE-06A6-079D-2617-CAE64E4A8337}"/>
              </a:ext>
            </a:extLst>
          </p:cNvPr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1669415" y="2264089"/>
            <a:ext cx="51435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158D89E5-9B7E-C49D-7D30-65E50554C86B}"/>
              </a:ext>
            </a:extLst>
          </p:cNvPr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1678940" y="5099986"/>
            <a:ext cx="495300" cy="21907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E667A98A-0425-97FF-4D94-FB5F36ED39EF}"/>
              </a:ext>
            </a:extLst>
          </p:cNvPr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1678940" y="2595320"/>
            <a:ext cx="495300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8DDB5325-954B-16D0-6EC8-DF2B2137F2ED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1683703" y="2936076"/>
            <a:ext cx="485775" cy="228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656602DE-05D7-CFCB-9049-641F2739B8D3}"/>
              </a:ext>
            </a:extLst>
          </p:cNvPr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1700530" y="3276832"/>
            <a:ext cx="452120" cy="2819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0A64D26F-3A83-59BE-676D-A77F4BCDC00F}"/>
              </a:ext>
            </a:extLst>
          </p:cNvPr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1688465" y="6171231"/>
            <a:ext cx="476250" cy="209550"/>
          </a:xfrm>
          <a:prstGeom prst="rect">
            <a:avLst/>
          </a:prstGeom>
          <a:noFill/>
          <a:ln w="9525">
            <a:noFill/>
          </a:ln>
        </p:spPr>
      </p:pic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DF93435-D924-1DC5-CEC4-5F76F9AEA0B5}"/>
              </a:ext>
            </a:extLst>
          </p:cNvPr>
          <p:cNvCxnSpPr>
            <a:cxnSpLocks/>
          </p:cNvCxnSpPr>
          <p:nvPr/>
        </p:nvCxnSpPr>
        <p:spPr>
          <a:xfrm>
            <a:off x="1566590" y="5908976"/>
            <a:ext cx="720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流程图: 过程 19">
            <a:extLst>
              <a:ext uri="{FF2B5EF4-FFF2-40B4-BE49-F238E27FC236}">
                <a16:creationId xmlns:a16="http://schemas.microsoft.com/office/drawing/2014/main" id="{78778BB3-A5D3-15CA-978E-46294F927004}"/>
              </a:ext>
            </a:extLst>
          </p:cNvPr>
          <p:cNvSpPr/>
          <p:nvPr/>
        </p:nvSpPr>
        <p:spPr>
          <a:xfrm>
            <a:off x="4810125" y="347515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1" name="流程图: 过程 20">
            <a:extLst>
              <a:ext uri="{FF2B5EF4-FFF2-40B4-BE49-F238E27FC236}">
                <a16:creationId xmlns:a16="http://schemas.microsoft.com/office/drawing/2014/main" id="{1BF4826A-32A6-AA16-D4AD-F7A037A1EAEB}"/>
              </a:ext>
            </a:extLst>
          </p:cNvPr>
          <p:cNvSpPr/>
          <p:nvPr/>
        </p:nvSpPr>
        <p:spPr>
          <a:xfrm>
            <a:off x="48101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D48A0794-6537-F666-D4C6-A5E41AA1600B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>
            <a:off x="51701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6DA3FB09-F941-AC42-EB7E-0C1646D13195}"/>
              </a:ext>
            </a:extLst>
          </p:cNvPr>
          <p:cNvCxnSpPr>
            <a:cxnSpLocks/>
          </p:cNvCxnSpPr>
          <p:nvPr/>
        </p:nvCxnSpPr>
        <p:spPr>
          <a:xfrm>
            <a:off x="51701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D52FD345-257C-37F7-80B0-40958C3A40AD}"/>
              </a:ext>
            </a:extLst>
          </p:cNvPr>
          <p:cNvCxnSpPr>
            <a:cxnSpLocks/>
          </p:cNvCxnSpPr>
          <p:nvPr/>
        </p:nvCxnSpPr>
        <p:spPr>
          <a:xfrm>
            <a:off x="51701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流程图: 决策 25">
            <a:extLst>
              <a:ext uri="{FF2B5EF4-FFF2-40B4-BE49-F238E27FC236}">
                <a16:creationId xmlns:a16="http://schemas.microsoft.com/office/drawing/2014/main" id="{30EC96AE-4A71-E0B8-1034-DC4999682FCA}"/>
              </a:ext>
            </a:extLst>
          </p:cNvPr>
          <p:cNvSpPr/>
          <p:nvPr/>
        </p:nvSpPr>
        <p:spPr>
          <a:xfrm>
            <a:off x="6025425" y="3475151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7" name="流程图: 过程 26">
            <a:extLst>
              <a:ext uri="{FF2B5EF4-FFF2-40B4-BE49-F238E27FC236}">
                <a16:creationId xmlns:a16="http://schemas.microsoft.com/office/drawing/2014/main" id="{83F751AA-D2F1-FDAF-BD18-BDA806173DC6}"/>
              </a:ext>
            </a:extLst>
          </p:cNvPr>
          <p:cNvSpPr/>
          <p:nvPr/>
        </p:nvSpPr>
        <p:spPr>
          <a:xfrm>
            <a:off x="6025425" y="415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46CF598F-72E5-8CAF-E5C2-CC30AC23D52E}"/>
              </a:ext>
            </a:extLst>
          </p:cNvPr>
          <p:cNvCxnSpPr>
            <a:endCxn id="27" idx="0"/>
          </p:cNvCxnSpPr>
          <p:nvPr/>
        </p:nvCxnSpPr>
        <p:spPr>
          <a:xfrm>
            <a:off x="6385425" y="3835151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C5DE995-1AF5-25A1-A545-F8F6A9240654}"/>
              </a:ext>
            </a:extLst>
          </p:cNvPr>
          <p:cNvCxnSpPr>
            <a:cxnSpLocks/>
          </p:cNvCxnSpPr>
          <p:nvPr/>
        </p:nvCxnSpPr>
        <p:spPr>
          <a:xfrm>
            <a:off x="638542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连接符 29">
            <a:extLst>
              <a:ext uri="{FF2B5EF4-FFF2-40B4-BE49-F238E27FC236}">
                <a16:creationId xmlns:a16="http://schemas.microsoft.com/office/drawing/2014/main" id="{4842B155-6BCF-C608-8D8E-33092246E1A3}"/>
              </a:ext>
            </a:extLst>
          </p:cNvPr>
          <p:cNvCxnSpPr>
            <a:cxnSpLocks/>
          </p:cNvCxnSpPr>
          <p:nvPr/>
        </p:nvCxnSpPr>
        <p:spPr>
          <a:xfrm>
            <a:off x="6385425" y="314122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3C10B113-FF27-A8E7-0D51-03C2C0121241}"/>
              </a:ext>
            </a:extLst>
          </p:cNvPr>
          <p:cNvSpPr/>
          <p:nvPr/>
        </p:nvSpPr>
        <p:spPr>
          <a:xfrm>
            <a:off x="7107150" y="38164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55B1F0D5-7048-8E42-6BDC-FB34C876D569}"/>
              </a:ext>
            </a:extLst>
          </p:cNvPr>
          <p:cNvCxnSpPr>
            <a:stCxn id="26" idx="3"/>
            <a:endCxn id="31" idx="0"/>
          </p:cNvCxnSpPr>
          <p:nvPr/>
        </p:nvCxnSpPr>
        <p:spPr>
          <a:xfrm>
            <a:off x="6745425" y="3655151"/>
            <a:ext cx="721725" cy="161341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129B8832-09D2-3CBD-6F03-12F57EF72125}"/>
              </a:ext>
            </a:extLst>
          </p:cNvPr>
          <p:cNvCxnSpPr>
            <a:stCxn id="31" idx="2"/>
          </p:cNvCxnSpPr>
          <p:nvPr/>
        </p:nvCxnSpPr>
        <p:spPr>
          <a:xfrm rot="5400000">
            <a:off x="6674516" y="3886538"/>
            <a:ext cx="502680" cy="108258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036C6FCD-8FDC-F19A-7667-098057CBFBE5}"/>
              </a:ext>
            </a:extLst>
          </p:cNvPr>
          <p:cNvSpPr txBox="1"/>
          <p:nvPr/>
        </p:nvSpPr>
        <p:spPr>
          <a:xfrm>
            <a:off x="6754048" y="339418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C6D924B-C1B1-FC1C-7575-5B4CE3361414}"/>
              </a:ext>
            </a:extLst>
          </p:cNvPr>
          <p:cNvSpPr txBox="1"/>
          <p:nvPr/>
        </p:nvSpPr>
        <p:spPr>
          <a:xfrm>
            <a:off x="6402670" y="3840791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8" name="流程图: 决策 37">
            <a:extLst>
              <a:ext uri="{FF2B5EF4-FFF2-40B4-BE49-F238E27FC236}">
                <a16:creationId xmlns:a16="http://schemas.microsoft.com/office/drawing/2014/main" id="{25EFCB50-1B70-FCC9-1955-C74041760913}"/>
              </a:ext>
            </a:extLst>
          </p:cNvPr>
          <p:cNvSpPr/>
          <p:nvPr/>
        </p:nvSpPr>
        <p:spPr>
          <a:xfrm>
            <a:off x="8616085" y="3491076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4D3672EA-798E-82F3-FCC3-4914B8D6D843}"/>
              </a:ext>
            </a:extLst>
          </p:cNvPr>
          <p:cNvSpPr/>
          <p:nvPr/>
        </p:nvSpPr>
        <p:spPr>
          <a:xfrm>
            <a:off x="8616085" y="4173757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CEA6BF1C-9FD4-DB93-7829-E69A4E01247D}"/>
              </a:ext>
            </a:extLst>
          </p:cNvPr>
          <p:cNvCxnSpPr>
            <a:endCxn id="39" idx="0"/>
          </p:cNvCxnSpPr>
          <p:nvPr/>
        </p:nvCxnSpPr>
        <p:spPr>
          <a:xfrm>
            <a:off x="8976085" y="3851076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38AD50C-152D-2592-1251-7B6912F14A50}"/>
              </a:ext>
            </a:extLst>
          </p:cNvPr>
          <p:cNvCxnSpPr>
            <a:cxnSpLocks/>
          </p:cNvCxnSpPr>
          <p:nvPr/>
        </p:nvCxnSpPr>
        <p:spPr>
          <a:xfrm>
            <a:off x="8976085" y="316980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E8837CBF-C46C-C1BD-6626-785877E662D5}"/>
              </a:ext>
            </a:extLst>
          </p:cNvPr>
          <p:cNvSpPr txBox="1"/>
          <p:nvPr/>
        </p:nvSpPr>
        <p:spPr>
          <a:xfrm>
            <a:off x="9344708" y="341010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CF3BB6A-91C9-C64A-9958-C6B35A3DA583}"/>
              </a:ext>
            </a:extLst>
          </p:cNvPr>
          <p:cNvSpPr txBox="1"/>
          <p:nvPr/>
        </p:nvSpPr>
        <p:spPr>
          <a:xfrm>
            <a:off x="8993330" y="3856716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55" name="连接符: 肘形 54">
            <a:extLst>
              <a:ext uri="{FF2B5EF4-FFF2-40B4-BE49-F238E27FC236}">
                <a16:creationId xmlns:a16="http://schemas.microsoft.com/office/drawing/2014/main" id="{46599CB5-D628-B742-CA51-1FCA545F2A42}"/>
              </a:ext>
            </a:extLst>
          </p:cNvPr>
          <p:cNvCxnSpPr>
            <a:cxnSpLocks/>
            <a:stCxn id="39" idx="2"/>
          </p:cNvCxnSpPr>
          <p:nvPr/>
        </p:nvCxnSpPr>
        <p:spPr>
          <a:xfrm rot="5400000" flipH="1">
            <a:off x="8317996" y="3875669"/>
            <a:ext cx="1260099" cy="56078"/>
          </a:xfrm>
          <a:prstGeom prst="bentConnector4">
            <a:avLst>
              <a:gd name="adj1" fmla="val -18141"/>
              <a:gd name="adj2" fmla="val 1049609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7B2145CB-090A-6AAC-11F0-65B697E03634}"/>
              </a:ext>
            </a:extLst>
          </p:cNvPr>
          <p:cNvSpPr/>
          <p:nvPr/>
        </p:nvSpPr>
        <p:spPr>
          <a:xfrm>
            <a:off x="10524895" y="3480823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决策 58">
            <a:extLst>
              <a:ext uri="{FF2B5EF4-FFF2-40B4-BE49-F238E27FC236}">
                <a16:creationId xmlns:a16="http://schemas.microsoft.com/office/drawing/2014/main" id="{C24B3605-99B1-1C15-9264-AADFE78E5030}"/>
              </a:ext>
            </a:extLst>
          </p:cNvPr>
          <p:cNvSpPr/>
          <p:nvPr/>
        </p:nvSpPr>
        <p:spPr>
          <a:xfrm>
            <a:off x="10524895" y="4163504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8522DC43-76FF-1C48-45B5-343B8C6B7843}"/>
              </a:ext>
            </a:extLst>
          </p:cNvPr>
          <p:cNvCxnSpPr/>
          <p:nvPr/>
        </p:nvCxnSpPr>
        <p:spPr>
          <a:xfrm>
            <a:off x="10884895" y="3840823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2E175FA2-3364-8828-3705-8D76A2434283}"/>
              </a:ext>
            </a:extLst>
          </p:cNvPr>
          <p:cNvSpPr txBox="1"/>
          <p:nvPr/>
        </p:nvSpPr>
        <p:spPr>
          <a:xfrm>
            <a:off x="10555199" y="45602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94D3A90C-437B-EBA6-9FFC-1BB18ADEDDDF}"/>
              </a:ext>
            </a:extLst>
          </p:cNvPr>
          <p:cNvCxnSpPr>
            <a:cxnSpLocks/>
          </p:cNvCxnSpPr>
          <p:nvPr/>
        </p:nvCxnSpPr>
        <p:spPr>
          <a:xfrm>
            <a:off x="10884895" y="4517832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75BB6A5-013A-20A6-CB74-BB6465C7490E}"/>
              </a:ext>
            </a:extLst>
          </p:cNvPr>
          <p:cNvCxnSpPr>
            <a:cxnSpLocks/>
          </p:cNvCxnSpPr>
          <p:nvPr/>
        </p:nvCxnSpPr>
        <p:spPr>
          <a:xfrm>
            <a:off x="10884895" y="3036451"/>
            <a:ext cx="0" cy="43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本框 64">
            <a:extLst>
              <a:ext uri="{FF2B5EF4-FFF2-40B4-BE49-F238E27FC236}">
                <a16:creationId xmlns:a16="http://schemas.microsoft.com/office/drawing/2014/main" id="{7EA97C67-7AE4-C6EF-E6E7-A807EA02A48F}"/>
              </a:ext>
            </a:extLst>
          </p:cNvPr>
          <p:cNvSpPr txBox="1"/>
          <p:nvPr/>
        </p:nvSpPr>
        <p:spPr>
          <a:xfrm>
            <a:off x="10259925" y="4095199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cxnSp>
        <p:nvCxnSpPr>
          <p:cNvPr id="68" name="连接符: 肘形 67">
            <a:extLst>
              <a:ext uri="{FF2B5EF4-FFF2-40B4-BE49-F238E27FC236}">
                <a16:creationId xmlns:a16="http://schemas.microsoft.com/office/drawing/2014/main" id="{4B368535-807F-11AA-EB95-2B1D03A2688A}"/>
              </a:ext>
            </a:extLst>
          </p:cNvPr>
          <p:cNvCxnSpPr>
            <a:cxnSpLocks/>
            <a:stCxn id="59" idx="1"/>
          </p:cNvCxnSpPr>
          <p:nvPr/>
        </p:nvCxnSpPr>
        <p:spPr>
          <a:xfrm rot="10800000" flipH="1">
            <a:off x="10524895" y="3188668"/>
            <a:ext cx="303922" cy="1154837"/>
          </a:xfrm>
          <a:prstGeom prst="bentConnector3">
            <a:avLst>
              <a:gd name="adj1" fmla="val -106557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F1A80E29-B3B1-6F05-E0A6-616832D3B0CA}"/>
              </a:ext>
            </a:extLst>
          </p:cNvPr>
          <p:cNvCxnSpPr>
            <a:cxnSpLocks/>
          </p:cNvCxnSpPr>
          <p:nvPr/>
        </p:nvCxnSpPr>
        <p:spPr>
          <a:xfrm>
            <a:off x="8957035" y="5057047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74">
            <a:extLst>
              <a:ext uri="{FF2B5EF4-FFF2-40B4-BE49-F238E27FC236}">
                <a16:creationId xmlns:a16="http://schemas.microsoft.com/office/drawing/2014/main" id="{AD50D604-772F-3979-2262-92BADD958E28}"/>
              </a:ext>
            </a:extLst>
          </p:cNvPr>
          <p:cNvCxnSpPr>
            <a:cxnSpLocks/>
            <a:stCxn id="38" idx="3"/>
          </p:cNvCxnSpPr>
          <p:nvPr/>
        </p:nvCxnSpPr>
        <p:spPr>
          <a:xfrm flipH="1">
            <a:off x="8946438" y="3671076"/>
            <a:ext cx="389647" cy="1384899"/>
          </a:xfrm>
          <a:prstGeom prst="bentConnector3">
            <a:avLst>
              <a:gd name="adj1" fmla="val -58668"/>
            </a:avLst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决策 75">
            <a:extLst>
              <a:ext uri="{FF2B5EF4-FFF2-40B4-BE49-F238E27FC236}">
                <a16:creationId xmlns:a16="http://schemas.microsoft.com/office/drawing/2014/main" id="{A011B918-633F-4A10-073D-B08289C05D28}"/>
              </a:ext>
            </a:extLst>
          </p:cNvPr>
          <p:cNvSpPr/>
          <p:nvPr/>
        </p:nvSpPr>
        <p:spPr>
          <a:xfrm>
            <a:off x="6445534" y="5308808"/>
            <a:ext cx="72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CE2A891C-048B-2EB0-8FA7-F8879480D5CD}"/>
              </a:ext>
            </a:extLst>
          </p:cNvPr>
          <p:cNvSpPr/>
          <p:nvPr/>
        </p:nvSpPr>
        <p:spPr>
          <a:xfrm>
            <a:off x="5981714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237A0E4D-EABD-96DE-982B-DE3315A7099E}"/>
              </a:ext>
            </a:extLst>
          </p:cNvPr>
          <p:cNvCxnSpPr>
            <a:cxnSpLocks/>
          </p:cNvCxnSpPr>
          <p:nvPr/>
        </p:nvCxnSpPr>
        <p:spPr>
          <a:xfrm>
            <a:off x="6805534" y="4974884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流程图: 过程 81">
            <a:extLst>
              <a:ext uri="{FF2B5EF4-FFF2-40B4-BE49-F238E27FC236}">
                <a16:creationId xmlns:a16="http://schemas.microsoft.com/office/drawing/2014/main" id="{CF1EC55A-AAEF-2787-8818-0FDD7FBC2B29}"/>
              </a:ext>
            </a:extLst>
          </p:cNvPr>
          <p:cNvSpPr/>
          <p:nvPr/>
        </p:nvSpPr>
        <p:spPr>
          <a:xfrm>
            <a:off x="6909353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E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3" name="流程图: 过程 82">
            <a:extLst>
              <a:ext uri="{FF2B5EF4-FFF2-40B4-BE49-F238E27FC236}">
                <a16:creationId xmlns:a16="http://schemas.microsoft.com/office/drawing/2014/main" id="{A3023C32-D161-8943-FFD5-3A3E0AFE12CB}"/>
              </a:ext>
            </a:extLst>
          </p:cNvPr>
          <p:cNvSpPr/>
          <p:nvPr/>
        </p:nvSpPr>
        <p:spPr>
          <a:xfrm>
            <a:off x="5054075" y="5991231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8160E87F-97B7-D4D2-BBAC-B0FD64CCEC6F}"/>
              </a:ext>
            </a:extLst>
          </p:cNvPr>
          <p:cNvSpPr txBox="1"/>
          <p:nvPr/>
        </p:nvSpPr>
        <p:spPr>
          <a:xfrm>
            <a:off x="6636256" y="6032861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5F894472-7FCF-DFE1-6D76-C06F6749C963}"/>
              </a:ext>
            </a:extLst>
          </p:cNvPr>
          <p:cNvCxnSpPr>
            <a:stCxn id="76" idx="2"/>
            <a:endCxn id="83" idx="0"/>
          </p:cNvCxnSpPr>
          <p:nvPr/>
        </p:nvCxnSpPr>
        <p:spPr>
          <a:xfrm rot="5400000">
            <a:off x="5948594" y="5134290"/>
            <a:ext cx="322423" cy="139145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735948F2-C67C-B57F-6EA2-791ABE8284E8}"/>
              </a:ext>
            </a:extLst>
          </p:cNvPr>
          <p:cNvCxnSpPr>
            <a:stCxn id="76" idx="2"/>
            <a:endCxn id="82" idx="0"/>
          </p:cNvCxnSpPr>
          <p:nvPr/>
        </p:nvCxnSpPr>
        <p:spPr>
          <a:xfrm rot="16200000" flipH="1">
            <a:off x="6876167" y="5598174"/>
            <a:ext cx="322552" cy="463819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文本框 88">
            <a:extLst>
              <a:ext uri="{FF2B5EF4-FFF2-40B4-BE49-F238E27FC236}">
                <a16:creationId xmlns:a16="http://schemas.microsoft.com/office/drawing/2014/main" id="{7B0E266B-2F94-8033-0DD3-8F7F27296DF3}"/>
              </a:ext>
            </a:extLst>
          </p:cNvPr>
          <p:cNvSpPr txBox="1"/>
          <p:nvPr/>
        </p:nvSpPr>
        <p:spPr>
          <a:xfrm>
            <a:off x="5111785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flag=1</a:t>
            </a:r>
            <a:endParaRPr lang="zh-CN" altLang="en-US" sz="1200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CFFDBD80-DA7A-7931-AF2C-F081FF316C9D}"/>
              </a:ext>
            </a:extLst>
          </p:cNvPr>
          <p:cNvSpPr txBox="1"/>
          <p:nvPr/>
        </p:nvSpPr>
        <p:spPr>
          <a:xfrm>
            <a:off x="6045050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flag=2</a:t>
            </a:r>
            <a:endParaRPr lang="zh-CN" altLang="en-US" sz="1200" dirty="0"/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179EA95-5EB4-D077-629C-09145D0457AB}"/>
              </a:ext>
            </a:extLst>
          </p:cNvPr>
          <p:cNvSpPr txBox="1"/>
          <p:nvPr/>
        </p:nvSpPr>
        <p:spPr>
          <a:xfrm>
            <a:off x="7867024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flag=5</a:t>
            </a:r>
            <a:endParaRPr lang="zh-CN" altLang="en-US" sz="1200" dirty="0"/>
          </a:p>
        </p:txBody>
      </p:sp>
      <p:sp>
        <p:nvSpPr>
          <p:cNvPr id="92" name="流程图: 过程 91">
            <a:extLst>
              <a:ext uri="{FF2B5EF4-FFF2-40B4-BE49-F238E27FC236}">
                <a16:creationId xmlns:a16="http://schemas.microsoft.com/office/drawing/2014/main" id="{2FA3C872-5A8A-2058-FCA4-E9974FB985B7}"/>
              </a:ext>
            </a:extLst>
          </p:cNvPr>
          <p:cNvSpPr/>
          <p:nvPr/>
        </p:nvSpPr>
        <p:spPr>
          <a:xfrm>
            <a:off x="7836992" y="599136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F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94" name="连接符: 肘形 93">
            <a:extLst>
              <a:ext uri="{FF2B5EF4-FFF2-40B4-BE49-F238E27FC236}">
                <a16:creationId xmlns:a16="http://schemas.microsoft.com/office/drawing/2014/main" id="{7076047D-7058-992D-DE35-FB05925F09E4}"/>
              </a:ext>
            </a:extLst>
          </p:cNvPr>
          <p:cNvCxnSpPr>
            <a:stCxn id="92" idx="0"/>
            <a:endCxn id="76" idx="2"/>
          </p:cNvCxnSpPr>
          <p:nvPr/>
        </p:nvCxnSpPr>
        <p:spPr>
          <a:xfrm rot="16200000" flipV="1">
            <a:off x="7339987" y="5134355"/>
            <a:ext cx="322552" cy="1391458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51EE4BB3-8301-10A5-A4BC-77B5D84F275C}"/>
              </a:ext>
            </a:extLst>
          </p:cNvPr>
          <p:cNvSpPr txBox="1"/>
          <p:nvPr/>
        </p:nvSpPr>
        <p:spPr>
          <a:xfrm>
            <a:off x="6955827" y="5579132"/>
            <a:ext cx="5886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flag=4</a:t>
            </a:r>
            <a:endParaRPr lang="zh-CN" altLang="en-US" sz="1200" dirty="0"/>
          </a:p>
        </p:txBody>
      </p:sp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6590CCC5-110E-3629-B09A-38982294A74C}"/>
              </a:ext>
            </a:extLst>
          </p:cNvPr>
          <p:cNvCxnSpPr>
            <a:stCxn id="77" idx="0"/>
            <a:endCxn id="76" idx="2"/>
          </p:cNvCxnSpPr>
          <p:nvPr/>
        </p:nvCxnSpPr>
        <p:spPr>
          <a:xfrm rot="5400000" flipH="1" flipV="1">
            <a:off x="6412348" y="5598174"/>
            <a:ext cx="322552" cy="463820"/>
          </a:xfrm>
          <a:prstGeom prst="bentConnector3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4602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流程图: 过程 10">
            <a:extLst>
              <a:ext uri="{FF2B5EF4-FFF2-40B4-BE49-F238E27FC236}">
                <a16:creationId xmlns:a16="http://schemas.microsoft.com/office/drawing/2014/main" id="{6A8CEB92-0718-15F7-5944-4DEBC812D2FD}"/>
              </a:ext>
            </a:extLst>
          </p:cNvPr>
          <p:cNvSpPr/>
          <p:nvPr/>
        </p:nvSpPr>
        <p:spPr>
          <a:xfrm>
            <a:off x="25319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r"/>
            <a:r>
              <a:rPr lang="en-US" altLang="zh-CN" sz="1400" dirty="0">
                <a:solidFill>
                  <a:schemeClr val="tx1"/>
                </a:solidFill>
              </a:rPr>
              <a:t> DO-WHILE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" name="流程图: 过程 1">
            <a:extLst>
              <a:ext uri="{FF2B5EF4-FFF2-40B4-BE49-F238E27FC236}">
                <a16:creationId xmlns:a16="http://schemas.microsoft.com/office/drawing/2014/main" id="{DAC3218C-741D-CC5F-95F3-38274F3C821C}"/>
              </a:ext>
            </a:extLst>
          </p:cNvPr>
          <p:cNvSpPr/>
          <p:nvPr/>
        </p:nvSpPr>
        <p:spPr>
          <a:xfrm>
            <a:off x="2314575" y="1722551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流程图: 过程 2">
            <a:extLst>
              <a:ext uri="{FF2B5EF4-FFF2-40B4-BE49-F238E27FC236}">
                <a16:creationId xmlns:a16="http://schemas.microsoft.com/office/drawing/2014/main" id="{2E1E31C8-AA59-54EE-92F3-F05A9E929242}"/>
              </a:ext>
            </a:extLst>
          </p:cNvPr>
          <p:cNvSpPr/>
          <p:nvPr/>
        </p:nvSpPr>
        <p:spPr>
          <a:xfrm>
            <a:off x="2314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26886545-F6B4-47DB-A243-133933BD1000}"/>
              </a:ext>
            </a:extLst>
          </p:cNvPr>
          <p:cNvCxnSpPr>
            <a:cxnSpLocks/>
          </p:cNvCxnSpPr>
          <p:nvPr/>
        </p:nvCxnSpPr>
        <p:spPr>
          <a:xfrm>
            <a:off x="2943225" y="208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过程 8">
            <a:extLst>
              <a:ext uri="{FF2B5EF4-FFF2-40B4-BE49-F238E27FC236}">
                <a16:creationId xmlns:a16="http://schemas.microsoft.com/office/drawing/2014/main" id="{B4CA7D19-5D41-EEAA-D93A-B760803ACC10}"/>
              </a:ext>
            </a:extLst>
          </p:cNvPr>
          <p:cNvSpPr/>
          <p:nvPr/>
        </p:nvSpPr>
        <p:spPr>
          <a:xfrm>
            <a:off x="238125" y="477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0" name="流程图: 过程 9">
            <a:extLst>
              <a:ext uri="{FF2B5EF4-FFF2-40B4-BE49-F238E27FC236}">
                <a16:creationId xmlns:a16="http://schemas.microsoft.com/office/drawing/2014/main" id="{9F622E5B-2C7A-BC88-E326-80B0B408FE16}"/>
              </a:ext>
            </a:extLst>
          </p:cNvPr>
          <p:cNvSpPr/>
          <p:nvPr/>
        </p:nvSpPr>
        <p:spPr>
          <a:xfrm>
            <a:off x="238125" y="5135449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95C8CD20-5CF1-FB0F-1763-AD7831C6F04E}"/>
              </a:ext>
            </a:extLst>
          </p:cNvPr>
          <p:cNvSpPr/>
          <p:nvPr/>
        </p:nvSpPr>
        <p:spPr>
          <a:xfrm>
            <a:off x="2891925" y="477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过程 12">
            <a:extLst>
              <a:ext uri="{FF2B5EF4-FFF2-40B4-BE49-F238E27FC236}">
                <a16:creationId xmlns:a16="http://schemas.microsoft.com/office/drawing/2014/main" id="{2D063876-ED84-3842-31CC-75BC4B14DC67}"/>
              </a:ext>
            </a:extLst>
          </p:cNvPr>
          <p:cNvSpPr/>
          <p:nvPr/>
        </p:nvSpPr>
        <p:spPr>
          <a:xfrm>
            <a:off x="4962525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r>
              <a:rPr lang="en-US" altLang="zh-CN" sz="1400" dirty="0">
                <a:solidFill>
                  <a:schemeClr val="tx1"/>
                </a:solidFill>
              </a:rPr>
              <a:t>DO-UNTIL 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流程图: 过程 13">
            <a:extLst>
              <a:ext uri="{FF2B5EF4-FFF2-40B4-BE49-F238E27FC236}">
                <a16:creationId xmlns:a16="http://schemas.microsoft.com/office/drawing/2014/main" id="{CA3A4910-866D-D470-6F64-5EBA5ED8C707}"/>
              </a:ext>
            </a:extLst>
          </p:cNvPr>
          <p:cNvSpPr/>
          <p:nvPr/>
        </p:nvSpPr>
        <p:spPr>
          <a:xfrm>
            <a:off x="4962525" y="4415449"/>
            <a:ext cx="144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DDC08014-46D4-CAC8-670F-E8D63973B88A}"/>
              </a:ext>
            </a:extLst>
          </p:cNvPr>
          <p:cNvSpPr/>
          <p:nvPr/>
        </p:nvSpPr>
        <p:spPr>
          <a:xfrm>
            <a:off x="2746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33C8DED3-D6B8-D298-C504-6407119E39C0}"/>
              </a:ext>
            </a:extLst>
          </p:cNvPr>
          <p:cNvCxnSpPr>
            <a:cxnSpLocks/>
          </p:cNvCxnSpPr>
          <p:nvPr/>
        </p:nvCxnSpPr>
        <p:spPr>
          <a:xfrm flipH="1">
            <a:off x="32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6E56E756-9C0E-1C5A-2871-0F3FFABEB391}"/>
              </a:ext>
            </a:extLst>
          </p:cNvPr>
          <p:cNvCxnSpPr>
            <a:cxnSpLocks/>
          </p:cNvCxnSpPr>
          <p:nvPr/>
        </p:nvCxnSpPr>
        <p:spPr>
          <a:xfrm>
            <a:off x="2314575" y="1722551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>
            <a:extLst>
              <a:ext uri="{FF2B5EF4-FFF2-40B4-BE49-F238E27FC236}">
                <a16:creationId xmlns:a16="http://schemas.microsoft.com/office/drawing/2014/main" id="{60A27A18-3A4D-8A67-1AF4-B97F6E8B366D}"/>
              </a:ext>
            </a:extLst>
          </p:cNvPr>
          <p:cNvSpPr txBox="1"/>
          <p:nvPr/>
        </p:nvSpPr>
        <p:spPr>
          <a:xfrm>
            <a:off x="3079762" y="176405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22" name="流程图: 过程 21">
            <a:extLst>
              <a:ext uri="{FF2B5EF4-FFF2-40B4-BE49-F238E27FC236}">
                <a16:creationId xmlns:a16="http://schemas.microsoft.com/office/drawing/2014/main" id="{ADD013A6-22D6-BD28-DA1E-B905B603C40D}"/>
              </a:ext>
            </a:extLst>
          </p:cNvPr>
          <p:cNvSpPr/>
          <p:nvPr/>
        </p:nvSpPr>
        <p:spPr>
          <a:xfrm>
            <a:off x="7315200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3" name="流程图: 过程 22">
            <a:extLst>
              <a:ext uri="{FF2B5EF4-FFF2-40B4-BE49-F238E27FC236}">
                <a16:creationId xmlns:a16="http://schemas.microsoft.com/office/drawing/2014/main" id="{3EF59280-2C58-780B-0B39-54900CA44AA8}"/>
              </a:ext>
            </a:extLst>
          </p:cNvPr>
          <p:cNvSpPr/>
          <p:nvPr/>
        </p:nvSpPr>
        <p:spPr>
          <a:xfrm>
            <a:off x="73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24" name="流程图: 过程 23">
            <a:extLst>
              <a:ext uri="{FF2B5EF4-FFF2-40B4-BE49-F238E27FC236}">
                <a16:creationId xmlns:a16="http://schemas.microsoft.com/office/drawing/2014/main" id="{045270E8-D232-6409-87F0-6B253FF798A3}"/>
              </a:ext>
            </a:extLst>
          </p:cNvPr>
          <p:cNvSpPr/>
          <p:nvPr/>
        </p:nvSpPr>
        <p:spPr>
          <a:xfrm>
            <a:off x="8215200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B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08B7365B-5226-136C-6526-55271E8A4DBC}"/>
              </a:ext>
            </a:extLst>
          </p:cNvPr>
          <p:cNvCxnSpPr>
            <a:cxnSpLocks/>
          </p:cNvCxnSpPr>
          <p:nvPr/>
        </p:nvCxnSpPr>
        <p:spPr>
          <a:xfrm flipH="1">
            <a:off x="82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3EA16FFE-2687-6F41-5888-76D1BEFCDCE5}"/>
              </a:ext>
            </a:extLst>
          </p:cNvPr>
          <p:cNvCxnSpPr>
            <a:cxnSpLocks/>
          </p:cNvCxnSpPr>
          <p:nvPr/>
        </p:nvCxnSpPr>
        <p:spPr>
          <a:xfrm>
            <a:off x="7315200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31CDC2E4-4B3D-4E53-62D7-6D100F06FE26}"/>
              </a:ext>
            </a:extLst>
          </p:cNvPr>
          <p:cNvSpPr txBox="1"/>
          <p:nvPr/>
        </p:nvSpPr>
        <p:spPr>
          <a:xfrm>
            <a:off x="73398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F6E78A3-E733-5BCD-66A4-E5C34A2B1CDB}"/>
              </a:ext>
            </a:extLst>
          </p:cNvPr>
          <p:cNvSpPr txBox="1"/>
          <p:nvPr/>
        </p:nvSpPr>
        <p:spPr>
          <a:xfrm>
            <a:off x="8811328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1E95E852-BC0C-8183-50E3-EBFF8980F1C2}"/>
              </a:ext>
            </a:extLst>
          </p:cNvPr>
          <p:cNvSpPr txBox="1"/>
          <p:nvPr/>
        </p:nvSpPr>
        <p:spPr>
          <a:xfrm>
            <a:off x="8080387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0" name="流程图: 过程 29">
            <a:extLst>
              <a:ext uri="{FF2B5EF4-FFF2-40B4-BE49-F238E27FC236}">
                <a16:creationId xmlns:a16="http://schemas.microsoft.com/office/drawing/2014/main" id="{C4914372-E21D-9A82-2D18-6E1FFFF1FB70}"/>
              </a:ext>
            </a:extLst>
          </p:cNvPr>
          <p:cNvSpPr/>
          <p:nvPr/>
        </p:nvSpPr>
        <p:spPr>
          <a:xfrm>
            <a:off x="9580237" y="4415449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流程图: 过程 30">
            <a:extLst>
              <a:ext uri="{FF2B5EF4-FFF2-40B4-BE49-F238E27FC236}">
                <a16:creationId xmlns:a16="http://schemas.microsoft.com/office/drawing/2014/main" id="{D33F6AC0-ED8D-FBC1-A8F1-AC8B1F84E3CB}"/>
              </a:ext>
            </a:extLst>
          </p:cNvPr>
          <p:cNvSpPr/>
          <p:nvPr/>
        </p:nvSpPr>
        <p:spPr>
          <a:xfrm>
            <a:off x="95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F3349809-F89F-0EA3-D7DA-3BE8F107BC2D}"/>
              </a:ext>
            </a:extLst>
          </p:cNvPr>
          <p:cNvCxnSpPr>
            <a:cxnSpLocks/>
          </p:cNvCxnSpPr>
          <p:nvPr/>
        </p:nvCxnSpPr>
        <p:spPr>
          <a:xfrm>
            <a:off x="10930237" y="5154109"/>
            <a:ext cx="0" cy="322681"/>
          </a:xfrm>
          <a:prstGeom prst="line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流程图: 过程 32">
            <a:extLst>
              <a:ext uri="{FF2B5EF4-FFF2-40B4-BE49-F238E27FC236}">
                <a16:creationId xmlns:a16="http://schemas.microsoft.com/office/drawing/2014/main" id="{AFBBBBFF-F886-D069-0652-74382479F9FB}"/>
              </a:ext>
            </a:extLst>
          </p:cNvPr>
          <p:cNvSpPr/>
          <p:nvPr/>
        </p:nvSpPr>
        <p:spPr>
          <a:xfrm>
            <a:off x="10480237" y="4775449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79E4BAD-991D-ADAA-B4D8-74E9B203A15B}"/>
              </a:ext>
            </a:extLst>
          </p:cNvPr>
          <p:cNvCxnSpPr>
            <a:cxnSpLocks/>
          </p:cNvCxnSpPr>
          <p:nvPr/>
        </p:nvCxnSpPr>
        <p:spPr>
          <a:xfrm flipH="1">
            <a:off x="104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7635A4B-E83F-DC3A-B6E0-737110088B07}"/>
              </a:ext>
            </a:extLst>
          </p:cNvPr>
          <p:cNvCxnSpPr>
            <a:cxnSpLocks/>
          </p:cNvCxnSpPr>
          <p:nvPr/>
        </p:nvCxnSpPr>
        <p:spPr>
          <a:xfrm>
            <a:off x="9580237" y="4415449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F518B2BC-75E9-4596-B032-1FE2A08BE111}"/>
              </a:ext>
            </a:extLst>
          </p:cNvPr>
          <p:cNvSpPr txBox="1"/>
          <p:nvPr/>
        </p:nvSpPr>
        <p:spPr>
          <a:xfrm>
            <a:off x="96048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89AE5F7-04C3-1320-06F0-B96CD96C91BC}"/>
              </a:ext>
            </a:extLst>
          </p:cNvPr>
          <p:cNvSpPr txBox="1"/>
          <p:nvPr/>
        </p:nvSpPr>
        <p:spPr>
          <a:xfrm>
            <a:off x="11076365" y="450610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9216CBE-1D10-765E-D938-849CDAD64857}"/>
              </a:ext>
            </a:extLst>
          </p:cNvPr>
          <p:cNvSpPr txBox="1"/>
          <p:nvPr/>
        </p:nvSpPr>
        <p:spPr>
          <a:xfrm>
            <a:off x="10345424" y="4456950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P</a:t>
            </a:r>
            <a:endParaRPr lang="zh-CN" altLang="en-US" sz="1200" dirty="0"/>
          </a:p>
        </p:txBody>
      </p:sp>
      <p:sp>
        <p:nvSpPr>
          <p:cNvPr id="39" name="流程图: 过程 38">
            <a:extLst>
              <a:ext uri="{FF2B5EF4-FFF2-40B4-BE49-F238E27FC236}">
                <a16:creationId xmlns:a16="http://schemas.microsoft.com/office/drawing/2014/main" id="{0AF96F57-BDB0-51BF-2C6D-9F9DF4093230}"/>
              </a:ext>
            </a:extLst>
          </p:cNvPr>
          <p:cNvSpPr/>
          <p:nvPr/>
        </p:nvSpPr>
        <p:spPr>
          <a:xfrm>
            <a:off x="3682575" y="208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0" name="流程图: 过程 39">
            <a:extLst>
              <a:ext uri="{FF2B5EF4-FFF2-40B4-BE49-F238E27FC236}">
                <a16:creationId xmlns:a16="http://schemas.microsoft.com/office/drawing/2014/main" id="{7EA03B2F-570B-34EA-8B2A-2F91FE230456}"/>
              </a:ext>
            </a:extLst>
          </p:cNvPr>
          <p:cNvSpPr/>
          <p:nvPr/>
        </p:nvSpPr>
        <p:spPr>
          <a:xfrm>
            <a:off x="2314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D8D7468D-E45D-7A77-BF9E-6C700751705B}"/>
              </a:ext>
            </a:extLst>
          </p:cNvPr>
          <p:cNvSpPr/>
          <p:nvPr/>
        </p:nvSpPr>
        <p:spPr>
          <a:xfrm>
            <a:off x="2746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流程图: 过程 41">
            <a:extLst>
              <a:ext uri="{FF2B5EF4-FFF2-40B4-BE49-F238E27FC236}">
                <a16:creationId xmlns:a16="http://schemas.microsoft.com/office/drawing/2014/main" id="{1FC78FE8-560F-B6BC-4E09-0E9FD6FC15D1}"/>
              </a:ext>
            </a:extLst>
          </p:cNvPr>
          <p:cNvSpPr/>
          <p:nvPr/>
        </p:nvSpPr>
        <p:spPr>
          <a:xfrm>
            <a:off x="3682575" y="2622551"/>
            <a:ext cx="432000" cy="5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An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327EB67-F65E-DC0A-66B0-B220F0FF8623}"/>
              </a:ext>
            </a:extLst>
          </p:cNvPr>
          <p:cNvSpPr txBox="1"/>
          <p:nvPr/>
        </p:nvSpPr>
        <p:spPr>
          <a:xfrm>
            <a:off x="3262648" y="2273075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DEE628-A412-5AED-0FB4-1F78BE8F0861}"/>
              </a:ext>
            </a:extLst>
          </p:cNvPr>
          <p:cNvSpPr txBox="1"/>
          <p:nvPr/>
        </p:nvSpPr>
        <p:spPr>
          <a:xfrm>
            <a:off x="3262648" y="2782098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69AFD8C3-F742-2CE8-73B2-CF1A59825A3B}"/>
              </a:ext>
            </a:extLst>
          </p:cNvPr>
          <p:cNvCxnSpPr>
            <a:cxnSpLocks/>
          </p:cNvCxnSpPr>
          <p:nvPr/>
        </p:nvCxnSpPr>
        <p:spPr>
          <a:xfrm>
            <a:off x="3095625" y="2622551"/>
            <a:ext cx="847725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055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流程图: 决策 2">
            <a:extLst>
              <a:ext uri="{FF2B5EF4-FFF2-40B4-BE49-F238E27FC236}">
                <a16:creationId xmlns:a16="http://schemas.microsoft.com/office/drawing/2014/main" id="{B690C809-8DF7-A487-9A6A-5CF73EB68782}"/>
              </a:ext>
            </a:extLst>
          </p:cNvPr>
          <p:cNvSpPr/>
          <p:nvPr/>
        </p:nvSpPr>
        <p:spPr>
          <a:xfrm>
            <a:off x="6501015" y="2284270"/>
            <a:ext cx="144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I&lt;=N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" name="流程图: 过程 3">
            <a:extLst>
              <a:ext uri="{FF2B5EF4-FFF2-40B4-BE49-F238E27FC236}">
                <a16:creationId xmlns:a16="http://schemas.microsoft.com/office/drawing/2014/main" id="{9482FF2F-30B8-7F32-980F-155EFBCC41DC}"/>
              </a:ext>
            </a:extLst>
          </p:cNvPr>
          <p:cNvSpPr/>
          <p:nvPr/>
        </p:nvSpPr>
        <p:spPr>
          <a:xfrm>
            <a:off x="6501015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S=S*I, I=I+1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A493BE8-0FE0-DC71-9B3B-0EB4ADED6F22}"/>
              </a:ext>
            </a:extLst>
          </p:cNvPr>
          <p:cNvCxnSpPr>
            <a:cxnSpLocks/>
            <a:stCxn id="15" idx="2"/>
            <a:endCxn id="3" idx="0"/>
          </p:cNvCxnSpPr>
          <p:nvPr/>
        </p:nvCxnSpPr>
        <p:spPr>
          <a:xfrm>
            <a:off x="7221015" y="197795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文本框 6">
            <a:extLst>
              <a:ext uri="{FF2B5EF4-FFF2-40B4-BE49-F238E27FC236}">
                <a16:creationId xmlns:a16="http://schemas.microsoft.com/office/drawing/2014/main" id="{FCAAA30D-AAB4-9D68-16BB-6B75A5752CED}"/>
              </a:ext>
            </a:extLst>
          </p:cNvPr>
          <p:cNvSpPr txBox="1"/>
          <p:nvPr/>
        </p:nvSpPr>
        <p:spPr>
          <a:xfrm>
            <a:off x="8004152" y="2203545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C485FC5-59FD-28D8-E532-0D2D99E7EA76}"/>
              </a:ext>
            </a:extLst>
          </p:cNvPr>
          <p:cNvSpPr txBox="1"/>
          <p:nvPr/>
        </p:nvSpPr>
        <p:spPr>
          <a:xfrm>
            <a:off x="6934914" y="2665067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cxnSp>
        <p:nvCxnSpPr>
          <p:cNvPr id="9" name="连接符: 肘形 8">
            <a:extLst>
              <a:ext uri="{FF2B5EF4-FFF2-40B4-BE49-F238E27FC236}">
                <a16:creationId xmlns:a16="http://schemas.microsoft.com/office/drawing/2014/main" id="{38DA8098-03CB-C664-AD3B-2D48CE908893}"/>
              </a:ext>
            </a:extLst>
          </p:cNvPr>
          <p:cNvCxnSpPr>
            <a:cxnSpLocks/>
            <a:stCxn id="4" idx="2"/>
          </p:cNvCxnSpPr>
          <p:nvPr/>
        </p:nvCxnSpPr>
        <p:spPr>
          <a:xfrm rot="5400000" flipH="1">
            <a:off x="5732544" y="2488429"/>
            <a:ext cx="1851927" cy="1125015"/>
          </a:xfrm>
          <a:prstGeom prst="bentConnector3">
            <a:avLst>
              <a:gd name="adj1" fmla="val -1234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4995F1CF-43ED-EC99-7DF1-689E5B5E3E2C}"/>
              </a:ext>
            </a:extLst>
          </p:cNvPr>
          <p:cNvCxnSpPr>
            <a:cxnSpLocks/>
            <a:stCxn id="3" idx="3"/>
            <a:endCxn id="41" idx="0"/>
          </p:cNvCxnSpPr>
          <p:nvPr/>
        </p:nvCxnSpPr>
        <p:spPr>
          <a:xfrm>
            <a:off x="7941015" y="2464270"/>
            <a:ext cx="2624612" cy="1152629"/>
          </a:xfrm>
          <a:prstGeom prst="bentConnector2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流程图: 过程 11">
            <a:extLst>
              <a:ext uri="{FF2B5EF4-FFF2-40B4-BE49-F238E27FC236}">
                <a16:creationId xmlns:a16="http://schemas.microsoft.com/office/drawing/2014/main" id="{C38B7F79-5C45-143F-A1D1-66165F3DDC5A}"/>
              </a:ext>
            </a:extLst>
          </p:cNvPr>
          <p:cNvSpPr/>
          <p:nvPr/>
        </p:nvSpPr>
        <p:spPr>
          <a:xfrm>
            <a:off x="6321015" y="951640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Maxint=3267,</a:t>
            </a:r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流程图: 终止 12">
            <a:extLst>
              <a:ext uri="{FF2B5EF4-FFF2-40B4-BE49-F238E27FC236}">
                <a16:creationId xmlns:a16="http://schemas.microsoft.com/office/drawing/2014/main" id="{F2A7A4F9-5127-4C7D-D033-640DAC26B98C}"/>
              </a:ext>
            </a:extLst>
          </p:cNvPr>
          <p:cNvSpPr>
            <a:spLocks noChangeAspect="1"/>
          </p:cNvSpPr>
          <p:nvPr/>
        </p:nvSpPr>
        <p:spPr>
          <a:xfrm>
            <a:off x="6681015" y="288925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Start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流程图: 终止 13">
            <a:extLst>
              <a:ext uri="{FF2B5EF4-FFF2-40B4-BE49-F238E27FC236}">
                <a16:creationId xmlns:a16="http://schemas.microsoft.com/office/drawing/2014/main" id="{AF634F78-A2BE-B347-E937-762ACC04AC1B}"/>
              </a:ext>
            </a:extLst>
          </p:cNvPr>
          <p:cNvSpPr>
            <a:spLocks noChangeAspect="1"/>
          </p:cNvSpPr>
          <p:nvPr/>
        </p:nvSpPr>
        <p:spPr>
          <a:xfrm>
            <a:off x="9140221" y="4718050"/>
            <a:ext cx="1080000" cy="356400"/>
          </a:xfrm>
          <a:prstGeom prst="flowChartTermina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End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流程图: 过程 14">
            <a:extLst>
              <a:ext uri="{FF2B5EF4-FFF2-40B4-BE49-F238E27FC236}">
                <a16:creationId xmlns:a16="http://schemas.microsoft.com/office/drawing/2014/main" id="{354EFDDB-44AD-F980-2C87-F1050107AED0}"/>
              </a:ext>
            </a:extLst>
          </p:cNvPr>
          <p:cNvSpPr/>
          <p:nvPr/>
        </p:nvSpPr>
        <p:spPr>
          <a:xfrm>
            <a:off x="6321015" y="1617955"/>
            <a:ext cx="18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S=1, 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B4B1C6B-5D3B-AD54-FE65-DE4A12C40294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>
            <a:off x="7221015" y="645325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A06CC62E-EE59-A9DD-0506-011E48016F0A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7221015" y="131164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流程图: 决策 21">
            <a:extLst>
              <a:ext uri="{FF2B5EF4-FFF2-40B4-BE49-F238E27FC236}">
                <a16:creationId xmlns:a16="http://schemas.microsoft.com/office/drawing/2014/main" id="{23BD16EB-A8E7-D2E6-7BD7-233DC64BD713}"/>
              </a:ext>
            </a:extLst>
          </p:cNvPr>
          <p:cNvSpPr/>
          <p:nvPr/>
        </p:nvSpPr>
        <p:spPr>
          <a:xfrm>
            <a:off x="6321015" y="2950585"/>
            <a:ext cx="1800000" cy="360000"/>
          </a:xfrm>
          <a:prstGeom prst="flowChartDecision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Maxint/I&lt;S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291A4A5B-0BC0-75E6-23BD-E9A0A8972AC2}"/>
              </a:ext>
            </a:extLst>
          </p:cNvPr>
          <p:cNvCxnSpPr>
            <a:stCxn id="3" idx="2"/>
            <a:endCxn id="22" idx="0"/>
          </p:cNvCxnSpPr>
          <p:nvPr/>
        </p:nvCxnSpPr>
        <p:spPr>
          <a:xfrm>
            <a:off x="7221015" y="2644270"/>
            <a:ext cx="0" cy="306315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6022BB38-9CCA-3CA7-B963-A081640B9214}"/>
              </a:ext>
            </a:extLst>
          </p:cNvPr>
          <p:cNvCxnSpPr>
            <a:stCxn id="22" idx="2"/>
            <a:endCxn id="4" idx="0"/>
          </p:cNvCxnSpPr>
          <p:nvPr/>
        </p:nvCxnSpPr>
        <p:spPr>
          <a:xfrm>
            <a:off x="7221015" y="3310585"/>
            <a:ext cx="0" cy="306314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6ECE4B81-6F4B-27C9-FE55-F6C2AAAB01E5}"/>
              </a:ext>
            </a:extLst>
          </p:cNvPr>
          <p:cNvCxnSpPr/>
          <p:nvPr/>
        </p:nvCxnSpPr>
        <p:spPr>
          <a:xfrm>
            <a:off x="6096001" y="2124972"/>
            <a:ext cx="1125014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CCAE0672-C24D-9B74-1AD3-7E0C7B40AB32}"/>
              </a:ext>
            </a:extLst>
          </p:cNvPr>
          <p:cNvSpPr txBox="1"/>
          <p:nvPr/>
        </p:nvSpPr>
        <p:spPr>
          <a:xfrm>
            <a:off x="8004152" y="2839104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Y</a:t>
            </a:r>
            <a:endParaRPr lang="zh-CN" altLang="en-US" sz="1200" dirty="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6D14A217-8EFC-E682-F244-EB153651D1F5}"/>
              </a:ext>
            </a:extLst>
          </p:cNvPr>
          <p:cNvSpPr txBox="1"/>
          <p:nvPr/>
        </p:nvSpPr>
        <p:spPr>
          <a:xfrm>
            <a:off x="6934914" y="3326448"/>
            <a:ext cx="2952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/>
              <a:t>N</a:t>
            </a:r>
            <a:endParaRPr lang="zh-CN" altLang="en-US" sz="1200" dirty="0"/>
          </a:p>
        </p:txBody>
      </p:sp>
      <p:sp>
        <p:nvSpPr>
          <p:cNvPr id="38" name="流程图: 过程 37">
            <a:extLst>
              <a:ext uri="{FF2B5EF4-FFF2-40B4-BE49-F238E27FC236}">
                <a16:creationId xmlns:a16="http://schemas.microsoft.com/office/drawing/2014/main" id="{FAA79526-CD51-BA7E-62DC-C5EC5276D00C}"/>
              </a:ext>
            </a:extLst>
          </p:cNvPr>
          <p:cNvSpPr/>
          <p:nvPr/>
        </p:nvSpPr>
        <p:spPr>
          <a:xfrm>
            <a:off x="8074816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</a:t>
            </a:r>
            <a:r>
              <a:rPr lang="zh-CN" altLang="en-US" sz="1400" dirty="0">
                <a:solidFill>
                  <a:schemeClr val="tx1"/>
                </a:solidFill>
              </a:rPr>
              <a:t>太大</a:t>
            </a:r>
            <a:r>
              <a:rPr lang="en-US" altLang="zh-CN" sz="1400" dirty="0">
                <a:solidFill>
                  <a:schemeClr val="tx1"/>
                </a:solidFill>
              </a:rPr>
              <a:t>”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C79C4B7E-B44A-D039-92E4-13BCDD7277B0}"/>
              </a:ext>
            </a:extLst>
          </p:cNvPr>
          <p:cNvCxnSpPr>
            <a:stCxn id="22" idx="3"/>
            <a:endCxn id="38" idx="0"/>
          </p:cNvCxnSpPr>
          <p:nvPr/>
        </p:nvCxnSpPr>
        <p:spPr>
          <a:xfrm>
            <a:off x="8121015" y="3130585"/>
            <a:ext cx="673801" cy="486314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流程图: 过程 40">
            <a:extLst>
              <a:ext uri="{FF2B5EF4-FFF2-40B4-BE49-F238E27FC236}">
                <a16:creationId xmlns:a16="http://schemas.microsoft.com/office/drawing/2014/main" id="{4D3752D9-2CC5-E421-D1C5-F9BB16775B71}"/>
              </a:ext>
            </a:extLst>
          </p:cNvPr>
          <p:cNvSpPr/>
          <p:nvPr/>
        </p:nvSpPr>
        <p:spPr>
          <a:xfrm>
            <a:off x="9845627" y="3616899"/>
            <a:ext cx="144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输出</a:t>
            </a:r>
            <a:r>
              <a:rPr lang="en-US" altLang="zh-CN" sz="1400" dirty="0">
                <a:solidFill>
                  <a:schemeClr val="tx1"/>
                </a:solidFill>
              </a:rPr>
              <a:t>”N!=”,S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4" name="连接符: 肘形 43">
            <a:extLst>
              <a:ext uri="{FF2B5EF4-FFF2-40B4-BE49-F238E27FC236}">
                <a16:creationId xmlns:a16="http://schemas.microsoft.com/office/drawing/2014/main" id="{E5D00D50-71CA-913D-9FC7-40DAF8DB6624}"/>
              </a:ext>
            </a:extLst>
          </p:cNvPr>
          <p:cNvCxnSpPr>
            <a:stCxn id="38" idx="2"/>
            <a:endCxn id="14" idx="0"/>
          </p:cNvCxnSpPr>
          <p:nvPr/>
        </p:nvCxnSpPr>
        <p:spPr>
          <a:xfrm rot="16200000" flipH="1">
            <a:off x="8866943" y="3904771"/>
            <a:ext cx="741151" cy="885405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35FC20BE-D95D-A438-88A7-152E3616CE7F}"/>
              </a:ext>
            </a:extLst>
          </p:cNvPr>
          <p:cNvCxnSpPr>
            <a:stCxn id="41" idx="2"/>
            <a:endCxn id="14" idx="0"/>
          </p:cNvCxnSpPr>
          <p:nvPr/>
        </p:nvCxnSpPr>
        <p:spPr>
          <a:xfrm rot="5400000">
            <a:off x="9752349" y="3904771"/>
            <a:ext cx="741151" cy="885406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F9285AF1-8F55-E9C9-8DC0-98E04FC25726}"/>
              </a:ext>
            </a:extLst>
          </p:cNvPr>
          <p:cNvSpPr/>
          <p:nvPr/>
        </p:nvSpPr>
        <p:spPr>
          <a:xfrm>
            <a:off x="586965" y="59164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读入</a:t>
            </a:r>
            <a:r>
              <a:rPr lang="en-US" altLang="zh-CN" sz="1400" dirty="0">
                <a:solidFill>
                  <a:schemeClr val="tx1"/>
                </a:solidFill>
              </a:rPr>
              <a:t>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流程图: 过程 47">
            <a:extLst>
              <a:ext uri="{FF2B5EF4-FFF2-40B4-BE49-F238E27FC236}">
                <a16:creationId xmlns:a16="http://schemas.microsoft.com/office/drawing/2014/main" id="{6E40B3F3-F54B-CB24-7BF7-85251AE01444}"/>
              </a:ext>
            </a:extLst>
          </p:cNvPr>
          <p:cNvSpPr/>
          <p:nvPr/>
        </p:nvSpPr>
        <p:spPr>
          <a:xfrm>
            <a:off x="586965" y="13147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I=1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流程图: 过程 48">
            <a:extLst>
              <a:ext uri="{FF2B5EF4-FFF2-40B4-BE49-F238E27FC236}">
                <a16:creationId xmlns:a16="http://schemas.microsoft.com/office/drawing/2014/main" id="{FC01D66F-9C4E-37E7-0961-33B9803324F8}"/>
              </a:ext>
            </a:extLst>
          </p:cNvPr>
          <p:cNvSpPr/>
          <p:nvPr/>
        </p:nvSpPr>
        <p:spPr>
          <a:xfrm>
            <a:off x="574360" y="3873654"/>
            <a:ext cx="36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1" name="流程图: 过程 50">
            <a:extLst>
              <a:ext uri="{FF2B5EF4-FFF2-40B4-BE49-F238E27FC236}">
                <a16:creationId xmlns:a16="http://schemas.microsoft.com/office/drawing/2014/main" id="{2B64DA15-50C7-2AF6-F9CF-773184A9F618}"/>
              </a:ext>
            </a:extLst>
          </p:cNvPr>
          <p:cNvSpPr/>
          <p:nvPr/>
        </p:nvSpPr>
        <p:spPr>
          <a:xfrm>
            <a:off x="2374360" y="4233654"/>
            <a:ext cx="18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6007C144-F4A6-EA9E-5B0D-B412F8A5E373}"/>
              </a:ext>
            </a:extLst>
          </p:cNvPr>
          <p:cNvCxnSpPr>
            <a:cxnSpLocks/>
          </p:cNvCxnSpPr>
          <p:nvPr/>
        </p:nvCxnSpPr>
        <p:spPr>
          <a:xfrm flipH="1">
            <a:off x="2374360" y="3873654"/>
            <a:ext cx="1800000" cy="36765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57B4AFCB-663D-2A8E-42B2-0EA09EF009A5}"/>
              </a:ext>
            </a:extLst>
          </p:cNvPr>
          <p:cNvCxnSpPr>
            <a:cxnSpLocks/>
          </p:cNvCxnSpPr>
          <p:nvPr/>
        </p:nvCxnSpPr>
        <p:spPr>
          <a:xfrm>
            <a:off x="574360" y="3873654"/>
            <a:ext cx="1824628" cy="367656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文本框 53">
            <a:extLst>
              <a:ext uri="{FF2B5EF4-FFF2-40B4-BE49-F238E27FC236}">
                <a16:creationId xmlns:a16="http://schemas.microsoft.com/office/drawing/2014/main" id="{116995CD-1B44-C7DD-7A99-7358C9CC6337}"/>
              </a:ext>
            </a:extLst>
          </p:cNvPr>
          <p:cNvSpPr txBox="1"/>
          <p:nvPr/>
        </p:nvSpPr>
        <p:spPr>
          <a:xfrm>
            <a:off x="574360" y="396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6D54A389-7BF3-5D51-8805-613F513286F1}"/>
              </a:ext>
            </a:extLst>
          </p:cNvPr>
          <p:cNvSpPr txBox="1"/>
          <p:nvPr/>
        </p:nvSpPr>
        <p:spPr>
          <a:xfrm>
            <a:off x="3895116" y="396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0E65F55A-A4AF-5FA6-2546-99F06A7303DD}"/>
              </a:ext>
            </a:extLst>
          </p:cNvPr>
          <p:cNvSpPr txBox="1"/>
          <p:nvPr/>
        </p:nvSpPr>
        <p:spPr>
          <a:xfrm>
            <a:off x="2157794" y="3915155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I&lt;N</a:t>
            </a:r>
            <a:endParaRPr lang="zh-CN" altLang="en-US" sz="1200" dirty="0"/>
          </a:p>
        </p:txBody>
      </p:sp>
      <p:sp>
        <p:nvSpPr>
          <p:cNvPr id="57" name="流程图: 过程 56">
            <a:extLst>
              <a:ext uri="{FF2B5EF4-FFF2-40B4-BE49-F238E27FC236}">
                <a16:creationId xmlns:a16="http://schemas.microsoft.com/office/drawing/2014/main" id="{4D038613-6837-DCB7-8D67-67EF56E445E9}"/>
              </a:ext>
            </a:extLst>
          </p:cNvPr>
          <p:cNvSpPr/>
          <p:nvPr/>
        </p:nvSpPr>
        <p:spPr>
          <a:xfrm>
            <a:off x="574360" y="5313654"/>
            <a:ext cx="1800000" cy="144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1"/>
          <a:lstStyle/>
          <a:p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8" name="流程图: 过程 57">
            <a:extLst>
              <a:ext uri="{FF2B5EF4-FFF2-40B4-BE49-F238E27FC236}">
                <a16:creationId xmlns:a16="http://schemas.microsoft.com/office/drawing/2014/main" id="{37777DC2-2281-F725-D1F8-E31DA5D40C68}"/>
              </a:ext>
            </a:extLst>
          </p:cNvPr>
          <p:cNvSpPr/>
          <p:nvPr/>
        </p:nvSpPr>
        <p:spPr>
          <a:xfrm>
            <a:off x="574360" y="5673654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9" name="流程图: 过程 58">
            <a:extLst>
              <a:ext uri="{FF2B5EF4-FFF2-40B4-BE49-F238E27FC236}">
                <a16:creationId xmlns:a16="http://schemas.microsoft.com/office/drawing/2014/main" id="{2B71FE75-4837-EB29-30C7-14B358DADCB3}"/>
              </a:ext>
            </a:extLst>
          </p:cNvPr>
          <p:cNvSpPr/>
          <p:nvPr/>
        </p:nvSpPr>
        <p:spPr>
          <a:xfrm>
            <a:off x="1474360" y="5673654"/>
            <a:ext cx="9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AB9A028B-BE10-3A72-001D-FC9A054BAFDE}"/>
              </a:ext>
            </a:extLst>
          </p:cNvPr>
          <p:cNvCxnSpPr>
            <a:cxnSpLocks/>
          </p:cNvCxnSpPr>
          <p:nvPr/>
        </p:nvCxnSpPr>
        <p:spPr>
          <a:xfrm flipH="1">
            <a:off x="1474360" y="5313654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B2DEF2D3-3FF1-B8D5-FE95-83D9A2F96A6B}"/>
              </a:ext>
            </a:extLst>
          </p:cNvPr>
          <p:cNvCxnSpPr>
            <a:cxnSpLocks/>
          </p:cNvCxnSpPr>
          <p:nvPr/>
        </p:nvCxnSpPr>
        <p:spPr>
          <a:xfrm>
            <a:off x="574360" y="5313654"/>
            <a:ext cx="90000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E9730AF1-A6A3-3284-9080-C3A38781386B}"/>
              </a:ext>
            </a:extLst>
          </p:cNvPr>
          <p:cNvSpPr txBox="1"/>
          <p:nvPr/>
        </p:nvSpPr>
        <p:spPr>
          <a:xfrm>
            <a:off x="598988" y="540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T</a:t>
            </a:r>
            <a:endParaRPr lang="zh-CN" altLang="en-US" sz="1200" dirty="0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88F1CDE4-7B60-BA05-9653-D55C88657770}"/>
              </a:ext>
            </a:extLst>
          </p:cNvPr>
          <p:cNvSpPr txBox="1"/>
          <p:nvPr/>
        </p:nvSpPr>
        <p:spPr>
          <a:xfrm>
            <a:off x="2070488" y="5404311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F</a:t>
            </a:r>
            <a:endParaRPr lang="zh-CN" altLang="en-US" sz="1200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A734DE93-A9DC-2618-1614-9BA8C11B4B59}"/>
              </a:ext>
            </a:extLst>
          </p:cNvPr>
          <p:cNvSpPr txBox="1"/>
          <p:nvPr/>
        </p:nvSpPr>
        <p:spPr>
          <a:xfrm>
            <a:off x="1026163" y="5355155"/>
            <a:ext cx="8963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Maxint/I&lt;S</a:t>
            </a:r>
            <a:endParaRPr lang="zh-CN" altLang="en-US" sz="1200" dirty="0"/>
          </a:p>
        </p:txBody>
      </p:sp>
      <p:sp>
        <p:nvSpPr>
          <p:cNvPr id="65" name="流程图: 过程 64">
            <a:extLst>
              <a:ext uri="{FF2B5EF4-FFF2-40B4-BE49-F238E27FC236}">
                <a16:creationId xmlns:a16="http://schemas.microsoft.com/office/drawing/2014/main" id="{599CCB75-1573-F994-D307-DD959561C8A9}"/>
              </a:ext>
            </a:extLst>
          </p:cNvPr>
          <p:cNvSpPr/>
          <p:nvPr/>
        </p:nvSpPr>
        <p:spPr>
          <a:xfrm>
            <a:off x="574360" y="4233654"/>
            <a:ext cx="1800000" cy="108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N!=S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69" name="流程图: 过程 68">
            <a:extLst>
              <a:ext uri="{FF2B5EF4-FFF2-40B4-BE49-F238E27FC236}">
                <a16:creationId xmlns:a16="http://schemas.microsoft.com/office/drawing/2014/main" id="{86CEAB59-AF81-EF92-BBFD-1A89E614560D}"/>
              </a:ext>
            </a:extLst>
          </p:cNvPr>
          <p:cNvSpPr/>
          <p:nvPr/>
        </p:nvSpPr>
        <p:spPr>
          <a:xfrm>
            <a:off x="594249" y="1672911"/>
            <a:ext cx="3600000" cy="21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 WHILE(I&lt;N)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C5ED434F-DC17-815A-B38B-B253DDB89E38}"/>
              </a:ext>
            </a:extLst>
          </p:cNvPr>
          <p:cNvSpPr/>
          <p:nvPr/>
        </p:nvSpPr>
        <p:spPr>
          <a:xfrm>
            <a:off x="1314249" y="2032911"/>
            <a:ext cx="2880000" cy="180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2" name="流程图: 过程 71">
            <a:extLst>
              <a:ext uri="{FF2B5EF4-FFF2-40B4-BE49-F238E27FC236}">
                <a16:creationId xmlns:a16="http://schemas.microsoft.com/office/drawing/2014/main" id="{8E1240B3-6E9E-0ED8-F0D4-FF192E9A9226}"/>
              </a:ext>
            </a:extLst>
          </p:cNvPr>
          <p:cNvSpPr/>
          <p:nvPr/>
        </p:nvSpPr>
        <p:spPr>
          <a:xfrm>
            <a:off x="586965" y="2284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Maxint=32767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3" name="流程图: 过程 72">
            <a:extLst>
              <a:ext uri="{FF2B5EF4-FFF2-40B4-BE49-F238E27FC236}">
                <a16:creationId xmlns:a16="http://schemas.microsoft.com/office/drawing/2014/main" id="{569C2AEF-E90F-9927-B6FD-C76DB8E53805}"/>
              </a:ext>
            </a:extLst>
          </p:cNvPr>
          <p:cNvSpPr/>
          <p:nvPr/>
        </p:nvSpPr>
        <p:spPr>
          <a:xfrm>
            <a:off x="586965" y="954790"/>
            <a:ext cx="360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S=1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27945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-2147482516">
            <a:extLst>
              <a:ext uri="{FF2B5EF4-FFF2-40B4-BE49-F238E27FC236}">
                <a16:creationId xmlns:a16="http://schemas.microsoft.com/office/drawing/2014/main" id="{5A1C5DF8-81E0-DC82-8AB8-4DB67B7309CB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65175" y="384811"/>
            <a:ext cx="808990" cy="204406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" name="图片 -2147482515">
            <a:extLst>
              <a:ext uri="{FF2B5EF4-FFF2-40B4-BE49-F238E27FC236}">
                <a16:creationId xmlns:a16="http://schemas.microsoft.com/office/drawing/2014/main" id="{3D64AA50-B7F2-C5EA-5250-5134186B56D6}"/>
              </a:ext>
            </a:extLst>
          </p:cNvPr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427006" y="491491"/>
            <a:ext cx="1600835" cy="193738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" name="图片 -2147482514">
            <a:extLst>
              <a:ext uri="{FF2B5EF4-FFF2-40B4-BE49-F238E27FC236}">
                <a16:creationId xmlns:a16="http://schemas.microsoft.com/office/drawing/2014/main" id="{FF8DE4DB-0EF2-D087-331C-38C963005C1F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376795" y="189230"/>
            <a:ext cx="2444750" cy="23088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" name="图片 -2147482513">
            <a:extLst>
              <a:ext uri="{FF2B5EF4-FFF2-40B4-BE49-F238E27FC236}">
                <a16:creationId xmlns:a16="http://schemas.microsoft.com/office/drawing/2014/main" id="{EEF188BE-13F0-CBAF-CB6D-905640E855AA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802640" y="3340101"/>
            <a:ext cx="2124075" cy="79311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6" name="图片 -2147482512">
            <a:extLst>
              <a:ext uri="{FF2B5EF4-FFF2-40B4-BE49-F238E27FC236}">
                <a16:creationId xmlns:a16="http://schemas.microsoft.com/office/drawing/2014/main" id="{C5159EA6-A6D1-BC9E-5374-52E3D5A44720}"/>
              </a:ext>
            </a:extLst>
          </p:cNvPr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3723640" y="3340101"/>
            <a:ext cx="2336165" cy="84328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7" name="图片 -2147482511">
            <a:extLst>
              <a:ext uri="{FF2B5EF4-FFF2-40B4-BE49-F238E27FC236}">
                <a16:creationId xmlns:a16="http://schemas.microsoft.com/office/drawing/2014/main" id="{421EC8FA-0098-9797-234A-A8CB091528CD}"/>
              </a:ext>
            </a:extLst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918960" y="3356611"/>
            <a:ext cx="881380" cy="8102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8" name="图片 -2147482510">
            <a:extLst>
              <a:ext uri="{FF2B5EF4-FFF2-40B4-BE49-F238E27FC236}">
                <a16:creationId xmlns:a16="http://schemas.microsoft.com/office/drawing/2014/main" id="{2021129F-82D0-BBD2-867B-B20CB0EEE848}"/>
              </a:ext>
            </a:extLst>
          </p:cNvPr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8728710" y="3235961"/>
            <a:ext cx="1778635" cy="1052195"/>
          </a:xfrm>
          <a:prstGeom prst="rect">
            <a:avLst/>
          </a:prstGeom>
          <a:noFill/>
          <a:ln w="9525">
            <a:noFill/>
          </a:ln>
        </p:spPr>
      </p:pic>
      <p:grpSp>
        <p:nvGrpSpPr>
          <p:cNvPr id="9" name="组合 8">
            <a:extLst>
              <a:ext uri="{FF2B5EF4-FFF2-40B4-BE49-F238E27FC236}">
                <a16:creationId xmlns:a16="http://schemas.microsoft.com/office/drawing/2014/main" id="{0916FD77-A9AD-0A5E-F10F-317C3D07E830}"/>
              </a:ext>
            </a:extLst>
          </p:cNvPr>
          <p:cNvGrpSpPr/>
          <p:nvPr/>
        </p:nvGrpSpPr>
        <p:grpSpPr>
          <a:xfrm>
            <a:off x="666750" y="2573021"/>
            <a:ext cx="10077450" cy="662940"/>
            <a:chOff x="1809" y="7803"/>
            <a:chExt cx="15870" cy="1044"/>
          </a:xfrm>
        </p:grpSpPr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6C3440F4-A0DB-6662-18B9-0C94CE2A8E2A}"/>
                </a:ext>
              </a:extLst>
            </p:cNvPr>
            <p:cNvSpPr txBox="1"/>
            <p:nvPr/>
          </p:nvSpPr>
          <p:spPr>
            <a:xfrm>
              <a:off x="2296" y="8271"/>
              <a:ext cx="3729" cy="5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顺序结构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F756E385-F829-58BD-95EC-9215BBAEFDEE}"/>
                </a:ext>
              </a:extLst>
            </p:cNvPr>
            <p:cNvSpPr txBox="1"/>
            <p:nvPr/>
          </p:nvSpPr>
          <p:spPr>
            <a:xfrm>
              <a:off x="13393" y="8271"/>
              <a:ext cx="4286" cy="5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ym typeface="+mn-ea"/>
                </a:rPr>
                <a:t>Case型多分支结构</a:t>
              </a:r>
              <a:endParaRPr lang="zh-CN" altLang="en-US"/>
            </a:p>
          </p:txBody>
        </p:sp>
        <p:sp>
          <p:nvSpPr>
            <p:cNvPr id="12" name="左大括号">
              <a:extLst>
                <a:ext uri="{FF2B5EF4-FFF2-40B4-BE49-F238E27FC236}">
                  <a16:creationId xmlns:a16="http://schemas.microsoft.com/office/drawing/2014/main" id="{1F9D403C-57E2-C877-6817-EDD1B6D8F634}"/>
                </a:ext>
              </a:extLst>
            </p:cNvPr>
            <p:cNvSpPr/>
            <p:nvPr/>
          </p:nvSpPr>
          <p:spPr bwMode="auto">
            <a:xfrm rot="16200000" flipH="1">
              <a:off x="14847" y="5867"/>
              <a:ext cx="214" cy="408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  <p:sp>
          <p:nvSpPr>
            <p:cNvPr id="13" name="左大括号">
              <a:extLst>
                <a:ext uri="{FF2B5EF4-FFF2-40B4-BE49-F238E27FC236}">
                  <a16:creationId xmlns:a16="http://schemas.microsoft.com/office/drawing/2014/main" id="{BADB409C-2FE4-FF80-8F9F-A1739D582CB3}"/>
                </a:ext>
              </a:extLst>
            </p:cNvPr>
            <p:cNvSpPr/>
            <p:nvPr/>
          </p:nvSpPr>
          <p:spPr bwMode="auto">
            <a:xfrm rot="16200000" flipH="1">
              <a:off x="3093" y="6546"/>
              <a:ext cx="186" cy="275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D341827C-C676-9BB1-EFA8-E76F1048353A}"/>
              </a:ext>
            </a:extLst>
          </p:cNvPr>
          <p:cNvSpPr txBox="1"/>
          <p:nvPr/>
        </p:nvSpPr>
        <p:spPr>
          <a:xfrm>
            <a:off x="3843020" y="2870201"/>
            <a:ext cx="3734435" cy="36576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r>
              <a:rPr lang="zh-CN" altLang="en-US">
                <a:sym typeface="+mn-ea"/>
              </a:rPr>
              <a:t>选择结构If C Then P1 Else P2        </a:t>
            </a:r>
            <a:endParaRPr lang="zh-CN" altLang="en-US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940F99CE-BE33-EC07-56FA-14CE9820F4B2}"/>
              </a:ext>
            </a:extLst>
          </p:cNvPr>
          <p:cNvGrpSpPr/>
          <p:nvPr/>
        </p:nvGrpSpPr>
        <p:grpSpPr>
          <a:xfrm>
            <a:off x="802640" y="4125596"/>
            <a:ext cx="10118090" cy="654685"/>
            <a:chOff x="936625" y="4463415"/>
            <a:chExt cx="10118090" cy="654685"/>
          </a:xfrm>
        </p:grpSpPr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793B4635-CE69-F564-DA0F-7EE9F7E47C7D}"/>
                </a:ext>
              </a:extLst>
            </p:cNvPr>
            <p:cNvGrpSpPr/>
            <p:nvPr/>
          </p:nvGrpSpPr>
          <p:grpSpPr>
            <a:xfrm>
              <a:off x="936625" y="4463415"/>
              <a:ext cx="8890635" cy="654685"/>
              <a:chOff x="1809" y="7821"/>
              <a:chExt cx="14001" cy="1031"/>
            </a:xfrm>
          </p:grpSpPr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417A7E97-14A4-9E17-24B0-350CE3BA66A5}"/>
                  </a:ext>
                </a:extLst>
              </p:cNvPr>
              <p:cNvSpPr txBox="1"/>
              <p:nvPr/>
            </p:nvSpPr>
            <p:spPr>
              <a:xfrm>
                <a:off x="1809" y="8271"/>
                <a:ext cx="3729" cy="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/>
                  <a:t>先检测While型循环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CFD7C3E3-2BCD-FD42-A169-4C4915EAE7BA}"/>
                  </a:ext>
                </a:extLst>
              </p:cNvPr>
              <p:cNvSpPr txBox="1"/>
              <p:nvPr/>
            </p:nvSpPr>
            <p:spPr>
              <a:xfrm>
                <a:off x="11524" y="8276"/>
                <a:ext cx="4286" cy="5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dirty="0">
                    <a:sym typeface="+mn-ea"/>
                  </a:rPr>
                  <a:t>语句标号</a:t>
                </a:r>
              </a:p>
            </p:txBody>
          </p:sp>
          <p:sp>
            <p:nvSpPr>
              <p:cNvPr id="23" name="左大括号">
                <a:extLst>
                  <a:ext uri="{FF2B5EF4-FFF2-40B4-BE49-F238E27FC236}">
                    <a16:creationId xmlns:a16="http://schemas.microsoft.com/office/drawing/2014/main" id="{B3785424-10AD-5103-3CCE-CE5143344AEA}"/>
                  </a:ext>
                </a:extLst>
              </p:cNvPr>
              <p:cNvSpPr/>
              <p:nvPr/>
            </p:nvSpPr>
            <p:spPr bwMode="auto">
              <a:xfrm rot="16200000" flipH="1">
                <a:off x="12036" y="7310"/>
                <a:ext cx="196" cy="1217"/>
              </a:xfrm>
              <a:custGeom>
                <a:avLst/>
                <a:gdLst>
                  <a:gd name="T0" fmla="*/ 2147483646 w 41"/>
                  <a:gd name="T1" fmla="*/ 2147483646 h 281"/>
                  <a:gd name="T2" fmla="*/ 2147483646 w 41"/>
                  <a:gd name="T3" fmla="*/ 2147483646 h 281"/>
                  <a:gd name="T4" fmla="*/ 0 w 41"/>
                  <a:gd name="T5" fmla="*/ 0 h 281"/>
                  <a:gd name="T6" fmla="*/ 2147483646 w 41"/>
                  <a:gd name="T7" fmla="*/ 2147483646 h 281"/>
                  <a:gd name="T8" fmla="*/ 2147483646 w 41"/>
                  <a:gd name="T9" fmla="*/ 2147483646 h 281"/>
                  <a:gd name="T10" fmla="*/ 2147483646 w 41"/>
                  <a:gd name="T11" fmla="*/ 2147483646 h 281"/>
                  <a:gd name="T12" fmla="*/ 2147483646 w 41"/>
                  <a:gd name="T13" fmla="*/ 2147483646 h 281"/>
                  <a:gd name="T14" fmla="*/ 2147483646 w 41"/>
                  <a:gd name="T15" fmla="*/ 2147483646 h 281"/>
                  <a:gd name="T16" fmla="*/ 2147483646 w 41"/>
                  <a:gd name="T17" fmla="*/ 2147483646 h 281"/>
                  <a:gd name="T18" fmla="*/ 2147483646 w 41"/>
                  <a:gd name="T19" fmla="*/ 2147483646 h 281"/>
                  <a:gd name="T20" fmla="*/ 2147483646 w 41"/>
                  <a:gd name="T21" fmla="*/ 2147483646 h 281"/>
                  <a:gd name="T22" fmla="*/ 2147483646 w 41"/>
                  <a:gd name="T23" fmla="*/ 2147483646 h 281"/>
                  <a:gd name="T24" fmla="*/ 2147483646 w 41"/>
                  <a:gd name="T25" fmla="*/ 2147483646 h 281"/>
                  <a:gd name="T26" fmla="*/ 0 w 41"/>
                  <a:gd name="T27" fmla="*/ 2147483646 h 281"/>
                  <a:gd name="T28" fmla="*/ 2147483646 w 41"/>
                  <a:gd name="T29" fmla="*/ 2147483646 h 281"/>
                  <a:gd name="T30" fmla="*/ 2147483646 w 41"/>
                  <a:gd name="T31" fmla="*/ 2147483646 h 281"/>
                  <a:gd name="T32" fmla="*/ 2147483646 w 41"/>
                  <a:gd name="T33" fmla="*/ 2147483646 h 281"/>
                  <a:gd name="T34" fmla="*/ 2147483646 w 41"/>
                  <a:gd name="T35" fmla="*/ 2147483646 h 281"/>
                  <a:gd name="T36" fmla="*/ 2147483646 w 41"/>
                  <a:gd name="T37" fmla="*/ 2147483646 h 281"/>
                  <a:gd name="T38" fmla="*/ 2147483646 w 41"/>
                  <a:gd name="T39" fmla="*/ 2147483646 h 281"/>
                  <a:gd name="T40" fmla="*/ 2147483646 w 41"/>
                  <a:gd name="T41" fmla="*/ 2147483646 h 281"/>
                  <a:gd name="T42" fmla="*/ 2147483646 w 41"/>
                  <a:gd name="T43" fmla="*/ 2147483646 h 281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41" h="281">
                    <a:moveTo>
                      <a:pt x="15" y="41"/>
                    </a:moveTo>
                    <a:cubicBezTo>
                      <a:pt x="15" y="29"/>
                      <a:pt x="13" y="19"/>
                      <a:pt x="11" y="13"/>
                    </a:cubicBezTo>
                    <a:cubicBezTo>
                      <a:pt x="9" y="7"/>
                      <a:pt x="5" y="2"/>
                      <a:pt x="0" y="0"/>
                    </a:cubicBezTo>
                    <a:cubicBezTo>
                      <a:pt x="10" y="0"/>
                      <a:pt x="17" y="3"/>
                      <a:pt x="21" y="9"/>
                    </a:cubicBezTo>
                    <a:cubicBezTo>
                      <a:pt x="25" y="14"/>
                      <a:pt x="27" y="27"/>
                      <a:pt x="27" y="45"/>
                    </a:cubicBezTo>
                    <a:cubicBezTo>
                      <a:pt x="27" y="103"/>
                      <a:pt x="27" y="103"/>
                      <a:pt x="27" y="103"/>
                    </a:cubicBezTo>
                    <a:cubicBezTo>
                      <a:pt x="27" y="114"/>
                      <a:pt x="28" y="122"/>
                      <a:pt x="30" y="128"/>
                    </a:cubicBezTo>
                    <a:cubicBezTo>
                      <a:pt x="32" y="134"/>
                      <a:pt x="35" y="138"/>
                      <a:pt x="41" y="141"/>
                    </a:cubicBezTo>
                    <a:cubicBezTo>
                      <a:pt x="35" y="143"/>
                      <a:pt x="31" y="147"/>
                      <a:pt x="30" y="153"/>
                    </a:cubicBezTo>
                    <a:cubicBezTo>
                      <a:pt x="28" y="158"/>
                      <a:pt x="27" y="167"/>
                      <a:pt x="27" y="179"/>
                    </a:cubicBezTo>
                    <a:cubicBezTo>
                      <a:pt x="27" y="232"/>
                      <a:pt x="27" y="232"/>
                      <a:pt x="27" y="232"/>
                    </a:cubicBezTo>
                    <a:cubicBezTo>
                      <a:pt x="27" y="245"/>
                      <a:pt x="26" y="255"/>
                      <a:pt x="25" y="262"/>
                    </a:cubicBezTo>
                    <a:cubicBezTo>
                      <a:pt x="23" y="269"/>
                      <a:pt x="20" y="274"/>
                      <a:pt x="16" y="277"/>
                    </a:cubicBezTo>
                    <a:cubicBezTo>
                      <a:pt x="12" y="279"/>
                      <a:pt x="7" y="281"/>
                      <a:pt x="0" y="281"/>
                    </a:cubicBezTo>
                    <a:cubicBezTo>
                      <a:pt x="5" y="279"/>
                      <a:pt x="9" y="274"/>
                      <a:pt x="11" y="268"/>
                    </a:cubicBezTo>
                    <a:cubicBezTo>
                      <a:pt x="13" y="261"/>
                      <a:pt x="15" y="252"/>
                      <a:pt x="15" y="240"/>
                    </a:cubicBezTo>
                    <a:cubicBezTo>
                      <a:pt x="15" y="186"/>
                      <a:pt x="15" y="186"/>
                      <a:pt x="15" y="186"/>
                    </a:cubicBezTo>
                    <a:cubicBezTo>
                      <a:pt x="15" y="172"/>
                      <a:pt x="15" y="162"/>
                      <a:pt x="17" y="155"/>
                    </a:cubicBezTo>
                    <a:cubicBezTo>
                      <a:pt x="19" y="148"/>
                      <a:pt x="23" y="144"/>
                      <a:pt x="29" y="141"/>
                    </a:cubicBezTo>
                    <a:cubicBezTo>
                      <a:pt x="23" y="138"/>
                      <a:pt x="19" y="133"/>
                      <a:pt x="17" y="127"/>
                    </a:cubicBezTo>
                    <a:cubicBezTo>
                      <a:pt x="15" y="121"/>
                      <a:pt x="15" y="111"/>
                      <a:pt x="15" y="98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/>
              </a:p>
            </p:txBody>
          </p:sp>
          <p:sp>
            <p:nvSpPr>
              <p:cNvPr id="24" name="左大括号">
                <a:extLst>
                  <a:ext uri="{FF2B5EF4-FFF2-40B4-BE49-F238E27FC236}">
                    <a16:creationId xmlns:a16="http://schemas.microsoft.com/office/drawing/2014/main" id="{75CD40DD-96E0-3B34-BE24-EEE379D30D51}"/>
                  </a:ext>
                </a:extLst>
              </p:cNvPr>
              <p:cNvSpPr/>
              <p:nvPr/>
            </p:nvSpPr>
            <p:spPr bwMode="auto">
              <a:xfrm rot="16200000" flipH="1">
                <a:off x="3093" y="6546"/>
                <a:ext cx="186" cy="2755"/>
              </a:xfrm>
              <a:custGeom>
                <a:avLst/>
                <a:gdLst>
                  <a:gd name="T0" fmla="*/ 2147483646 w 41"/>
                  <a:gd name="T1" fmla="*/ 2147483646 h 281"/>
                  <a:gd name="T2" fmla="*/ 2147483646 w 41"/>
                  <a:gd name="T3" fmla="*/ 2147483646 h 281"/>
                  <a:gd name="T4" fmla="*/ 0 w 41"/>
                  <a:gd name="T5" fmla="*/ 0 h 281"/>
                  <a:gd name="T6" fmla="*/ 2147483646 w 41"/>
                  <a:gd name="T7" fmla="*/ 2147483646 h 281"/>
                  <a:gd name="T8" fmla="*/ 2147483646 w 41"/>
                  <a:gd name="T9" fmla="*/ 2147483646 h 281"/>
                  <a:gd name="T10" fmla="*/ 2147483646 w 41"/>
                  <a:gd name="T11" fmla="*/ 2147483646 h 281"/>
                  <a:gd name="T12" fmla="*/ 2147483646 w 41"/>
                  <a:gd name="T13" fmla="*/ 2147483646 h 281"/>
                  <a:gd name="T14" fmla="*/ 2147483646 w 41"/>
                  <a:gd name="T15" fmla="*/ 2147483646 h 281"/>
                  <a:gd name="T16" fmla="*/ 2147483646 w 41"/>
                  <a:gd name="T17" fmla="*/ 2147483646 h 281"/>
                  <a:gd name="T18" fmla="*/ 2147483646 w 41"/>
                  <a:gd name="T19" fmla="*/ 2147483646 h 281"/>
                  <a:gd name="T20" fmla="*/ 2147483646 w 41"/>
                  <a:gd name="T21" fmla="*/ 2147483646 h 281"/>
                  <a:gd name="T22" fmla="*/ 2147483646 w 41"/>
                  <a:gd name="T23" fmla="*/ 2147483646 h 281"/>
                  <a:gd name="T24" fmla="*/ 2147483646 w 41"/>
                  <a:gd name="T25" fmla="*/ 2147483646 h 281"/>
                  <a:gd name="T26" fmla="*/ 0 w 41"/>
                  <a:gd name="T27" fmla="*/ 2147483646 h 281"/>
                  <a:gd name="T28" fmla="*/ 2147483646 w 41"/>
                  <a:gd name="T29" fmla="*/ 2147483646 h 281"/>
                  <a:gd name="T30" fmla="*/ 2147483646 w 41"/>
                  <a:gd name="T31" fmla="*/ 2147483646 h 281"/>
                  <a:gd name="T32" fmla="*/ 2147483646 w 41"/>
                  <a:gd name="T33" fmla="*/ 2147483646 h 281"/>
                  <a:gd name="T34" fmla="*/ 2147483646 w 41"/>
                  <a:gd name="T35" fmla="*/ 2147483646 h 281"/>
                  <a:gd name="T36" fmla="*/ 2147483646 w 41"/>
                  <a:gd name="T37" fmla="*/ 2147483646 h 281"/>
                  <a:gd name="T38" fmla="*/ 2147483646 w 41"/>
                  <a:gd name="T39" fmla="*/ 2147483646 h 281"/>
                  <a:gd name="T40" fmla="*/ 2147483646 w 41"/>
                  <a:gd name="T41" fmla="*/ 2147483646 h 281"/>
                  <a:gd name="T42" fmla="*/ 2147483646 w 41"/>
                  <a:gd name="T43" fmla="*/ 2147483646 h 281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41" h="281">
                    <a:moveTo>
                      <a:pt x="15" y="41"/>
                    </a:moveTo>
                    <a:cubicBezTo>
                      <a:pt x="15" y="29"/>
                      <a:pt x="13" y="19"/>
                      <a:pt x="11" y="13"/>
                    </a:cubicBezTo>
                    <a:cubicBezTo>
                      <a:pt x="9" y="7"/>
                      <a:pt x="5" y="2"/>
                      <a:pt x="0" y="0"/>
                    </a:cubicBezTo>
                    <a:cubicBezTo>
                      <a:pt x="10" y="0"/>
                      <a:pt x="17" y="3"/>
                      <a:pt x="21" y="9"/>
                    </a:cubicBezTo>
                    <a:cubicBezTo>
                      <a:pt x="25" y="14"/>
                      <a:pt x="27" y="27"/>
                      <a:pt x="27" y="45"/>
                    </a:cubicBezTo>
                    <a:cubicBezTo>
                      <a:pt x="27" y="103"/>
                      <a:pt x="27" y="103"/>
                      <a:pt x="27" y="103"/>
                    </a:cubicBezTo>
                    <a:cubicBezTo>
                      <a:pt x="27" y="114"/>
                      <a:pt x="28" y="122"/>
                      <a:pt x="30" y="128"/>
                    </a:cubicBezTo>
                    <a:cubicBezTo>
                      <a:pt x="32" y="134"/>
                      <a:pt x="35" y="138"/>
                      <a:pt x="41" y="141"/>
                    </a:cubicBezTo>
                    <a:cubicBezTo>
                      <a:pt x="35" y="143"/>
                      <a:pt x="31" y="147"/>
                      <a:pt x="30" y="153"/>
                    </a:cubicBezTo>
                    <a:cubicBezTo>
                      <a:pt x="28" y="158"/>
                      <a:pt x="27" y="167"/>
                      <a:pt x="27" y="179"/>
                    </a:cubicBezTo>
                    <a:cubicBezTo>
                      <a:pt x="27" y="232"/>
                      <a:pt x="27" y="232"/>
                      <a:pt x="27" y="232"/>
                    </a:cubicBezTo>
                    <a:cubicBezTo>
                      <a:pt x="27" y="245"/>
                      <a:pt x="26" y="255"/>
                      <a:pt x="25" y="262"/>
                    </a:cubicBezTo>
                    <a:cubicBezTo>
                      <a:pt x="23" y="269"/>
                      <a:pt x="20" y="274"/>
                      <a:pt x="16" y="277"/>
                    </a:cubicBezTo>
                    <a:cubicBezTo>
                      <a:pt x="12" y="279"/>
                      <a:pt x="7" y="281"/>
                      <a:pt x="0" y="281"/>
                    </a:cubicBezTo>
                    <a:cubicBezTo>
                      <a:pt x="5" y="279"/>
                      <a:pt x="9" y="274"/>
                      <a:pt x="11" y="268"/>
                    </a:cubicBezTo>
                    <a:cubicBezTo>
                      <a:pt x="13" y="261"/>
                      <a:pt x="15" y="252"/>
                      <a:pt x="15" y="240"/>
                    </a:cubicBezTo>
                    <a:cubicBezTo>
                      <a:pt x="15" y="186"/>
                      <a:pt x="15" y="186"/>
                      <a:pt x="15" y="186"/>
                    </a:cubicBezTo>
                    <a:cubicBezTo>
                      <a:pt x="15" y="172"/>
                      <a:pt x="15" y="162"/>
                      <a:pt x="17" y="155"/>
                    </a:cubicBezTo>
                    <a:cubicBezTo>
                      <a:pt x="19" y="148"/>
                      <a:pt x="23" y="144"/>
                      <a:pt x="29" y="141"/>
                    </a:cubicBezTo>
                    <a:cubicBezTo>
                      <a:pt x="23" y="138"/>
                      <a:pt x="19" y="133"/>
                      <a:pt x="17" y="127"/>
                    </a:cubicBezTo>
                    <a:cubicBezTo>
                      <a:pt x="15" y="121"/>
                      <a:pt x="15" y="111"/>
                      <a:pt x="15" y="98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anchor="ctr"/>
              <a:lstStyle/>
              <a:p>
                <a:endParaRPr lang="zh-CN" altLang="en-US"/>
              </a:p>
            </p:txBody>
          </p:sp>
        </p:grp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A6B03515-0E90-F68C-EF41-4D94D89A4D8C}"/>
                </a:ext>
              </a:extLst>
            </p:cNvPr>
            <p:cNvSpPr txBox="1"/>
            <p:nvPr/>
          </p:nvSpPr>
          <p:spPr>
            <a:xfrm>
              <a:off x="3935095" y="4752340"/>
              <a:ext cx="2519680" cy="365760"/>
            </a:xfrm>
            <a:prstGeom prst="rect">
              <a:avLst/>
            </a:prstGeom>
            <a:noFill/>
          </p:spPr>
          <p:txBody>
            <a:bodyPr wrap="none" rtlCol="0" anchor="t">
              <a:spAutoFit/>
            </a:bodyPr>
            <a:lstStyle/>
            <a:p>
              <a:pPr algn="l"/>
              <a:r>
                <a:rPr lang="zh-CN" altLang="en-US" dirty="0">
                  <a:sym typeface="+mn-ea"/>
                </a:rPr>
                <a:t>后检测Until型循环        </a:t>
              </a:r>
              <a:endParaRPr lang="zh-CN" altLang="en-US" dirty="0"/>
            </a:p>
          </p:txBody>
        </p:sp>
        <p:sp>
          <p:nvSpPr>
            <p:cNvPr id="18" name="左大括号">
              <a:extLst>
                <a:ext uri="{FF2B5EF4-FFF2-40B4-BE49-F238E27FC236}">
                  <a16:creationId xmlns:a16="http://schemas.microsoft.com/office/drawing/2014/main" id="{310F0622-D2C3-DCBB-845E-90A7631F41A2}"/>
                </a:ext>
              </a:extLst>
            </p:cNvPr>
            <p:cNvSpPr/>
            <p:nvPr/>
          </p:nvSpPr>
          <p:spPr bwMode="auto">
            <a:xfrm rot="16200000" flipH="1">
              <a:off x="4853940" y="3240405"/>
              <a:ext cx="135890" cy="259397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F492409-7E02-DF45-4A24-570082FD8976}"/>
                </a:ext>
              </a:extLst>
            </p:cNvPr>
            <p:cNvSpPr txBox="1"/>
            <p:nvPr/>
          </p:nvSpPr>
          <p:spPr>
            <a:xfrm>
              <a:off x="9498330" y="4752340"/>
              <a:ext cx="1556385" cy="3657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>
                  <a:sym typeface="+mn-ea"/>
                </a:rPr>
                <a:t>定义</a:t>
              </a:r>
            </a:p>
          </p:txBody>
        </p:sp>
        <p:sp>
          <p:nvSpPr>
            <p:cNvPr id="20" name="左大括号">
              <a:extLst>
                <a:ext uri="{FF2B5EF4-FFF2-40B4-BE49-F238E27FC236}">
                  <a16:creationId xmlns:a16="http://schemas.microsoft.com/office/drawing/2014/main" id="{D285D475-A635-F0BF-1DE9-EC458BE9D9EC}"/>
                </a:ext>
              </a:extLst>
            </p:cNvPr>
            <p:cNvSpPr/>
            <p:nvPr/>
          </p:nvSpPr>
          <p:spPr bwMode="auto">
            <a:xfrm rot="16200000" flipH="1">
              <a:off x="9692640" y="3648075"/>
              <a:ext cx="118110" cy="1778635"/>
            </a:xfrm>
            <a:custGeom>
              <a:avLst/>
              <a:gdLst>
                <a:gd name="T0" fmla="*/ 2147483646 w 41"/>
                <a:gd name="T1" fmla="*/ 2147483646 h 281"/>
                <a:gd name="T2" fmla="*/ 2147483646 w 41"/>
                <a:gd name="T3" fmla="*/ 2147483646 h 281"/>
                <a:gd name="T4" fmla="*/ 0 w 41"/>
                <a:gd name="T5" fmla="*/ 0 h 281"/>
                <a:gd name="T6" fmla="*/ 2147483646 w 41"/>
                <a:gd name="T7" fmla="*/ 2147483646 h 281"/>
                <a:gd name="T8" fmla="*/ 2147483646 w 41"/>
                <a:gd name="T9" fmla="*/ 2147483646 h 281"/>
                <a:gd name="T10" fmla="*/ 2147483646 w 41"/>
                <a:gd name="T11" fmla="*/ 2147483646 h 281"/>
                <a:gd name="T12" fmla="*/ 2147483646 w 41"/>
                <a:gd name="T13" fmla="*/ 2147483646 h 281"/>
                <a:gd name="T14" fmla="*/ 2147483646 w 41"/>
                <a:gd name="T15" fmla="*/ 2147483646 h 281"/>
                <a:gd name="T16" fmla="*/ 2147483646 w 41"/>
                <a:gd name="T17" fmla="*/ 2147483646 h 281"/>
                <a:gd name="T18" fmla="*/ 2147483646 w 41"/>
                <a:gd name="T19" fmla="*/ 2147483646 h 281"/>
                <a:gd name="T20" fmla="*/ 2147483646 w 41"/>
                <a:gd name="T21" fmla="*/ 2147483646 h 281"/>
                <a:gd name="T22" fmla="*/ 2147483646 w 41"/>
                <a:gd name="T23" fmla="*/ 2147483646 h 281"/>
                <a:gd name="T24" fmla="*/ 2147483646 w 41"/>
                <a:gd name="T25" fmla="*/ 2147483646 h 281"/>
                <a:gd name="T26" fmla="*/ 0 w 41"/>
                <a:gd name="T27" fmla="*/ 2147483646 h 281"/>
                <a:gd name="T28" fmla="*/ 2147483646 w 41"/>
                <a:gd name="T29" fmla="*/ 2147483646 h 281"/>
                <a:gd name="T30" fmla="*/ 2147483646 w 41"/>
                <a:gd name="T31" fmla="*/ 2147483646 h 281"/>
                <a:gd name="T32" fmla="*/ 2147483646 w 41"/>
                <a:gd name="T33" fmla="*/ 2147483646 h 281"/>
                <a:gd name="T34" fmla="*/ 2147483646 w 41"/>
                <a:gd name="T35" fmla="*/ 2147483646 h 281"/>
                <a:gd name="T36" fmla="*/ 2147483646 w 41"/>
                <a:gd name="T37" fmla="*/ 2147483646 h 281"/>
                <a:gd name="T38" fmla="*/ 2147483646 w 41"/>
                <a:gd name="T39" fmla="*/ 2147483646 h 281"/>
                <a:gd name="T40" fmla="*/ 2147483646 w 41"/>
                <a:gd name="T41" fmla="*/ 2147483646 h 281"/>
                <a:gd name="T42" fmla="*/ 2147483646 w 41"/>
                <a:gd name="T43" fmla="*/ 2147483646 h 281"/>
                <a:gd name="T44" fmla="*/ 0 60000 65536"/>
                <a:gd name="T45" fmla="*/ 0 60000 65536"/>
                <a:gd name="T46" fmla="*/ 0 60000 65536"/>
                <a:gd name="T47" fmla="*/ 0 60000 65536"/>
                <a:gd name="T48" fmla="*/ 0 60000 65536"/>
                <a:gd name="T49" fmla="*/ 0 60000 65536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</a:gdLst>
              <a:ahLst/>
              <a:cxnLst>
                <a:cxn ang="T44">
                  <a:pos x="T0" y="T1"/>
                </a:cxn>
                <a:cxn ang="T45">
                  <a:pos x="T2" y="T3"/>
                </a:cxn>
                <a:cxn ang="T46">
                  <a:pos x="T4" y="T5"/>
                </a:cxn>
                <a:cxn ang="T47">
                  <a:pos x="T6" y="T7"/>
                </a:cxn>
                <a:cxn ang="T48">
                  <a:pos x="T8" y="T9"/>
                </a:cxn>
                <a:cxn ang="T49">
                  <a:pos x="T10" y="T11"/>
                </a:cxn>
                <a:cxn ang="T50">
                  <a:pos x="T12" y="T13"/>
                </a:cxn>
                <a:cxn ang="T51">
                  <a:pos x="T14" y="T15"/>
                </a:cxn>
                <a:cxn ang="T52">
                  <a:pos x="T16" y="T17"/>
                </a:cxn>
                <a:cxn ang="T53">
                  <a:pos x="T18" y="T19"/>
                </a:cxn>
                <a:cxn ang="T54">
                  <a:pos x="T20" y="T21"/>
                </a:cxn>
                <a:cxn ang="T55">
                  <a:pos x="T22" y="T23"/>
                </a:cxn>
                <a:cxn ang="T56">
                  <a:pos x="T24" y="T25"/>
                </a:cxn>
                <a:cxn ang="T57">
                  <a:pos x="T26" y="T27"/>
                </a:cxn>
                <a:cxn ang="T58">
                  <a:pos x="T28" y="T29"/>
                </a:cxn>
                <a:cxn ang="T59">
                  <a:pos x="T30" y="T31"/>
                </a:cxn>
                <a:cxn ang="T60">
                  <a:pos x="T32" y="T33"/>
                </a:cxn>
                <a:cxn ang="T61">
                  <a:pos x="T34" y="T35"/>
                </a:cxn>
                <a:cxn ang="T62">
                  <a:pos x="T36" y="T37"/>
                </a:cxn>
                <a:cxn ang="T63">
                  <a:pos x="T38" y="T39"/>
                </a:cxn>
                <a:cxn ang="T64">
                  <a:pos x="T40" y="T41"/>
                </a:cxn>
                <a:cxn ang="T65">
                  <a:pos x="T42" y="T43"/>
                </a:cxn>
              </a:cxnLst>
              <a:rect l="0" t="0" r="r" b="b"/>
              <a:pathLst>
                <a:path w="41" h="281">
                  <a:moveTo>
                    <a:pt x="15" y="41"/>
                  </a:moveTo>
                  <a:cubicBezTo>
                    <a:pt x="15" y="29"/>
                    <a:pt x="13" y="19"/>
                    <a:pt x="11" y="13"/>
                  </a:cubicBezTo>
                  <a:cubicBezTo>
                    <a:pt x="9" y="7"/>
                    <a:pt x="5" y="2"/>
                    <a:pt x="0" y="0"/>
                  </a:cubicBezTo>
                  <a:cubicBezTo>
                    <a:pt x="10" y="0"/>
                    <a:pt x="17" y="3"/>
                    <a:pt x="21" y="9"/>
                  </a:cubicBezTo>
                  <a:cubicBezTo>
                    <a:pt x="25" y="14"/>
                    <a:pt x="27" y="27"/>
                    <a:pt x="27" y="45"/>
                  </a:cubicBezTo>
                  <a:cubicBezTo>
                    <a:pt x="27" y="103"/>
                    <a:pt x="27" y="103"/>
                    <a:pt x="27" y="103"/>
                  </a:cubicBezTo>
                  <a:cubicBezTo>
                    <a:pt x="27" y="114"/>
                    <a:pt x="28" y="122"/>
                    <a:pt x="30" y="128"/>
                  </a:cubicBezTo>
                  <a:cubicBezTo>
                    <a:pt x="32" y="134"/>
                    <a:pt x="35" y="138"/>
                    <a:pt x="41" y="141"/>
                  </a:cubicBezTo>
                  <a:cubicBezTo>
                    <a:pt x="35" y="143"/>
                    <a:pt x="31" y="147"/>
                    <a:pt x="30" y="153"/>
                  </a:cubicBezTo>
                  <a:cubicBezTo>
                    <a:pt x="28" y="158"/>
                    <a:pt x="27" y="167"/>
                    <a:pt x="27" y="179"/>
                  </a:cubicBezTo>
                  <a:cubicBezTo>
                    <a:pt x="27" y="232"/>
                    <a:pt x="27" y="232"/>
                    <a:pt x="27" y="232"/>
                  </a:cubicBezTo>
                  <a:cubicBezTo>
                    <a:pt x="27" y="245"/>
                    <a:pt x="26" y="255"/>
                    <a:pt x="25" y="262"/>
                  </a:cubicBezTo>
                  <a:cubicBezTo>
                    <a:pt x="23" y="269"/>
                    <a:pt x="20" y="274"/>
                    <a:pt x="16" y="277"/>
                  </a:cubicBezTo>
                  <a:cubicBezTo>
                    <a:pt x="12" y="279"/>
                    <a:pt x="7" y="281"/>
                    <a:pt x="0" y="281"/>
                  </a:cubicBezTo>
                  <a:cubicBezTo>
                    <a:pt x="5" y="279"/>
                    <a:pt x="9" y="274"/>
                    <a:pt x="11" y="268"/>
                  </a:cubicBezTo>
                  <a:cubicBezTo>
                    <a:pt x="13" y="261"/>
                    <a:pt x="15" y="252"/>
                    <a:pt x="15" y="240"/>
                  </a:cubicBezTo>
                  <a:cubicBezTo>
                    <a:pt x="15" y="186"/>
                    <a:pt x="15" y="186"/>
                    <a:pt x="15" y="186"/>
                  </a:cubicBezTo>
                  <a:cubicBezTo>
                    <a:pt x="15" y="172"/>
                    <a:pt x="15" y="162"/>
                    <a:pt x="17" y="155"/>
                  </a:cubicBezTo>
                  <a:cubicBezTo>
                    <a:pt x="19" y="148"/>
                    <a:pt x="23" y="144"/>
                    <a:pt x="29" y="141"/>
                  </a:cubicBezTo>
                  <a:cubicBezTo>
                    <a:pt x="23" y="138"/>
                    <a:pt x="19" y="133"/>
                    <a:pt x="17" y="127"/>
                  </a:cubicBezTo>
                  <a:cubicBezTo>
                    <a:pt x="15" y="121"/>
                    <a:pt x="15" y="111"/>
                    <a:pt x="15" y="98"/>
                  </a:cubicBezTo>
                  <a:lnTo>
                    <a:pt x="15" y="41"/>
                  </a:ln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anchor="ctr"/>
            <a:lstStyle/>
            <a:p>
              <a:endParaRPr lang="zh-CN" altLang="en-US"/>
            </a:p>
          </p:txBody>
        </p:sp>
      </p:grp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FB7948A-6F96-3A33-54E4-B7022B46D65C}"/>
              </a:ext>
            </a:extLst>
          </p:cNvPr>
          <p:cNvGrpSpPr/>
          <p:nvPr/>
        </p:nvGrpSpPr>
        <p:grpSpPr>
          <a:xfrm>
            <a:off x="1884998" y="533945"/>
            <a:ext cx="720000" cy="1227411"/>
            <a:chOff x="2646998" y="1122680"/>
            <a:chExt cx="720000" cy="1227411"/>
          </a:xfrm>
        </p:grpSpPr>
        <p:sp>
          <p:nvSpPr>
            <p:cNvPr id="25" name="流程图: 过程 24">
              <a:extLst>
                <a:ext uri="{FF2B5EF4-FFF2-40B4-BE49-F238E27FC236}">
                  <a16:creationId xmlns:a16="http://schemas.microsoft.com/office/drawing/2014/main" id="{75657256-3F0B-5FC0-9242-9B390FD7A03E}"/>
                </a:ext>
              </a:extLst>
            </p:cNvPr>
            <p:cNvSpPr/>
            <p:nvPr/>
          </p:nvSpPr>
          <p:spPr>
            <a:xfrm>
              <a:off x="2646998" y="1122680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流程图: 过程 25">
              <a:extLst>
                <a:ext uri="{FF2B5EF4-FFF2-40B4-BE49-F238E27FC236}">
                  <a16:creationId xmlns:a16="http://schemas.microsoft.com/office/drawing/2014/main" id="{3302E5C5-0743-3987-F685-8C2A41B4AE0E}"/>
                </a:ext>
              </a:extLst>
            </p:cNvPr>
            <p:cNvSpPr/>
            <p:nvPr/>
          </p:nvSpPr>
          <p:spPr>
            <a:xfrm>
              <a:off x="2646998" y="1556386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" name="流程图: 过程 26">
              <a:extLst>
                <a:ext uri="{FF2B5EF4-FFF2-40B4-BE49-F238E27FC236}">
                  <a16:creationId xmlns:a16="http://schemas.microsoft.com/office/drawing/2014/main" id="{E8EC3C67-6D3A-751A-6547-62BA9728D593}"/>
                </a:ext>
              </a:extLst>
            </p:cNvPr>
            <p:cNvSpPr/>
            <p:nvPr/>
          </p:nvSpPr>
          <p:spPr>
            <a:xfrm>
              <a:off x="2646998" y="199009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D5C139B1-D7E8-E541-6C8C-4F9056AC6BDC}"/>
              </a:ext>
            </a:extLst>
          </p:cNvPr>
          <p:cNvCxnSpPr>
            <a:cxnSpLocks/>
          </p:cNvCxnSpPr>
          <p:nvPr/>
        </p:nvCxnSpPr>
        <p:spPr>
          <a:xfrm>
            <a:off x="1884998" y="247650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7D4177E9-0C0D-B3D4-0865-9B94652F85A8}"/>
              </a:ext>
            </a:extLst>
          </p:cNvPr>
          <p:cNvGrpSpPr/>
          <p:nvPr/>
        </p:nvGrpSpPr>
        <p:grpSpPr>
          <a:xfrm>
            <a:off x="6377178" y="782433"/>
            <a:ext cx="720000" cy="1027386"/>
            <a:chOff x="7126060" y="1375931"/>
            <a:chExt cx="720000" cy="1027386"/>
          </a:xfrm>
        </p:grpSpPr>
        <p:sp>
          <p:nvSpPr>
            <p:cNvPr id="30" name="流程图: 过程 29">
              <a:extLst>
                <a:ext uri="{FF2B5EF4-FFF2-40B4-BE49-F238E27FC236}">
                  <a16:creationId xmlns:a16="http://schemas.microsoft.com/office/drawing/2014/main" id="{69D7C2F2-45E5-216B-3D5E-BFB59DAC1B94}"/>
                </a:ext>
              </a:extLst>
            </p:cNvPr>
            <p:cNvSpPr/>
            <p:nvPr/>
          </p:nvSpPr>
          <p:spPr>
            <a:xfrm>
              <a:off x="7126060" y="1375931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流程图: 过程 31">
              <a:extLst>
                <a:ext uri="{FF2B5EF4-FFF2-40B4-BE49-F238E27FC236}">
                  <a16:creationId xmlns:a16="http://schemas.microsoft.com/office/drawing/2014/main" id="{49DA8E05-D811-9B4D-AD88-EEEC185B8C0C}"/>
                </a:ext>
              </a:extLst>
            </p:cNvPr>
            <p:cNvSpPr/>
            <p:nvPr/>
          </p:nvSpPr>
          <p:spPr>
            <a:xfrm>
              <a:off x="7126060" y="2043317"/>
              <a:ext cx="720000" cy="360000"/>
            </a:xfrm>
            <a:prstGeom prst="flowChartProcess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P2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BF6491D7-F752-BBBB-E6B4-0FEACFF0A5DE}"/>
              </a:ext>
            </a:extLst>
          </p:cNvPr>
          <p:cNvCxnSpPr>
            <a:cxnSpLocks/>
          </p:cNvCxnSpPr>
          <p:nvPr/>
        </p:nvCxnSpPr>
        <p:spPr>
          <a:xfrm>
            <a:off x="5640160" y="396126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DCBFA2BD-7BD4-4A05-6B41-F21DD7F20DF3}"/>
              </a:ext>
            </a:extLst>
          </p:cNvPr>
          <p:cNvSpPr/>
          <p:nvPr/>
        </p:nvSpPr>
        <p:spPr>
          <a:xfrm>
            <a:off x="5640161" y="936126"/>
            <a:ext cx="565567" cy="720000"/>
          </a:xfrm>
          <a:custGeom>
            <a:avLst/>
            <a:gdLst>
              <a:gd name="csX0" fmla="*/ 0 w 565567"/>
              <a:gd name="csY0" fmla="*/ 0 h 720000"/>
              <a:gd name="csX1" fmla="*/ 565567 w 565567"/>
              <a:gd name="csY1" fmla="*/ 0 h 720000"/>
              <a:gd name="csX2" fmla="*/ 360000 w 565567"/>
              <a:gd name="csY2" fmla="*/ 360000 h 720000"/>
              <a:gd name="csX3" fmla="*/ 565567 w 565567"/>
              <a:gd name="csY3" fmla="*/ 720000 h 720000"/>
              <a:gd name="csX4" fmla="*/ 0 w 565567"/>
              <a:gd name="csY4" fmla="*/ 720000 h 72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65567" h="720000">
                <a:moveTo>
                  <a:pt x="0" y="0"/>
                </a:moveTo>
                <a:lnTo>
                  <a:pt x="565567" y="0"/>
                </a:lnTo>
                <a:lnTo>
                  <a:pt x="360000" y="360000"/>
                </a:lnTo>
                <a:lnTo>
                  <a:pt x="565567" y="720000"/>
                </a:lnTo>
                <a:lnTo>
                  <a:pt x="0" y="720000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r>
              <a:rPr lang="en-US" altLang="zh-CN" sz="1600" dirty="0">
                <a:solidFill>
                  <a:schemeClr val="tx1"/>
                </a:solidFill>
              </a:rPr>
              <a:t>C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B0B64D4E-8C45-EA81-B470-B0E85870D24A}"/>
              </a:ext>
            </a:extLst>
          </p:cNvPr>
          <p:cNvCxnSpPr>
            <a:cxnSpLocks/>
          </p:cNvCxnSpPr>
          <p:nvPr/>
        </p:nvCxnSpPr>
        <p:spPr>
          <a:xfrm>
            <a:off x="5875528" y="936126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65C1B8D2-C9D1-F85F-0A4A-A5CDD9B1E5FD}"/>
              </a:ext>
            </a:extLst>
          </p:cNvPr>
          <p:cNvCxnSpPr>
            <a:cxnSpLocks/>
          </p:cNvCxnSpPr>
          <p:nvPr/>
        </p:nvCxnSpPr>
        <p:spPr>
          <a:xfrm>
            <a:off x="5875528" y="1656126"/>
            <a:ext cx="5016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流程图: 过程 45">
            <a:extLst>
              <a:ext uri="{FF2B5EF4-FFF2-40B4-BE49-F238E27FC236}">
                <a16:creationId xmlns:a16="http://schemas.microsoft.com/office/drawing/2014/main" id="{2B4F161F-F5EE-B7E6-670A-E0AF9359B556}"/>
              </a:ext>
            </a:extLst>
          </p:cNvPr>
          <p:cNvSpPr/>
          <p:nvPr/>
        </p:nvSpPr>
        <p:spPr>
          <a:xfrm>
            <a:off x="11301394" y="373970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P1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7" name="流程图: 过程 46">
            <a:extLst>
              <a:ext uri="{FF2B5EF4-FFF2-40B4-BE49-F238E27FC236}">
                <a16:creationId xmlns:a16="http://schemas.microsoft.com/office/drawing/2014/main" id="{194F6E28-6412-7F12-971C-14C1D2744061}"/>
              </a:ext>
            </a:extLst>
          </p:cNvPr>
          <p:cNvSpPr/>
          <p:nvPr/>
        </p:nvSpPr>
        <p:spPr>
          <a:xfrm>
            <a:off x="11301394" y="78309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P2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32E7B508-3958-2277-9504-5F9150A64A18}"/>
              </a:ext>
            </a:extLst>
          </p:cNvPr>
          <p:cNvCxnSpPr>
            <a:cxnSpLocks/>
          </p:cNvCxnSpPr>
          <p:nvPr/>
        </p:nvCxnSpPr>
        <p:spPr>
          <a:xfrm>
            <a:off x="10221394" y="404313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5967A285-3FDC-9D4C-707C-6E1C8B284E3E}"/>
              </a:ext>
            </a:extLst>
          </p:cNvPr>
          <p:cNvCxnSpPr>
            <a:cxnSpLocks/>
          </p:cNvCxnSpPr>
          <p:nvPr/>
        </p:nvCxnSpPr>
        <p:spPr>
          <a:xfrm>
            <a:off x="10221394" y="584313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FE5B69E4-2746-25BD-4A4F-08D92DDB6AF6}"/>
              </a:ext>
            </a:extLst>
          </p:cNvPr>
          <p:cNvCxnSpPr>
            <a:cxnSpLocks/>
          </p:cNvCxnSpPr>
          <p:nvPr/>
        </p:nvCxnSpPr>
        <p:spPr>
          <a:xfrm>
            <a:off x="10221394" y="2024313"/>
            <a:ext cx="10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流程图: 过程 51">
            <a:extLst>
              <a:ext uri="{FF2B5EF4-FFF2-40B4-BE49-F238E27FC236}">
                <a16:creationId xmlns:a16="http://schemas.microsoft.com/office/drawing/2014/main" id="{0C6AF131-2814-7E2B-1483-DA7B87417134}"/>
              </a:ext>
            </a:extLst>
          </p:cNvPr>
          <p:cNvSpPr/>
          <p:nvPr/>
        </p:nvSpPr>
        <p:spPr>
          <a:xfrm>
            <a:off x="11301394" y="1836126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Pn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3" name="流程图: 过程 52">
            <a:extLst>
              <a:ext uri="{FF2B5EF4-FFF2-40B4-BE49-F238E27FC236}">
                <a16:creationId xmlns:a16="http://schemas.microsoft.com/office/drawing/2014/main" id="{E82BB0E7-7A49-4CBA-4AB6-15ADA80A2BD3}"/>
              </a:ext>
            </a:extLst>
          </p:cNvPr>
          <p:cNvSpPr/>
          <p:nvPr/>
        </p:nvSpPr>
        <p:spPr>
          <a:xfrm>
            <a:off x="11301394" y="1192214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P3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72911CB-A2A6-620F-369C-44AE4AC172A6}"/>
              </a:ext>
            </a:extLst>
          </p:cNvPr>
          <p:cNvSpPr txBox="1"/>
          <p:nvPr/>
        </p:nvSpPr>
        <p:spPr>
          <a:xfrm>
            <a:off x="11426362" y="1555671"/>
            <a:ext cx="3385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/>
              <a:t>…</a:t>
            </a:r>
            <a:endParaRPr lang="zh-CN" altLang="en-US" sz="1200" dirty="0"/>
          </a:p>
        </p:txBody>
      </p: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F03CECAD-EDAB-86EB-410C-29626256F4AF}"/>
              </a:ext>
            </a:extLst>
          </p:cNvPr>
          <p:cNvCxnSpPr>
            <a:cxnSpLocks/>
          </p:cNvCxnSpPr>
          <p:nvPr/>
        </p:nvCxnSpPr>
        <p:spPr>
          <a:xfrm>
            <a:off x="11121394" y="978264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01B1B137-26E6-E046-0E00-196B263465B0}"/>
              </a:ext>
            </a:extLst>
          </p:cNvPr>
          <p:cNvCxnSpPr>
            <a:cxnSpLocks/>
          </p:cNvCxnSpPr>
          <p:nvPr/>
        </p:nvCxnSpPr>
        <p:spPr>
          <a:xfrm>
            <a:off x="11121394" y="1372214"/>
            <a:ext cx="18000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文本框 57">
            <a:extLst>
              <a:ext uri="{FF2B5EF4-FFF2-40B4-BE49-F238E27FC236}">
                <a16:creationId xmlns:a16="http://schemas.microsoft.com/office/drawing/2014/main" id="{283D7C27-7B68-3E24-6B1C-DCD68076B2D4}"/>
              </a:ext>
            </a:extLst>
          </p:cNvPr>
          <p:cNvSpPr txBox="1"/>
          <p:nvPr/>
        </p:nvSpPr>
        <p:spPr>
          <a:xfrm>
            <a:off x="10221394" y="1150425"/>
            <a:ext cx="5357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Case</a:t>
            </a:r>
            <a:endParaRPr lang="zh-CN" altLang="en-US" sz="1400" dirty="0"/>
          </a:p>
        </p:txBody>
      </p: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49AADB1-7D66-32B7-F179-D99ADF747E4A}"/>
              </a:ext>
            </a:extLst>
          </p:cNvPr>
          <p:cNvCxnSpPr>
            <a:cxnSpLocks/>
          </p:cNvCxnSpPr>
          <p:nvPr/>
        </p:nvCxnSpPr>
        <p:spPr>
          <a:xfrm rot="2040000">
            <a:off x="11054163" y="558500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0ED43E0D-44F5-A4FB-B416-01B65E57109C}"/>
              </a:ext>
            </a:extLst>
          </p:cNvPr>
          <p:cNvCxnSpPr>
            <a:cxnSpLocks/>
          </p:cNvCxnSpPr>
          <p:nvPr/>
        </p:nvCxnSpPr>
        <p:spPr>
          <a:xfrm rot="19560000" flipV="1">
            <a:off x="11054163" y="769006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8A10CABF-01D8-A55D-6FFD-200352350681}"/>
              </a:ext>
            </a:extLst>
          </p:cNvPr>
          <p:cNvCxnSpPr>
            <a:cxnSpLocks/>
          </p:cNvCxnSpPr>
          <p:nvPr/>
        </p:nvCxnSpPr>
        <p:spPr>
          <a:xfrm rot="2040000">
            <a:off x="11054163" y="956723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DBCB3AAD-31ED-7835-BEB6-41E00CC3936E}"/>
              </a:ext>
            </a:extLst>
          </p:cNvPr>
          <p:cNvCxnSpPr>
            <a:cxnSpLocks/>
          </p:cNvCxnSpPr>
          <p:nvPr/>
        </p:nvCxnSpPr>
        <p:spPr>
          <a:xfrm rot="19560000" flipV="1">
            <a:off x="11054163" y="1141755"/>
            <a:ext cx="0" cy="252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0DF81722-492E-209F-6D6F-6D1F14E10834}"/>
              </a:ext>
            </a:extLst>
          </p:cNvPr>
          <p:cNvSpPr txBox="1"/>
          <p:nvPr/>
        </p:nvSpPr>
        <p:spPr>
          <a:xfrm>
            <a:off x="10680528" y="553970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L1</a:t>
            </a:r>
            <a:endParaRPr lang="zh-CN" altLang="en-US" sz="1400" dirty="0"/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5895B133-6907-0535-955D-1C37F9972522}"/>
              </a:ext>
            </a:extLst>
          </p:cNvPr>
          <p:cNvSpPr txBox="1"/>
          <p:nvPr/>
        </p:nvSpPr>
        <p:spPr>
          <a:xfrm>
            <a:off x="10680528" y="837025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L2</a:t>
            </a:r>
            <a:endParaRPr lang="zh-CN" altLang="en-US" sz="1400" dirty="0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800CDC3F-98F5-0025-DD11-97848BA51400}"/>
              </a:ext>
            </a:extLst>
          </p:cNvPr>
          <p:cNvSpPr txBox="1"/>
          <p:nvPr/>
        </p:nvSpPr>
        <p:spPr>
          <a:xfrm>
            <a:off x="10680528" y="1754474"/>
            <a:ext cx="3834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/>
              <a:t>Ln</a:t>
            </a:r>
            <a:endParaRPr lang="zh-CN" altLang="en-US" sz="1400" dirty="0"/>
          </a:p>
        </p:txBody>
      </p:sp>
      <p:sp>
        <p:nvSpPr>
          <p:cNvPr id="70" name="流程图: 过程 69">
            <a:extLst>
              <a:ext uri="{FF2B5EF4-FFF2-40B4-BE49-F238E27FC236}">
                <a16:creationId xmlns:a16="http://schemas.microsoft.com/office/drawing/2014/main" id="{8A17795D-C353-940B-8C2C-4131C6AD8529}"/>
              </a:ext>
            </a:extLst>
          </p:cNvPr>
          <p:cNvSpPr/>
          <p:nvPr/>
        </p:nvSpPr>
        <p:spPr>
          <a:xfrm>
            <a:off x="2316163" y="566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1" name="流程图: 过程 70">
            <a:extLst>
              <a:ext uri="{FF2B5EF4-FFF2-40B4-BE49-F238E27FC236}">
                <a16:creationId xmlns:a16="http://schemas.microsoft.com/office/drawing/2014/main" id="{6AC971CF-9A0C-1472-1DB7-AC473D3FE1E8}"/>
              </a:ext>
            </a:extLst>
          </p:cNvPr>
          <p:cNvSpPr/>
          <p:nvPr/>
        </p:nvSpPr>
        <p:spPr>
          <a:xfrm>
            <a:off x="963613" y="5667832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302642B9-4C74-2C39-FAA8-498A04EBB4F6}"/>
              </a:ext>
            </a:extLst>
          </p:cNvPr>
          <p:cNvCxnSpPr>
            <a:cxnSpLocks/>
          </p:cNvCxnSpPr>
          <p:nvPr/>
        </p:nvCxnSpPr>
        <p:spPr>
          <a:xfrm>
            <a:off x="963613" y="4947831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连接符 74">
            <a:extLst>
              <a:ext uri="{FF2B5EF4-FFF2-40B4-BE49-F238E27FC236}">
                <a16:creationId xmlns:a16="http://schemas.microsoft.com/office/drawing/2014/main" id="{3E340374-4649-CAE5-9ED3-1304665ED9E8}"/>
              </a:ext>
            </a:extLst>
          </p:cNvPr>
          <p:cNvCxnSpPr>
            <a:stCxn id="71" idx="3"/>
            <a:endCxn id="70" idx="1"/>
          </p:cNvCxnSpPr>
          <p:nvPr/>
        </p:nvCxnSpPr>
        <p:spPr>
          <a:xfrm>
            <a:off x="2043613" y="5847832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流程图: 过程 75">
            <a:extLst>
              <a:ext uri="{FF2B5EF4-FFF2-40B4-BE49-F238E27FC236}">
                <a16:creationId xmlns:a16="http://schemas.microsoft.com/office/drawing/2014/main" id="{E293555C-0116-C524-AEA1-2849F4C538C8}"/>
              </a:ext>
            </a:extLst>
          </p:cNvPr>
          <p:cNvSpPr/>
          <p:nvPr/>
        </p:nvSpPr>
        <p:spPr>
          <a:xfrm>
            <a:off x="5402263" y="5667832"/>
            <a:ext cx="72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P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77" name="流程图: 过程 76">
            <a:extLst>
              <a:ext uri="{FF2B5EF4-FFF2-40B4-BE49-F238E27FC236}">
                <a16:creationId xmlns:a16="http://schemas.microsoft.com/office/drawing/2014/main" id="{210FCEE7-639D-201A-3866-3DDEB17C03CF}"/>
              </a:ext>
            </a:extLst>
          </p:cNvPr>
          <p:cNvSpPr/>
          <p:nvPr/>
        </p:nvSpPr>
        <p:spPr>
          <a:xfrm>
            <a:off x="4049713" y="5667832"/>
            <a:ext cx="1080000" cy="360000"/>
          </a:xfrm>
          <a:prstGeom prst="flowChartProcess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</a:rPr>
              <a:t>WHILE C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cxnSp>
        <p:nvCxnSpPr>
          <p:cNvPr id="78" name="直接连接符 77">
            <a:extLst>
              <a:ext uri="{FF2B5EF4-FFF2-40B4-BE49-F238E27FC236}">
                <a16:creationId xmlns:a16="http://schemas.microsoft.com/office/drawing/2014/main" id="{C6208DC2-7AB2-85F3-D735-E98754C8548C}"/>
              </a:ext>
            </a:extLst>
          </p:cNvPr>
          <p:cNvCxnSpPr>
            <a:cxnSpLocks/>
          </p:cNvCxnSpPr>
          <p:nvPr/>
        </p:nvCxnSpPr>
        <p:spPr>
          <a:xfrm>
            <a:off x="4049713" y="4947831"/>
            <a:ext cx="0" cy="180000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7BC7CC0E-7868-B3B8-D847-32A136FDD046}"/>
              </a:ext>
            </a:extLst>
          </p:cNvPr>
          <p:cNvCxnSpPr>
            <a:stCxn id="77" idx="3"/>
            <a:endCxn id="76" idx="1"/>
          </p:cNvCxnSpPr>
          <p:nvPr/>
        </p:nvCxnSpPr>
        <p:spPr>
          <a:xfrm>
            <a:off x="5129713" y="5847832"/>
            <a:ext cx="272550" cy="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A41127F1-A81B-36D9-2843-6181D5F22709}"/>
              </a:ext>
            </a:extLst>
          </p:cNvPr>
          <p:cNvCxnSpPr>
            <a:cxnSpLocks/>
          </p:cNvCxnSpPr>
          <p:nvPr/>
        </p:nvCxnSpPr>
        <p:spPr>
          <a:xfrm>
            <a:off x="1057275" y="5667831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2E674AFA-61B0-90F7-2E72-4C4F23AB7270}"/>
              </a:ext>
            </a:extLst>
          </p:cNvPr>
          <p:cNvCxnSpPr>
            <a:cxnSpLocks/>
          </p:cNvCxnSpPr>
          <p:nvPr/>
        </p:nvCxnSpPr>
        <p:spPr>
          <a:xfrm>
            <a:off x="5038725" y="5667831"/>
            <a:ext cx="0" cy="360000"/>
          </a:xfrm>
          <a:prstGeom prst="line">
            <a:avLst/>
          </a:prstGeom>
          <a:ln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流程图: 接点 82">
            <a:extLst>
              <a:ext uri="{FF2B5EF4-FFF2-40B4-BE49-F238E27FC236}">
                <a16:creationId xmlns:a16="http://schemas.microsoft.com/office/drawing/2014/main" id="{E6A0018D-7A12-2521-BED6-478623B71FAA}"/>
              </a:ext>
            </a:extLst>
          </p:cNvPr>
          <p:cNvSpPr/>
          <p:nvPr/>
        </p:nvSpPr>
        <p:spPr>
          <a:xfrm>
            <a:off x="6971665" y="5487831"/>
            <a:ext cx="720000" cy="72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</a:endParaRPr>
          </a:p>
        </p:txBody>
      </p: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87D17B73-3E6B-3E6A-E583-3A96865D33A8}"/>
              </a:ext>
            </a:extLst>
          </p:cNvPr>
          <p:cNvGrpSpPr/>
          <p:nvPr/>
        </p:nvGrpSpPr>
        <p:grpSpPr>
          <a:xfrm>
            <a:off x="8513558" y="5535532"/>
            <a:ext cx="1800000" cy="624598"/>
            <a:chOff x="8513558" y="5204908"/>
            <a:chExt cx="1800000" cy="624598"/>
          </a:xfrm>
        </p:grpSpPr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53D05614-E95C-1BCB-B73C-F41B3FF67B3F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7771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>
              <a:extLst>
                <a:ext uri="{FF2B5EF4-FFF2-40B4-BE49-F238E27FC236}">
                  <a16:creationId xmlns:a16="http://schemas.microsoft.com/office/drawing/2014/main" id="{F8B91F41-1ACD-1675-F5AB-8F83802D01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413558" y="4929506"/>
              <a:ext cx="0" cy="180000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4C78CB0E-6750-3D96-333E-65BACDBB9CFD}"/>
                </a:ext>
              </a:extLst>
            </p:cNvPr>
            <p:cNvSpPr txBox="1"/>
            <p:nvPr/>
          </p:nvSpPr>
          <p:spPr>
            <a:xfrm>
              <a:off x="9173749" y="5204908"/>
              <a:ext cx="479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zh-CN" dirty="0"/>
                <a:t>def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0612137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-2147482509">
            <a:extLst>
              <a:ext uri="{FF2B5EF4-FFF2-40B4-BE49-F238E27FC236}">
                <a16:creationId xmlns:a16="http://schemas.microsoft.com/office/drawing/2014/main" id="{EB9C8F9D-3197-4770-2B01-1FF7C38CDC1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096000" y="1565761"/>
            <a:ext cx="5276215" cy="3518049"/>
          </a:xfrm>
          <a:prstGeom prst="rect">
            <a:avLst/>
          </a:prstGeom>
          <a:noFill/>
          <a:ln w="9525">
            <a:noFill/>
          </a:ln>
        </p:spPr>
      </p:pic>
    </p:spTree>
    <p:extLst>
      <p:ext uri="{BB962C8B-B14F-4D97-AF65-F5344CB8AC3E}">
        <p14:creationId xmlns:p14="http://schemas.microsoft.com/office/powerpoint/2010/main" val="2651875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1717</TotalTime>
  <Words>593</Words>
  <Application>Microsoft Office PowerPoint</Application>
  <PresentationFormat>宽屏</PresentationFormat>
  <Paragraphs>312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cn plaman</dc:creator>
  <cp:lastModifiedBy>cn plaman</cp:lastModifiedBy>
  <cp:revision>64</cp:revision>
  <dcterms:created xsi:type="dcterms:W3CDTF">2026-04-06T07:32:28Z</dcterms:created>
  <dcterms:modified xsi:type="dcterms:W3CDTF">2026-04-12T04:06:02Z</dcterms:modified>
</cp:coreProperties>
</file>
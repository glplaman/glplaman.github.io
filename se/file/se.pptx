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3" r:id="rId7"/>
    <p:sldId id="261" r:id="rId8"/>
    <p:sldId id="262" r:id="rId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216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6A8DC02-EB0F-A21A-7324-E5804D5764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1C47FD24-B6D8-AC07-F61E-FC111E5406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86DA5F8-E4C2-A326-F294-729E7C5BD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0DD29C-57A4-7A1B-8447-6CAD9621A5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04C6465-F73C-5E63-7536-058B2D259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39756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0F01BBF-9BA7-FA15-6854-296E0AA318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D58A8C9-4699-BB1D-0E82-937EA1161B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92217A2-1B5E-6DA4-6655-BE31655E4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0DD0050-B6EB-4BFD-1502-75704079F0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AC45AE7-59E1-7812-0D69-51720491CE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23749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07A287A-2944-0A0E-2611-40B4C0BF0C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8E9226D-02AC-1ECD-4436-40C96588D5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5CD0D21-4FF7-455B-AD3A-E0A6F1C36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392858A-CFFB-987D-EFF1-042C220310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A6A1B57-E9C2-894F-25B6-B79D3B70B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2794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90AAEC-05F4-9929-1235-B186BB938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11D3271-60D1-DBAA-9EBB-C0C3F92119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F41B2F8-D2BF-173C-8942-7345C9559F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4A44668-E5D4-4C45-4BCF-206E418B9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893165F-C25F-B895-5074-1F9A0978E8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83A9CCF-EE03-827E-7236-7CC0E068A5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3106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2FB8447-019C-3FEB-F695-EDC5A805B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52BF363-5B9B-E63D-EE2E-A945CD93F3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DF47BCF-C2CF-AF29-6D38-51104D0183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5EFEFE84-3BBC-5027-74E3-61B57B989D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6CBB5817-CB8C-18DD-73A3-C707EB1880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8873373C-AB2B-16D5-B3E8-64E7113073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2026/4/10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CACCE9D3-3203-E45E-BFCD-7C2EE84C4E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0DA544D-4B2B-EAE2-AA98-18E8FF902D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999787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206E4A-81AD-DC1C-DCCE-5F07396FFE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BDDD6C79-854F-1CB6-9DDE-8AD662BE0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2026/4/10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1722B12-D48B-246F-0C65-F9B3201B0F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2A3FB56-4A9C-959F-0CB7-1346B2A13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874342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871E583-A0BE-E58D-6D5F-03752121AB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2026/4/10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09FCA1A-960B-78AB-87A3-6E6E246BAD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FB5F75A-6651-ED12-6296-3B2F4FE92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816081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CE9ADCA-B3DA-684B-E4F1-8D82F315F3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24DB51E-D9F2-2EEF-2B27-464498DB6E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9991C8B-9104-BC46-0FB6-418CDAE2AC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1386C87-2428-B615-13B0-8F6696D90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3F16B46-B292-159C-A9A0-9AC0FA30A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54997DE-96A7-4466-6019-44E67D36E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143654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2B05B31-98C4-9420-A7A8-C87AB8817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315F206C-CA32-5059-8BFD-1A3B86F5026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28D6F70-6704-B93B-123C-E87AC66BBB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CA8A733-8EB9-1893-E852-10223D145D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939EFBA-60D9-1CAD-49A6-973153057C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B800F4F-A90B-C484-D5FF-52F4F7DFEA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838711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8105BA-DEF1-1120-468A-12A651FAA0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57BCDD3-8EF5-12FD-5352-79BE5F232B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0CDB878-137F-0EAD-1CB4-D13BDF20B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5F9A357-546C-5370-B5C3-BFD4A8DD6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7E3B9B0-396A-9FDC-CD10-0164CED25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1655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D401502F-1982-B733-B23F-6BB01D28EC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6570675-8046-01D5-BA7D-DB0C10A564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A4778AA-22F2-8B42-1317-E55E98167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A117169-5AAB-B9E0-4ED9-15E600756B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C6E8DB4-EBDD-CA76-8D9E-E57C012F7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94998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6618B501-F669-8500-B2EB-9EC5037F8E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6F912B2-7A1E-3D80-7432-26310AE977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1197596-3255-173B-F9C9-A7E88C4CA65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617D17-380A-4B40-92EC-38E177F94207}" type="datetimeFigureOut">
              <a:rPr lang="zh-CN" altLang="en-US" smtClean="0"/>
              <a:t>2026/4/10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95F8D12-2681-D174-7A76-588AA3B4D0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7A514B9-0D5E-B326-8AA4-42EF8F7025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658476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468FCF27-3B3F-3F14-B298-65E9B36D4017}"/>
              </a:ext>
            </a:extLst>
          </p:cNvPr>
          <p:cNvSpPr/>
          <p:nvPr/>
        </p:nvSpPr>
        <p:spPr>
          <a:xfrm>
            <a:off x="1574494" y="136094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872A251-5BBD-FA4D-B02E-BC4D36FB4391}"/>
              </a:ext>
            </a:extLst>
          </p:cNvPr>
          <p:cNvSpPr/>
          <p:nvPr/>
        </p:nvSpPr>
        <p:spPr>
          <a:xfrm>
            <a:off x="3122521" y="136094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A8043E0-114C-2A47-A7DA-90C643F74129}"/>
              </a:ext>
            </a:extLst>
          </p:cNvPr>
          <p:cNvSpPr/>
          <p:nvPr/>
        </p:nvSpPr>
        <p:spPr>
          <a:xfrm>
            <a:off x="4670548" y="136094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6D9B0D4-7FD6-EB1F-8427-F2BE440F0403}"/>
              </a:ext>
            </a:extLst>
          </p:cNvPr>
          <p:cNvSpPr/>
          <p:nvPr/>
        </p:nvSpPr>
        <p:spPr>
          <a:xfrm>
            <a:off x="6218576" y="136094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D9D9859-0102-36F5-F398-2292DAE74CAF}"/>
              </a:ext>
            </a:extLst>
          </p:cNvPr>
          <p:cNvSpPr/>
          <p:nvPr/>
        </p:nvSpPr>
        <p:spPr>
          <a:xfrm>
            <a:off x="1574494" y="299700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D76143E-4D29-EAF1-D3E9-ECD5F686878F}"/>
              </a:ext>
            </a:extLst>
          </p:cNvPr>
          <p:cNvSpPr/>
          <p:nvPr/>
        </p:nvSpPr>
        <p:spPr>
          <a:xfrm>
            <a:off x="3122521" y="299700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9E2F563-9DEE-1381-3288-17AD3973B962}"/>
              </a:ext>
            </a:extLst>
          </p:cNvPr>
          <p:cNvSpPr/>
          <p:nvPr/>
        </p:nvSpPr>
        <p:spPr>
          <a:xfrm>
            <a:off x="4670548" y="299700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57F1ABF-6442-A275-1937-6BF1F15004EF}"/>
              </a:ext>
            </a:extLst>
          </p:cNvPr>
          <p:cNvSpPr/>
          <p:nvPr/>
        </p:nvSpPr>
        <p:spPr>
          <a:xfrm>
            <a:off x="6218576" y="299700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51EA44DC-D6D4-F67C-C67D-9EDB503BCA63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2654494" y="1576940"/>
            <a:ext cx="46802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69C7FD94-BB4C-61A2-E508-A3E3AF51C644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4202521" y="1576940"/>
            <a:ext cx="46802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B08528D4-E6F9-1D69-32E4-CD3965F28AFC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5750548" y="1576940"/>
            <a:ext cx="46802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FB00398F-B4D3-4A67-D9A7-34DBCF235777}"/>
              </a:ext>
            </a:extLst>
          </p:cNvPr>
          <p:cNvCxnSpPr>
            <a:stCxn id="8" idx="3"/>
            <a:endCxn id="9" idx="1"/>
          </p:cNvCxnSpPr>
          <p:nvPr/>
        </p:nvCxnSpPr>
        <p:spPr>
          <a:xfrm>
            <a:off x="2654494" y="3213000"/>
            <a:ext cx="468027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C9CD7A15-F16D-5601-AF9C-85D2693FB904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4202521" y="3213000"/>
            <a:ext cx="468027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91C7527D-9CF6-54B7-9E1C-1C9C1BCD617A}"/>
              </a:ext>
            </a:extLst>
          </p:cNvPr>
          <p:cNvCxnSpPr>
            <a:stCxn id="10" idx="3"/>
            <a:endCxn id="11" idx="1"/>
          </p:cNvCxnSpPr>
          <p:nvPr/>
        </p:nvCxnSpPr>
        <p:spPr>
          <a:xfrm>
            <a:off x="5750548" y="3213000"/>
            <a:ext cx="468028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>
            <a:extLst>
              <a:ext uri="{FF2B5EF4-FFF2-40B4-BE49-F238E27FC236}">
                <a16:creationId xmlns:a16="http://schemas.microsoft.com/office/drawing/2014/main" id="{4FBF2DD9-4CA0-AB77-D940-70714FE80531}"/>
              </a:ext>
            </a:extLst>
          </p:cNvPr>
          <p:cNvSpPr/>
          <p:nvPr/>
        </p:nvSpPr>
        <p:spPr>
          <a:xfrm>
            <a:off x="1574494" y="3903873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D002652B-AC29-4370-DC1F-29C6A7E97150}"/>
              </a:ext>
            </a:extLst>
          </p:cNvPr>
          <p:cNvSpPr/>
          <p:nvPr/>
        </p:nvSpPr>
        <p:spPr>
          <a:xfrm>
            <a:off x="1574494" y="5208059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4163EA42-5B43-9FEF-2EE4-5ED43F6EA04C}"/>
              </a:ext>
            </a:extLst>
          </p:cNvPr>
          <p:cNvCxnSpPr>
            <a:cxnSpLocks/>
          </p:cNvCxnSpPr>
          <p:nvPr/>
        </p:nvCxnSpPr>
        <p:spPr>
          <a:xfrm>
            <a:off x="1399592" y="5741274"/>
            <a:ext cx="10080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115BD3E8-815E-24EE-9D19-239E970CC778}"/>
              </a:ext>
            </a:extLst>
          </p:cNvPr>
          <p:cNvCxnSpPr>
            <a:cxnSpLocks/>
          </p:cNvCxnSpPr>
          <p:nvPr/>
        </p:nvCxnSpPr>
        <p:spPr>
          <a:xfrm flipV="1">
            <a:off x="1399592" y="701274"/>
            <a:ext cx="0" cy="50400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B6C43906-5374-192F-B67C-F801C0E92BE5}"/>
              </a:ext>
            </a:extLst>
          </p:cNvPr>
          <p:cNvSpPr txBox="1"/>
          <p:nvPr/>
        </p:nvSpPr>
        <p:spPr>
          <a:xfrm>
            <a:off x="11230806" y="5741274"/>
            <a:ext cx="2487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t</a:t>
            </a:r>
            <a:endParaRPr lang="zh-CN" altLang="en-US" dirty="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78CF18D3-0F0A-4299-286E-C1494D21D97C}"/>
              </a:ext>
            </a:extLst>
          </p:cNvPr>
          <p:cNvSpPr txBox="1"/>
          <p:nvPr/>
        </p:nvSpPr>
        <p:spPr>
          <a:xfrm>
            <a:off x="1932393" y="4944124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CCB1E8CA-A83B-732F-B5F9-D9E3D597C232}"/>
              </a:ext>
            </a:extLst>
          </p:cNvPr>
          <p:cNvSpPr txBox="1"/>
          <p:nvPr/>
        </p:nvSpPr>
        <p:spPr>
          <a:xfrm>
            <a:off x="394189" y="1407663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顺序内聚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F2406535-8C6C-3229-8D45-C86D7458D965}"/>
              </a:ext>
            </a:extLst>
          </p:cNvPr>
          <p:cNvSpPr txBox="1"/>
          <p:nvPr/>
        </p:nvSpPr>
        <p:spPr>
          <a:xfrm>
            <a:off x="394189" y="3043723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过程内聚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81BED675-588E-EC7A-FD07-D6D710A41EB9}"/>
              </a:ext>
            </a:extLst>
          </p:cNvPr>
          <p:cNvSpPr txBox="1"/>
          <p:nvPr/>
        </p:nvSpPr>
        <p:spPr>
          <a:xfrm>
            <a:off x="394189" y="4602689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时间内聚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1BE0F657-FD89-8E29-B5AC-677CE0F8FFE8}"/>
              </a:ext>
            </a:extLst>
          </p:cNvPr>
          <p:cNvSpPr/>
          <p:nvPr/>
        </p:nvSpPr>
        <p:spPr>
          <a:xfrm>
            <a:off x="1574494" y="4555966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8" name="箭头: 右 37">
            <a:extLst>
              <a:ext uri="{FF2B5EF4-FFF2-40B4-BE49-F238E27FC236}">
                <a16:creationId xmlns:a16="http://schemas.microsoft.com/office/drawing/2014/main" id="{D83EABFC-962E-995C-ACAE-AC6DB0423D05}"/>
              </a:ext>
            </a:extLst>
          </p:cNvPr>
          <p:cNvSpPr/>
          <p:nvPr/>
        </p:nvSpPr>
        <p:spPr>
          <a:xfrm>
            <a:off x="7455157" y="1449843"/>
            <a:ext cx="513184" cy="25419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39" name="箭头: 右 38">
            <a:extLst>
              <a:ext uri="{FF2B5EF4-FFF2-40B4-BE49-F238E27FC236}">
                <a16:creationId xmlns:a16="http://schemas.microsoft.com/office/drawing/2014/main" id="{9D41735A-2D4A-E6D5-0E8A-D30EA1F82130}"/>
              </a:ext>
            </a:extLst>
          </p:cNvPr>
          <p:cNvSpPr/>
          <p:nvPr/>
        </p:nvSpPr>
        <p:spPr>
          <a:xfrm>
            <a:off x="7455157" y="3085903"/>
            <a:ext cx="513184" cy="25419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40" name="箭头: 右 39">
            <a:extLst>
              <a:ext uri="{FF2B5EF4-FFF2-40B4-BE49-F238E27FC236}">
                <a16:creationId xmlns:a16="http://schemas.microsoft.com/office/drawing/2014/main" id="{38FB7E74-B429-12BE-2D8B-C246D79A5A29}"/>
              </a:ext>
            </a:extLst>
          </p:cNvPr>
          <p:cNvSpPr/>
          <p:nvPr/>
        </p:nvSpPr>
        <p:spPr>
          <a:xfrm>
            <a:off x="3117855" y="4644869"/>
            <a:ext cx="513184" cy="25419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42" name="右大括号 41">
            <a:extLst>
              <a:ext uri="{FF2B5EF4-FFF2-40B4-BE49-F238E27FC236}">
                <a16:creationId xmlns:a16="http://schemas.microsoft.com/office/drawing/2014/main" id="{E2A0E752-B167-A186-9515-57F2F3E42A3D}"/>
              </a:ext>
            </a:extLst>
          </p:cNvPr>
          <p:cNvSpPr/>
          <p:nvPr/>
        </p:nvSpPr>
        <p:spPr>
          <a:xfrm>
            <a:off x="2712537" y="4136819"/>
            <a:ext cx="364197" cy="1270293"/>
          </a:xfrm>
          <a:prstGeom prst="rightBrace">
            <a:avLst>
              <a:gd name="adj1" fmla="val 87198"/>
              <a:gd name="adj2" fmla="val 50000"/>
            </a:avLst>
          </a:prstGeom>
          <a:ln>
            <a:solidFill>
              <a:schemeClr val="tx1"/>
            </a:solidFill>
            <a:prstDash val="lg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84493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6A3CD3F5-558D-960B-60ED-34C5F98E5FEB}"/>
              </a:ext>
            </a:extLst>
          </p:cNvPr>
          <p:cNvCxnSpPr>
            <a:cxnSpLocks/>
          </p:cNvCxnSpPr>
          <p:nvPr/>
        </p:nvCxnSpPr>
        <p:spPr>
          <a:xfrm rot="1800000">
            <a:off x="10966145" y="4658010"/>
            <a:ext cx="21600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矩形 2">
            <a:extLst>
              <a:ext uri="{FF2B5EF4-FFF2-40B4-BE49-F238E27FC236}">
                <a16:creationId xmlns:a16="http://schemas.microsoft.com/office/drawing/2014/main" id="{E6AF2B34-A25E-8713-29B4-31EC28076CF7}"/>
              </a:ext>
            </a:extLst>
          </p:cNvPr>
          <p:cNvSpPr/>
          <p:nvPr/>
        </p:nvSpPr>
        <p:spPr>
          <a:xfrm>
            <a:off x="1882402" y="862094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7564F50-CFBF-761C-250D-939DF9DF6251}"/>
              </a:ext>
            </a:extLst>
          </p:cNvPr>
          <p:cNvSpPr/>
          <p:nvPr/>
        </p:nvSpPr>
        <p:spPr>
          <a:xfrm>
            <a:off x="1882402" y="216628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94FBC94-77DD-EE70-4340-292D1969E1FB}"/>
              </a:ext>
            </a:extLst>
          </p:cNvPr>
          <p:cNvSpPr/>
          <p:nvPr/>
        </p:nvSpPr>
        <p:spPr>
          <a:xfrm>
            <a:off x="1882402" y="1514187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3731E91D-0865-BEEB-AB81-0EC77F9949CF}"/>
              </a:ext>
            </a:extLst>
          </p:cNvPr>
          <p:cNvSpPr/>
          <p:nvPr/>
        </p:nvSpPr>
        <p:spPr>
          <a:xfrm>
            <a:off x="3788226" y="1550187"/>
            <a:ext cx="360000" cy="36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+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cxnSp>
        <p:nvCxnSpPr>
          <p:cNvPr id="8" name="连接符: 肘形 7">
            <a:extLst>
              <a:ext uri="{FF2B5EF4-FFF2-40B4-BE49-F238E27FC236}">
                <a16:creationId xmlns:a16="http://schemas.microsoft.com/office/drawing/2014/main" id="{1099F88A-46BE-ACF1-75E1-BBEF7C345F6D}"/>
              </a:ext>
            </a:extLst>
          </p:cNvPr>
          <p:cNvCxnSpPr>
            <a:stCxn id="3" idx="3"/>
            <a:endCxn id="6" idx="0"/>
          </p:cNvCxnSpPr>
          <p:nvPr/>
        </p:nvCxnSpPr>
        <p:spPr>
          <a:xfrm>
            <a:off x="2962402" y="1078094"/>
            <a:ext cx="1005824" cy="472093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连接符: 肘形 11">
            <a:extLst>
              <a:ext uri="{FF2B5EF4-FFF2-40B4-BE49-F238E27FC236}">
                <a16:creationId xmlns:a16="http://schemas.microsoft.com/office/drawing/2014/main" id="{B8A7C531-CCB6-BDB9-FB87-B075755C6C3E}"/>
              </a:ext>
            </a:extLst>
          </p:cNvPr>
          <p:cNvCxnSpPr>
            <a:stCxn id="4" idx="3"/>
            <a:endCxn id="6" idx="4"/>
          </p:cNvCxnSpPr>
          <p:nvPr/>
        </p:nvCxnSpPr>
        <p:spPr>
          <a:xfrm flipV="1">
            <a:off x="2962402" y="1910187"/>
            <a:ext cx="1005824" cy="472093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C2687BD0-8A0A-0A9C-42BF-D81308B8E074}"/>
              </a:ext>
            </a:extLst>
          </p:cNvPr>
          <p:cNvCxnSpPr>
            <a:stCxn id="5" idx="3"/>
            <a:endCxn id="6" idx="2"/>
          </p:cNvCxnSpPr>
          <p:nvPr/>
        </p:nvCxnSpPr>
        <p:spPr>
          <a:xfrm>
            <a:off x="2962402" y="1730187"/>
            <a:ext cx="825824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箭头: 右 14">
            <a:extLst>
              <a:ext uri="{FF2B5EF4-FFF2-40B4-BE49-F238E27FC236}">
                <a16:creationId xmlns:a16="http://schemas.microsoft.com/office/drawing/2014/main" id="{3D313B9A-9DDB-C7CD-A6F9-77CEFE23FCE1}"/>
              </a:ext>
            </a:extLst>
          </p:cNvPr>
          <p:cNvSpPr/>
          <p:nvPr/>
        </p:nvSpPr>
        <p:spPr>
          <a:xfrm>
            <a:off x="4388495" y="1603090"/>
            <a:ext cx="513184" cy="25419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3DF61846-1662-5AE8-752F-EEEF56B72290}"/>
              </a:ext>
            </a:extLst>
          </p:cNvPr>
          <p:cNvSpPr txBox="1"/>
          <p:nvPr/>
        </p:nvSpPr>
        <p:spPr>
          <a:xfrm>
            <a:off x="2240301" y="1250252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1BB36AA0-AA2F-E451-353E-405026196CD7}"/>
              </a:ext>
            </a:extLst>
          </p:cNvPr>
          <p:cNvSpPr txBox="1"/>
          <p:nvPr/>
        </p:nvSpPr>
        <p:spPr>
          <a:xfrm>
            <a:off x="2240301" y="1902345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98672591-B474-7C2C-F4B0-344F7F1651CE}"/>
              </a:ext>
            </a:extLst>
          </p:cNvPr>
          <p:cNvSpPr txBox="1"/>
          <p:nvPr/>
        </p:nvSpPr>
        <p:spPr>
          <a:xfrm>
            <a:off x="645618" y="1560910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功能内聚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440FCD4B-57EE-314F-93C1-F0CEAE06BB9F}"/>
              </a:ext>
            </a:extLst>
          </p:cNvPr>
          <p:cNvSpPr/>
          <p:nvPr/>
        </p:nvSpPr>
        <p:spPr>
          <a:xfrm>
            <a:off x="3068226" y="3843917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885EE80B-0AB5-B74E-4F54-93A3D3A28B69}"/>
              </a:ext>
            </a:extLst>
          </p:cNvPr>
          <p:cNvSpPr/>
          <p:nvPr/>
        </p:nvSpPr>
        <p:spPr>
          <a:xfrm>
            <a:off x="3068226" y="5148103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F0846D2C-BA9B-2293-42DB-F26A5A9E2D44}"/>
              </a:ext>
            </a:extLst>
          </p:cNvPr>
          <p:cNvSpPr/>
          <p:nvPr/>
        </p:nvSpPr>
        <p:spPr>
          <a:xfrm>
            <a:off x="3068226" y="449601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6" name="箭头: 右 25">
            <a:extLst>
              <a:ext uri="{FF2B5EF4-FFF2-40B4-BE49-F238E27FC236}">
                <a16:creationId xmlns:a16="http://schemas.microsoft.com/office/drawing/2014/main" id="{889E608D-0F22-CFF4-14B4-E7FE983D685B}"/>
              </a:ext>
            </a:extLst>
          </p:cNvPr>
          <p:cNvSpPr/>
          <p:nvPr/>
        </p:nvSpPr>
        <p:spPr>
          <a:xfrm>
            <a:off x="4388495" y="4584913"/>
            <a:ext cx="513184" cy="25419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B7280811-B24F-35B7-5521-679BB47DE57D}"/>
              </a:ext>
            </a:extLst>
          </p:cNvPr>
          <p:cNvSpPr txBox="1"/>
          <p:nvPr/>
        </p:nvSpPr>
        <p:spPr>
          <a:xfrm>
            <a:off x="3426125" y="4232075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F4B6C6B4-214D-2D01-C76E-CABEAE04D209}"/>
              </a:ext>
            </a:extLst>
          </p:cNvPr>
          <p:cNvSpPr txBox="1"/>
          <p:nvPr/>
        </p:nvSpPr>
        <p:spPr>
          <a:xfrm>
            <a:off x="3426125" y="4884168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CDA0846B-85EB-24E3-1657-FF994E0A3799}"/>
              </a:ext>
            </a:extLst>
          </p:cNvPr>
          <p:cNvSpPr txBox="1"/>
          <p:nvPr/>
        </p:nvSpPr>
        <p:spPr>
          <a:xfrm>
            <a:off x="645618" y="4542733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通信内聚</a:t>
            </a:r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584D19FB-C535-A414-E9DD-33C523C0F971}"/>
              </a:ext>
            </a:extLst>
          </p:cNvPr>
          <p:cNvSpPr/>
          <p:nvPr/>
        </p:nvSpPr>
        <p:spPr>
          <a:xfrm>
            <a:off x="1882402" y="4532010"/>
            <a:ext cx="756000" cy="36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Data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68B8D89F-9E95-1A11-2586-122D16CF6D36}"/>
              </a:ext>
            </a:extLst>
          </p:cNvPr>
          <p:cNvCxnSpPr>
            <a:stCxn id="30" idx="6"/>
            <a:endCxn id="21" idx="1"/>
          </p:cNvCxnSpPr>
          <p:nvPr/>
        </p:nvCxnSpPr>
        <p:spPr>
          <a:xfrm>
            <a:off x="2638402" y="4712010"/>
            <a:ext cx="429824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肘形 33">
            <a:extLst>
              <a:ext uri="{FF2B5EF4-FFF2-40B4-BE49-F238E27FC236}">
                <a16:creationId xmlns:a16="http://schemas.microsoft.com/office/drawing/2014/main" id="{5CA85D2D-A22A-59A8-A930-DB34CDF7F744}"/>
              </a:ext>
            </a:extLst>
          </p:cNvPr>
          <p:cNvCxnSpPr>
            <a:stCxn id="30" idx="0"/>
            <a:endCxn id="19" idx="1"/>
          </p:cNvCxnSpPr>
          <p:nvPr/>
        </p:nvCxnSpPr>
        <p:spPr>
          <a:xfrm rot="5400000" flipH="1" flipV="1">
            <a:off x="2428268" y="3892052"/>
            <a:ext cx="472093" cy="807824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连接符: 肘形 35">
            <a:extLst>
              <a:ext uri="{FF2B5EF4-FFF2-40B4-BE49-F238E27FC236}">
                <a16:creationId xmlns:a16="http://schemas.microsoft.com/office/drawing/2014/main" id="{C80B65B7-BF82-541B-DFDF-39FC58AF5FF9}"/>
              </a:ext>
            </a:extLst>
          </p:cNvPr>
          <p:cNvCxnSpPr>
            <a:stCxn id="30" idx="4"/>
            <a:endCxn id="20" idx="1"/>
          </p:cNvCxnSpPr>
          <p:nvPr/>
        </p:nvCxnSpPr>
        <p:spPr>
          <a:xfrm rot="16200000" flipH="1">
            <a:off x="2428268" y="4724144"/>
            <a:ext cx="472093" cy="807824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矩形 36">
            <a:extLst>
              <a:ext uri="{FF2B5EF4-FFF2-40B4-BE49-F238E27FC236}">
                <a16:creationId xmlns:a16="http://schemas.microsoft.com/office/drawing/2014/main" id="{AB6CFE99-BB13-D1F2-40CB-9131F89E3B8A}"/>
              </a:ext>
            </a:extLst>
          </p:cNvPr>
          <p:cNvSpPr/>
          <p:nvPr/>
        </p:nvSpPr>
        <p:spPr>
          <a:xfrm>
            <a:off x="8846152" y="862094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8FA65737-58F8-25AC-3B70-9D17FC694912}"/>
              </a:ext>
            </a:extLst>
          </p:cNvPr>
          <p:cNvSpPr/>
          <p:nvPr/>
        </p:nvSpPr>
        <p:spPr>
          <a:xfrm>
            <a:off x="8846152" y="216628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EB14271D-CB0D-442A-DA12-99F292AA8EE6}"/>
              </a:ext>
            </a:extLst>
          </p:cNvPr>
          <p:cNvSpPr/>
          <p:nvPr/>
        </p:nvSpPr>
        <p:spPr>
          <a:xfrm>
            <a:off x="8846152" y="1514187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DC5F5333-9BBF-0522-B23E-4B8F9E15ABB7}"/>
              </a:ext>
            </a:extLst>
          </p:cNvPr>
          <p:cNvSpPr/>
          <p:nvPr/>
        </p:nvSpPr>
        <p:spPr>
          <a:xfrm>
            <a:off x="10751976" y="1550187"/>
            <a:ext cx="360000" cy="36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+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cxnSp>
        <p:nvCxnSpPr>
          <p:cNvPr id="41" name="连接符: 肘形 40">
            <a:extLst>
              <a:ext uri="{FF2B5EF4-FFF2-40B4-BE49-F238E27FC236}">
                <a16:creationId xmlns:a16="http://schemas.microsoft.com/office/drawing/2014/main" id="{45F88E50-8CE1-1977-CED7-E71B19DB4D99}"/>
              </a:ext>
            </a:extLst>
          </p:cNvPr>
          <p:cNvCxnSpPr>
            <a:stCxn id="37" idx="3"/>
            <a:endCxn id="40" idx="0"/>
          </p:cNvCxnSpPr>
          <p:nvPr/>
        </p:nvCxnSpPr>
        <p:spPr>
          <a:xfrm>
            <a:off x="9926152" y="1078094"/>
            <a:ext cx="1005824" cy="472093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连接符: 肘形 41">
            <a:extLst>
              <a:ext uri="{FF2B5EF4-FFF2-40B4-BE49-F238E27FC236}">
                <a16:creationId xmlns:a16="http://schemas.microsoft.com/office/drawing/2014/main" id="{7D70CA97-CAAD-983B-2228-B12D86D6C197}"/>
              </a:ext>
            </a:extLst>
          </p:cNvPr>
          <p:cNvCxnSpPr>
            <a:stCxn id="38" idx="3"/>
            <a:endCxn id="40" idx="4"/>
          </p:cNvCxnSpPr>
          <p:nvPr/>
        </p:nvCxnSpPr>
        <p:spPr>
          <a:xfrm flipV="1">
            <a:off x="9926152" y="1910187"/>
            <a:ext cx="1005824" cy="472093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693B8486-8708-AB0C-F1F3-9AE1AA6D1D2F}"/>
              </a:ext>
            </a:extLst>
          </p:cNvPr>
          <p:cNvCxnSpPr>
            <a:stCxn id="39" idx="3"/>
            <a:endCxn id="40" idx="2"/>
          </p:cNvCxnSpPr>
          <p:nvPr/>
        </p:nvCxnSpPr>
        <p:spPr>
          <a:xfrm>
            <a:off x="9926152" y="1730187"/>
            <a:ext cx="825824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箭头: 右 43">
            <a:extLst>
              <a:ext uri="{FF2B5EF4-FFF2-40B4-BE49-F238E27FC236}">
                <a16:creationId xmlns:a16="http://schemas.microsoft.com/office/drawing/2014/main" id="{BE40FB2C-2FA0-64DF-8CAC-6B8E5C0C0D9D}"/>
              </a:ext>
            </a:extLst>
          </p:cNvPr>
          <p:cNvSpPr/>
          <p:nvPr/>
        </p:nvSpPr>
        <p:spPr>
          <a:xfrm>
            <a:off x="11352245" y="1603090"/>
            <a:ext cx="513184" cy="25419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4BB57FC2-DB11-9A48-8F8A-03B98411E65E}"/>
              </a:ext>
            </a:extLst>
          </p:cNvPr>
          <p:cNvSpPr txBox="1"/>
          <p:nvPr/>
        </p:nvSpPr>
        <p:spPr>
          <a:xfrm>
            <a:off x="9204051" y="1250252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E52A1A3A-B9D5-F5B9-82E1-405F343A14DE}"/>
              </a:ext>
            </a:extLst>
          </p:cNvPr>
          <p:cNvSpPr txBox="1"/>
          <p:nvPr/>
        </p:nvSpPr>
        <p:spPr>
          <a:xfrm>
            <a:off x="9204051" y="1902345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A10CCB6F-B1E6-CEA0-254E-ACB2A59544A0}"/>
              </a:ext>
            </a:extLst>
          </p:cNvPr>
          <p:cNvSpPr txBox="1"/>
          <p:nvPr/>
        </p:nvSpPr>
        <p:spPr>
          <a:xfrm>
            <a:off x="7581376" y="1560910"/>
            <a:ext cx="101021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逻辑内聚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B11933FF-23DC-36EB-C4B1-EAB07BA0570C}"/>
              </a:ext>
            </a:extLst>
          </p:cNvPr>
          <p:cNvSpPr/>
          <p:nvPr/>
        </p:nvSpPr>
        <p:spPr>
          <a:xfrm>
            <a:off x="8846152" y="3843917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FEE76726-D199-24B2-AA6A-9A4CEC99630D}"/>
              </a:ext>
            </a:extLst>
          </p:cNvPr>
          <p:cNvSpPr/>
          <p:nvPr/>
        </p:nvSpPr>
        <p:spPr>
          <a:xfrm>
            <a:off x="8846152" y="5148103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979C7BAF-D3C0-90BE-0FD5-507F6FB2FCC5}"/>
              </a:ext>
            </a:extLst>
          </p:cNvPr>
          <p:cNvSpPr/>
          <p:nvPr/>
        </p:nvSpPr>
        <p:spPr>
          <a:xfrm>
            <a:off x="8846152" y="449601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5" name="箭头: 右 54">
            <a:extLst>
              <a:ext uri="{FF2B5EF4-FFF2-40B4-BE49-F238E27FC236}">
                <a16:creationId xmlns:a16="http://schemas.microsoft.com/office/drawing/2014/main" id="{0C9BC059-3627-E195-EB1C-7C1B204376D6}"/>
              </a:ext>
            </a:extLst>
          </p:cNvPr>
          <p:cNvSpPr/>
          <p:nvPr/>
        </p:nvSpPr>
        <p:spPr>
          <a:xfrm>
            <a:off x="11352245" y="4584913"/>
            <a:ext cx="513184" cy="25419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2DA6F9C7-4A13-6E56-C20C-0E1E161C5629}"/>
              </a:ext>
            </a:extLst>
          </p:cNvPr>
          <p:cNvSpPr txBox="1"/>
          <p:nvPr/>
        </p:nvSpPr>
        <p:spPr>
          <a:xfrm>
            <a:off x="9204051" y="4232075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4BA3B0DA-271E-0A3A-3E0D-9AA7A3C8F52F}"/>
              </a:ext>
            </a:extLst>
          </p:cNvPr>
          <p:cNvSpPr txBox="1"/>
          <p:nvPr/>
        </p:nvSpPr>
        <p:spPr>
          <a:xfrm>
            <a:off x="9204051" y="4884168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ADA28F38-1326-5B88-6016-EBF5AD848FE2}"/>
              </a:ext>
            </a:extLst>
          </p:cNvPr>
          <p:cNvSpPr txBox="1"/>
          <p:nvPr/>
        </p:nvSpPr>
        <p:spPr>
          <a:xfrm>
            <a:off x="7581376" y="4542733"/>
            <a:ext cx="101021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逻辑内聚</a:t>
            </a:r>
          </a:p>
        </p:txBody>
      </p:sp>
      <p:cxnSp>
        <p:nvCxnSpPr>
          <p:cNvPr id="61" name="连接符: 肘形 60">
            <a:extLst>
              <a:ext uri="{FF2B5EF4-FFF2-40B4-BE49-F238E27FC236}">
                <a16:creationId xmlns:a16="http://schemas.microsoft.com/office/drawing/2014/main" id="{C34F4E3E-B989-C963-3994-F586C9484E6F}"/>
              </a:ext>
            </a:extLst>
          </p:cNvPr>
          <p:cNvCxnSpPr>
            <a:cxnSpLocks/>
            <a:stCxn id="48" idx="3"/>
          </p:cNvCxnSpPr>
          <p:nvPr/>
        </p:nvCxnSpPr>
        <p:spPr>
          <a:xfrm>
            <a:off x="9926152" y="4059917"/>
            <a:ext cx="1005824" cy="472093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连接符: 肘形 62">
            <a:extLst>
              <a:ext uri="{FF2B5EF4-FFF2-40B4-BE49-F238E27FC236}">
                <a16:creationId xmlns:a16="http://schemas.microsoft.com/office/drawing/2014/main" id="{BBA33E32-C344-CF67-6546-EDB843DB088D}"/>
              </a:ext>
            </a:extLst>
          </p:cNvPr>
          <p:cNvCxnSpPr>
            <a:cxnSpLocks/>
            <a:stCxn id="49" idx="3"/>
          </p:cNvCxnSpPr>
          <p:nvPr/>
        </p:nvCxnSpPr>
        <p:spPr>
          <a:xfrm flipV="1">
            <a:off x="9926152" y="4892010"/>
            <a:ext cx="1005824" cy="472093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AF3B5DE7-5DAB-4E13-4775-8CF6EC5B48B3}"/>
              </a:ext>
            </a:extLst>
          </p:cNvPr>
          <p:cNvCxnSpPr>
            <a:cxnSpLocks/>
            <a:stCxn id="50" idx="3"/>
          </p:cNvCxnSpPr>
          <p:nvPr/>
        </p:nvCxnSpPr>
        <p:spPr>
          <a:xfrm>
            <a:off x="9926152" y="4712010"/>
            <a:ext cx="825824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椭圆 67">
            <a:extLst>
              <a:ext uri="{FF2B5EF4-FFF2-40B4-BE49-F238E27FC236}">
                <a16:creationId xmlns:a16="http://schemas.microsoft.com/office/drawing/2014/main" id="{B6B7A204-E37B-C251-2844-DCF3A42F1793}"/>
              </a:ext>
            </a:extLst>
          </p:cNvPr>
          <p:cNvSpPr/>
          <p:nvPr/>
        </p:nvSpPr>
        <p:spPr>
          <a:xfrm>
            <a:off x="10751976" y="4676010"/>
            <a:ext cx="72000" cy="7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69" name="椭圆 68">
            <a:extLst>
              <a:ext uri="{FF2B5EF4-FFF2-40B4-BE49-F238E27FC236}">
                <a16:creationId xmlns:a16="http://schemas.microsoft.com/office/drawing/2014/main" id="{3EAC3AA4-DE0A-9FCB-2AC4-728B5041AA7A}"/>
              </a:ext>
            </a:extLst>
          </p:cNvPr>
          <p:cNvSpPr/>
          <p:nvPr/>
        </p:nvSpPr>
        <p:spPr>
          <a:xfrm>
            <a:off x="10895976" y="4518082"/>
            <a:ext cx="72000" cy="7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70" name="椭圆 69">
            <a:extLst>
              <a:ext uri="{FF2B5EF4-FFF2-40B4-BE49-F238E27FC236}">
                <a16:creationId xmlns:a16="http://schemas.microsoft.com/office/drawing/2014/main" id="{9F868205-E3D2-2524-2F72-A4B42DD0DC46}"/>
              </a:ext>
            </a:extLst>
          </p:cNvPr>
          <p:cNvSpPr/>
          <p:nvPr/>
        </p:nvSpPr>
        <p:spPr>
          <a:xfrm>
            <a:off x="10895976" y="4809287"/>
            <a:ext cx="72000" cy="7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12795BCC-EB1E-FF8B-1312-7ACDA5CE765B}"/>
              </a:ext>
            </a:extLst>
          </p:cNvPr>
          <p:cNvCxnSpPr>
            <a:cxnSpLocks/>
          </p:cNvCxnSpPr>
          <p:nvPr/>
        </p:nvCxnSpPr>
        <p:spPr>
          <a:xfrm>
            <a:off x="11122625" y="4712010"/>
            <a:ext cx="21600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椭圆 72">
            <a:extLst>
              <a:ext uri="{FF2B5EF4-FFF2-40B4-BE49-F238E27FC236}">
                <a16:creationId xmlns:a16="http://schemas.microsoft.com/office/drawing/2014/main" id="{6DF01143-C01E-A87E-F24A-FCC48ED4C2DC}"/>
              </a:ext>
            </a:extLst>
          </p:cNvPr>
          <p:cNvSpPr/>
          <p:nvPr/>
        </p:nvSpPr>
        <p:spPr>
          <a:xfrm>
            <a:off x="11122625" y="4676010"/>
            <a:ext cx="72000" cy="720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28606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组合 9">
            <a:extLst>
              <a:ext uri="{FF2B5EF4-FFF2-40B4-BE49-F238E27FC236}">
                <a16:creationId xmlns:a16="http://schemas.microsoft.com/office/drawing/2014/main" id="{DF782A0C-5C93-EE95-D80F-300CFE6C0586}"/>
              </a:ext>
            </a:extLst>
          </p:cNvPr>
          <p:cNvGrpSpPr/>
          <p:nvPr/>
        </p:nvGrpSpPr>
        <p:grpSpPr>
          <a:xfrm>
            <a:off x="1882402" y="862094"/>
            <a:ext cx="2927850" cy="1222575"/>
            <a:chOff x="1882402" y="862094"/>
            <a:chExt cx="2927850" cy="1222575"/>
          </a:xfrm>
        </p:grpSpPr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FBD9F5DC-6705-043F-8719-512F12D55DBC}"/>
                </a:ext>
              </a:extLst>
            </p:cNvPr>
            <p:cNvSpPr/>
            <p:nvPr/>
          </p:nvSpPr>
          <p:spPr>
            <a:xfrm>
              <a:off x="1882402" y="862094"/>
              <a:ext cx="1080000" cy="432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A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E4D4EA62-B24C-DA8E-05C2-FC14B0BF2AED}"/>
                </a:ext>
              </a:extLst>
            </p:cNvPr>
            <p:cNvSpPr/>
            <p:nvPr/>
          </p:nvSpPr>
          <p:spPr>
            <a:xfrm>
              <a:off x="3730252" y="862094"/>
              <a:ext cx="1080000" cy="432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B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C509DFC8-9B2E-CCBE-58D2-6CD0750EEEC0}"/>
                </a:ext>
              </a:extLst>
            </p:cNvPr>
            <p:cNvSpPr/>
            <p:nvPr/>
          </p:nvSpPr>
          <p:spPr>
            <a:xfrm>
              <a:off x="1882402" y="1652669"/>
              <a:ext cx="2927850" cy="432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tx1"/>
                  </a:solidFill>
                </a:rPr>
                <a:t>全局变量和数据结构</a:t>
              </a:r>
            </a:p>
          </p:txBody>
        </p:sp>
        <p:cxnSp>
          <p:nvCxnSpPr>
            <p:cNvPr id="8" name="直接箭头连接符 7">
              <a:extLst>
                <a:ext uri="{FF2B5EF4-FFF2-40B4-BE49-F238E27FC236}">
                  <a16:creationId xmlns:a16="http://schemas.microsoft.com/office/drawing/2014/main" id="{AB261998-64CA-EB4E-C47B-7773E3EFEA19}"/>
                </a:ext>
              </a:extLst>
            </p:cNvPr>
            <p:cNvCxnSpPr/>
            <p:nvPr/>
          </p:nvCxnSpPr>
          <p:spPr>
            <a:xfrm>
              <a:off x="2400300" y="1293382"/>
              <a:ext cx="0" cy="360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箭头连接符 8">
              <a:extLst>
                <a:ext uri="{FF2B5EF4-FFF2-40B4-BE49-F238E27FC236}">
                  <a16:creationId xmlns:a16="http://schemas.microsoft.com/office/drawing/2014/main" id="{0D723B2F-5196-2856-3F2C-A49BFD78B21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70252" y="1293381"/>
              <a:ext cx="0" cy="360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724605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DA8BF606-F579-0A6D-68FF-A909E292481D}"/>
              </a:ext>
            </a:extLst>
          </p:cNvPr>
          <p:cNvSpPr/>
          <p:nvPr/>
        </p:nvSpPr>
        <p:spPr>
          <a:xfrm>
            <a:off x="2133599" y="3003176"/>
            <a:ext cx="1080000" cy="432000"/>
          </a:xfrm>
          <a:prstGeom prst="roundRect">
            <a:avLst>
              <a:gd name="adj" fmla="val 5000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Input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0E358D40-46EA-C5F4-1FCC-80FB04B92037}"/>
              </a:ext>
            </a:extLst>
          </p:cNvPr>
          <p:cNvSpPr/>
          <p:nvPr/>
        </p:nvSpPr>
        <p:spPr>
          <a:xfrm>
            <a:off x="5576046" y="3003176"/>
            <a:ext cx="1080000" cy="432000"/>
          </a:xfrm>
          <a:prstGeom prst="roundRect">
            <a:avLst>
              <a:gd name="adj" fmla="val 5000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Output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594FB9D-EEA8-53F6-580D-CC4ACBEA67D9}"/>
              </a:ext>
            </a:extLst>
          </p:cNvPr>
          <p:cNvSpPr/>
          <p:nvPr/>
        </p:nvSpPr>
        <p:spPr>
          <a:xfrm>
            <a:off x="3854823" y="3003176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Process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cxnSp>
        <p:nvCxnSpPr>
          <p:cNvPr id="5" name="直接箭头连接符 4">
            <a:extLst>
              <a:ext uri="{FF2B5EF4-FFF2-40B4-BE49-F238E27FC236}">
                <a16:creationId xmlns:a16="http://schemas.microsoft.com/office/drawing/2014/main" id="{F88A4AAB-03B8-9BFB-918B-3CEBD77F0C8C}"/>
              </a:ext>
            </a:extLst>
          </p:cNvPr>
          <p:cNvCxnSpPr>
            <a:stCxn id="2" idx="3"/>
            <a:endCxn id="4" idx="1"/>
          </p:cNvCxnSpPr>
          <p:nvPr/>
        </p:nvCxnSpPr>
        <p:spPr>
          <a:xfrm>
            <a:off x="3213599" y="3219176"/>
            <a:ext cx="64122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D5B200D8-BFBA-96C0-80DE-1ABAE0C24557}"/>
              </a:ext>
            </a:extLst>
          </p:cNvPr>
          <p:cNvCxnSpPr>
            <a:stCxn id="4" idx="3"/>
            <a:endCxn id="3" idx="1"/>
          </p:cNvCxnSpPr>
          <p:nvPr/>
        </p:nvCxnSpPr>
        <p:spPr>
          <a:xfrm>
            <a:off x="4934823" y="3219176"/>
            <a:ext cx="64122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矩形 6">
            <a:extLst>
              <a:ext uri="{FF2B5EF4-FFF2-40B4-BE49-F238E27FC236}">
                <a16:creationId xmlns:a16="http://schemas.microsoft.com/office/drawing/2014/main" id="{5A96AA1C-0430-3E3E-02A1-3A8DDFBF5DA1}"/>
              </a:ext>
            </a:extLst>
          </p:cNvPr>
          <p:cNvSpPr/>
          <p:nvPr/>
        </p:nvSpPr>
        <p:spPr>
          <a:xfrm>
            <a:off x="3854823" y="3003176"/>
            <a:ext cx="72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CE26EF7-8561-98C7-12FA-46F082357087}"/>
              </a:ext>
            </a:extLst>
          </p:cNvPr>
          <p:cNvSpPr/>
          <p:nvPr/>
        </p:nvSpPr>
        <p:spPr>
          <a:xfrm>
            <a:off x="4862823" y="3003176"/>
            <a:ext cx="72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21714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A1E753DC-5683-05C5-EE08-C36DD3570936}"/>
              </a:ext>
            </a:extLst>
          </p:cNvPr>
          <p:cNvSpPr/>
          <p:nvPr/>
        </p:nvSpPr>
        <p:spPr>
          <a:xfrm>
            <a:off x="5502235" y="2152650"/>
            <a:ext cx="144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Main module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A54C39A-6BE6-F3DD-DF1D-F72CBB88C157}"/>
              </a:ext>
            </a:extLst>
          </p:cNvPr>
          <p:cNvSpPr/>
          <p:nvPr/>
        </p:nvSpPr>
        <p:spPr>
          <a:xfrm>
            <a:off x="3861048" y="2928924"/>
            <a:ext cx="1080000" cy="432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bg1"/>
                </a:solidFill>
              </a:rPr>
              <a:t>Login 1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BE34B77-8650-9404-32C9-1D6BEE1C861C}"/>
              </a:ext>
            </a:extLst>
          </p:cNvPr>
          <p:cNvSpPr/>
          <p:nvPr/>
        </p:nvSpPr>
        <p:spPr>
          <a:xfrm>
            <a:off x="7503423" y="2928924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Module 2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3ADFC04-8633-B10C-81E4-816338DD2FB5}"/>
              </a:ext>
            </a:extLst>
          </p:cNvPr>
          <p:cNvSpPr/>
          <p:nvPr/>
        </p:nvSpPr>
        <p:spPr>
          <a:xfrm>
            <a:off x="2511798" y="3705199"/>
            <a:ext cx="1080000" cy="432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bg1"/>
                </a:solidFill>
              </a:rPr>
              <a:t>Verify 1.1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8A8E6BB-57D2-AF92-1278-5BF1AF8407AD}"/>
              </a:ext>
            </a:extLst>
          </p:cNvPr>
          <p:cNvSpPr/>
          <p:nvPr/>
        </p:nvSpPr>
        <p:spPr>
          <a:xfrm>
            <a:off x="3861048" y="3705199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Module 1.2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21DC9CA-5EB0-4872-8667-D1BC7E605B45}"/>
              </a:ext>
            </a:extLst>
          </p:cNvPr>
          <p:cNvSpPr/>
          <p:nvPr/>
        </p:nvSpPr>
        <p:spPr>
          <a:xfrm>
            <a:off x="5210298" y="3705199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Module 1.3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9540928-FE03-6B32-1052-EFB9DEABCC2A}"/>
              </a:ext>
            </a:extLst>
          </p:cNvPr>
          <p:cNvSpPr/>
          <p:nvPr/>
        </p:nvSpPr>
        <p:spPr>
          <a:xfrm>
            <a:off x="6828798" y="3705199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Module 2.1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08DB6A5-97B7-B99D-FB2E-3954DA82F487}"/>
              </a:ext>
            </a:extLst>
          </p:cNvPr>
          <p:cNvSpPr/>
          <p:nvPr/>
        </p:nvSpPr>
        <p:spPr>
          <a:xfrm>
            <a:off x="8178048" y="3705199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Module 2.2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cxnSp>
        <p:nvCxnSpPr>
          <p:cNvPr id="14" name="连接符: 肘形 13">
            <a:extLst>
              <a:ext uri="{FF2B5EF4-FFF2-40B4-BE49-F238E27FC236}">
                <a16:creationId xmlns:a16="http://schemas.microsoft.com/office/drawing/2014/main" id="{0CDCE40E-2479-C8FC-2559-0E9F296C5DBA}"/>
              </a:ext>
            </a:extLst>
          </p:cNvPr>
          <p:cNvCxnSpPr>
            <a:stCxn id="2" idx="2"/>
            <a:endCxn id="4" idx="0"/>
          </p:cNvCxnSpPr>
          <p:nvPr/>
        </p:nvCxnSpPr>
        <p:spPr>
          <a:xfrm rot="16200000" flipH="1">
            <a:off x="6960692" y="1846193"/>
            <a:ext cx="344274" cy="1821188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肘形 15">
            <a:extLst>
              <a:ext uri="{FF2B5EF4-FFF2-40B4-BE49-F238E27FC236}">
                <a16:creationId xmlns:a16="http://schemas.microsoft.com/office/drawing/2014/main" id="{8AB29A40-5C77-3063-EB56-E1E066259552}"/>
              </a:ext>
            </a:extLst>
          </p:cNvPr>
          <p:cNvCxnSpPr>
            <a:stCxn id="2" idx="2"/>
            <a:endCxn id="3" idx="0"/>
          </p:cNvCxnSpPr>
          <p:nvPr/>
        </p:nvCxnSpPr>
        <p:spPr>
          <a:xfrm rot="5400000">
            <a:off x="5139505" y="1846194"/>
            <a:ext cx="344274" cy="1821187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肘形 17">
            <a:extLst>
              <a:ext uri="{FF2B5EF4-FFF2-40B4-BE49-F238E27FC236}">
                <a16:creationId xmlns:a16="http://schemas.microsoft.com/office/drawing/2014/main" id="{C390A62B-1364-D47D-5D76-9A208D9318FD}"/>
              </a:ext>
            </a:extLst>
          </p:cNvPr>
          <p:cNvCxnSpPr>
            <a:stCxn id="3" idx="2"/>
            <a:endCxn id="5" idx="0"/>
          </p:cNvCxnSpPr>
          <p:nvPr/>
        </p:nvCxnSpPr>
        <p:spPr>
          <a:xfrm rot="5400000">
            <a:off x="3554286" y="2858436"/>
            <a:ext cx="344275" cy="134925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肘形 19">
            <a:extLst>
              <a:ext uri="{FF2B5EF4-FFF2-40B4-BE49-F238E27FC236}">
                <a16:creationId xmlns:a16="http://schemas.microsoft.com/office/drawing/2014/main" id="{2BDB116A-86D7-A00E-0B7E-41E399F5D5F3}"/>
              </a:ext>
            </a:extLst>
          </p:cNvPr>
          <p:cNvCxnSpPr>
            <a:stCxn id="3" idx="2"/>
            <a:endCxn id="8" idx="0"/>
          </p:cNvCxnSpPr>
          <p:nvPr/>
        </p:nvCxnSpPr>
        <p:spPr>
          <a:xfrm rot="16200000" flipH="1">
            <a:off x="4903536" y="2858436"/>
            <a:ext cx="344275" cy="134925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连接符: 肘形 21">
            <a:extLst>
              <a:ext uri="{FF2B5EF4-FFF2-40B4-BE49-F238E27FC236}">
                <a16:creationId xmlns:a16="http://schemas.microsoft.com/office/drawing/2014/main" id="{3D0AB01D-6974-1901-2D3A-426B34ECAE34}"/>
              </a:ext>
            </a:extLst>
          </p:cNvPr>
          <p:cNvCxnSpPr>
            <a:stCxn id="4" idx="2"/>
            <a:endCxn id="9" idx="0"/>
          </p:cNvCxnSpPr>
          <p:nvPr/>
        </p:nvCxnSpPr>
        <p:spPr>
          <a:xfrm rot="5400000">
            <a:off x="7533974" y="3195749"/>
            <a:ext cx="344275" cy="674625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连接符: 肘形 23">
            <a:extLst>
              <a:ext uri="{FF2B5EF4-FFF2-40B4-BE49-F238E27FC236}">
                <a16:creationId xmlns:a16="http://schemas.microsoft.com/office/drawing/2014/main" id="{7ED87473-3C70-4968-1832-ED4BA7BB9776}"/>
              </a:ext>
            </a:extLst>
          </p:cNvPr>
          <p:cNvCxnSpPr>
            <a:stCxn id="4" idx="2"/>
            <a:endCxn id="10" idx="0"/>
          </p:cNvCxnSpPr>
          <p:nvPr/>
        </p:nvCxnSpPr>
        <p:spPr>
          <a:xfrm rot="16200000" flipH="1">
            <a:off x="8208598" y="3195748"/>
            <a:ext cx="344275" cy="674625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CFDF2220-54BF-82AD-3F44-1CF9E64021E2}"/>
              </a:ext>
            </a:extLst>
          </p:cNvPr>
          <p:cNvCxnSpPr>
            <a:stCxn id="3" idx="2"/>
            <a:endCxn id="7" idx="0"/>
          </p:cNvCxnSpPr>
          <p:nvPr/>
        </p:nvCxnSpPr>
        <p:spPr>
          <a:xfrm>
            <a:off x="4401048" y="3360924"/>
            <a:ext cx="0" cy="344275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A9D6D5AB-8A99-CDA4-8446-3AA5780C97D7}"/>
              </a:ext>
            </a:extLst>
          </p:cNvPr>
          <p:cNvSpPr/>
          <p:nvPr/>
        </p:nvSpPr>
        <p:spPr>
          <a:xfrm>
            <a:off x="3314699" y="4822451"/>
            <a:ext cx="1080000" cy="432000"/>
          </a:xfrm>
          <a:prstGeom prst="roundRect">
            <a:avLst>
              <a:gd name="adj" fmla="val 5000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Input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B135D08A-C965-9906-18A5-14F6F35F4176}"/>
              </a:ext>
            </a:extLst>
          </p:cNvPr>
          <p:cNvSpPr/>
          <p:nvPr/>
        </p:nvSpPr>
        <p:spPr>
          <a:xfrm>
            <a:off x="6757146" y="4822451"/>
            <a:ext cx="1080000" cy="432000"/>
          </a:xfrm>
          <a:prstGeom prst="roundRect">
            <a:avLst>
              <a:gd name="adj" fmla="val 5000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Output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CCD7503-8A72-236B-7EFE-F61B73B249B3}"/>
              </a:ext>
            </a:extLst>
          </p:cNvPr>
          <p:cNvSpPr/>
          <p:nvPr/>
        </p:nvSpPr>
        <p:spPr>
          <a:xfrm>
            <a:off x="5035923" y="4822451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Process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C6CDBB4F-6EA5-A1E9-B871-C47DE83E060F}"/>
              </a:ext>
            </a:extLst>
          </p:cNvPr>
          <p:cNvCxnSpPr>
            <a:stCxn id="6" idx="3"/>
            <a:endCxn id="12" idx="1"/>
          </p:cNvCxnSpPr>
          <p:nvPr/>
        </p:nvCxnSpPr>
        <p:spPr>
          <a:xfrm>
            <a:off x="4394699" y="5038451"/>
            <a:ext cx="64122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8DAB7B32-7746-51EB-C81D-0A2F06C978D0}"/>
              </a:ext>
            </a:extLst>
          </p:cNvPr>
          <p:cNvCxnSpPr>
            <a:stCxn id="12" idx="3"/>
            <a:endCxn id="11" idx="1"/>
          </p:cNvCxnSpPr>
          <p:nvPr/>
        </p:nvCxnSpPr>
        <p:spPr>
          <a:xfrm>
            <a:off x="6115923" y="5038451"/>
            <a:ext cx="64122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矩形 16">
            <a:extLst>
              <a:ext uri="{FF2B5EF4-FFF2-40B4-BE49-F238E27FC236}">
                <a16:creationId xmlns:a16="http://schemas.microsoft.com/office/drawing/2014/main" id="{3E4269C3-122F-20C3-873F-242B636FC649}"/>
              </a:ext>
            </a:extLst>
          </p:cNvPr>
          <p:cNvSpPr/>
          <p:nvPr/>
        </p:nvSpPr>
        <p:spPr>
          <a:xfrm>
            <a:off x="5035923" y="4822451"/>
            <a:ext cx="72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C1D9827-4F22-9FCC-A4D1-F0319D2FD452}"/>
              </a:ext>
            </a:extLst>
          </p:cNvPr>
          <p:cNvSpPr/>
          <p:nvPr/>
        </p:nvSpPr>
        <p:spPr>
          <a:xfrm>
            <a:off x="6043923" y="4822451"/>
            <a:ext cx="72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363205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图形 17" descr="办公室职员">
            <a:extLst>
              <a:ext uri="{FF2B5EF4-FFF2-40B4-BE49-F238E27FC236}">
                <a16:creationId xmlns:a16="http://schemas.microsoft.com/office/drawing/2014/main" id="{61EE3786-B63C-C7D1-15E2-7191C94179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83203" y="2188107"/>
            <a:ext cx="360000" cy="360000"/>
          </a:xfrm>
          <a:prstGeom prst="rect">
            <a:avLst/>
          </a:prstGeom>
        </p:spPr>
      </p:pic>
      <p:pic>
        <p:nvPicPr>
          <p:cNvPr id="20" name="图形 19" descr="男人">
            <a:extLst>
              <a:ext uri="{FF2B5EF4-FFF2-40B4-BE49-F238E27FC236}">
                <a16:creationId xmlns:a16="http://schemas.microsoft.com/office/drawing/2014/main" id="{C86E605B-D9BC-54B7-CBB5-0A98AAD25C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29307" y="2964924"/>
            <a:ext cx="360000" cy="360000"/>
          </a:xfrm>
          <a:prstGeom prst="rect">
            <a:avLst/>
          </a:prstGeom>
        </p:spPr>
      </p:pic>
      <p:pic>
        <p:nvPicPr>
          <p:cNvPr id="22" name="图形 21" descr="妇女">
            <a:extLst>
              <a:ext uri="{FF2B5EF4-FFF2-40B4-BE49-F238E27FC236}">
                <a16:creationId xmlns:a16="http://schemas.microsoft.com/office/drawing/2014/main" id="{95ED47E7-3437-C315-65E7-8291ABAF5C8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37099" y="2964924"/>
            <a:ext cx="360000" cy="360000"/>
          </a:xfrm>
          <a:prstGeom prst="rect">
            <a:avLst/>
          </a:prstGeom>
        </p:spPr>
      </p:pic>
      <p:pic>
        <p:nvPicPr>
          <p:cNvPr id="24" name="图形 23" descr="两位男士">
            <a:extLst>
              <a:ext uri="{FF2B5EF4-FFF2-40B4-BE49-F238E27FC236}">
                <a16:creationId xmlns:a16="http://schemas.microsoft.com/office/drawing/2014/main" id="{54A71D42-4B83-7E86-799B-69913FB410E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049307" y="3627636"/>
            <a:ext cx="360000" cy="360000"/>
          </a:xfrm>
          <a:prstGeom prst="rect">
            <a:avLst/>
          </a:prstGeom>
        </p:spPr>
      </p:pic>
      <p:pic>
        <p:nvPicPr>
          <p:cNvPr id="26" name="图形 25" descr="男人和女人">
            <a:extLst>
              <a:ext uri="{FF2B5EF4-FFF2-40B4-BE49-F238E27FC236}">
                <a16:creationId xmlns:a16="http://schemas.microsoft.com/office/drawing/2014/main" id="{144CB3BC-19AD-1F90-5227-649ADCDED73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97106" y="3627636"/>
            <a:ext cx="360000" cy="360000"/>
          </a:xfrm>
          <a:prstGeom prst="rect">
            <a:avLst/>
          </a:prstGeom>
        </p:spPr>
      </p:pic>
      <p:pic>
        <p:nvPicPr>
          <p:cNvPr id="28" name="图形 27" descr="两个女人">
            <a:extLst>
              <a:ext uri="{FF2B5EF4-FFF2-40B4-BE49-F238E27FC236}">
                <a16:creationId xmlns:a16="http://schemas.microsoft.com/office/drawing/2014/main" id="{FE40A322-FDAB-46C0-3FD4-13769150D6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533869" y="3627636"/>
            <a:ext cx="360000" cy="360000"/>
          </a:xfrm>
          <a:prstGeom prst="rect">
            <a:avLst/>
          </a:prstGeom>
        </p:spPr>
      </p:pic>
      <p:pic>
        <p:nvPicPr>
          <p:cNvPr id="31" name="图形 30" descr="男人">
            <a:extLst>
              <a:ext uri="{FF2B5EF4-FFF2-40B4-BE49-F238E27FC236}">
                <a16:creationId xmlns:a16="http://schemas.microsoft.com/office/drawing/2014/main" id="{03769248-FAEC-CDEB-E632-3DF0E1A15E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16836" y="2964924"/>
            <a:ext cx="360000" cy="360000"/>
          </a:xfrm>
          <a:prstGeom prst="rect">
            <a:avLst/>
          </a:prstGeom>
        </p:spPr>
      </p:pic>
      <p:pic>
        <p:nvPicPr>
          <p:cNvPr id="32" name="图形 31" descr="男人和女人">
            <a:extLst>
              <a:ext uri="{FF2B5EF4-FFF2-40B4-BE49-F238E27FC236}">
                <a16:creationId xmlns:a16="http://schemas.microsoft.com/office/drawing/2014/main" id="{A3B1C69A-1F0D-30E3-AB9E-4C8F7F6B00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40330" y="3627636"/>
            <a:ext cx="360000" cy="360000"/>
          </a:xfrm>
          <a:prstGeom prst="rect">
            <a:avLst/>
          </a:prstGeom>
        </p:spPr>
      </p:pic>
      <p:pic>
        <p:nvPicPr>
          <p:cNvPr id="33" name="图形 32" descr="男人和女人">
            <a:extLst>
              <a:ext uri="{FF2B5EF4-FFF2-40B4-BE49-F238E27FC236}">
                <a16:creationId xmlns:a16="http://schemas.microsoft.com/office/drawing/2014/main" id="{C782A6B0-CCE9-BC7D-62BF-DBFDF218E4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942146" y="3627636"/>
            <a:ext cx="360000" cy="360000"/>
          </a:xfrm>
          <a:prstGeom prst="rect">
            <a:avLst/>
          </a:prstGeom>
        </p:spPr>
      </p:pic>
      <p:pic>
        <p:nvPicPr>
          <p:cNvPr id="34" name="图形 33" descr="男人和女人">
            <a:extLst>
              <a:ext uri="{FF2B5EF4-FFF2-40B4-BE49-F238E27FC236}">
                <a16:creationId xmlns:a16="http://schemas.microsoft.com/office/drawing/2014/main" id="{0EF33656-AC00-F5AA-A048-FB4E5998CB1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287186" y="3627636"/>
            <a:ext cx="360000" cy="360000"/>
          </a:xfrm>
          <a:prstGeom prst="rect">
            <a:avLst/>
          </a:prstGeom>
        </p:spPr>
      </p:pic>
      <p:pic>
        <p:nvPicPr>
          <p:cNvPr id="35" name="图形 34" descr="两位男士">
            <a:extLst>
              <a:ext uri="{FF2B5EF4-FFF2-40B4-BE49-F238E27FC236}">
                <a16:creationId xmlns:a16="http://schemas.microsoft.com/office/drawing/2014/main" id="{C01B9DC9-D06C-B5D1-5546-A6324812A18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409307" y="3627636"/>
            <a:ext cx="360000" cy="360000"/>
          </a:xfrm>
          <a:prstGeom prst="rect">
            <a:avLst/>
          </a:prstGeom>
        </p:spPr>
      </p:pic>
      <p:cxnSp>
        <p:nvCxnSpPr>
          <p:cNvPr id="37" name="连接符: 肘形 36">
            <a:extLst>
              <a:ext uri="{FF2B5EF4-FFF2-40B4-BE49-F238E27FC236}">
                <a16:creationId xmlns:a16="http://schemas.microsoft.com/office/drawing/2014/main" id="{051B2315-8E7B-98F9-836F-90F65985240F}"/>
              </a:ext>
            </a:extLst>
          </p:cNvPr>
          <p:cNvCxnSpPr>
            <a:stCxn id="18" idx="2"/>
            <a:endCxn id="20" idx="0"/>
          </p:cNvCxnSpPr>
          <p:nvPr/>
        </p:nvCxnSpPr>
        <p:spPr>
          <a:xfrm rot="5400000">
            <a:off x="4977847" y="1979567"/>
            <a:ext cx="416817" cy="1553896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连接符: 肘形 38">
            <a:extLst>
              <a:ext uri="{FF2B5EF4-FFF2-40B4-BE49-F238E27FC236}">
                <a16:creationId xmlns:a16="http://schemas.microsoft.com/office/drawing/2014/main" id="{774A9BE5-4293-43D6-2E06-214E64E6A2AC}"/>
              </a:ext>
            </a:extLst>
          </p:cNvPr>
          <p:cNvCxnSpPr>
            <a:cxnSpLocks/>
            <a:stCxn id="31" idx="0"/>
            <a:endCxn id="18" idx="2"/>
          </p:cNvCxnSpPr>
          <p:nvPr/>
        </p:nvCxnSpPr>
        <p:spPr>
          <a:xfrm rot="16200000" flipV="1">
            <a:off x="5921612" y="2589699"/>
            <a:ext cx="416817" cy="33363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肘形 42">
            <a:extLst>
              <a:ext uri="{FF2B5EF4-FFF2-40B4-BE49-F238E27FC236}">
                <a16:creationId xmlns:a16="http://schemas.microsoft.com/office/drawing/2014/main" id="{2188F721-3289-CD1C-49DD-9690C5B2A583}"/>
              </a:ext>
            </a:extLst>
          </p:cNvPr>
          <p:cNvCxnSpPr>
            <a:stCxn id="18" idx="2"/>
            <a:endCxn id="22" idx="0"/>
          </p:cNvCxnSpPr>
          <p:nvPr/>
        </p:nvCxnSpPr>
        <p:spPr>
          <a:xfrm rot="16200000" flipH="1">
            <a:off x="6531743" y="1979567"/>
            <a:ext cx="416817" cy="1553896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肘形 44">
            <a:extLst>
              <a:ext uri="{FF2B5EF4-FFF2-40B4-BE49-F238E27FC236}">
                <a16:creationId xmlns:a16="http://schemas.microsoft.com/office/drawing/2014/main" id="{734AF986-C8AD-EA39-BAC1-75AB249B2F10}"/>
              </a:ext>
            </a:extLst>
          </p:cNvPr>
          <p:cNvCxnSpPr>
            <a:stCxn id="20" idx="2"/>
            <a:endCxn id="24" idx="0"/>
          </p:cNvCxnSpPr>
          <p:nvPr/>
        </p:nvCxnSpPr>
        <p:spPr>
          <a:xfrm rot="5400000">
            <a:off x="4167951" y="3386280"/>
            <a:ext cx="302712" cy="18000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连接符: 肘形 46">
            <a:extLst>
              <a:ext uri="{FF2B5EF4-FFF2-40B4-BE49-F238E27FC236}">
                <a16:creationId xmlns:a16="http://schemas.microsoft.com/office/drawing/2014/main" id="{193F899F-2933-219E-A219-3C79DBB6E663}"/>
              </a:ext>
            </a:extLst>
          </p:cNvPr>
          <p:cNvCxnSpPr>
            <a:stCxn id="35" idx="0"/>
            <a:endCxn id="20" idx="2"/>
          </p:cNvCxnSpPr>
          <p:nvPr/>
        </p:nvCxnSpPr>
        <p:spPr>
          <a:xfrm rot="16200000" flipV="1">
            <a:off x="4347951" y="3386280"/>
            <a:ext cx="302712" cy="18000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连接符: 肘形 48">
            <a:extLst>
              <a:ext uri="{FF2B5EF4-FFF2-40B4-BE49-F238E27FC236}">
                <a16:creationId xmlns:a16="http://schemas.microsoft.com/office/drawing/2014/main" id="{A006C9A5-7850-E6A7-1E12-DECA2B6E5792}"/>
              </a:ext>
            </a:extLst>
          </p:cNvPr>
          <p:cNvCxnSpPr>
            <a:cxnSpLocks/>
            <a:stCxn id="31" idx="2"/>
            <a:endCxn id="26" idx="0"/>
          </p:cNvCxnSpPr>
          <p:nvPr/>
        </p:nvCxnSpPr>
        <p:spPr>
          <a:xfrm rot="5400000">
            <a:off x="5885615" y="3216415"/>
            <a:ext cx="302712" cy="51973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连接符: 肘形 50">
            <a:extLst>
              <a:ext uri="{FF2B5EF4-FFF2-40B4-BE49-F238E27FC236}">
                <a16:creationId xmlns:a16="http://schemas.microsoft.com/office/drawing/2014/main" id="{FA0A64DA-C240-CD55-39C6-2CD12FEE084D}"/>
              </a:ext>
            </a:extLst>
          </p:cNvPr>
          <p:cNvCxnSpPr>
            <a:cxnSpLocks/>
            <a:stCxn id="57" idx="0"/>
            <a:endCxn id="31" idx="2"/>
          </p:cNvCxnSpPr>
          <p:nvPr/>
        </p:nvCxnSpPr>
        <p:spPr>
          <a:xfrm rot="16200000" flipV="1">
            <a:off x="6405345" y="3216415"/>
            <a:ext cx="302712" cy="51972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连接符: 肘形 53">
            <a:extLst>
              <a:ext uri="{FF2B5EF4-FFF2-40B4-BE49-F238E27FC236}">
                <a16:creationId xmlns:a16="http://schemas.microsoft.com/office/drawing/2014/main" id="{7FDF33CE-DBD1-BCDB-9B9A-2CD74825659C}"/>
              </a:ext>
            </a:extLst>
          </p:cNvPr>
          <p:cNvCxnSpPr>
            <a:stCxn id="32" idx="0"/>
            <a:endCxn id="22" idx="2"/>
          </p:cNvCxnSpPr>
          <p:nvPr/>
        </p:nvCxnSpPr>
        <p:spPr>
          <a:xfrm rot="5400000" flipH="1" flipV="1">
            <a:off x="7267358" y="3377896"/>
            <a:ext cx="302712" cy="196769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连接符: 肘形 55">
            <a:extLst>
              <a:ext uri="{FF2B5EF4-FFF2-40B4-BE49-F238E27FC236}">
                <a16:creationId xmlns:a16="http://schemas.microsoft.com/office/drawing/2014/main" id="{0C0E8C0D-ECE1-5CD9-48D4-4CBD639232AD}"/>
              </a:ext>
            </a:extLst>
          </p:cNvPr>
          <p:cNvCxnSpPr>
            <a:stCxn id="22" idx="2"/>
            <a:endCxn id="28" idx="0"/>
          </p:cNvCxnSpPr>
          <p:nvPr/>
        </p:nvCxnSpPr>
        <p:spPr>
          <a:xfrm rot="16200000" flipH="1">
            <a:off x="7464128" y="3377895"/>
            <a:ext cx="302712" cy="19677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7" name="图形 56" descr="男人和女人">
            <a:extLst>
              <a:ext uri="{FF2B5EF4-FFF2-40B4-BE49-F238E27FC236}">
                <a16:creationId xmlns:a16="http://schemas.microsoft.com/office/drawing/2014/main" id="{FFA82F0A-A48A-C32F-B5A8-D34D96FC33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36565" y="3627636"/>
            <a:ext cx="360000" cy="360000"/>
          </a:xfrm>
          <a:prstGeom prst="rect">
            <a:avLst/>
          </a:prstGeom>
        </p:spPr>
      </p:pic>
      <p:cxnSp>
        <p:nvCxnSpPr>
          <p:cNvPr id="61" name="连接符: 肘形 60">
            <a:extLst>
              <a:ext uri="{FF2B5EF4-FFF2-40B4-BE49-F238E27FC236}">
                <a16:creationId xmlns:a16="http://schemas.microsoft.com/office/drawing/2014/main" id="{9B8AA0A9-D9C9-E1A3-C5B9-0AD2843490E8}"/>
              </a:ext>
            </a:extLst>
          </p:cNvPr>
          <p:cNvCxnSpPr>
            <a:stCxn id="31" idx="2"/>
            <a:endCxn id="33" idx="0"/>
          </p:cNvCxnSpPr>
          <p:nvPr/>
        </p:nvCxnSpPr>
        <p:spPr>
          <a:xfrm rot="5400000">
            <a:off x="6058135" y="3388935"/>
            <a:ext cx="302712" cy="17469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连接符: 肘形 62">
            <a:extLst>
              <a:ext uri="{FF2B5EF4-FFF2-40B4-BE49-F238E27FC236}">
                <a16:creationId xmlns:a16="http://schemas.microsoft.com/office/drawing/2014/main" id="{0F35B89B-3E2D-5C40-A93C-DF931D5C6120}"/>
              </a:ext>
            </a:extLst>
          </p:cNvPr>
          <p:cNvCxnSpPr>
            <a:endCxn id="34" idx="0"/>
          </p:cNvCxnSpPr>
          <p:nvPr/>
        </p:nvCxnSpPr>
        <p:spPr>
          <a:xfrm rot="16200000" flipH="1">
            <a:off x="6230655" y="3391104"/>
            <a:ext cx="302713" cy="17035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4" name="图形 63" descr="男人">
            <a:extLst>
              <a:ext uri="{FF2B5EF4-FFF2-40B4-BE49-F238E27FC236}">
                <a16:creationId xmlns:a16="http://schemas.microsoft.com/office/drawing/2014/main" id="{9A527C4C-3F1A-2955-E125-8B4D1BDA2D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76840" y="2964924"/>
            <a:ext cx="360000" cy="360000"/>
          </a:xfrm>
          <a:prstGeom prst="rect">
            <a:avLst/>
          </a:prstGeom>
        </p:spPr>
      </p:pic>
      <p:cxnSp>
        <p:nvCxnSpPr>
          <p:cNvPr id="66" name="连接符: 肘形 65">
            <a:extLst>
              <a:ext uri="{FF2B5EF4-FFF2-40B4-BE49-F238E27FC236}">
                <a16:creationId xmlns:a16="http://schemas.microsoft.com/office/drawing/2014/main" id="{6D6E6734-2890-4189-271C-B009BD8AF7BC}"/>
              </a:ext>
            </a:extLst>
          </p:cNvPr>
          <p:cNvCxnSpPr>
            <a:cxnSpLocks/>
            <a:stCxn id="18" idx="2"/>
            <a:endCxn id="64" idx="0"/>
          </p:cNvCxnSpPr>
          <p:nvPr/>
        </p:nvCxnSpPr>
        <p:spPr>
          <a:xfrm rot="5400000">
            <a:off x="5351614" y="2353334"/>
            <a:ext cx="416817" cy="80636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8" name="图形 67" descr="妇女">
            <a:extLst>
              <a:ext uri="{FF2B5EF4-FFF2-40B4-BE49-F238E27FC236}">
                <a16:creationId xmlns:a16="http://schemas.microsoft.com/office/drawing/2014/main" id="{D6346FE1-9F4A-F891-B798-7213310E18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19010" y="4297162"/>
            <a:ext cx="360000" cy="360000"/>
          </a:xfrm>
          <a:prstGeom prst="rect">
            <a:avLst/>
          </a:prstGeom>
        </p:spPr>
      </p:pic>
      <p:pic>
        <p:nvPicPr>
          <p:cNvPr id="69" name="图形 68" descr="妇女">
            <a:extLst>
              <a:ext uri="{FF2B5EF4-FFF2-40B4-BE49-F238E27FC236}">
                <a16:creationId xmlns:a16="http://schemas.microsoft.com/office/drawing/2014/main" id="{798190B6-53D8-AFD7-796A-9C4AA92096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805384" y="4297162"/>
            <a:ext cx="360000" cy="360000"/>
          </a:xfrm>
          <a:prstGeom prst="rect">
            <a:avLst/>
          </a:prstGeom>
        </p:spPr>
      </p:pic>
      <p:cxnSp>
        <p:nvCxnSpPr>
          <p:cNvPr id="71" name="连接符: 肘形 70">
            <a:extLst>
              <a:ext uri="{FF2B5EF4-FFF2-40B4-BE49-F238E27FC236}">
                <a16:creationId xmlns:a16="http://schemas.microsoft.com/office/drawing/2014/main" id="{6553620F-41B3-CB9A-6D32-CC72C9D80262}"/>
              </a:ext>
            </a:extLst>
          </p:cNvPr>
          <p:cNvCxnSpPr>
            <a:cxnSpLocks/>
            <a:stCxn id="26" idx="2"/>
            <a:endCxn id="68" idx="0"/>
          </p:cNvCxnSpPr>
          <p:nvPr/>
        </p:nvCxnSpPr>
        <p:spPr>
          <a:xfrm rot="5400000">
            <a:off x="5533295" y="4053351"/>
            <a:ext cx="309526" cy="178096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连接符: 肘形 72">
            <a:extLst>
              <a:ext uri="{FF2B5EF4-FFF2-40B4-BE49-F238E27FC236}">
                <a16:creationId xmlns:a16="http://schemas.microsoft.com/office/drawing/2014/main" id="{0697A766-8B54-F55C-685E-688F597AACC7}"/>
              </a:ext>
            </a:extLst>
          </p:cNvPr>
          <p:cNvCxnSpPr>
            <a:stCxn id="69" idx="0"/>
            <a:endCxn id="26" idx="2"/>
          </p:cNvCxnSpPr>
          <p:nvPr/>
        </p:nvCxnSpPr>
        <p:spPr>
          <a:xfrm rot="16200000" flipV="1">
            <a:off x="5726482" y="4038260"/>
            <a:ext cx="309526" cy="208278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043164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FA27CA55-8B56-5F69-55B4-7EA8F4A86BA0}"/>
              </a:ext>
            </a:extLst>
          </p:cNvPr>
          <p:cNvSpPr/>
          <p:nvPr/>
        </p:nvSpPr>
        <p:spPr>
          <a:xfrm>
            <a:off x="2906628" y="3456055"/>
            <a:ext cx="144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Control 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92CB8F7-52B8-85D7-52CC-848707F59D80}"/>
              </a:ext>
            </a:extLst>
          </p:cNvPr>
          <p:cNvSpPr/>
          <p:nvPr/>
        </p:nvSpPr>
        <p:spPr>
          <a:xfrm>
            <a:off x="4537467" y="4584922"/>
            <a:ext cx="144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Sub 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F2D81ACF-BD28-1586-58A9-CA31DB985238}"/>
              </a:ext>
            </a:extLst>
          </p:cNvPr>
          <p:cNvSpPr/>
          <p:nvPr/>
        </p:nvSpPr>
        <p:spPr>
          <a:xfrm>
            <a:off x="1275789" y="4584922"/>
            <a:ext cx="144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Sub 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F1F824BA-CDDA-19CB-C9D7-7C417F1D9C42}"/>
              </a:ext>
            </a:extLst>
          </p:cNvPr>
          <p:cNvSpPr/>
          <p:nvPr/>
        </p:nvSpPr>
        <p:spPr>
          <a:xfrm>
            <a:off x="8565374" y="3429000"/>
            <a:ext cx="144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Control 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B18FEB46-C820-76CB-FF90-BE6D2A46F7BD}"/>
              </a:ext>
            </a:extLst>
          </p:cNvPr>
          <p:cNvSpPr/>
          <p:nvPr/>
        </p:nvSpPr>
        <p:spPr>
          <a:xfrm>
            <a:off x="10196213" y="4557867"/>
            <a:ext cx="144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Sub 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973EB21F-9189-A50A-5CE6-0F2EACA892DB}"/>
              </a:ext>
            </a:extLst>
          </p:cNvPr>
          <p:cNvSpPr/>
          <p:nvPr/>
        </p:nvSpPr>
        <p:spPr>
          <a:xfrm>
            <a:off x="6934535" y="4557867"/>
            <a:ext cx="144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Sub 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7" name="流程图: 决策 26">
            <a:extLst>
              <a:ext uri="{FF2B5EF4-FFF2-40B4-BE49-F238E27FC236}">
                <a16:creationId xmlns:a16="http://schemas.microsoft.com/office/drawing/2014/main" id="{0A2CE3E8-B460-6B2E-A0BB-FE08E4602E7B}"/>
              </a:ext>
            </a:extLst>
          </p:cNvPr>
          <p:cNvSpPr/>
          <p:nvPr/>
        </p:nvSpPr>
        <p:spPr>
          <a:xfrm>
            <a:off x="9069374" y="3887763"/>
            <a:ext cx="432000" cy="216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EFCD2E7-779F-EB61-B430-F4C3272ED2A4}"/>
              </a:ext>
            </a:extLst>
          </p:cNvPr>
          <p:cNvSpPr/>
          <p:nvPr/>
        </p:nvSpPr>
        <p:spPr>
          <a:xfrm>
            <a:off x="2906628" y="4584922"/>
            <a:ext cx="144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Sub 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ABF154E1-C8A3-FA01-CD49-CF32D2684143}"/>
              </a:ext>
            </a:extLst>
          </p:cNvPr>
          <p:cNvCxnSpPr>
            <a:stCxn id="16" idx="2"/>
            <a:endCxn id="18" idx="0"/>
          </p:cNvCxnSpPr>
          <p:nvPr/>
        </p:nvCxnSpPr>
        <p:spPr>
          <a:xfrm flipH="1">
            <a:off x="1995789" y="3888055"/>
            <a:ext cx="1630839" cy="69686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48D97161-CA4C-D5B6-307E-86675437B787}"/>
              </a:ext>
            </a:extLst>
          </p:cNvPr>
          <p:cNvCxnSpPr>
            <a:stCxn id="16" idx="2"/>
            <a:endCxn id="17" idx="0"/>
          </p:cNvCxnSpPr>
          <p:nvPr/>
        </p:nvCxnSpPr>
        <p:spPr>
          <a:xfrm>
            <a:off x="3626628" y="3888055"/>
            <a:ext cx="1630839" cy="69686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DCBCE32C-388C-CD60-C311-C63BFA03F312}"/>
              </a:ext>
            </a:extLst>
          </p:cNvPr>
          <p:cNvCxnSpPr>
            <a:stCxn id="16" idx="2"/>
            <a:endCxn id="30" idx="0"/>
          </p:cNvCxnSpPr>
          <p:nvPr/>
        </p:nvCxnSpPr>
        <p:spPr>
          <a:xfrm>
            <a:off x="3626628" y="3888055"/>
            <a:ext cx="0" cy="69686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箭头: 手杖形 36">
            <a:extLst>
              <a:ext uri="{FF2B5EF4-FFF2-40B4-BE49-F238E27FC236}">
                <a16:creationId xmlns:a16="http://schemas.microsoft.com/office/drawing/2014/main" id="{6EB2C494-9ED9-60AE-F82A-1A27DF2272E6}"/>
              </a:ext>
            </a:extLst>
          </p:cNvPr>
          <p:cNvSpPr/>
          <p:nvPr/>
        </p:nvSpPr>
        <p:spPr>
          <a:xfrm rot="10800000">
            <a:off x="3313279" y="3895174"/>
            <a:ext cx="360000" cy="288000"/>
          </a:xfrm>
          <a:prstGeom prst="utur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EA7FC26E-5528-0AA1-3E7D-F656F55FEDF1}"/>
              </a:ext>
            </a:extLst>
          </p:cNvPr>
          <p:cNvSpPr/>
          <p:nvPr/>
        </p:nvSpPr>
        <p:spPr>
          <a:xfrm>
            <a:off x="4442047" y="474730"/>
            <a:ext cx="144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 1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0D9AC903-FFFA-E1B4-63AC-7A345620D17A}"/>
              </a:ext>
            </a:extLst>
          </p:cNvPr>
          <p:cNvSpPr/>
          <p:nvPr/>
        </p:nvSpPr>
        <p:spPr>
          <a:xfrm>
            <a:off x="4442047" y="1626730"/>
            <a:ext cx="144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 2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AD86C691-1AB1-1689-F266-44D45ADB3E47}"/>
              </a:ext>
            </a:extLst>
          </p:cNvPr>
          <p:cNvCxnSpPr>
            <a:cxnSpLocks/>
          </p:cNvCxnSpPr>
          <p:nvPr/>
        </p:nvCxnSpPr>
        <p:spPr>
          <a:xfrm>
            <a:off x="4922048" y="906730"/>
            <a:ext cx="0" cy="720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82D3C5BF-8A25-74DF-B243-DE815D097CC4}"/>
              </a:ext>
            </a:extLst>
          </p:cNvPr>
          <p:cNvCxnSpPr>
            <a:cxnSpLocks/>
          </p:cNvCxnSpPr>
          <p:nvPr/>
        </p:nvCxnSpPr>
        <p:spPr>
          <a:xfrm>
            <a:off x="1200150" y="1626730"/>
            <a:ext cx="1800225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2BD3FB60-881A-CB4F-3338-537F86A4AD8A}"/>
              </a:ext>
            </a:extLst>
          </p:cNvPr>
          <p:cNvCxnSpPr>
            <a:cxnSpLocks/>
          </p:cNvCxnSpPr>
          <p:nvPr/>
        </p:nvCxnSpPr>
        <p:spPr>
          <a:xfrm>
            <a:off x="5402048" y="906730"/>
            <a:ext cx="0" cy="720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55F0883A-1805-C003-D044-79A366DED6CB}"/>
              </a:ext>
            </a:extLst>
          </p:cNvPr>
          <p:cNvCxnSpPr>
            <a:cxnSpLocks/>
          </p:cNvCxnSpPr>
          <p:nvPr/>
        </p:nvCxnSpPr>
        <p:spPr>
          <a:xfrm rot="5400000">
            <a:off x="4082047" y="2686818"/>
            <a:ext cx="72000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9C21C0DA-B308-C4AD-9CC7-42EB3E1233C5}"/>
              </a:ext>
            </a:extLst>
          </p:cNvPr>
          <p:cNvCxnSpPr>
            <a:cxnSpLocks/>
          </p:cNvCxnSpPr>
          <p:nvPr/>
        </p:nvCxnSpPr>
        <p:spPr>
          <a:xfrm rot="5400000">
            <a:off x="5522046" y="2686818"/>
            <a:ext cx="72000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920086A3-C98B-97BE-937E-D08E673958DB}"/>
              </a:ext>
            </a:extLst>
          </p:cNvPr>
          <p:cNvCxnSpPr>
            <a:cxnSpLocks/>
          </p:cNvCxnSpPr>
          <p:nvPr/>
        </p:nvCxnSpPr>
        <p:spPr>
          <a:xfrm>
            <a:off x="5642047" y="1050730"/>
            <a:ext cx="0" cy="4320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椭圆 46">
            <a:extLst>
              <a:ext uri="{FF2B5EF4-FFF2-40B4-BE49-F238E27FC236}">
                <a16:creationId xmlns:a16="http://schemas.microsoft.com/office/drawing/2014/main" id="{EE98B940-BD9E-FA7B-3712-DFF5C7AAB30A}"/>
              </a:ext>
            </a:extLst>
          </p:cNvPr>
          <p:cNvSpPr/>
          <p:nvPr/>
        </p:nvSpPr>
        <p:spPr>
          <a:xfrm>
            <a:off x="5606047" y="1050730"/>
            <a:ext cx="72000" cy="7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48FE6FC6-A904-2481-491F-FBCDDB8859A3}"/>
              </a:ext>
            </a:extLst>
          </p:cNvPr>
          <p:cNvCxnSpPr>
            <a:cxnSpLocks/>
          </p:cNvCxnSpPr>
          <p:nvPr/>
        </p:nvCxnSpPr>
        <p:spPr>
          <a:xfrm flipV="1">
            <a:off x="4682048" y="1050730"/>
            <a:ext cx="0" cy="4320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椭圆 53">
            <a:extLst>
              <a:ext uri="{FF2B5EF4-FFF2-40B4-BE49-F238E27FC236}">
                <a16:creationId xmlns:a16="http://schemas.microsoft.com/office/drawing/2014/main" id="{168F684B-4121-69AD-6EA6-0AB25DC31AA3}"/>
              </a:ext>
            </a:extLst>
          </p:cNvPr>
          <p:cNvSpPr/>
          <p:nvPr/>
        </p:nvSpPr>
        <p:spPr>
          <a:xfrm flipV="1">
            <a:off x="4646048" y="1410730"/>
            <a:ext cx="72000" cy="7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cxnSp>
        <p:nvCxnSpPr>
          <p:cNvPr id="56" name="连接符: 肘形 55">
            <a:extLst>
              <a:ext uri="{FF2B5EF4-FFF2-40B4-BE49-F238E27FC236}">
                <a16:creationId xmlns:a16="http://schemas.microsoft.com/office/drawing/2014/main" id="{5293E7A5-A25A-EFB4-DE87-14246EE1F4C8}"/>
              </a:ext>
            </a:extLst>
          </p:cNvPr>
          <p:cNvCxnSpPr>
            <a:stCxn id="27" idx="2"/>
            <a:endCxn id="26" idx="0"/>
          </p:cNvCxnSpPr>
          <p:nvPr/>
        </p:nvCxnSpPr>
        <p:spPr>
          <a:xfrm rot="5400000">
            <a:off x="8242903" y="3515396"/>
            <a:ext cx="454104" cy="1630839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连接符: 肘形 57">
            <a:extLst>
              <a:ext uri="{FF2B5EF4-FFF2-40B4-BE49-F238E27FC236}">
                <a16:creationId xmlns:a16="http://schemas.microsoft.com/office/drawing/2014/main" id="{1EC5A664-A03F-5446-3CD7-57E91C8ECD94}"/>
              </a:ext>
            </a:extLst>
          </p:cNvPr>
          <p:cNvCxnSpPr>
            <a:stCxn id="27" idx="2"/>
            <a:endCxn id="25" idx="0"/>
          </p:cNvCxnSpPr>
          <p:nvPr/>
        </p:nvCxnSpPr>
        <p:spPr>
          <a:xfrm rot="16200000" flipH="1">
            <a:off x="9873741" y="3515395"/>
            <a:ext cx="454104" cy="1630839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269367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mail Server">
            <a:extLst>
              <a:ext uri="{FF2B5EF4-FFF2-40B4-BE49-F238E27FC236}">
                <a16:creationId xmlns:a16="http://schemas.microsoft.com/office/drawing/2014/main" id="{4EDAC430-3CF9-FB8D-BB43-1F8EA978EA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7000" y="1852613"/>
            <a:ext cx="6858000" cy="3152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916069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1">
      <a:majorFont>
        <a:latin typeface="Times New Roman"/>
        <a:ea typeface="微软雅黑"/>
        <a:cs typeface=""/>
      </a:majorFont>
      <a:minorFont>
        <a:latin typeface="Times New Roman"/>
        <a:ea typeface="微软雅黑 Light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solidFill>
            <a:schemeClr val="tx1"/>
          </a:solidFill>
        </a:ln>
      </a:spPr>
      <a:bodyPr rtlCol="0" anchor="ctr"/>
      <a:lstStyle>
        <a:defPPr algn="ctr">
          <a:defRPr sz="160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777</TotalTime>
  <Words>102</Words>
  <Application>Microsoft Office PowerPoint</Application>
  <PresentationFormat>宽屏</PresentationFormat>
  <Paragraphs>69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1" baseType="lpstr">
      <vt:lpstr>Arial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cn plaman</dc:creator>
  <cp:lastModifiedBy>cn plaman</cp:lastModifiedBy>
  <cp:revision>24</cp:revision>
  <dcterms:created xsi:type="dcterms:W3CDTF">2026-04-06T07:32:28Z</dcterms:created>
  <dcterms:modified xsi:type="dcterms:W3CDTF">2026-04-10T04:35:57Z</dcterms:modified>
</cp:coreProperties>
</file>
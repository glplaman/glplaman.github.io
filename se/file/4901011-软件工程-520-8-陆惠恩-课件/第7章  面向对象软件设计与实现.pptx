
<file path=[Content_Types].xml><?xml version="1.0" encoding="utf-8"?>
<Types xmlns="http://schemas.openxmlformats.org/package/2006/content-types">
  <Override PartName="/ppt/slides/slide94.xml" ContentType="application/vnd.openxmlformats-officedocument.presentationml.slide+xml"/>
  <Override PartName="/ppt/slides/slide142.xml" ContentType="application/vnd.openxmlformats-officedocument.presentationml.slide+xml"/>
  <Override PartName="/ppt/tags/tag8.xml" ContentType="application/vnd.openxmlformats-officedocument.presentationml.tags+xml"/>
  <Override PartName="/ppt/tags/tag238.xml" ContentType="application/vnd.openxmlformats-officedocument.presentationml.tags+xml"/>
  <Override PartName="/ppt/tags/tag569.xml" ContentType="application/vnd.openxmlformats-officedocument.presentationml.tags+xml"/>
  <Override PartName="/ppt/notesSlides/notesSlide85.xml" ContentType="application/vnd.openxmlformats-officedocument.presentationml.notesSlide+xml"/>
  <Override PartName="/ppt/tags/tag424.xml" ContentType="application/vnd.openxmlformats-officedocument.presentationml.tags+xml"/>
  <Override PartName="/ppt/tags/tag610.xml" ContentType="application/vnd.openxmlformats-officedocument.presentationml.tags+xml"/>
  <Override PartName="/ppt/notesSlides/notesSlide141.xml" ContentType="application/vnd.openxmlformats-officedocument.presentationml.notesSlide+xml"/>
  <Override PartName="/ppt/tags/tag755.xml" ContentType="application/vnd.openxmlformats-officedocument.presentationml.tags+xml"/>
  <Override PartName="/ppt/slides/slide25.xml" ContentType="application/vnd.openxmlformats-officedocument.presentationml.slide+xml"/>
  <Override PartName="/ppt/slideLayouts/slideLayout2.xml" ContentType="application/vnd.openxmlformats-officedocument.presentationml.slideLayout+xml"/>
  <Override PartName="/ppt/tags/tag263.xml" ContentType="application/vnd.openxmlformats-officedocument.presentationml.tags+xml"/>
  <Override PartName="/ppt/tags/tag594.xml" ContentType="application/vnd.openxmlformats-officedocument.presentationml.tags+xml"/>
  <Override PartName="/ppt/tags/tag780.xml" ContentType="application/vnd.openxmlformats-officedocument.presentationml.tags+xml"/>
  <Default Extension="xml" ContentType="application/xml"/>
  <Override PartName="/ppt/slides/slide50.xml" ContentType="application/vnd.openxmlformats-officedocument.presentationml.slide+xml"/>
  <Override PartName="/ppt/tags/tag38.xml" ContentType="application/vnd.openxmlformats-officedocument.presentationml.tags+xml"/>
  <Override PartName="/ppt/notesSlides/notesSlide16.xml" ContentType="application/vnd.openxmlformats-officedocument.presentationml.notesSlide+xml"/>
  <Override PartName="/ppt/tags/tag339.xml" ContentType="application/vnd.openxmlformats-officedocument.presentationml.tags+xml"/>
  <Override PartName="/ppt/tags/tag525.xml" ContentType="application/vnd.openxmlformats-officedocument.presentationml.tags+xml"/>
  <Override PartName="/ppt/tags/tag63.xml" ContentType="application/vnd.openxmlformats-officedocument.presentationml.tags+xml"/>
  <Override PartName="/ppt/tags/tag178.xml" ContentType="application/vnd.openxmlformats-officedocument.presentationml.tags+xml"/>
  <Override PartName="/ppt/notesSlides/notesSlide41.xml" ContentType="application/vnd.openxmlformats-officedocument.presentationml.notesSlide+xml"/>
  <Override PartName="/ppt/tags/tag364.xml" ContentType="application/vnd.openxmlformats-officedocument.presentationml.tags+xml"/>
  <Override PartName="/ppt/tags/tag711.xml" ContentType="application/vnd.openxmlformats-officedocument.presentationml.tags+xml"/>
  <Override PartName="/ppt/tags/tag856.xml" ContentType="application/vnd.openxmlformats-officedocument.presentationml.tags+xml"/>
  <Override PartName="/ppt/slides/slide158.xml" ContentType="application/vnd.openxmlformats-officedocument.presentationml.slide+xml"/>
  <Override PartName="/ppt/tags/tag109.xml" ContentType="application/vnd.openxmlformats-officedocument.presentationml.tags+xml"/>
  <Override PartName="/ppt/tags/tag550.xml" ContentType="application/vnd.openxmlformats-officedocument.presentationml.tags+xml"/>
  <Override PartName="/ppt/tags/tag695.xml" ContentType="application/vnd.openxmlformats-officedocument.presentationml.tags+xml"/>
  <Override PartName="/ppt/tags/tag881.xml" ContentType="application/vnd.openxmlformats-officedocument.presentationml.tags+xml"/>
  <Override PartName="/ppt/slides/slide183.xml" ContentType="application/vnd.openxmlformats-officedocument.presentationml.slide+xml"/>
  <Override PartName="/ppt/notesSlides/notesSlide7.xml" ContentType="application/vnd.openxmlformats-officedocument.presentationml.notesSlide+xml"/>
  <Override PartName="/ppt/tags/tag279.xml" ContentType="application/vnd.openxmlformats-officedocument.presentationml.tags+xml"/>
  <Override PartName="/ppt/tags/tag626.xml" ContentType="application/vnd.openxmlformats-officedocument.presentationml.tags+xml"/>
  <Override PartName="/ppt/notesSlides/notesSlide157.xml" ContentType="application/vnd.openxmlformats-officedocument.presentationml.notesSlide+xml"/>
  <Override PartName="/ppt/tags/tag134.xml" ContentType="application/vnd.openxmlformats-officedocument.presentationml.tags+xml"/>
  <Override PartName="/ppt/tags/tag320.xml" ContentType="application/vnd.openxmlformats-officedocument.presentationml.tags+xml"/>
  <Override PartName="/ppt/tags/tag465.xml" ContentType="application/vnd.openxmlformats-officedocument.presentationml.tags+xml"/>
  <Override PartName="/ppt/tags/tag796.xml" ContentType="application/vnd.openxmlformats-officedocument.presentationml.tags+xml"/>
  <Override PartName="/ppt/tags/tag812.xml" ContentType="application/vnd.openxmlformats-officedocument.presentationml.tags+xml"/>
  <Override PartName="/ppt/slides/slide66.xml" ContentType="application/vnd.openxmlformats-officedocument.presentationml.slide+xml"/>
  <Override PartName="/ppt/slides/slide114.xml" ContentType="application/vnd.openxmlformats-officedocument.presentationml.slide+xml"/>
  <Default Extension="png" ContentType="image/png"/>
  <Override PartName="/ppt/tags/tag651.xml" ContentType="application/vnd.openxmlformats-officedocument.presentationml.tags+xml"/>
  <Override PartName="/ppt/tags/tag5.xml" ContentType="application/vnd.openxmlformats-officedocument.presentationml.tags+xml"/>
  <Override PartName="/ppt/tags/tag79.xml" ContentType="application/vnd.openxmlformats-officedocument.presentationml.tags+xml"/>
  <Override PartName="/ppt/notesSlides/notesSlide57.xml" ContentType="application/vnd.openxmlformats-officedocument.presentationml.notesSlide+xml"/>
  <Override PartName="/ppt/tags/tag490.xml" ContentType="application/vnd.openxmlformats-officedocument.presentationml.tags+xml"/>
  <Override PartName="/ppt/notesSlides/notesSlide113.xml" ContentType="application/vnd.openxmlformats-officedocument.presentationml.notesSlide+xml"/>
  <Override PartName="/ppt/tags/tag727.xml" ContentType="application/vnd.openxmlformats-officedocument.presentationml.tags+xml"/>
  <Override PartName="/ppt/slides/slide91.xml" ContentType="application/vnd.openxmlformats-officedocument.presentationml.slide+xml"/>
  <Override PartName="/ppt/tags/tag235.xml" ContentType="application/vnd.openxmlformats-officedocument.presentationml.tags+xml"/>
  <Override PartName="/ppt/tags/tag421.xml" ContentType="application/vnd.openxmlformats-officedocument.presentationml.tags+xml"/>
  <Override PartName="/ppt/tags/tag566.xml" ContentType="application/vnd.openxmlformats-officedocument.presentationml.tags+xml"/>
  <Override PartName="/ppt/tags/tag752.xml" ContentType="application/vnd.openxmlformats-officedocument.presentationml.tags+xml"/>
  <Override PartName="/ppt/tags/tag897.xml" ContentType="application/vnd.openxmlformats-officedocument.presentationml.tags+xml"/>
  <Override PartName="/ppt/slides/slide22.xml" ContentType="application/vnd.openxmlformats-officedocument.presentationml.slide+xml"/>
  <Override PartName="/ppt/tags/tag260.xml" ContentType="application/vnd.openxmlformats-officedocument.presentationml.tags+xml"/>
  <Override PartName="/ppt/notesSlides/notesSlide82.xml" ContentType="application/vnd.openxmlformats-officedocument.presentationml.notesSlide+xml"/>
  <Override PartName="/ppt/tags/tag591.xml" ContentType="application/vnd.openxmlformats-officedocument.presentationml.tags+xml"/>
  <Override PartName="/ppt/tags/tag828.xml" ContentType="application/vnd.openxmlformats-officedocument.presentationml.tags+xml"/>
  <Override PartName="/ppt/slideLayouts/slideLayout21.xml" ContentType="application/vnd.openxmlformats-officedocument.presentationml.slideLayout+xml"/>
  <Override PartName="/ppt/tags/tag35.xml" ContentType="application/vnd.openxmlformats-officedocument.presentationml.tags+xml"/>
  <Override PartName="/ppt/notesSlides/notesSlide13.xml" ContentType="application/vnd.openxmlformats-officedocument.presentationml.notesSlide+xml"/>
  <Override PartName="/ppt/tags/tag336.xml" ContentType="application/vnd.openxmlformats-officedocument.presentationml.tags+xml"/>
  <Override PartName="/ppt/tags/tag667.xml" ContentType="application/vnd.openxmlformats-officedocument.presentationml.tags+xml"/>
  <Override PartName="/ppt/tags/tag175.xml" ContentType="application/vnd.openxmlformats-officedocument.presentationml.tags+xml"/>
  <Override PartName="/ppt/tags/tag522.xml" ContentType="application/vnd.openxmlformats-officedocument.presentationml.tags+xml"/>
  <Override PartName="/ppt/notesSlides/notesSlide129.xml" ContentType="application/vnd.openxmlformats-officedocument.presentationml.notesSlide+xml"/>
  <Override PartName="/ppt/tags/tag853.xml" ContentType="application/vnd.openxmlformats-officedocument.presentationml.tags+xml"/>
  <Override PartName="/ppt/slides/slide155.xml" ContentType="application/vnd.openxmlformats-officedocument.presentationml.slide+xml"/>
  <Override PartName="/ppt/tags/tag60.xml" ContentType="application/vnd.openxmlformats-officedocument.presentationml.tags+xml"/>
  <Override PartName="/ppt/tags/tag361.xml" ContentType="application/vnd.openxmlformats-officedocument.presentationml.tags+xml"/>
  <Override PartName="/ppt/tags/tag692.xml" ContentType="application/vnd.openxmlformats-officedocument.presentationml.tags+xml"/>
  <Override PartName="/ppt/notesSlides/notesSlide4.xml" ContentType="application/vnd.openxmlformats-officedocument.presentationml.notesSlide+xml"/>
  <Override PartName="/ppt/tags/tag106.xml" ContentType="application/vnd.openxmlformats-officedocument.presentationml.tags+xml"/>
  <Override PartName="/ppt/tags/tag437.xml" ContentType="application/vnd.openxmlformats-officedocument.presentationml.tags+xml"/>
  <Override PartName="/ppt/tags/tag623.xml" ContentType="application/vnd.openxmlformats-officedocument.presentationml.tags+xml"/>
  <Override PartName="/ppt/notesSlides/notesSlide154.xml" ContentType="application/vnd.openxmlformats-officedocument.presentationml.notesSlide+xml"/>
  <Override PartName="/ppt/tags/tag768.xml" ContentType="application/vnd.openxmlformats-officedocument.presentationml.tags+xml"/>
  <Override PartName="/ppt/slides/slide38.xml" ContentType="application/vnd.openxmlformats-officedocument.presentationml.slide+xml"/>
  <Override PartName="/ppt/slides/slide180.xml" ContentType="application/vnd.openxmlformats-officedocument.presentationml.slide+xml"/>
  <Override PartName="/ppt/tags/tag131.xml" ContentType="application/vnd.openxmlformats-officedocument.presentationml.tags+xml"/>
  <Override PartName="/ppt/tags/tag276.xml" ContentType="application/vnd.openxmlformats-officedocument.presentationml.tags+xml"/>
  <Override PartName="/ppt/tags/tag462.xml" ContentType="application/vnd.openxmlformats-officedocument.presentationml.tags+xml"/>
  <Override PartName="/ppt/notesSlides/notesSlide98.xml" ContentType="application/vnd.openxmlformats-officedocument.presentationml.notesSlide+xml"/>
  <Override PartName="/ppt/slides/slide111.xml" ContentType="application/vnd.openxmlformats-officedocument.presentationml.slide+xml"/>
  <Override PartName="/ppt/notesSlides/notesSlide29.xml" ContentType="application/vnd.openxmlformats-officedocument.presentationml.notesSlide+xml"/>
  <Override PartName="/ppt/tags/tag207.xml" ContentType="application/vnd.openxmlformats-officedocument.presentationml.tags+xml"/>
  <Override PartName="/ppt/tags/tag793.xml" ContentType="application/vnd.openxmlformats-officedocument.presentationml.tags+xml"/>
  <Override PartName="/ppt/slides/slide63.xml" ContentType="application/vnd.openxmlformats-officedocument.presentationml.slide+xml"/>
  <Override PartName="/ppt/tags/tag2.xml" ContentType="application/vnd.openxmlformats-officedocument.presentationml.tags+xml"/>
  <Override PartName="/ppt/tags/tag538.xml" ContentType="application/vnd.openxmlformats-officedocument.presentationml.tags+xml"/>
  <Override PartName="/ppt/notesSlides/notesSlide110.xml" ContentType="application/vnd.openxmlformats-officedocument.presentationml.notesSlide+xml"/>
  <Override PartName="/ppt/tags/tag724.xml" ContentType="application/vnd.openxmlformats-officedocument.presentationml.tags+xml"/>
  <Override PartName="/ppt/tags/tag869.xml" ContentType="application/vnd.openxmlformats-officedocument.presentationml.tags+xml"/>
  <Override PartName="/ppt/tags/tag76.xml" ContentType="application/vnd.openxmlformats-officedocument.presentationml.tags+xml"/>
  <Override PartName="/ppt/tags/tag232.xml" ContentType="application/vnd.openxmlformats-officedocument.presentationml.tags+xml"/>
  <Override PartName="/ppt/notesSlides/notesSlide54.xml" ContentType="application/vnd.openxmlformats-officedocument.presentationml.notesSlide+xml"/>
  <Override PartName="/ppt/tags/tag377.xml" ContentType="application/vnd.openxmlformats-officedocument.presentationml.tags+xml"/>
  <Override PartName="/ppt/tags/tag563.xml" ContentType="application/vnd.openxmlformats-officedocument.presentationml.tags+xml"/>
  <Override PartName="/ppt/tags/tag894.xml" ContentType="application/vnd.openxmlformats-officedocument.presentationml.tags+xml"/>
  <Override PartName="/ppt/tags/tag308.xml" ContentType="application/vnd.openxmlformats-officedocument.presentationml.tags+xml"/>
  <Override PartName="/ppt/tags/tag639.xml" ContentType="application/vnd.openxmlformats-officedocument.presentationml.tags+xml"/>
  <Override PartName="/ppt/tags/tag147.xml" ContentType="application/vnd.openxmlformats-officedocument.presentationml.tags+xml"/>
  <Override PartName="/ppt/tags/tag478.xml" ContentType="application/vnd.openxmlformats-officedocument.presentationml.tags+xml"/>
  <Override PartName="/ppt/tags/tag825.xml" ContentType="application/vnd.openxmlformats-officedocument.presentationml.tags+xml"/>
  <Override PartName="/ppt/slides/slide79.xml" ContentType="application/vnd.openxmlformats-officedocument.presentationml.slide+xml"/>
  <Override PartName="/ppt/slides/slide127.xml" ContentType="application/vnd.openxmlformats-officedocument.presentationml.slide+xml"/>
  <Override PartName="/ppt/tags/tag32.xml" ContentType="application/vnd.openxmlformats-officedocument.presentationml.tags+xml"/>
  <Override PartName="/ppt/notesSlides/notesSlide10.xml" ContentType="application/vnd.openxmlformats-officedocument.presentationml.notesSlide+xml"/>
  <Override PartName="/ppt/tags/tag333.xml" ContentType="application/vnd.openxmlformats-officedocument.presentationml.tags+xml"/>
  <Override PartName="/ppt/tags/tag664.xml" ContentType="application/vnd.openxmlformats-officedocument.presentationml.tags+xml"/>
  <Override PartName="/ppt/tags/tag850.xml" ContentType="application/vnd.openxmlformats-officedocument.presentationml.tags+xml"/>
  <Override PartName="/ppt/tags/tag172.xml" ContentType="application/vnd.openxmlformats-officedocument.presentationml.tags+xml"/>
  <Override PartName="/ppt/tags/tag409.xml" ContentType="application/vnd.openxmlformats-officedocument.presentationml.tags+xml"/>
  <Override PartName="/ppt/notesSlides/notesSlide126.xml" ContentType="application/vnd.openxmlformats-officedocument.presentationml.notesSlide+xml"/>
  <Override PartName="/ppt/slides/slide152.xml" ContentType="application/vnd.openxmlformats-officedocument.presentationml.slide+xml"/>
  <Override PartName="/ppt/notesSlides/notesSlide1.xml" ContentType="application/vnd.openxmlformats-officedocument.presentationml.notesSlide+xml"/>
  <Override PartName="/ppt/tags/tag103.xml" ContentType="application/vnd.openxmlformats-officedocument.presentationml.tags+xml"/>
  <Override PartName="/ppt/tags/tag248.xml" ContentType="application/vnd.openxmlformats-officedocument.presentationml.tags+xml"/>
  <Override PartName="/ppt/tags/tag434.xml" ContentType="application/vnd.openxmlformats-officedocument.presentationml.tags+xml"/>
  <Override PartName="/ppt/tags/tag579.xml" ContentType="application/vnd.openxmlformats-officedocument.presentationml.tags+xml"/>
  <Override PartName="/ppt/notesSlides/notesSlide151.xml" ContentType="application/vnd.openxmlformats-officedocument.presentationml.notesSlide+xml"/>
  <Override PartName="/ppt/tags/tag273.xml" ContentType="application/vnd.openxmlformats-officedocument.presentationml.tags+xml"/>
  <Override PartName="/ppt/notesSlides/notesSlide95.xml" ContentType="application/vnd.openxmlformats-officedocument.presentationml.notesSlide+xml"/>
  <Override PartName="/ppt/tags/tag620.xml" ContentType="application/vnd.openxmlformats-officedocument.presentationml.tags+xml"/>
  <Override PartName="/ppt/tags/tag765.xml" ContentType="application/vnd.openxmlformats-officedocument.presentationml.tags+xml"/>
  <Override PartName="/ppt/slides/slide35.xml" ContentType="application/vnd.openxmlformats-officedocument.presentationml.slide+xml"/>
  <Override PartName="/ppt/tags/tag790.xml" ContentType="application/vnd.openxmlformats-officedocument.presentationml.tags+xml"/>
  <Override PartName="/ppt/slides/slide60.xml" ContentType="application/vnd.openxmlformats-officedocument.presentationml.slide+xml"/>
  <Override PartName="/ppt/tags/tag48.xml" ContentType="application/vnd.openxmlformats-officedocument.presentationml.tags+xml"/>
  <Override PartName="/ppt/notesSlides/notesSlide26.xml" ContentType="application/vnd.openxmlformats-officedocument.presentationml.notesSlide+xml"/>
  <Override PartName="/ppt/tags/tag188.xml" ContentType="application/vnd.openxmlformats-officedocument.presentationml.tags+xml"/>
  <Override PartName="/ppt/tags/tag204.xml" ContentType="application/vnd.openxmlformats-officedocument.presentationml.tags+xml"/>
  <Override PartName="/ppt/tags/tag349.xml" ContentType="application/vnd.openxmlformats-officedocument.presentationml.tags+xml"/>
  <Override PartName="/ppt/tags/tag535.xml" ContentType="application/vnd.openxmlformats-officedocument.presentationml.tags+xml"/>
  <Override PartName="/ppt/tags/tag866.xml" ContentType="application/vnd.openxmlformats-officedocument.presentationml.tags+xml"/>
  <Override PartName="/ppt/slides/slide168.xml" ContentType="application/vnd.openxmlformats-officedocument.presentationml.slide+xml"/>
  <Override PartName="/ppt/tags/tag73.xml" ContentType="application/vnd.openxmlformats-officedocument.presentationml.tags+xml"/>
  <Override PartName="/ppt/notesSlides/notesSlide51.xml" ContentType="application/vnd.openxmlformats-officedocument.presentationml.notesSlide+xml"/>
  <Override PartName="/ppt/tags/tag374.xml" ContentType="application/vnd.openxmlformats-officedocument.presentationml.tags+xml"/>
  <Override PartName="/ppt/tags/tag721.xml" ContentType="application/vnd.openxmlformats-officedocument.presentationml.tags+xml"/>
  <Override PartName="/ppt/tags/tag119.xml" ContentType="application/vnd.openxmlformats-officedocument.presentationml.tags+xml"/>
  <Override PartName="/ppt/tags/tag560.xml" ContentType="application/vnd.openxmlformats-officedocument.presentationml.tags+xml"/>
  <Override PartName="/ppt/notesSlides/notesSlide167.xml" ContentType="application/vnd.openxmlformats-officedocument.presentationml.notesSlide+xml"/>
  <Override PartName="/ppt/tags/tag891.xml" ContentType="application/vnd.openxmlformats-officedocument.presentationml.tags+xml"/>
  <Override PartName="/ppt/tags/tag289.xml" ContentType="application/vnd.openxmlformats-officedocument.presentationml.tags+xml"/>
  <Override PartName="/ppt/tags/tag305.xml" ContentType="application/vnd.openxmlformats-officedocument.presentationml.tags+xml"/>
  <Override PartName="/ppt/tags/tag636.xml" ContentType="application/vnd.openxmlformats-officedocument.presentationml.tags+xml"/>
  <Override PartName="/ppt/tags/tag822.xml" ContentType="application/vnd.openxmlformats-officedocument.presentationml.tags+xml"/>
  <Override PartName="/ppt/slides/slide124.xml" ContentType="application/vnd.openxmlformats-officedocument.presentationml.slide+xml"/>
  <Override PartName="/ppt/tags/tag144.xml" ContentType="application/vnd.openxmlformats-officedocument.presentationml.tags+xml"/>
  <Override PartName="/ppt/tags/tag330.xml" ContentType="application/vnd.openxmlformats-officedocument.presentationml.tags+xml"/>
  <Override PartName="/ppt/tags/tag475.xml" ContentType="application/vnd.openxmlformats-officedocument.presentationml.tags+xml"/>
  <Override PartName="/ppt/tags/tag661.xml" ContentType="application/vnd.openxmlformats-officedocument.presentationml.tags+xml"/>
  <Override PartName="/ppt/slides/slide76.xml" ContentType="application/vnd.openxmlformats-officedocument.presentationml.slide+xml"/>
  <Override PartName="/ppt/tags/tag406.xml" ContentType="application/vnd.openxmlformats-officedocument.presentationml.tags+xml"/>
  <Override PartName="/ppt/notesSlides/notesSlide123.xml" ContentType="application/vnd.openxmlformats-officedocument.presentationml.notesSlide+xml"/>
  <Override PartName="/ppt/tags/tag737.xml" ContentType="application/vnd.openxmlformats-officedocument.presentationml.tags+xml"/>
  <Override PartName="/ppt/tags/tag89.xml" ContentType="application/vnd.openxmlformats-officedocument.presentationml.tags+xml"/>
  <Override PartName="/ppt/tags/tag245.xml" ContentType="application/vnd.openxmlformats-officedocument.presentationml.tags+xml"/>
  <Override PartName="/ppt/notesSlides/notesSlide67.xml" ContentType="application/vnd.openxmlformats-officedocument.presentationml.notesSlide+xml"/>
  <Override PartName="/ppt/tags/tag576.xml" ContentType="application/vnd.openxmlformats-officedocument.presentationml.tags+xml"/>
  <Override PartName="/ppt/tags/tag100.xml" ContentType="application/vnd.openxmlformats-officedocument.presentationml.tags+xml"/>
  <Override PartName="/ppt/tags/tag431.xml" ContentType="application/vnd.openxmlformats-officedocument.presentationml.tags+xml"/>
  <Override PartName="/ppt/notesSlides/notesSlide92.xml" ContentType="application/vnd.openxmlformats-officedocument.presentationml.notesSlide+xml"/>
  <Override PartName="/ppt/tags/tag762.xml" ContentType="application/vnd.openxmlformats-officedocument.presentationml.tags+xml"/>
  <Override PartName="/ppt/slides/slide32.xml" ContentType="application/vnd.openxmlformats-officedocument.presentationml.slide+xml"/>
  <Override PartName="/ppt/tags/tag270.xml" ContentType="application/vnd.openxmlformats-officedocument.presentationml.tags+xml"/>
  <Override PartName="/ppt/tags/tag507.xml" ContentType="application/vnd.openxmlformats-officedocument.presentationml.tags+xml"/>
  <Override PartName="/ppt/tags/tag838.xml" ContentType="application/vnd.openxmlformats-officedocument.presentationml.tags+xml"/>
  <Override PartName="/ppt/tags/tag45.xml" ContentType="application/vnd.openxmlformats-officedocument.presentationml.tags+xml"/>
  <Override PartName="/ppt/notesSlides/notesSlide23.xml" ContentType="application/vnd.openxmlformats-officedocument.presentationml.notesSlide+xml"/>
  <Override PartName="/ppt/tags/tag201.xml" ContentType="application/vnd.openxmlformats-officedocument.presentationml.tags+xml"/>
  <Override PartName="/ppt/tags/tag346.xml" ContentType="application/vnd.openxmlformats-officedocument.presentationml.tags+xml"/>
  <Override PartName="/ppt/tags/tag532.xml" ContentType="application/vnd.openxmlformats-officedocument.presentationml.tags+xml"/>
  <Override PartName="/ppt/tags/tag677.xml" ContentType="application/vnd.openxmlformats-officedocument.presentationml.tags+xml"/>
  <Override PartName="/ppt/tags/tag185.xml" ContentType="application/vnd.openxmlformats-officedocument.presentationml.tags+xml"/>
  <Override PartName="/ppt/tags/tag371.xml" ContentType="application/vnd.openxmlformats-officedocument.presentationml.tags+xml"/>
  <Override PartName="/ppt/notesSlides/notesSlide139.xml" ContentType="application/vnd.openxmlformats-officedocument.presentationml.notesSlide+xml"/>
  <Override PartName="/ppt/tags/tag863.xml" ContentType="application/vnd.openxmlformats-officedocument.presentationml.tags+xml"/>
  <Override PartName="/ppt/slides/slide165.xml" ContentType="application/vnd.openxmlformats-officedocument.presentationml.slide+xml"/>
  <Override PartName="/ppt/tags/tag70.xml" ContentType="application/vnd.openxmlformats-officedocument.presentationml.tags+xml"/>
  <Override PartName="/ppt/tags/tag116.xml" ContentType="application/vnd.openxmlformats-officedocument.presentationml.tags+xml"/>
  <Override PartName="/ppt/tags/tag608.xml" ContentType="application/vnd.openxmlformats-officedocument.presentationml.tags+xml"/>
  <Override PartName="/ppt/tags/tag302.xml" ContentType="application/vnd.openxmlformats-officedocument.presentationml.tags+xml"/>
  <Override PartName="/ppt/tags/tag447.xml" ContentType="application/vnd.openxmlformats-officedocument.presentationml.tags+xml"/>
  <Override PartName="/ppt/tags/tag633.xml" ContentType="application/vnd.openxmlformats-officedocument.presentationml.tags+xml"/>
  <Override PartName="/ppt/tags/tag778.xml" ContentType="application/vnd.openxmlformats-officedocument.presentationml.tags+xml"/>
  <Override PartName="/ppt/notesSlides/notesSlide164.xml" ContentType="application/vnd.openxmlformats-officedocument.presentationml.notesSlide+xml"/>
  <Override PartName="/ppt/slides/slide48.xml" ContentType="application/vnd.openxmlformats-officedocument.presentationml.slide+xml"/>
  <Override PartName="/ppt/tags/tag141.xml" ContentType="application/vnd.openxmlformats-officedocument.presentationml.tags+xml"/>
  <Override PartName="/ppt/tags/tag286.xml" ContentType="application/vnd.openxmlformats-officedocument.presentationml.tags+xml"/>
  <Override PartName="/ppt/tags/tag472.xml" ContentType="application/vnd.openxmlformats-officedocument.presentationml.tags+xml"/>
  <Override PartName="/ppt/tags/tag709.xml" ContentType="application/vnd.openxmlformats-officedocument.presentationml.tags+xml"/>
  <Override PartName="/ppt/slides/slide73.xml" ContentType="application/vnd.openxmlformats-officedocument.presentationml.slide+xml"/>
  <Override PartName="/ppt/slides/slide121.xml" ContentType="application/vnd.openxmlformats-officedocument.presentationml.slide+xml"/>
  <Override PartName="/ppt/notesSlides/notesSlide39.xml" ContentType="application/vnd.openxmlformats-officedocument.presentationml.notesSlide+xml"/>
  <Override PartName="/ppt/tags/tag217.xml" ContentType="application/vnd.openxmlformats-officedocument.presentationml.tags+xml"/>
  <Override PartName="/ppt/tags/tag548.xml" ContentType="application/vnd.openxmlformats-officedocument.presentationml.tags+xml"/>
  <Override PartName="/ppt/tags/tag86.xml" ContentType="application/vnd.openxmlformats-officedocument.presentationml.tags+xml"/>
  <Override PartName="/ppt/notesSlides/notesSlide64.xml" ContentType="application/vnd.openxmlformats-officedocument.presentationml.notesSlide+xml"/>
  <Override PartName="/ppt/tags/tag387.xml" ContentType="application/vnd.openxmlformats-officedocument.presentationml.tags+xml"/>
  <Override PartName="/ppt/tags/tag403.xml" ContentType="application/vnd.openxmlformats-officedocument.presentationml.tags+xml"/>
  <Override PartName="/ppt/notesSlides/notesSlide120.xml" ContentType="application/vnd.openxmlformats-officedocument.presentationml.notesSlide+xml"/>
  <Override PartName="/ppt/tags/tag734.xml" ContentType="application/vnd.openxmlformats-officedocument.presentationml.tags+xml"/>
  <Override PartName="/ppt/tags/tag879.xml" ContentType="application/vnd.openxmlformats-officedocument.presentationml.tags+xml"/>
  <Override PartName="/ppt/tags/tag242.xml" ContentType="application/vnd.openxmlformats-officedocument.presentationml.tags+xml"/>
  <Override PartName="/ppt/tags/tag573.xml" ContentType="application/vnd.openxmlformats-officedocument.presentationml.tags+xml"/>
  <Override PartName="/ppt/tags/tag17.xml" ContentType="application/vnd.openxmlformats-officedocument.presentationml.tags+xml"/>
  <Override PartName="/ppt/tags/tag318.xml" ContentType="application/vnd.openxmlformats-officedocument.presentationml.tags+xml"/>
  <Override PartName="/ppt/tags/tag504.xml" ContentType="application/vnd.openxmlformats-officedocument.presentationml.tags+xml"/>
  <Override PartName="/ppt/tags/tag649.xml" ContentType="application/vnd.openxmlformats-officedocument.presentationml.tags+xml"/>
  <Override PartName="/ppt/notesSlides/notesSlide20.xml" ContentType="application/vnd.openxmlformats-officedocument.presentationml.notesSlide+xml"/>
  <Override PartName="/ppt/tags/tag157.xml" ContentType="application/vnd.openxmlformats-officedocument.presentationml.tags+xml"/>
  <Override PartName="/ppt/tags/tag343.xml" ContentType="application/vnd.openxmlformats-officedocument.presentationml.tags+xml"/>
  <Override PartName="/ppt/tags/tag488.xml" ContentType="application/vnd.openxmlformats-officedocument.presentationml.tags+xml"/>
  <Override PartName="/ppt/tags/tag835.xml" ContentType="application/vnd.openxmlformats-officedocument.presentationml.tags+xml"/>
  <Override PartName="/ppt/slides/slide89.xml" ContentType="application/vnd.openxmlformats-officedocument.presentationml.slide+xml"/>
  <Override PartName="/ppt/slides/slide137.xml" ContentType="application/vnd.openxmlformats-officedocument.presentationml.slide+xml"/>
  <Override PartName="/ppt/tags/tag42.xml" ContentType="application/vnd.openxmlformats-officedocument.presentationml.tags+xml"/>
  <Override PartName="/ppt/tags/tag182.xml" ContentType="application/vnd.openxmlformats-officedocument.presentationml.tags+xml"/>
  <Override PartName="/ppt/tags/tag674.xml" ContentType="application/vnd.openxmlformats-officedocument.presentationml.tags+xml"/>
  <Override PartName="/ppt/tags/tag860.xml" ContentType="application/vnd.openxmlformats-officedocument.presentationml.tags+xml"/>
  <Override PartName="/ppt/slides/slide162.xml" ContentType="application/vnd.openxmlformats-officedocument.presentationml.slide+xml"/>
  <Override PartName="/ppt/tags/tag419.xml" ContentType="application/vnd.openxmlformats-officedocument.presentationml.tags+xml"/>
  <Override PartName="/ppt/tags/tag605.xml" ContentType="application/vnd.openxmlformats-officedocument.presentationml.tags+xml"/>
  <Override PartName="/ppt/notesSlides/notesSlide136.xml" ContentType="application/vnd.openxmlformats-officedocument.presentationml.notesSlide+xml"/>
  <Override PartName="/ppt/slideLayouts/slideLayout19.xml" ContentType="application/vnd.openxmlformats-officedocument.presentationml.slideLayout+xml"/>
  <Override PartName="/ppt/tags/tag113.xml" ContentType="application/vnd.openxmlformats-officedocument.presentationml.tags+xml"/>
  <Override PartName="/ppt/tags/tag258.xml" ContentType="application/vnd.openxmlformats-officedocument.presentationml.tags+xml"/>
  <Override PartName="/ppt/tags/tag444.xml" ContentType="application/vnd.openxmlformats-officedocument.presentationml.tags+xml"/>
  <Override PartName="/ppt/tags/tag589.xml" ContentType="application/vnd.openxmlformats-officedocument.presentationml.tags+xml"/>
  <Override PartName="/ppt/tags/tag775.xml" ContentType="application/vnd.openxmlformats-officedocument.presentationml.tags+xml"/>
  <Override PartName="/ppt/notesSlides/notesSlide161.xml" ContentType="application/vnd.openxmlformats-officedocument.presentationml.notesSlide+xml"/>
  <Override PartName="/ppt/slides/slide45.xml" ContentType="application/vnd.openxmlformats-officedocument.presentationml.slide+xml"/>
  <Override PartName="/ppt/theme/theme3.xml" ContentType="application/vnd.openxmlformats-officedocument.theme+xml"/>
  <Override PartName="/ppt/tags/tag283.xml" ContentType="application/vnd.openxmlformats-officedocument.presentationml.tags+xml"/>
  <Override PartName="/ppt/tags/tag630.xml" ContentType="application/vnd.openxmlformats-officedocument.presentationml.tags+xml"/>
  <Override PartName="/ppt/tags/tag58.xml" ContentType="application/vnd.openxmlformats-officedocument.presentationml.tags+xml"/>
  <Override PartName="/ppt/notesSlides/notesSlide36.xml" ContentType="application/vnd.openxmlformats-officedocument.presentationml.notesSlide+xml"/>
  <Override PartName="/ppt/tags/tag359.xml" ContentType="application/vnd.openxmlformats-officedocument.presentationml.tags+xml"/>
  <Override PartName="/ppt/tags/tag706.xml" ContentType="application/vnd.openxmlformats-officedocument.presentationml.tags+xml"/>
  <Override PartName="/ppt/slides/slide70.xml" ContentType="application/vnd.openxmlformats-officedocument.presentationml.slide+xml"/>
  <Override PartName="/ppt/tags/tag198.xml" ContentType="application/vnd.openxmlformats-officedocument.presentationml.tags+xml"/>
  <Override PartName="/ppt/tags/tag214.xml" ContentType="application/vnd.openxmlformats-officedocument.presentationml.tags+xml"/>
  <Override PartName="/ppt/tags/tag400.xml" ContentType="application/vnd.openxmlformats-officedocument.presentationml.tags+xml"/>
  <Override PartName="/ppt/tags/tag545.xml" ContentType="application/vnd.openxmlformats-officedocument.presentationml.tags+xml"/>
  <Override PartName="/ppt/tags/tag731.xml" ContentType="application/vnd.openxmlformats-officedocument.presentationml.tags+xml"/>
  <Override PartName="/ppt/tags/tag876.xml" ContentType="application/vnd.openxmlformats-officedocument.presentationml.tags+xml"/>
  <Override PartName="/ppt/slides/slide178.xml" ContentType="application/vnd.openxmlformats-officedocument.presentationml.slide+xml"/>
  <Override PartName="/ppt/tags/tag83.xml" ContentType="application/vnd.openxmlformats-officedocument.presentationml.tags+xml"/>
  <Override PartName="/ppt/notesSlides/notesSlide61.xml" ContentType="application/vnd.openxmlformats-officedocument.presentationml.notesSlide+xml"/>
  <Override PartName="/ppt/tags/tag384.xml" ContentType="application/vnd.openxmlformats-officedocument.presentationml.tags+xml"/>
  <Override PartName="/ppt/tags/tag570.xml" ContentType="application/vnd.openxmlformats-officedocument.presentationml.tags+xml"/>
  <Override PartName="/ppt/tags/tag807.xml" ContentType="application/vnd.openxmlformats-officedocument.presentationml.tags+xml"/>
  <Override PartName="/ppt/tags/tag14.xml" ContentType="application/vnd.openxmlformats-officedocument.presentationml.tags+xml"/>
  <Override PartName="/ppt/tags/tag129.xml" ContentType="application/vnd.openxmlformats-officedocument.presentationml.tags+xml"/>
  <Override PartName="/ppt/tags/tag315.xml" ContentType="application/vnd.openxmlformats-officedocument.presentationml.tags+xml"/>
  <Override PartName="/ppt/tags/tag646.xml" ContentType="application/vnd.openxmlformats-officedocument.presentationml.tags+xml"/>
  <Override PartName="/ppt/slides/slide109.xml" ContentType="application/vnd.openxmlformats-officedocument.presentationml.slide+xml"/>
  <Override PartName="/ppt/tags/tag154.xml" ContentType="application/vnd.openxmlformats-officedocument.presentationml.tags+xml"/>
  <Override PartName="/ppt/tags/tag299.xml" ContentType="application/vnd.openxmlformats-officedocument.presentationml.tags+xml"/>
  <Override PartName="/ppt/tags/tag485.xml" ContentType="application/vnd.openxmlformats-officedocument.presentationml.tags+xml"/>
  <Override PartName="/ppt/tags/tag501.xml" ContentType="application/vnd.openxmlformats-officedocument.presentationml.tags+xml"/>
  <Override PartName="/ppt/notesSlides/notesSlide108.xml" ContentType="application/vnd.openxmlformats-officedocument.presentationml.notesSlide+xml"/>
  <Override PartName="/ppt/tags/tag832.xml" ContentType="application/vnd.openxmlformats-officedocument.presentationml.tags+xml"/>
  <Override PartName="/ppt/slides/slide134.xml" ContentType="application/vnd.openxmlformats-officedocument.presentationml.slide+xml"/>
  <Override PartName="/ppt/tags/tag340.xml" ContentType="application/vnd.openxmlformats-officedocument.presentationml.tags+xml"/>
  <Override PartName="/ppt/tags/tag671.xml" ContentType="application/vnd.openxmlformats-officedocument.presentationml.tags+xml"/>
  <Override PartName="/ppt/slides/slide86.xml" ContentType="application/vnd.openxmlformats-officedocument.presentationml.slide+xml"/>
  <Override PartName="/ppt/tags/tag416.xml" ContentType="application/vnd.openxmlformats-officedocument.presentationml.tags+xml"/>
  <Override PartName="/ppt/notesSlides/notesSlide133.xml" ContentType="application/vnd.openxmlformats-officedocument.presentationml.notesSlide+xml"/>
  <Override PartName="/ppt/tags/tag747.xml" ContentType="application/vnd.openxmlformats-officedocument.presentationml.tags+xml"/>
  <Override PartName="/ppt/slides/slide17.xml" ContentType="application/vnd.openxmlformats-officedocument.presentationml.slide+xml"/>
  <Override PartName="/ppt/tags/tag99.xml" ContentType="application/vnd.openxmlformats-officedocument.presentationml.tags+xml"/>
  <Override PartName="/ppt/tags/tag110.xml" ContentType="application/vnd.openxmlformats-officedocument.presentationml.tags+xml"/>
  <Override PartName="/ppt/tags/tag255.xml" ContentType="application/vnd.openxmlformats-officedocument.presentationml.tags+xml"/>
  <Override PartName="/ppt/notesSlides/notesSlide77.xml" ContentType="application/vnd.openxmlformats-officedocument.presentationml.notesSlide+xml"/>
  <Override PartName="/ppt/tags/tag586.xml" ContentType="application/vnd.openxmlformats-officedocument.presentationml.tags+xml"/>
  <Override PartName="/ppt/tags/tag602.xml" ContentType="application/vnd.openxmlformats-officedocument.presentationml.tags+xml"/>
  <Override PartName="/ppt/slideLayouts/slideLayout16.xml" ContentType="application/vnd.openxmlformats-officedocument.presentationml.slideLayout+xml"/>
  <Override PartName="/ppt/tags/tag280.xml" ContentType="application/vnd.openxmlformats-officedocument.presentationml.tags+xml"/>
  <Override PartName="/ppt/tags/tag441.xml" ContentType="application/vnd.openxmlformats-officedocument.presentationml.tags+xml"/>
  <Override PartName="/ppt/tags/tag772.xml" ContentType="application/vnd.openxmlformats-officedocument.presentationml.tags+xml"/>
  <Override PartName="/ppt/slides/slide42.xml" ContentType="application/vnd.openxmlformats-officedocument.presentationml.slide+xml"/>
  <Override PartName="/ppt/tags/tag517.xml" ContentType="application/vnd.openxmlformats-officedocument.presentationml.tags+xml"/>
  <Override PartName="/ppt/tags/tag703.xml" ContentType="application/vnd.openxmlformats-officedocument.presentationml.tags+xml"/>
  <Override PartName="/ppt/tags/tag848.xml" ContentType="application/vnd.openxmlformats-officedocument.presentationml.tags+xml"/>
  <Override PartName="/ppt/tags/tag55.xml" ContentType="application/vnd.openxmlformats-officedocument.presentationml.tags+xml"/>
  <Override PartName="/ppt/notesSlides/notesSlide33.xml" ContentType="application/vnd.openxmlformats-officedocument.presentationml.notesSlide+xml"/>
  <Override PartName="/ppt/tags/tag211.xml" ContentType="application/vnd.openxmlformats-officedocument.presentationml.tags+xml"/>
  <Override PartName="/ppt/tags/tag356.xml" ContentType="application/vnd.openxmlformats-officedocument.presentationml.tags+xml"/>
  <Override PartName="/ppt/tags/tag542.xml" ContentType="application/vnd.openxmlformats-officedocument.presentationml.tags+xml"/>
  <Override PartName="/ppt/tags/tag687.xml" ContentType="application/vnd.openxmlformats-officedocument.presentationml.tags+xml"/>
  <Override PartName="/ppt/tags/tag873.xml" ContentType="application/vnd.openxmlformats-officedocument.presentationml.tags+xml"/>
  <Override PartName="/ppt/tags/tag80.xml" ContentType="application/vnd.openxmlformats-officedocument.presentationml.tags+xml"/>
  <Override PartName="/ppt/tags/tag195.xml" ContentType="application/vnd.openxmlformats-officedocument.presentationml.tags+xml"/>
  <Override PartName="/ppt/tags/tag381.xml" ContentType="application/vnd.openxmlformats-officedocument.presentationml.tags+xml"/>
  <Override PartName="/ppt/tags/tag618.xml" ContentType="application/vnd.openxmlformats-officedocument.presentationml.tags+xml"/>
  <Override PartName="/ppt/notesSlides/notesSlide149.xml" ContentType="application/vnd.openxmlformats-officedocument.presentationml.notesSlide+xml"/>
  <Override PartName="/ppt/slides/slide175.xml" ContentType="application/vnd.openxmlformats-officedocument.presentationml.slide+xml"/>
  <Override PartName="/ppt/tags/tag126.xml" ContentType="application/vnd.openxmlformats-officedocument.presentationml.tags+xml"/>
  <Override PartName="/ppt/tags/tag457.xml" ContentType="application/vnd.openxmlformats-officedocument.presentationml.tags+xml"/>
  <Override PartName="/ppt/tags/tag804.xml" ContentType="application/vnd.openxmlformats-officedocument.presentationml.tags+xml"/>
  <Override PartName="/ppt/notesSlides/notesSlide174.xml" ContentType="application/vnd.openxmlformats-officedocument.presentationml.notesSlide+xml"/>
  <Override PartName="/ppt/slides/slide8.xml" ContentType="application/vnd.openxmlformats-officedocument.presentationml.slide+xml"/>
  <Override PartName="/ppt/slides/slide106.xml" ContentType="application/vnd.openxmlformats-officedocument.presentationml.slide+xml"/>
  <Override PartName="/ppt/tags/tag11.xml" ContentType="application/vnd.openxmlformats-officedocument.presentationml.tags+xml"/>
  <Override PartName="/ppt/tags/tag296.xml" ContentType="application/vnd.openxmlformats-officedocument.presentationml.tags+xml"/>
  <Override PartName="/ppt/tags/tag312.xml" ContentType="application/vnd.openxmlformats-officedocument.presentationml.tags+xml"/>
  <Override PartName="/ppt/tags/tag643.xml" ContentType="application/vnd.openxmlformats-officedocument.presentationml.tags+xml"/>
  <Override PartName="/ppt/tags/tag788.xml" ContentType="application/vnd.openxmlformats-officedocument.presentationml.tags+xml"/>
  <Override PartName="/ppt/slides/slide58.xml" ContentType="application/vnd.openxmlformats-officedocument.presentationml.slide+xml"/>
  <Override PartName="/ppt/tags/tag151.xml" ContentType="application/vnd.openxmlformats-officedocument.presentationml.tags+xml"/>
  <Override PartName="/ppt/tags/tag482.xml" ContentType="application/vnd.openxmlformats-officedocument.presentationml.tags+xml"/>
  <Override PartName="/ppt/notesSlides/notesSlide105.xml" ContentType="application/vnd.openxmlformats-officedocument.presentationml.notesSlide+xml"/>
  <Override PartName="/ppt/tags/tag719.xml" ContentType="application/vnd.openxmlformats-officedocument.presentationml.tags+xml"/>
  <Override PartName="/ppt/slides/slide83.xml" ContentType="application/vnd.openxmlformats-officedocument.presentationml.slide+xml"/>
  <Override PartName="/ppt/slides/slide131.xml" ContentType="application/vnd.openxmlformats-officedocument.presentationml.slide+xml"/>
  <Override PartName="/ppt/notesSlides/notesSlide49.xml" ContentType="application/vnd.openxmlformats-officedocument.presentationml.notesSlide+xml"/>
  <Override PartName="/ppt/tags/tag227.xml" ContentType="application/vnd.openxmlformats-officedocument.presentationml.tags+xml"/>
  <Override PartName="/ppt/tags/tag413.xml" ContentType="application/vnd.openxmlformats-officedocument.presentationml.tags+xml"/>
  <Override PartName="/ppt/tags/tag558.xml" ContentType="application/vnd.openxmlformats-officedocument.presentationml.tags+xml"/>
  <Override PartName="/ppt/notesSlides/notesSlide130.xml" ContentType="application/vnd.openxmlformats-officedocument.presentationml.notesSlide+xml"/>
  <Override PartName="/ppt/tags/tag889.xml" ContentType="application/vnd.openxmlformats-officedocument.presentationml.tags+xml"/>
  <Override PartName="/ppt/tags/tag96.xml" ContentType="application/vnd.openxmlformats-officedocument.presentationml.tags+xml"/>
  <Override PartName="/ppt/tags/tag252.xml" ContentType="application/vnd.openxmlformats-officedocument.presentationml.tags+xml"/>
  <Override PartName="/ppt/notesSlides/notesSlide74.xml" ContentType="application/vnd.openxmlformats-officedocument.presentationml.notesSlide+xml"/>
  <Override PartName="/ppt/tags/tag397.xml" ContentType="application/vnd.openxmlformats-officedocument.presentationml.tags+xml"/>
  <Override PartName="/ppt/tags/tag744.xml" ContentType="application/vnd.openxmlformats-officedocument.presentationml.tags+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ags/tag583.xml" ContentType="application/vnd.openxmlformats-officedocument.presentationml.tags+xml"/>
  <Override PartName="/ppt/tags/tag27.xml" ContentType="application/vnd.openxmlformats-officedocument.presentationml.tags+xml"/>
  <Override PartName="/ppt/tags/tag328.xml" ContentType="application/vnd.openxmlformats-officedocument.presentationml.tags+xml"/>
  <Override PartName="/ppt/tags/tag514.xml" ContentType="application/vnd.openxmlformats-officedocument.presentationml.tags+xml"/>
  <Override PartName="/ppt/tags/tag659.xml" ContentType="application/vnd.openxmlformats-officedocument.presentationml.tags+xml"/>
  <Override PartName="/ppt/tags/tag845.xml" ContentType="application/vnd.openxmlformats-officedocument.presentationml.tags+xml"/>
  <Override PartName="/ppt/slides/slide147.xml" ContentType="application/vnd.openxmlformats-officedocument.presentationml.slide+xml"/>
  <Override PartName="/ppt/tags/tag52.xml" ContentType="application/vnd.openxmlformats-officedocument.presentationml.tags+xml"/>
  <Override PartName="/ppt/notesSlides/notesSlide30.xml" ContentType="application/vnd.openxmlformats-officedocument.presentationml.notesSlide+xml"/>
  <Override PartName="/ppt/tags/tag167.xml" ContentType="application/vnd.openxmlformats-officedocument.presentationml.tags+xml"/>
  <Override PartName="/ppt/tags/tag353.xml" ContentType="application/vnd.openxmlformats-officedocument.presentationml.tags+xml"/>
  <Override PartName="/ppt/tags/tag498.xml" ContentType="application/vnd.openxmlformats-officedocument.presentationml.tags+xml"/>
  <Override PartName="/ppt/tags/tag684.xml" ContentType="application/vnd.openxmlformats-officedocument.presentationml.tags+xml"/>
  <Override PartName="/ppt/tags/tag700.xml" ContentType="application/vnd.openxmlformats-officedocument.presentationml.tags+xml"/>
  <Override PartName="/ppt/slides/slide99.xml" ContentType="application/vnd.openxmlformats-officedocument.presentationml.slide+xml"/>
  <Override PartName="/ppt/tags/tag192.xml" ContentType="application/vnd.openxmlformats-officedocument.presentationml.tags+xml"/>
  <Override PartName="/ppt/tags/tag429.xml" ContentType="application/vnd.openxmlformats-officedocument.presentationml.tags+xml"/>
  <Override PartName="/ppt/notesSlides/notesSlide146.xml" ContentType="application/vnd.openxmlformats-officedocument.presentationml.notesSlide+xml"/>
  <Override PartName="/ppt/tags/tag870.xml" ContentType="application/vnd.openxmlformats-officedocument.presentationml.tags+xml"/>
  <Override PartName="/ppt/slides/slide172.xml" ContentType="application/vnd.openxmlformats-officedocument.presentationml.slide+xml"/>
  <Override PartName="/ppt/tags/tag268.xml" ContentType="application/vnd.openxmlformats-officedocument.presentationml.tags+xml"/>
  <Override PartName="/ppt/tags/tag599.xml" ContentType="application/vnd.openxmlformats-officedocument.presentationml.tags+xml"/>
  <Override PartName="/ppt/tags/tag615.xml" ContentType="application/vnd.openxmlformats-officedocument.presentationml.tags+xml"/>
  <Override PartName="/ppt/tags/tag801.xml" ContentType="application/vnd.openxmlformats-officedocument.presentationml.tags+xml"/>
  <Override PartName="/ppt/slides/slide5.xml" ContentType="application/vnd.openxmlformats-officedocument.presentationml.slide+xml"/>
  <Override PartName="/ppt/slides/slide103.xml" ContentType="application/vnd.openxmlformats-officedocument.presentationml.slide+xml"/>
  <Override PartName="/ppt/slideLayouts/slideLayout7.xml" ContentType="application/vnd.openxmlformats-officedocument.presentationml.slideLayout+xml"/>
  <Override PartName="/ppt/tags/tag123.xml" ContentType="application/vnd.openxmlformats-officedocument.presentationml.tags+xml"/>
  <Override PartName="/ppt/tags/tag454.xml" ContentType="application/vnd.openxmlformats-officedocument.presentationml.tags+xml"/>
  <Override PartName="/ppt/tags/tag640.xml" ContentType="application/vnd.openxmlformats-officedocument.presentationml.tags+xml"/>
  <Override PartName="/ppt/tags/tag785.xml" ContentType="application/vnd.openxmlformats-officedocument.presentationml.tags+xml"/>
  <Override PartName="/ppt/notesSlides/notesSlide171.xml" ContentType="application/vnd.openxmlformats-officedocument.presentationml.notesSlide+xml"/>
  <Override PartName="/ppt/slides/slide55.xml" ContentType="application/vnd.openxmlformats-officedocument.presentationml.slide+xml"/>
  <Override PartName="/ppt/tags/tag293.xml" ContentType="application/vnd.openxmlformats-officedocument.presentationml.tags+xml"/>
  <Override PartName="/ppt/notesSlides/notesSlide102.xml" ContentType="application/vnd.openxmlformats-officedocument.presentationml.notesSlide+xml"/>
  <Override PartName="/ppt/tags/tag716.xml" ContentType="application/vnd.openxmlformats-officedocument.presentationml.tags+xml"/>
  <Override PartName="/ppt/slides/slide80.xml" ContentType="application/vnd.openxmlformats-officedocument.presentationml.slide+xml"/>
  <Override PartName="/ppt/tags/tag68.xml" ContentType="application/vnd.openxmlformats-officedocument.presentationml.tags+xml"/>
  <Override PartName="/ppt/notesSlides/notesSlide46.xml" ContentType="application/vnd.openxmlformats-officedocument.presentationml.notesSlide+xml"/>
  <Override PartName="/ppt/tags/tag224.xml" ContentType="application/vnd.openxmlformats-officedocument.presentationml.tags+xml"/>
  <Override PartName="/ppt/tags/tag369.xml" ContentType="application/vnd.openxmlformats-officedocument.presentationml.tags+xml"/>
  <Override PartName="/ppt/tags/tag555.xml" ContentType="application/vnd.openxmlformats-officedocument.presentationml.tags+xml"/>
  <Override PartName="/ppt/presentation.xml" ContentType="application/vnd.openxmlformats-officedocument.presentationml.presentation.main+xml"/>
  <Override PartName="/ppt/notesSlides/notesSlide71.xml" ContentType="application/vnd.openxmlformats-officedocument.presentationml.notesSlide+xml"/>
  <Override PartName="/ppt/tags/tag394.xml" ContentType="application/vnd.openxmlformats-officedocument.presentationml.tags+xml"/>
  <Override PartName="/ppt/tags/tag410.xml" ContentType="application/vnd.openxmlformats-officedocument.presentationml.tags+xml"/>
  <Override PartName="/ppt/tags/tag741.xml" ContentType="application/vnd.openxmlformats-officedocument.presentationml.tags+xml"/>
  <Override PartName="/ppt/tags/tag886.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188.xml" ContentType="application/vnd.openxmlformats-officedocument.presentationml.slide+xml"/>
  <Override PartName="/ppt/tags/tag93.xml" ContentType="application/vnd.openxmlformats-officedocument.presentationml.tags+xml"/>
  <Override PartName="/ppt/tags/tag139.xml" ContentType="application/vnd.openxmlformats-officedocument.presentationml.tags+xml"/>
  <Override PartName="/ppt/tags/tag580.xml" ContentType="application/vnd.openxmlformats-officedocument.presentationml.tags+xml"/>
  <Override PartName="/ppt/tags/tag817.xml" ContentType="application/vnd.openxmlformats-officedocument.presentationml.tags+xml"/>
  <Override PartName="/ppt/slides/slide119.xml" ContentType="application/vnd.openxmlformats-officedocument.presentationml.slide+xml"/>
  <Override PartName="/ppt/slideLayouts/slideLayout10.xml" ContentType="application/vnd.openxmlformats-officedocument.presentationml.slideLayout+xml"/>
  <Override PartName="/ppt/tags/tag24.xml" ContentType="application/vnd.openxmlformats-officedocument.presentationml.tags+xml"/>
  <Override PartName="/ppt/tags/tag325.xml" ContentType="application/vnd.openxmlformats-officedocument.presentationml.tags+xml"/>
  <Override PartName="/ppt/tags/tag656.xml" ContentType="application/vnd.openxmlformats-officedocument.presentationml.tags+xml"/>
  <Override PartName="/ppt/tags/tag164.xml" ContentType="application/vnd.openxmlformats-officedocument.presentationml.tags+xml"/>
  <Override PartName="/ppt/tags/tag495.xml" ContentType="application/vnd.openxmlformats-officedocument.presentationml.tags+xml"/>
  <Override PartName="/ppt/tags/tag511.xml" ContentType="application/vnd.openxmlformats-officedocument.presentationml.tags+xml"/>
  <Override PartName="/ppt/notesSlides/notesSlide118.xml" ContentType="application/vnd.openxmlformats-officedocument.presentationml.notesSlide+xml"/>
  <Override PartName="/ppt/tags/tag842.xml" ContentType="application/vnd.openxmlformats-officedocument.presentationml.tags+xml"/>
  <Override PartName="/ppt/slides/slide96.xml" ContentType="application/vnd.openxmlformats-officedocument.presentationml.slide+xml"/>
  <Override PartName="/ppt/slides/slide144.xml" ContentType="application/vnd.openxmlformats-officedocument.presentationml.slide+xml"/>
  <Override PartName="/ppt/tags/tag350.xml" ContentType="application/vnd.openxmlformats-officedocument.presentationml.tags+xml"/>
  <Override PartName="/ppt/tags/tag681.xml" ContentType="application/vnd.openxmlformats-officedocument.presentationml.tags+xml"/>
  <Override PartName="/ppt/notesSlides/notesSlide87.xml" ContentType="application/vnd.openxmlformats-officedocument.presentationml.notesSlide+xml"/>
  <Override PartName="/ppt/tags/tag426.xml" ContentType="application/vnd.openxmlformats-officedocument.presentationml.tags+xml"/>
  <Override PartName="/ppt/tags/tag612.xml" ContentType="application/vnd.openxmlformats-officedocument.presentationml.tags+xml"/>
  <Override PartName="/ppt/notesSlides/notesSlide143.xml" ContentType="application/vnd.openxmlformats-officedocument.presentationml.notesSlide+xml"/>
  <Override PartName="/ppt/tags/tag757.xml" ContentType="application/vnd.openxmlformats-officedocument.presentationml.tags+xml"/>
  <Override PartName="/ppt/slides/slide27.xml" ContentType="application/vnd.openxmlformats-officedocument.presentationml.slide+xml"/>
  <Override PartName="/ppt/slideLayouts/slideLayout4.xml" ContentType="application/vnd.openxmlformats-officedocument.presentationml.slideLayout+xml"/>
  <Override PartName="/ppt/tags/tag120.xml" ContentType="application/vnd.openxmlformats-officedocument.presentationml.tags+xml"/>
  <Override PartName="/ppt/tags/tag265.xml" ContentType="application/vnd.openxmlformats-officedocument.presentationml.tags+xml"/>
  <Override PartName="/ppt/tags/tag451.xml" ContentType="application/vnd.openxmlformats-officedocument.presentationml.tags+xml"/>
  <Override PartName="/ppt/tags/tag596.xml" ContentType="application/vnd.openxmlformats-officedocument.presentationml.tags+xml"/>
  <Override PartName="/ppt/tags/tag782.xml" ContentType="application/vnd.openxmlformats-officedocument.presentationml.tags+xml"/>
  <Override PartName="/ppt/slides/slide2.xml" ContentType="application/vnd.openxmlformats-officedocument.presentationml.slide+xml"/>
  <Override PartName="/ppt/slides/slide52.xml" ContentType="application/vnd.openxmlformats-officedocument.presentationml.slide+xml"/>
  <Override PartName="/ppt/slides/slide100.xml" ContentType="application/vnd.openxmlformats-officedocument.presentationml.slide+xml"/>
  <Override PartName="/ppt/notesSlides/notesSlide18.xml" ContentType="application/vnd.openxmlformats-officedocument.presentationml.notesSlide+xml"/>
  <Override PartName="/ppt/tags/tag290.xml" ContentType="application/vnd.openxmlformats-officedocument.presentationml.tags+xml"/>
  <Override PartName="/ppt/tags/tag527.xml" ContentType="application/vnd.openxmlformats-officedocument.presentationml.tags+xml"/>
  <Override PartName="/ppt/notesSlides/notesSlide43.xml" ContentType="application/vnd.openxmlformats-officedocument.presentationml.notesSlide+xml"/>
  <Override PartName="/ppt/tags/tag366.xml" ContentType="application/vnd.openxmlformats-officedocument.presentationml.tags+xml"/>
  <Override PartName="/ppt/tags/tag713.xml" ContentType="application/vnd.openxmlformats-officedocument.presentationml.tags+xml"/>
  <Override PartName="/ppt/tags/tag858.xml" ContentType="application/vnd.openxmlformats-officedocument.presentationml.tags+xml"/>
  <Override PartName="/ppt/tags/tag65.xml" ContentType="application/vnd.openxmlformats-officedocument.presentationml.tags+xml"/>
  <Override PartName="/ppt/tags/tag221.xml" ContentType="application/vnd.openxmlformats-officedocument.presentationml.tags+xml"/>
  <Override PartName="/ppt/tags/tag552.xml" ContentType="application/vnd.openxmlformats-officedocument.presentationml.tags+xml"/>
  <Override PartName="/ppt/tags/tag697.xml" ContentType="application/vnd.openxmlformats-officedocument.presentationml.tags+xml"/>
  <Override PartName="/ppt/tags/tag883.xml" ContentType="application/vnd.openxmlformats-officedocument.presentationml.tags+xml"/>
  <Override PartName="/ppt/slides/slide185.xml" ContentType="application/vnd.openxmlformats-officedocument.presentationml.slide+xml"/>
  <Override PartName="/ppt/notesSlides/notesSlide9.xml" ContentType="application/vnd.openxmlformats-officedocument.presentationml.notesSlide+xml"/>
  <Override PartName="/ppt/tags/tag90.xml" ContentType="application/vnd.openxmlformats-officedocument.presentationml.tags+xml"/>
  <Override PartName="/ppt/tags/tag391.xml" ContentType="application/vnd.openxmlformats-officedocument.presentationml.tags+xml"/>
  <Override PartName="/ppt/tags/tag628.xml" ContentType="application/vnd.openxmlformats-officedocument.presentationml.tags+xml"/>
  <Override PartName="/ppt/notesSlides/notesSlide159.xml" ContentType="application/vnd.openxmlformats-officedocument.presentationml.notesSlide+xml"/>
  <Override PartName="/ppt/tags/tag136.xml" ContentType="application/vnd.openxmlformats-officedocument.presentationml.tags+xml"/>
  <Override PartName="/ppt/tags/tag322.xml" ContentType="application/vnd.openxmlformats-officedocument.presentationml.tags+xml"/>
  <Override PartName="/ppt/tags/tag467.xml" ContentType="application/vnd.openxmlformats-officedocument.presentationml.tags+xml"/>
  <Override PartName="/ppt/tags/tag798.xml" ContentType="application/vnd.openxmlformats-officedocument.presentationml.tags+xml"/>
  <Override PartName="/ppt/tags/tag814.xml" ContentType="application/vnd.openxmlformats-officedocument.presentationml.tags+xml"/>
  <Override PartName="/ppt/slides/slide68.xml" ContentType="application/vnd.openxmlformats-officedocument.presentationml.slide+xml"/>
  <Override PartName="/ppt/slides/slide116.xml" ContentType="application/vnd.openxmlformats-officedocument.presentationml.slide+xml"/>
  <Override PartName="/ppt/tags/tag21.xml" ContentType="application/vnd.openxmlformats-officedocument.presentationml.tags+xml"/>
  <Override PartName="/ppt/tags/tag161.xml" ContentType="application/vnd.openxmlformats-officedocument.presentationml.tags+xml"/>
  <Override PartName="/ppt/tags/tag653.xml" ContentType="application/vnd.openxmlformats-officedocument.presentationml.tags+xml"/>
  <Override PartName="/ppt/slides/slide141.xml" ContentType="application/vnd.openxmlformats-officedocument.presentationml.slide+xml"/>
  <Override PartName="/ppt/tags/tag7.xml" ContentType="application/vnd.openxmlformats-officedocument.presentationml.tags+xml"/>
  <Override PartName="/ppt/notesSlides/notesSlide59.xml" ContentType="application/vnd.openxmlformats-officedocument.presentationml.notesSlide+xml"/>
  <Override PartName="/ppt/tags/tag492.xml" ContentType="application/vnd.openxmlformats-officedocument.presentationml.tags+xml"/>
  <Override PartName="/ppt/notesSlides/notesSlide115.xml" ContentType="application/vnd.openxmlformats-officedocument.presentationml.notesSlide+xml"/>
  <Override PartName="/ppt/tags/tag729.xml" ContentType="application/vnd.openxmlformats-officedocument.presentationml.tags+xml"/>
  <Override PartName="/ppt/slides/slide46.xml" ContentType="application/vnd.openxmlformats-officedocument.presentationml.slide+xml"/>
  <Override PartName="/ppt/slides/slide93.xml" ContentType="application/vnd.openxmlformats-officedocument.presentationml.slide+xml"/>
  <Override PartName="/ppt/tags/tag237.xml" ContentType="application/vnd.openxmlformats-officedocument.presentationml.tags+xml"/>
  <Override PartName="/ppt/tags/tag284.xml" ContentType="application/vnd.openxmlformats-officedocument.presentationml.tags+xml"/>
  <Override PartName="/ppt/tags/tag423.xml" ContentType="application/vnd.openxmlformats-officedocument.presentationml.tags+xml"/>
  <Override PartName="/ppt/tags/tag470.xml" ContentType="application/vnd.openxmlformats-officedocument.presentationml.tags+xml"/>
  <Override PartName="/ppt/tags/tag568.xml" ContentType="application/vnd.openxmlformats-officedocument.presentationml.tags+xml"/>
  <Override PartName="/ppt/notesSlides/notesSlide140.xml" ContentType="application/vnd.openxmlformats-officedocument.presentationml.notesSlide+xml"/>
  <Override PartName="/ppt/tags/tag707.xml" ContentType="application/vnd.openxmlformats-officedocument.presentationml.tags+xml"/>
  <Override PartName="/ppt/tags/tag754.xml" ContentType="application/vnd.openxmlformats-officedocument.presentationml.tags+xml"/>
  <Override PartName="/ppt/slides/slide24.xml" ContentType="application/vnd.openxmlformats-officedocument.presentationml.slide+xml"/>
  <Override PartName="/ppt/slides/slide71.xml" ContentType="application/vnd.openxmlformats-officedocument.presentationml.slide+xml"/>
  <Override PartName="/ppt/tags/tag59.xml" ContentType="application/vnd.openxmlformats-officedocument.presentationml.tags+xml"/>
  <Override PartName="/ppt/notesSlides/notesSlide37.xml" ContentType="application/vnd.openxmlformats-officedocument.presentationml.notesSlide+xml"/>
  <Override PartName="/ppt/tags/tag215.xml" ContentType="application/vnd.openxmlformats-officedocument.presentationml.tags+xml"/>
  <Override PartName="/ppt/tags/tag262.xml" ContentType="application/vnd.openxmlformats-officedocument.presentationml.tags+xml"/>
  <Override PartName="/ppt/notesSlides/notesSlide84.xml" ContentType="application/vnd.openxmlformats-officedocument.presentationml.notesSlide+xml"/>
  <Override PartName="/ppt/tags/tag546.xml" ContentType="application/vnd.openxmlformats-officedocument.presentationml.tags+xml"/>
  <Override PartName="/ppt/tags/tag593.xml" ContentType="application/vnd.openxmlformats-officedocument.presentationml.tags+xml"/>
  <Override PartName="/ppt/tags/tag877.xml" ContentType="application/vnd.openxmlformats-officedocument.presentationml.tags+xml"/>
  <Override PartName="/ppt/slideLayouts/slideLayout1.xml" ContentType="application/vnd.openxmlformats-officedocument.presentationml.slideLayout+xml"/>
  <Override PartName="/ppt/tags/tag37.xml" ContentType="application/vnd.openxmlformats-officedocument.presentationml.tags+xml"/>
  <Override PartName="/ppt/notesSlides/notesSlide15.xml" ContentType="application/vnd.openxmlformats-officedocument.presentationml.notesSlide+xml"/>
  <Override PartName="/ppt/tags/tag84.xml" ContentType="application/vnd.openxmlformats-officedocument.presentationml.tags+xml"/>
  <Override PartName="/ppt/tags/tag199.xml" ContentType="application/vnd.openxmlformats-officedocument.presentationml.tags+xml"/>
  <Override PartName="/ppt/notesSlides/notesSlide62.xml" ContentType="application/vnd.openxmlformats-officedocument.presentationml.notesSlide+xml"/>
  <Override PartName="/ppt/tags/tag338.xml" ContentType="application/vnd.openxmlformats-officedocument.presentationml.tags+xml"/>
  <Override PartName="/ppt/tags/tag385.xml" ContentType="application/vnd.openxmlformats-officedocument.presentationml.tags+xml"/>
  <Override PartName="/ppt/tags/tag401.xml" ContentType="application/vnd.openxmlformats-officedocument.presentationml.tags+xml"/>
  <Override PartName="/ppt/tags/tag669.xml" ContentType="application/vnd.openxmlformats-officedocument.presentationml.tags+xml"/>
  <Override PartName="/ppt/tags/tag732.xml" ContentType="application/vnd.openxmlformats-officedocument.presentationml.tags+xml"/>
  <Override PartName="/ppt/slides/slide179.xml" ContentType="application/vnd.openxmlformats-officedocument.presentationml.slide+xml"/>
  <Override PartName="/ppt/tags/tag177.xml" ContentType="application/vnd.openxmlformats-officedocument.presentationml.tags+xml"/>
  <Override PartName="/ppt/tags/tag240.xml" ContentType="application/vnd.openxmlformats-officedocument.presentationml.tags+xml"/>
  <Override PartName="/ppt/tags/tag524.xml" ContentType="application/vnd.openxmlformats-officedocument.presentationml.tags+xml"/>
  <Override PartName="/ppt/tags/tag571.xml" ContentType="application/vnd.openxmlformats-officedocument.presentationml.tags+xml"/>
  <Override PartName="/ppt/tags/tag710.xml" ContentType="application/vnd.openxmlformats-officedocument.presentationml.tags+xml"/>
  <Override PartName="/ppt/tags/tag808.xml" ContentType="application/vnd.openxmlformats-officedocument.presentationml.tags+xml"/>
  <Override PartName="/ppt/tags/tag855.xml" ContentType="application/vnd.openxmlformats-officedocument.presentationml.tags+xml"/>
  <Override PartName="/ppt/slides/slide157.xml" ContentType="application/vnd.openxmlformats-officedocument.presentationml.slide+xml"/>
  <Override PartName="/ppt/tags/tag15.xml" ContentType="application/vnd.openxmlformats-officedocument.presentationml.tags+xml"/>
  <Override PartName="/ppt/tags/tag62.xml" ContentType="application/vnd.openxmlformats-officedocument.presentationml.tags+xml"/>
  <Override PartName="/ppt/notesSlides/notesSlide40.xml" ContentType="application/vnd.openxmlformats-officedocument.presentationml.notesSlide+xml"/>
  <Override PartName="/ppt/tags/tag316.xml" ContentType="application/vnd.openxmlformats-officedocument.presentationml.tags+xml"/>
  <Override PartName="/ppt/tags/tag363.xml" ContentType="application/vnd.openxmlformats-officedocument.presentationml.tags+xml"/>
  <Override PartName="/ppt/tags/tag502.xml" ContentType="application/vnd.openxmlformats-officedocument.presentationml.tags+xml"/>
  <Override PartName="/ppt/tags/tag647.xml" ContentType="application/vnd.openxmlformats-officedocument.presentationml.tags+xml"/>
  <Override PartName="/ppt/tags/tag694.xml" ContentType="application/vnd.openxmlformats-officedocument.presentationml.tags+xml"/>
  <Override PartName="/ppt/tags/tag40.xml" ContentType="application/vnd.openxmlformats-officedocument.presentationml.tags+xml"/>
  <Override PartName="/ppt/notesSlides/notesSlide6.xml" ContentType="application/vnd.openxmlformats-officedocument.presentationml.notesSlide+xml"/>
  <Override PartName="/ppt/tags/tag108.xml" ContentType="application/vnd.openxmlformats-officedocument.presentationml.tags+xml"/>
  <Override PartName="/ppt/tags/tag155.xml" ContentType="application/vnd.openxmlformats-officedocument.presentationml.tags+xml"/>
  <Override PartName="/ppt/tags/tag341.xml" ContentType="application/vnd.openxmlformats-officedocument.presentationml.tags+xml"/>
  <Override PartName="/ppt/tags/tag439.xml" ContentType="application/vnd.openxmlformats-officedocument.presentationml.tags+xml"/>
  <Override PartName="/ppt/tags/tag486.xml" ContentType="application/vnd.openxmlformats-officedocument.presentationml.tags+xml"/>
  <Override PartName="/ppt/notesSlides/notesSlide109.xml" ContentType="application/vnd.openxmlformats-officedocument.presentationml.notesSlide+xml"/>
  <Override PartName="/ppt/notesSlides/notesSlide156.xml" ContentType="application/vnd.openxmlformats-officedocument.presentationml.notesSlide+xml"/>
  <Override PartName="/ppt/tags/tag833.xml" ContentType="application/vnd.openxmlformats-officedocument.presentationml.tags+xml"/>
  <Override PartName="/ppt/tags/tag880.xml" ContentType="application/vnd.openxmlformats-officedocument.presentationml.tags+xml"/>
  <Override PartName="/ppt/slides/slide87.xml" ContentType="application/vnd.openxmlformats-officedocument.presentationml.slide+xml"/>
  <Override PartName="/ppt/slides/slide135.xml" ContentType="application/vnd.openxmlformats-officedocument.presentationml.slide+xml"/>
  <Override PartName="/ppt/slides/slide182.xml" ContentType="application/vnd.openxmlformats-officedocument.presentationml.slide+xml"/>
  <Override PartName="/ppt/tags/tag133.xml" ContentType="application/vnd.openxmlformats-officedocument.presentationml.tags+xml"/>
  <Override PartName="/ppt/tags/tag180.xml" ContentType="application/vnd.openxmlformats-officedocument.presentationml.tags+xml"/>
  <Override PartName="/ppt/tags/tag278.xml" ContentType="application/vnd.openxmlformats-officedocument.presentationml.tags+xml"/>
  <Override PartName="/ppt/tags/tag417.xml" ContentType="application/vnd.openxmlformats-officedocument.presentationml.tags+xml"/>
  <Override PartName="/ppt/tags/tag625.xml" ContentType="application/vnd.openxmlformats-officedocument.presentationml.tags+xml"/>
  <Override PartName="/ppt/tags/tag672.xml" ContentType="application/vnd.openxmlformats-officedocument.presentationml.tags+xml"/>
  <Override PartName="/ppt/tags/tag811.xml" ContentType="application/vnd.openxmlformats-officedocument.presentationml.tags+xml"/>
  <Override PartName="/ppt/slides/slide113.xml" ContentType="application/vnd.openxmlformats-officedocument.presentationml.slide+xml"/>
  <Override PartName="/ppt/slides/slide160.xml" ContentType="application/vnd.openxmlformats-officedocument.presentationml.slide+xml"/>
  <Override PartName="/ppt/tags/tag209.xml" ContentType="application/vnd.openxmlformats-officedocument.presentationml.tags+xml"/>
  <Override PartName="/ppt/tags/tag256.xml" ContentType="application/vnd.openxmlformats-officedocument.presentationml.tags+xml"/>
  <Override PartName="/ppt/notesSlides/notesSlide78.xml" ContentType="application/vnd.openxmlformats-officedocument.presentationml.notesSlide+xml"/>
  <Override PartName="/ppt/tags/tag464.xml" ContentType="application/vnd.openxmlformats-officedocument.presentationml.tags+xml"/>
  <Override PartName="/ppt/tags/tag603.xml" ContentType="application/vnd.openxmlformats-officedocument.presentationml.tags+xml"/>
  <Override PartName="/ppt/tags/tag650.xml" ContentType="application/vnd.openxmlformats-officedocument.presentationml.tags+xml"/>
  <Override PartName="/ppt/notesSlides/notesSlide134.xml" ContentType="application/vnd.openxmlformats-officedocument.presentationml.notesSlide+xml"/>
  <Override PartName="/ppt/tags/tag748.xml" ContentType="application/vnd.openxmlformats-officedocument.presentationml.tags+xml"/>
  <Override PartName="/ppt/tags/tag795.xml" ContentType="application/vnd.openxmlformats-officedocument.presentationml.tags+xml"/>
  <Override PartName="/ppt/slides/slide18.xml" ContentType="application/vnd.openxmlformats-officedocument.presentationml.slide+xml"/>
  <Override PartName="/ppt/slides/slide65.xml" ContentType="application/vnd.openxmlformats-officedocument.presentationml.slide+xml"/>
  <Override PartName="/ppt/slideLayouts/slideLayout17.xml" ContentType="application/vnd.openxmlformats-officedocument.presentationml.slideLayout+xml"/>
  <Override PartName="/ppt/tags/tag4.xml" ContentType="application/vnd.openxmlformats-officedocument.presentationml.tags+xml"/>
  <Override PartName="/ppt/tags/tag111.xml" ContentType="application/vnd.openxmlformats-officedocument.presentationml.tags+xml"/>
  <Override PartName="/ppt/tags/tag442.xml" ContentType="application/vnd.openxmlformats-officedocument.presentationml.tags+xml"/>
  <Override PartName="/ppt/notesSlides/notesSlide112.xml" ContentType="application/vnd.openxmlformats-officedocument.presentationml.notesSlide+xml"/>
  <Override PartName="/ppt/tags/tag587.xml" ContentType="application/vnd.openxmlformats-officedocument.presentationml.tags+xml"/>
  <Override PartName="/ppt/tags/tag726.xml" ContentType="application/vnd.openxmlformats-officedocument.presentationml.tags+xml"/>
  <Override PartName="/ppt/tags/tag773.xml" ContentType="application/vnd.openxmlformats-officedocument.presentationml.tags+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tags/tag78.xml" ContentType="application/vnd.openxmlformats-officedocument.presentationml.tags+xml"/>
  <Override PartName="/ppt/tags/tag234.xml" ContentType="application/vnd.openxmlformats-officedocument.presentationml.tags+xml"/>
  <Override PartName="/ppt/notesSlides/notesSlide56.xml" ContentType="application/vnd.openxmlformats-officedocument.presentationml.notesSlide+xml"/>
  <Override PartName="/ppt/tags/tag281.xml" ContentType="application/vnd.openxmlformats-officedocument.presentationml.tags+xml"/>
  <Override PartName="/ppt/tags/tag379.xml" ContentType="application/vnd.openxmlformats-officedocument.presentationml.tags+xml"/>
  <Override PartName="/ppt/tags/tag518.xml" ContentType="application/vnd.openxmlformats-officedocument.presentationml.tags+xml"/>
  <Override PartName="/ppt/tags/tag565.xml" ContentType="application/vnd.openxmlformats-officedocument.presentationml.tags+xml"/>
  <Override PartName="/ppt/tags/tag849.xml" ContentType="application/vnd.openxmlformats-officedocument.presentationml.tags+xml"/>
  <Override PartName="/ppt/tags/tag896.xml" ContentType="application/vnd.openxmlformats-officedocument.presentationml.tags+xml"/>
  <Override PartName="/ppt/tags/tag56.xml" ContentType="application/vnd.openxmlformats-officedocument.presentationml.tags+xml"/>
  <Default Extension="docx" ContentType="application/vnd.openxmlformats-officedocument.wordprocessingml.document"/>
  <Override PartName="/ppt/notesSlides/notesSlide34.xml" ContentType="application/vnd.openxmlformats-officedocument.presentationml.notesSlide+xml"/>
  <Override PartName="/ppt/tags/tag357.xml" ContentType="application/vnd.openxmlformats-officedocument.presentationml.tags+xml"/>
  <Override PartName="/ppt/notesSlides/notesSlide81.xml" ContentType="application/vnd.openxmlformats-officedocument.presentationml.notesSlide+xml"/>
  <Override PartName="/ppt/tags/tag420.xml" ContentType="application/vnd.openxmlformats-officedocument.presentationml.tags+xml"/>
  <Override PartName="/ppt/tags/tag688.xml" ContentType="application/vnd.openxmlformats-officedocument.presentationml.tags+xml"/>
  <Override PartName="/ppt/tags/tag704.xml" ContentType="application/vnd.openxmlformats-officedocument.presentationml.tags+xml"/>
  <Override PartName="/ppt/tags/tag751.xml" ContentType="application/vnd.openxmlformats-officedocument.presentationml.tags+xml"/>
  <Override PartName="/ppt/slides/slide21.xml" ContentType="application/vnd.openxmlformats-officedocument.presentationml.slide+xml"/>
  <Override PartName="/ppt/slideLayouts/slideLayout20.xml" ContentType="application/vnd.openxmlformats-officedocument.presentationml.slideLayout+xml"/>
  <Override PartName="/ppt/tags/tag149.xml" ContentType="application/vnd.openxmlformats-officedocument.presentationml.tags+xml"/>
  <Override PartName="/ppt/tags/tag196.xml" ContentType="application/vnd.openxmlformats-officedocument.presentationml.tags+xml"/>
  <Override PartName="/ppt/tags/tag212.xml" ContentType="application/vnd.openxmlformats-officedocument.presentationml.tags+xml"/>
  <Override PartName="/ppt/tags/tag543.xml" ContentType="application/vnd.openxmlformats-officedocument.presentationml.tags+xml"/>
  <Override PartName="/ppt/tags/tag590.xml" ContentType="application/vnd.openxmlformats-officedocument.presentationml.tags+xml"/>
  <Override PartName="/ppt/tags/tag827.xml" ContentType="application/vnd.openxmlformats-officedocument.presentationml.tags+xml"/>
  <Override PartName="/ppt/tags/tag874.xml" ContentType="application/vnd.openxmlformats-officedocument.presentationml.tags+xml"/>
  <Override PartName="/docProps/custom.xml" ContentType="application/vnd.openxmlformats-officedocument.custom-properties+xml"/>
  <Override PartName="/ppt/slides/slide129.xml" ContentType="application/vnd.openxmlformats-officedocument.presentationml.slide+xml"/>
  <Override PartName="/ppt/slides/slide176.xml" ContentType="application/vnd.openxmlformats-officedocument.presentationml.slide+xml"/>
  <Override PartName="/ppt/tags/tag34.xml" ContentType="application/vnd.openxmlformats-officedocument.presentationml.tags+xml"/>
  <Override PartName="/ppt/notesSlides/notesSlide12.xml" ContentType="application/vnd.openxmlformats-officedocument.presentationml.notesSlide+xml"/>
  <Override PartName="/ppt/tags/tag81.xml" ContentType="application/vnd.openxmlformats-officedocument.presentationml.tags+xml"/>
  <Override PartName="/ppt/tags/tag335.xml" ContentType="application/vnd.openxmlformats-officedocument.presentationml.tags+xml"/>
  <Override PartName="/ppt/tags/tag382.xml" ContentType="application/vnd.openxmlformats-officedocument.presentationml.tags+xml"/>
  <Override PartName="/ppt/tags/tag521.xml" ContentType="application/vnd.openxmlformats-officedocument.presentationml.tags+xml"/>
  <Override PartName="/ppt/tags/tag619.xml" ContentType="application/vnd.openxmlformats-officedocument.presentationml.tags+xml"/>
  <Override PartName="/ppt/tags/tag666.xml" ContentType="application/vnd.openxmlformats-officedocument.presentationml.tags+xml"/>
  <Override PartName="/ppt/tags/tag805.xml" ContentType="application/vnd.openxmlformats-officedocument.presentationml.tags+xml"/>
  <Override PartName="/ppt/tags/tag852.xml" ContentType="application/vnd.openxmlformats-officedocument.presentationml.tags+xml"/>
  <Override PartName="/ppt/tags/tag12.xml" ContentType="application/vnd.openxmlformats-officedocument.presentationml.tags+xml"/>
  <Override PartName="/ppt/tags/tag127.xml" ContentType="application/vnd.openxmlformats-officedocument.presentationml.tags+xml"/>
  <Override PartName="/ppt/tags/tag174.xml" ContentType="application/vnd.openxmlformats-officedocument.presentationml.tags+xml"/>
  <Override PartName="/ppt/tags/tag313.xml" ContentType="application/vnd.openxmlformats-officedocument.presentationml.tags+xml"/>
  <Override PartName="/ppt/tags/tag360.xml" ContentType="application/vnd.openxmlformats-officedocument.presentationml.tags+xml"/>
  <Override PartName="/ppt/tags/tag458.xml" ContentType="application/vnd.openxmlformats-officedocument.presentationml.tags+xml"/>
  <Override PartName="/ppt/tags/tag644.xml" ContentType="application/vnd.openxmlformats-officedocument.presentationml.tags+xml"/>
  <Override PartName="/ppt/notesSlides/notesSlide128.xml" ContentType="application/vnd.openxmlformats-officedocument.presentationml.notesSlide+xml"/>
  <Override PartName="/ppt/tags/tag691.xml" ContentType="application/vnd.openxmlformats-officedocument.presentationml.tags+xml"/>
  <Override PartName="/ppt/tags/tag789.xml" ContentType="application/vnd.openxmlformats-officedocument.presentationml.tags+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54.xml" ContentType="application/vnd.openxmlformats-officedocument.presentationml.slide+xml"/>
  <Override PartName="/ppt/viewProps.xml" ContentType="application/vnd.openxmlformats-officedocument.presentationml.viewProps+xml"/>
  <Override PartName="/ppt/tags/tag105.xml" ContentType="application/vnd.openxmlformats-officedocument.presentationml.tags+xml"/>
  <Override PartName="/ppt/tags/tag152.xml" ContentType="application/vnd.openxmlformats-officedocument.presentationml.tags+xml"/>
  <Override PartName="/ppt/tags/tag297.xml" ContentType="application/vnd.openxmlformats-officedocument.presentationml.tags+xml"/>
  <Override PartName="/ppt/tags/tag436.xml" ContentType="application/vnd.openxmlformats-officedocument.presentationml.tags+xml"/>
  <Override PartName="/ppt/tags/tag483.xml" ContentType="application/vnd.openxmlformats-officedocument.presentationml.tags+xml"/>
  <Override PartName="/ppt/notesSlides/notesSlide106.xml" ContentType="application/vnd.openxmlformats-officedocument.presentationml.notesSlide+xml"/>
  <Override PartName="/ppt/notesSlides/notesSlide153.xml" ContentType="application/vnd.openxmlformats-officedocument.presentationml.notesSlide+xml"/>
  <Override PartName="/ppt/tags/tag830.xml" ContentType="application/vnd.openxmlformats-officedocument.presentationml.tags+xml"/>
  <Override PartName="/ppt/slides/slide132.xml" ContentType="application/vnd.openxmlformats-officedocument.presentationml.slide+xml"/>
  <Override PartName="/ppt/notesSlides/notesSlide3.xml" ContentType="application/vnd.openxmlformats-officedocument.presentationml.notesSlide+xml"/>
  <Override PartName="/ppt/tags/tag228.xml" ContentType="application/vnd.openxmlformats-officedocument.presentationml.tags+xml"/>
  <Override PartName="/ppt/tags/tag275.xml" ContentType="application/vnd.openxmlformats-officedocument.presentationml.tags+xml"/>
  <Override PartName="/ppt/notesSlides/notesSlide97.xml" ContentType="application/vnd.openxmlformats-officedocument.presentationml.notesSlide+xml"/>
  <Override PartName="/ppt/tags/tag622.xml" ContentType="application/vnd.openxmlformats-officedocument.presentationml.tags+xml"/>
  <Override PartName="/ppt/tags/tag767.xml" ContentType="application/vnd.openxmlformats-officedocument.presentationml.tags+xml"/>
  <Override PartName="/ppt/slides/slide37.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ags/tag130.xml" ContentType="application/vnd.openxmlformats-officedocument.presentationml.tags+xml"/>
  <Override PartName="/ppt/tags/tag414.xml" ContentType="application/vnd.openxmlformats-officedocument.presentationml.tags+xml"/>
  <Override PartName="/ppt/tags/tag461.xml" ContentType="application/vnd.openxmlformats-officedocument.presentationml.tags+xml"/>
  <Override PartName="/ppt/tags/tag559.xml" ContentType="application/vnd.openxmlformats-officedocument.presentationml.tags+xml"/>
  <Override PartName="/ppt/tags/tag600.xml" ContentType="application/vnd.openxmlformats-officedocument.presentationml.tags+xml"/>
  <Override PartName="/ppt/notesSlides/notesSlide131.xml" ContentType="application/vnd.openxmlformats-officedocument.presentationml.notesSlide+xml"/>
  <Override PartName="/ppt/tags/tag745.xml" ContentType="application/vnd.openxmlformats-officedocument.presentationml.tags+xml"/>
  <Override PartName="/ppt/tags/tag792.xml" ContentType="application/vnd.openxmlformats-officedocument.presentationml.tags+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tags/tag97.xml" ContentType="application/vnd.openxmlformats-officedocument.presentationml.tags+xml"/>
  <Override PartName="/ppt/notesSlides/notesSlide28.xml" ContentType="application/vnd.openxmlformats-officedocument.presentationml.notesSlide+xml"/>
  <Override PartName="/ppt/tags/tag206.xml" ContentType="application/vnd.openxmlformats-officedocument.presentationml.tags+xml"/>
  <Override PartName="/ppt/tags/tag253.xml" ContentType="application/vnd.openxmlformats-officedocument.presentationml.tags+xml"/>
  <Override PartName="/ppt/notesSlides/notesSlide75.xml" ContentType="application/vnd.openxmlformats-officedocument.presentationml.notesSlide+xml"/>
  <Override PartName="/ppt/tags/tag398.xml" ContentType="application/vnd.openxmlformats-officedocument.presentationml.tags+xml"/>
  <Override PartName="/ppt/tags/tag537.xml" ContentType="application/vnd.openxmlformats-officedocument.presentationml.tags+xml"/>
  <Override PartName="/ppt/tags/tag584.xml" ContentType="application/vnd.openxmlformats-officedocument.presentationml.tags+xml"/>
  <Override PartName="/ppt/tags/tag868.xml" ContentType="application/vnd.openxmlformats-officedocument.presentationml.tags+xml"/>
  <Override PartName="/ppt/slideLayouts/slideLayout14.xml" ContentType="application/vnd.openxmlformats-officedocument.presentationml.slideLayout+xml"/>
  <Override PartName="/ppt/tags/tag1.xml" ContentType="application/vnd.openxmlformats-officedocument.presentationml.tags+xml"/>
  <Override PartName="/ppt/tags/tag28.xml" ContentType="application/vnd.openxmlformats-officedocument.presentationml.tags+xml"/>
  <Override PartName="/ppt/tags/tag75.xml" ContentType="application/vnd.openxmlformats-officedocument.presentationml.tags+xml"/>
  <Override PartName="/ppt/notesSlides/notesSlide53.xml" ContentType="application/vnd.openxmlformats-officedocument.presentationml.notesSlide+xml"/>
  <Override PartName="/ppt/tags/tag231.xml" ContentType="application/vnd.openxmlformats-officedocument.presentationml.tags+xml"/>
  <Override PartName="/ppt/tags/tag329.xml" ContentType="application/vnd.openxmlformats-officedocument.presentationml.tags+xml"/>
  <Override PartName="/ppt/tags/tag376.xml" ContentType="application/vnd.openxmlformats-officedocument.presentationml.tags+xml"/>
  <Override PartName="/ppt/tags/tag723.xml" ContentType="application/vnd.openxmlformats-officedocument.presentationml.tags+xml"/>
  <Override PartName="/ppt/tags/tag770.xml" ContentType="application/vnd.openxmlformats-officedocument.presentationml.tags+xml"/>
  <Override PartName="/ppt/slides/slide40.xml" ContentType="application/vnd.openxmlformats-officedocument.presentationml.slide+xml"/>
  <Override PartName="/ppt/tags/tag168.xml" ContentType="application/vnd.openxmlformats-officedocument.presentationml.tags+xml"/>
  <Override PartName="/ppt/tags/tag499.xml" ContentType="application/vnd.openxmlformats-officedocument.presentationml.tags+xml"/>
  <Override PartName="/ppt/tags/tag515.xml" ContentType="application/vnd.openxmlformats-officedocument.presentationml.tags+xml"/>
  <Override PartName="/ppt/tags/tag562.xml" ContentType="application/vnd.openxmlformats-officedocument.presentationml.tags+xml"/>
  <Override PartName="/ppt/tags/tag701.xml" ContentType="application/vnd.openxmlformats-officedocument.presentationml.tags+xml"/>
  <Override PartName="/ppt/notesSlides/notesSlide169.xml" ContentType="application/vnd.openxmlformats-officedocument.presentationml.notesSlide+xml"/>
  <Override PartName="/ppt/tags/tag846.xml" ContentType="application/vnd.openxmlformats-officedocument.presentationml.tags+xml"/>
  <Override PartName="/ppt/tags/tag893.xml" ContentType="application/vnd.openxmlformats-officedocument.presentationml.tags+xml"/>
  <Override PartName="/ppt/slides/slide148.xml" ContentType="application/vnd.openxmlformats-officedocument.presentationml.slide+xml"/>
  <Override PartName="/ppt/tags/tag53.xml" ContentType="application/vnd.openxmlformats-officedocument.presentationml.tags+xml"/>
  <Default Extension="vml" ContentType="application/vnd.openxmlformats-officedocument.vmlDrawing"/>
  <Override PartName="/ppt/notesSlides/notesSlide31.xml" ContentType="application/vnd.openxmlformats-officedocument.presentationml.notesSlide+xml"/>
  <Override PartName="/ppt/tags/tag307.xml" ContentType="application/vnd.openxmlformats-officedocument.presentationml.tags+xml"/>
  <Override PartName="/ppt/tags/tag354.xml" ContentType="application/vnd.openxmlformats-officedocument.presentationml.tags+xml"/>
  <Override PartName="/ppt/tags/tag540.xml" ContentType="application/vnd.openxmlformats-officedocument.presentationml.tags+xml"/>
  <Override PartName="/ppt/tags/tag638.xml" ContentType="application/vnd.openxmlformats-officedocument.presentationml.tags+xml"/>
  <Override PartName="/ppt/tags/tag685.xml" ContentType="application/vnd.openxmlformats-officedocument.presentationml.tags+xml"/>
  <Override PartName="/ppt/tags/tag824.xml" ContentType="application/vnd.openxmlformats-officedocument.presentationml.tags+xml"/>
  <Override PartName="/ppt/tags/tag871.xml" ContentType="application/vnd.openxmlformats-officedocument.presentationml.tags+xml"/>
  <Override PartName="/ppt/slides/slide126.xml" ContentType="application/vnd.openxmlformats-officedocument.presentationml.slide+xml"/>
  <Override PartName="/ppt/slides/slide173.xml" ContentType="application/vnd.openxmlformats-officedocument.presentationml.slide+xml"/>
  <Override PartName="/ppt/tags/tag31.xml" ContentType="application/vnd.openxmlformats-officedocument.presentationml.tags+xml"/>
  <Override PartName="/ppt/tags/tag146.xml" ContentType="application/vnd.openxmlformats-officedocument.presentationml.tags+xml"/>
  <Override PartName="/ppt/tags/tag193.xml" ContentType="application/vnd.openxmlformats-officedocument.presentationml.tags+xml"/>
  <Override PartName="/ppt/tags/tag332.xml" ContentType="application/vnd.openxmlformats-officedocument.presentationml.tags+xml"/>
  <Override PartName="/ppt/tags/tag477.xml" ContentType="application/vnd.openxmlformats-officedocument.presentationml.tags+xml"/>
  <Override PartName="/ppt/tags/tag616.xml" ContentType="application/vnd.openxmlformats-officedocument.presentationml.tags+xml"/>
  <Override PartName="/ppt/tags/tag663.xml" ContentType="application/vnd.openxmlformats-officedocument.presentationml.tags+xml"/>
  <Override PartName="/ppt/notesSlides/notesSlide147.xml" ContentType="application/vnd.openxmlformats-officedocument.presentationml.notesSlide+xml"/>
  <Override PartName="/ppt/slides/slide78.xml" ContentType="application/vnd.openxmlformats-officedocument.presentationml.slide+xml"/>
  <Override PartName="/ppt/tags/tag124.xml" ContentType="application/vnd.openxmlformats-officedocument.presentationml.tags+xml"/>
  <Override PartName="/ppt/tags/tag171.xml" ContentType="application/vnd.openxmlformats-officedocument.presentationml.tags+xml"/>
  <Override PartName="/ppt/tags/tag269.xml" ContentType="application/vnd.openxmlformats-officedocument.presentationml.tags+xml"/>
  <Override PartName="/ppt/tags/tag408.xml" ContentType="application/vnd.openxmlformats-officedocument.presentationml.tags+xml"/>
  <Override PartName="/ppt/tags/tag455.xml" ContentType="application/vnd.openxmlformats-officedocument.presentationml.tags+xml"/>
  <Override PartName="/ppt/notesSlides/notesSlide125.xml" ContentType="application/vnd.openxmlformats-officedocument.presentationml.notesSlide+xml"/>
  <Override PartName="/ppt/tags/tag739.xml" ContentType="application/vnd.openxmlformats-officedocument.presentationml.tags+xml"/>
  <Override PartName="/ppt/tags/tag802.xml" ContentType="application/vnd.openxmlformats-officedocument.presentationml.tags+xml"/>
  <Override PartName="/ppt/notesSlides/notesSlide172.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104.xml" ContentType="application/vnd.openxmlformats-officedocument.presentationml.slide+xml"/>
  <Override PartName="/ppt/slides/slide151.xml" ContentType="application/vnd.openxmlformats-officedocument.presentationml.slide+xml"/>
  <Override PartName="/ppt/slideLayouts/slideLayout8.xml" ContentType="application/vnd.openxmlformats-officedocument.presentationml.slideLayout+xml"/>
  <Override PartName="/ppt/tags/tag247.xml" ContentType="application/vnd.openxmlformats-officedocument.presentationml.tags+xml"/>
  <Override PartName="/ppt/tags/tag294.xml" ContentType="application/vnd.openxmlformats-officedocument.presentationml.tags+xml"/>
  <Override PartName="/ppt/tags/tag310.xml" ContentType="application/vnd.openxmlformats-officedocument.presentationml.tags+xml"/>
  <Override PartName="/ppt/notesSlides/notesSlide69.xml" ContentType="application/vnd.openxmlformats-officedocument.presentationml.notesSlide+xml"/>
  <Override PartName="/ppt/tags/tag578.xml" ContentType="application/vnd.openxmlformats-officedocument.presentationml.tags+xml"/>
  <Override PartName="/ppt/tags/tag641.xml" ContentType="application/vnd.openxmlformats-officedocument.presentationml.tags+xml"/>
  <Override PartName="/ppt/tags/tag786.xml" ContentType="application/vnd.openxmlformats-officedocument.presentationml.tags+xml"/>
  <Override PartName="/ppt/slideMasters/slideMaster1.xml" ContentType="application/vnd.openxmlformats-officedocument.presentationml.slideMaster+xml"/>
  <Override PartName="/ppt/tags/tag102.xml" ContentType="application/vnd.openxmlformats-officedocument.presentationml.tags+xml"/>
  <Override PartName="/ppt/notesSlides/notesSlide47.xml" ContentType="application/vnd.openxmlformats-officedocument.presentationml.notesSlide+xml"/>
  <Override PartName="/ppt/tags/tag433.xml" ContentType="application/vnd.openxmlformats-officedocument.presentationml.tags+xml"/>
  <Override PartName="/ppt/notesSlides/notesSlide94.xml" ContentType="application/vnd.openxmlformats-officedocument.presentationml.notesSlide+xml"/>
  <Override PartName="/ppt/tags/tag480.xml" ContentType="application/vnd.openxmlformats-officedocument.presentationml.tags+xml"/>
  <Override PartName="/ppt/notesSlides/notesSlide103.xml" ContentType="application/vnd.openxmlformats-officedocument.presentationml.notesSlide+xml"/>
  <Override PartName="/ppt/tags/tag717.xml" ContentType="application/vnd.openxmlformats-officedocument.presentationml.tags+xml"/>
  <Override PartName="/ppt/notesSlides/notesSlide150.xml" ContentType="application/vnd.openxmlformats-officedocument.presentationml.notesSlide+xml"/>
  <Override PartName="/ppt/tags/tag764.xml" ContentType="application/vnd.openxmlformats-officedocument.presentationml.tags+xml"/>
  <Override PartName="/ppt/slides/slide34.xml" ContentType="application/vnd.openxmlformats-officedocument.presentationml.slide+xml"/>
  <Override PartName="/ppt/slides/slide81.xml" ContentType="application/vnd.openxmlformats-officedocument.presentationml.slide+xml"/>
  <Override PartName="/ppt/tags/tag69.xml" ContentType="application/vnd.openxmlformats-officedocument.presentationml.tags+xml"/>
  <Override PartName="/ppt/tags/tag225.xml" ContentType="application/vnd.openxmlformats-officedocument.presentationml.tags+xml"/>
  <Override PartName="/ppt/tags/tag272.xml" ContentType="application/vnd.openxmlformats-officedocument.presentationml.tags+xml"/>
  <Override PartName="/ppt/tags/tag411.xml" ContentType="application/vnd.openxmlformats-officedocument.presentationml.tags+xml"/>
  <Override PartName="/ppt/tags/tag509.xml" ContentType="application/vnd.openxmlformats-officedocument.presentationml.tags+xml"/>
  <Override PartName="/ppt/tags/tag556.xml" ContentType="application/vnd.openxmlformats-officedocument.presentationml.tags+xml"/>
  <Override PartName="/ppt/tags/tag887.xml" ContentType="application/vnd.openxmlformats-officedocument.presentationml.tags+xml"/>
  <Default Extension="rels" ContentType="application/vnd.openxmlformats-package.relationships+xml"/>
  <Override PartName="/ppt/slides/slide189.xml" ContentType="application/vnd.openxmlformats-officedocument.presentationml.slide+xml"/>
  <Override PartName="/ppt/tags/tag47.xml" ContentType="application/vnd.openxmlformats-officedocument.presentationml.tags+xml"/>
  <Override PartName="/ppt/tags/tag94.xml" ContentType="application/vnd.openxmlformats-officedocument.presentationml.tags+xml"/>
  <Override PartName="/ppt/notesSlides/notesSlide25.xml" ContentType="application/vnd.openxmlformats-officedocument.presentationml.notesSlide+xml"/>
  <Override PartName="/ppt/tags/tag203.xml" ContentType="application/vnd.openxmlformats-officedocument.presentationml.tags+xml"/>
  <Override PartName="/ppt/tags/tag250.xml" ContentType="application/vnd.openxmlformats-officedocument.presentationml.tags+xml"/>
  <Override PartName="/ppt/notesSlides/notesSlide72.xml" ContentType="application/vnd.openxmlformats-officedocument.presentationml.notesSlide+xml"/>
  <Override PartName="/ppt/tags/tag348.xml" ContentType="application/vnd.openxmlformats-officedocument.presentationml.tags+xml"/>
  <Override PartName="/ppt/tags/tag395.xml" ContentType="application/vnd.openxmlformats-officedocument.presentationml.tags+xml"/>
  <Override PartName="/ppt/tags/tag679.xml" ContentType="application/vnd.openxmlformats-officedocument.presentationml.tags+xml"/>
  <Override PartName="/ppt/tags/tag742.xml" ContentType="application/vnd.openxmlformats-officedocument.presentationml.tags+xml"/>
  <Override PartName="/ppt/slides/slide12.xml" ContentType="application/vnd.openxmlformats-officedocument.presentationml.slide+xml"/>
  <Override PartName="/ppt/slideLayouts/slideLayout11.xml" ContentType="application/vnd.openxmlformats-officedocument.presentationml.slideLayout+xml"/>
  <Override PartName="/ppt/tags/tag187.xml" ContentType="application/vnd.openxmlformats-officedocument.presentationml.tags+xml"/>
  <Override PartName="/ppt/tags/tag534.xml" ContentType="application/vnd.openxmlformats-officedocument.presentationml.tags+xml"/>
  <Override PartName="/ppt/tags/tag581.xml" ContentType="application/vnd.openxmlformats-officedocument.presentationml.tags+xml"/>
  <Override PartName="/ppt/tags/tag720.xml" ContentType="application/vnd.openxmlformats-officedocument.presentationml.tags+xml"/>
  <Override PartName="/ppt/tags/tag818.xml" ContentType="application/vnd.openxmlformats-officedocument.presentationml.tags+xml"/>
  <Override PartName="/ppt/tags/tag865.xml" ContentType="application/vnd.openxmlformats-officedocument.presentationml.tags+xml"/>
  <Override PartName="/ppt/slides/slide167.xml" ContentType="application/vnd.openxmlformats-officedocument.presentationml.slide+xml"/>
  <Override PartName="/ppt/tags/tag25.xml" ContentType="application/vnd.openxmlformats-officedocument.presentationml.tags+xml"/>
  <Override PartName="/ppt/tags/tag72.xml" ContentType="application/vnd.openxmlformats-officedocument.presentationml.tags+xml"/>
  <Override PartName="/ppt/tags/tag118.xml" ContentType="application/vnd.openxmlformats-officedocument.presentationml.tags+xml"/>
  <Override PartName="/ppt/tags/tag165.xml" ContentType="application/vnd.openxmlformats-officedocument.presentationml.tags+xml"/>
  <Override PartName="/ppt/notesSlides/notesSlide50.xml" ContentType="application/vnd.openxmlformats-officedocument.presentationml.notesSlide+xml"/>
  <Override PartName="/ppt/tags/tag326.xml" ContentType="application/vnd.openxmlformats-officedocument.presentationml.tags+xml"/>
  <Override PartName="/ppt/tags/tag373.xml" ContentType="application/vnd.openxmlformats-officedocument.presentationml.tags+xml"/>
  <Override PartName="/ppt/tags/tag512.xml" ContentType="application/vnd.openxmlformats-officedocument.presentationml.tags+xml"/>
  <Override PartName="/ppt/tags/tag657.xml" ContentType="application/vnd.openxmlformats-officedocument.presentationml.tags+xml"/>
  <Override PartName="/ppt/tags/tag843.xml" ContentType="application/vnd.openxmlformats-officedocument.presentationml.tags+xml"/>
  <Override PartName="/ppt/tags/tag890.xml" ContentType="application/vnd.openxmlformats-officedocument.presentationml.tags+xml"/>
  <Override PartName="/ppt/slides/slide145.xml" ContentType="application/vnd.openxmlformats-officedocument.presentationml.slide+xml"/>
  <Override PartName="/ppt/tags/tag50.xml" ContentType="application/vnd.openxmlformats-officedocument.presentationml.tags+xml"/>
  <Override PartName="/ppt/tags/tag304.xml" ContentType="application/vnd.openxmlformats-officedocument.presentationml.tags+xml"/>
  <Override PartName="/ppt/tags/tag351.xml" ContentType="application/vnd.openxmlformats-officedocument.presentationml.tags+xml"/>
  <Override PartName="/ppt/tags/tag449.xml" ContentType="application/vnd.openxmlformats-officedocument.presentationml.tags+xml"/>
  <Override PartName="/ppt/tags/tag496.xml" ContentType="application/vnd.openxmlformats-officedocument.presentationml.tags+xml"/>
  <Override PartName="/ppt/notesSlides/notesSlide119.xml" ContentType="application/vnd.openxmlformats-officedocument.presentationml.notesSlide+xml"/>
  <Override PartName="/ppt/tags/tag635.xml" ContentType="application/vnd.openxmlformats-officedocument.presentationml.tags+xml"/>
  <Override PartName="/ppt/tags/tag682.xml" ContentType="application/vnd.openxmlformats-officedocument.presentationml.tags+xml"/>
  <Override PartName="/ppt/notesSlides/notesSlide166.xml" ContentType="application/vnd.openxmlformats-officedocument.presentationml.notesSlide+xml"/>
  <Override PartName="/ppt/slides/slide97.xml" ContentType="application/vnd.openxmlformats-officedocument.presentationml.slide+xml"/>
  <Override PartName="/ppt/tags/tag143.xml" ContentType="application/vnd.openxmlformats-officedocument.presentationml.tags+xml"/>
  <Override PartName="/ppt/tags/tag190.xml" ContentType="application/vnd.openxmlformats-officedocument.presentationml.tags+xml"/>
  <Override PartName="/ppt/tags/tag288.xml" ContentType="application/vnd.openxmlformats-officedocument.presentationml.tags+xml"/>
  <Override PartName="/ppt/tags/tag427.xml" ContentType="application/vnd.openxmlformats-officedocument.presentationml.tags+xml"/>
  <Override PartName="/ppt/tags/tag474.xml" ContentType="application/vnd.openxmlformats-officedocument.presentationml.tags+xml"/>
  <Override PartName="/ppt/notesSlides/notesSlide144.xml" ContentType="application/vnd.openxmlformats-officedocument.presentationml.notesSlide+xml"/>
  <Override PartName="/ppt/tags/tag758.xml" ContentType="application/vnd.openxmlformats-officedocument.presentationml.tags+xml"/>
  <Override PartName="/ppt/tags/tag821.xml" ContentType="application/vnd.openxmlformats-officedocument.presentationml.tags+xml"/>
  <Override PartName="/ppt/slides/slide28.xml" ContentType="application/vnd.openxmlformats-officedocument.presentationml.slide+xml"/>
  <Override PartName="/ppt/slides/slide75.xml" ContentType="application/vnd.openxmlformats-officedocument.presentationml.slide+xml"/>
  <Override PartName="/ppt/slides/slide123.xml" ContentType="application/vnd.openxmlformats-officedocument.presentationml.slide+xml"/>
  <Override PartName="/ppt/slides/slide170.xml" ContentType="application/vnd.openxmlformats-officedocument.presentationml.slide+xml"/>
  <Override PartName="/ppt/tags/tag219.xml" ContentType="application/vnd.openxmlformats-officedocument.presentationml.tags+xml"/>
  <Override PartName="/ppt/tags/tag266.xml" ContentType="application/vnd.openxmlformats-officedocument.presentationml.tags+xml"/>
  <Override PartName="/ppt/notesSlides/notesSlide88.xml" ContentType="application/vnd.openxmlformats-officedocument.presentationml.notesSlide+xml"/>
  <Override PartName="/ppt/tags/tag597.xml" ContentType="application/vnd.openxmlformats-officedocument.presentationml.tags+xml"/>
  <Override PartName="/ppt/tags/tag613.xml" ContentType="application/vnd.openxmlformats-officedocument.presentationml.tags+xml"/>
  <Override PartName="/ppt/tags/tag660.xml" ContentType="application/vnd.openxmlformats-officedocument.presentationml.tags+xml"/>
  <Override PartName="/ppt/slides/slide3.xml" ContentType="application/vnd.openxmlformats-officedocument.presentationml.slide+xml"/>
  <Override PartName="/ppt/slides/slide101.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tags/tag121.xml" ContentType="application/vnd.openxmlformats-officedocument.presentationml.tags+xml"/>
  <Override PartName="/ppt/notesSlides/notesSlide66.xml" ContentType="application/vnd.openxmlformats-officedocument.presentationml.notesSlide+xml"/>
  <Override PartName="/ppt/tags/tag389.xml" ContentType="application/vnd.openxmlformats-officedocument.presentationml.tags+xml"/>
  <Override PartName="/ppt/tags/tag405.xml" ContentType="application/vnd.openxmlformats-officedocument.presentationml.tags+xml"/>
  <Override PartName="/ppt/tags/tag452.xml" ContentType="application/vnd.openxmlformats-officedocument.presentationml.tags+xml"/>
  <Override PartName="/ppt/notesSlides/notesSlide122.xml" ContentType="application/vnd.openxmlformats-officedocument.presentationml.notesSlide+xml"/>
  <Override PartName="/ppt/tags/tag736.xml" ContentType="application/vnd.openxmlformats-officedocument.presentationml.tags+xml"/>
  <Override PartName="/ppt/tags/tag783.xml" ContentType="application/vnd.openxmlformats-officedocument.presentationml.tags+xml"/>
  <Override PartName="/ppt/slides/slide53.xml" ContentType="application/vnd.openxmlformats-officedocument.presentationml.slide+xml"/>
  <Default Extension="jpeg" ContentType="image/jpeg"/>
  <Override PartName="/ppt/tags/tag88.xml" ContentType="application/vnd.openxmlformats-officedocument.presentationml.tags+xml"/>
  <Override PartName="/ppt/tags/tag244.xml" ContentType="application/vnd.openxmlformats-officedocument.presentationml.tags+xml"/>
  <Override PartName="/ppt/tags/tag291.xml" ContentType="application/vnd.openxmlformats-officedocument.presentationml.tags+xml"/>
  <Override PartName="/ppt/tags/tag430.xml" ContentType="application/vnd.openxmlformats-officedocument.presentationml.tags+xml"/>
  <Override PartName="/ppt/notesSlides/notesSlide100.xml" ContentType="application/vnd.openxmlformats-officedocument.presentationml.notesSlide+xml"/>
  <Override PartName="/ppt/tags/tag528.xml" ContentType="application/vnd.openxmlformats-officedocument.presentationml.tags+xml"/>
  <Override PartName="/ppt/tags/tag575.xml" ContentType="application/vnd.openxmlformats-officedocument.presentationml.tags+xml"/>
  <Override PartName="/ppt/tags/tag714.xml" ContentType="application/vnd.openxmlformats-officedocument.presentationml.tags+xml"/>
  <Override PartName="/ppt/tags/tag761.xml" ContentType="application/vnd.openxmlformats-officedocument.presentationml.tags+xml"/>
  <Override PartName="/ppt/tags/tag859.xml" ContentType="application/vnd.openxmlformats-officedocument.presentationml.tags+xml"/>
  <Override PartName="/ppt/slides/slide31.xml" ContentType="application/vnd.openxmlformats-officedocument.presentationml.slide+xml"/>
  <Override PartName="/ppt/tags/tag19.xml" ContentType="application/vnd.openxmlformats-officedocument.presentationml.tags+xml"/>
  <Override PartName="/ppt/tags/tag66.xml" ContentType="application/vnd.openxmlformats-officedocument.presentationml.tags+xml"/>
  <Override PartName="/ppt/notesSlides/notesSlide44.xml" ContentType="application/vnd.openxmlformats-officedocument.presentationml.notesSlide+xml"/>
  <Override PartName="/ppt/tags/tag222.xml" ContentType="application/vnd.openxmlformats-officedocument.presentationml.tags+xml"/>
  <Override PartName="/ppt/tags/tag367.xml" ContentType="application/vnd.openxmlformats-officedocument.presentationml.tags+xml"/>
  <Override PartName="/ppt/notesSlides/notesSlide91.xml" ContentType="application/vnd.openxmlformats-officedocument.presentationml.notesSlide+xml"/>
  <Override PartName="/ppt/tags/tag506.xml" ContentType="application/vnd.openxmlformats-officedocument.presentationml.tags+xml"/>
  <Override PartName="/ppt/tags/tag553.xml" ContentType="application/vnd.openxmlformats-officedocument.presentationml.tags+xml"/>
  <Override PartName="/ppt/tags/tag698.xml" ContentType="application/vnd.openxmlformats-officedocument.presentationml.tags+xml"/>
  <Override PartName="/ppt/notesSlides/notesSlide22.xml" ContentType="application/vnd.openxmlformats-officedocument.presentationml.notesSlide+xml"/>
  <Override PartName="/ppt/tags/tag159.xml" ContentType="application/vnd.openxmlformats-officedocument.presentationml.tags+xml"/>
  <Override PartName="/ppt/tags/tag345.xml" ContentType="application/vnd.openxmlformats-officedocument.presentationml.tags+xml"/>
  <Override PartName="/ppt/tags/tag392.xml" ContentType="application/vnd.openxmlformats-officedocument.presentationml.tags+xml"/>
  <Override PartName="/ppt/tags/tag837.xml" ContentType="application/vnd.openxmlformats-officedocument.presentationml.tags+xml"/>
  <Override PartName="/ppt/tags/tag884.xml" ContentType="application/vnd.openxmlformats-officedocument.presentationml.tags+xml"/>
  <Override PartName="/ppt/slides/slide139.xml" ContentType="application/vnd.openxmlformats-officedocument.presentationml.slide+xml"/>
  <Override PartName="/ppt/slides/slide186.xml" ContentType="application/vnd.openxmlformats-officedocument.presentationml.slide+xml"/>
  <Override PartName="/ppt/tags/tag44.xml" ContentType="application/vnd.openxmlformats-officedocument.presentationml.tags+xml"/>
  <Override PartName="/ppt/tags/tag91.xml" ContentType="application/vnd.openxmlformats-officedocument.presentationml.tags+xml"/>
  <Override PartName="/ppt/tags/tag137.xml" ContentType="application/vnd.openxmlformats-officedocument.presentationml.tags+xml"/>
  <Override PartName="/ppt/tags/tag184.xml" ContentType="application/vnd.openxmlformats-officedocument.presentationml.tags+xml"/>
  <Override PartName="/ppt/tags/tag200.xml" ContentType="application/vnd.openxmlformats-officedocument.presentationml.tags+xml"/>
  <Override PartName="/ppt/tags/tag531.xml" ContentType="application/vnd.openxmlformats-officedocument.presentationml.tags+xml"/>
  <Override PartName="/ppt/tags/tag629.xml" ContentType="application/vnd.openxmlformats-officedocument.presentationml.tags+xml"/>
  <Override PartName="/ppt/tags/tag676.xml" ContentType="application/vnd.openxmlformats-officedocument.presentationml.tags+xml"/>
  <Override PartName="/ppt/tags/tag815.xml" ContentType="application/vnd.openxmlformats-officedocument.presentationml.tags+xml"/>
  <Override PartName="/ppt/tags/tag862.xml" ContentType="application/vnd.openxmlformats-officedocument.presentationml.tags+xml"/>
  <Override PartName="/ppt/slides/slide117.xml" ContentType="application/vnd.openxmlformats-officedocument.presentationml.slide+xml"/>
  <Override PartName="/ppt/slides/slide164.xml" ContentType="application/vnd.openxmlformats-officedocument.presentationml.slide+xml"/>
  <Override PartName="/ppt/tags/tag22.xml" ContentType="application/vnd.openxmlformats-officedocument.presentationml.tags+xml"/>
  <Override PartName="/ppt/tags/tag323.xml" ContentType="application/vnd.openxmlformats-officedocument.presentationml.tags+xml"/>
  <Override PartName="/ppt/tags/tag370.xml" ContentType="application/vnd.openxmlformats-officedocument.presentationml.tags+xml"/>
  <Override PartName="/ppt/tags/tag468.xml" ContentType="application/vnd.openxmlformats-officedocument.presentationml.tags+xml"/>
  <Override PartName="/ppt/tags/tag607.xml" ContentType="application/vnd.openxmlformats-officedocument.presentationml.tags+xml"/>
  <Override PartName="/ppt/tags/tag654.xml" ContentType="application/vnd.openxmlformats-officedocument.presentationml.tags+xml"/>
  <Override PartName="/ppt/notesSlides/notesSlide138.xml" ContentType="application/vnd.openxmlformats-officedocument.presentationml.notesSlide+xml"/>
  <Override PartName="/ppt/tags/tag799.xml" ContentType="application/vnd.openxmlformats-officedocument.presentationml.tags+xml"/>
  <Override PartName="/ppt/slides/slide69.xml" ContentType="application/vnd.openxmlformats-officedocument.presentationml.slide+xml"/>
  <Override PartName="/ppt/tags/tag115.xml" ContentType="application/vnd.openxmlformats-officedocument.presentationml.tags+xml"/>
  <Override PartName="/ppt/tags/tag162.xml" ContentType="application/vnd.openxmlformats-officedocument.presentationml.tags+xml"/>
  <Override PartName="/ppt/tags/tag301.xml" ContentType="application/vnd.openxmlformats-officedocument.presentationml.tags+xml"/>
  <Override PartName="/ppt/tags/tag446.xml" ContentType="application/vnd.openxmlformats-officedocument.presentationml.tags+xml"/>
  <Override PartName="/ppt/tags/tag493.xml" ContentType="application/vnd.openxmlformats-officedocument.presentationml.tags+xml"/>
  <Override PartName="/ppt/notesSlides/notesSlide116.xml" ContentType="application/vnd.openxmlformats-officedocument.presentationml.notesSlide+xml"/>
  <Override PartName="/ppt/tags/tag777.xml" ContentType="application/vnd.openxmlformats-officedocument.presentationml.tags+xml"/>
  <Override PartName="/ppt/notesSlides/notesSlide163.xml" ContentType="application/vnd.openxmlformats-officedocument.presentationml.notesSlide+xml"/>
  <Override PartName="/ppt/tags/tag840.xml" ContentType="application/vnd.openxmlformats-officedocument.presentationml.tags+xml"/>
  <Override PartName="/ppt/slides/slide47.xml" ContentType="application/vnd.openxmlformats-officedocument.presentationml.slide+xml"/>
  <Override PartName="/ppt/tags/tag140.xml" ContentType="application/vnd.openxmlformats-officedocument.presentationml.tags+xml"/>
  <Override PartName="/ppt/tags/tag285.xml" ContentType="application/vnd.openxmlformats-officedocument.presentationml.tags+xml"/>
  <Override PartName="/ppt/tags/tag632.xml" ContentType="application/vnd.openxmlformats-officedocument.presentationml.tags+xml"/>
  <Override PartName="/ppt/slides/slide120.xml" ContentType="application/vnd.openxmlformats-officedocument.presentationml.slide+xml"/>
  <Override PartName="/ppt/notesSlides/notesSlide38.xml" ContentType="application/vnd.openxmlformats-officedocument.presentationml.notesSlide+xml"/>
  <Override PartName="/ppt/tags/tag471.xml" ContentType="application/vnd.openxmlformats-officedocument.presentationml.tags+xml"/>
  <Override PartName="/ppt/tags/tag708.xml" ContentType="application/vnd.openxmlformats-officedocument.presentationml.tags+xml"/>
  <Override PartName="/ppt/slides/slide72.xml" ContentType="application/vnd.openxmlformats-officedocument.presentationml.slide+xml"/>
  <Override PartName="/ppt/tags/tag216.xml" ContentType="application/vnd.openxmlformats-officedocument.presentationml.tags+xml"/>
  <Override PartName="/ppt/tags/tag402.xml" ContentType="application/vnd.openxmlformats-officedocument.presentationml.tags+xml"/>
  <Override PartName="/ppt/tags/tag547.xml" ContentType="application/vnd.openxmlformats-officedocument.presentationml.tags+xml"/>
  <Override PartName="/ppt/tags/tag733.xml" ContentType="application/vnd.openxmlformats-officedocument.presentationml.tags+xml"/>
  <Override PartName="/ppt/tags/tag878.xml" ContentType="application/vnd.openxmlformats-officedocument.presentationml.tags+xml"/>
  <Override PartName="/ppt/tags/tag85.xml" ContentType="application/vnd.openxmlformats-officedocument.presentationml.tags+xml"/>
  <Override PartName="/ppt/tags/tag241.xml" ContentType="application/vnd.openxmlformats-officedocument.presentationml.tags+xml"/>
  <Override PartName="/ppt/notesSlides/notesSlide63.xml" ContentType="application/vnd.openxmlformats-officedocument.presentationml.notesSlide+xml"/>
  <Override PartName="/ppt/tags/tag386.xml" ContentType="application/vnd.openxmlformats-officedocument.presentationml.tags+xml"/>
  <Override PartName="/ppt/tags/tag572.xml" ContentType="application/vnd.openxmlformats-officedocument.presentationml.tags+xml"/>
  <Override PartName="/ppt/tags/tag16.xml" ContentType="application/vnd.openxmlformats-officedocument.presentationml.tags+xml"/>
  <Override PartName="/ppt/tags/tag317.xml" ContentType="application/vnd.openxmlformats-officedocument.presentationml.tags+xml"/>
  <Override PartName="/ppt/tags/tag809.xml" ContentType="application/vnd.openxmlformats-officedocument.presentationml.tags+xml"/>
  <Override PartName="/ppt/tags/tag156.xml" ContentType="application/vnd.openxmlformats-officedocument.presentationml.tags+xml"/>
  <Override PartName="/ppt/tags/tag487.xml" ContentType="application/vnd.openxmlformats-officedocument.presentationml.tags+xml"/>
  <Override PartName="/ppt/tags/tag503.xml" ContentType="application/vnd.openxmlformats-officedocument.presentationml.tags+xml"/>
  <Override PartName="/ppt/tags/tag648.xml" ContentType="application/vnd.openxmlformats-officedocument.presentationml.tags+xml"/>
  <Override PartName="/ppt/tags/tag834.xml" ContentType="application/vnd.openxmlformats-officedocument.presentationml.tags+xml"/>
  <Override PartName="/ppt/slides/slide136.xml" ContentType="application/vnd.openxmlformats-officedocument.presentationml.slide+xml"/>
  <Override PartName="/ppt/tags/tag41.xml" ContentType="application/vnd.openxmlformats-officedocument.presentationml.tags+xml"/>
  <Override PartName="/ppt/tags/tag342.xml" ContentType="application/vnd.openxmlformats-officedocument.presentationml.tags+xml"/>
  <Override PartName="/ppt/tags/tag673.xml" ContentType="application/vnd.openxmlformats-officedocument.presentationml.tags+xml"/>
  <Override PartName="/ppt/slides/slide88.xml" ContentType="application/vnd.openxmlformats-officedocument.presentationml.slide+xml"/>
  <Override PartName="/ppt/tags/tag181.xml" ContentType="application/vnd.openxmlformats-officedocument.presentationml.tags+xml"/>
  <Override PartName="/ppt/tags/tag418.xml" ContentType="application/vnd.openxmlformats-officedocument.presentationml.tags+xml"/>
  <Override PartName="/ppt/notesSlides/notesSlide135.xml" ContentType="application/vnd.openxmlformats-officedocument.presentationml.notesSlide+xml"/>
  <Override PartName="/ppt/tags/tag749.xml" ContentType="application/vnd.openxmlformats-officedocument.presentationml.tags+xml"/>
  <Override PartName="/ppt/slides/slide19.xml" ContentType="application/vnd.openxmlformats-officedocument.presentationml.slide+xml"/>
  <Override PartName="/ppt/slides/slide161.xml" ContentType="application/vnd.openxmlformats-officedocument.presentationml.slide+xml"/>
  <Override PartName="/ppt/tags/tag112.xml" ContentType="application/vnd.openxmlformats-officedocument.presentationml.tags+xml"/>
  <Override PartName="/ppt/tags/tag257.xml" ContentType="application/vnd.openxmlformats-officedocument.presentationml.tags+xml"/>
  <Override PartName="/ppt/notesSlides/notesSlide79.xml" ContentType="application/vnd.openxmlformats-officedocument.presentationml.notesSlide+xml"/>
  <Override PartName="/ppt/tags/tag588.xml" ContentType="application/vnd.openxmlformats-officedocument.presentationml.tags+xml"/>
  <Override PartName="/ppt/tags/tag604.xml" ContentType="application/vnd.openxmlformats-officedocument.presentationml.tags+xml"/>
  <Override PartName="/ppt/slideLayouts/slideLayout18.xml" ContentType="application/vnd.openxmlformats-officedocument.presentationml.slideLayout+xml"/>
  <Override PartName="/ppt/theme/theme2.xml" ContentType="application/vnd.openxmlformats-officedocument.theme+xml"/>
  <Override PartName="/ppt/tags/tag443.xml" ContentType="application/vnd.openxmlformats-officedocument.presentationml.tags+xml"/>
  <Override PartName="/ppt/tags/tag774.xml" ContentType="application/vnd.openxmlformats-officedocument.presentationml.tags+xml"/>
  <Override PartName="/ppt/notesSlides/notesSlide160.xml" ContentType="application/vnd.openxmlformats-officedocument.presentationml.notesSlide+xml"/>
  <Override PartName="/ppt/slides/slide44.xml" ContentType="application/vnd.openxmlformats-officedocument.presentationml.slide+xml"/>
  <Default Extension="emf" ContentType="image/x-emf"/>
  <Override PartName="/ppt/tags/tag282.xml" ContentType="application/vnd.openxmlformats-officedocument.presentationml.tags+xml"/>
  <Override PartName="/ppt/tags/tag519.xml" ContentType="application/vnd.openxmlformats-officedocument.presentationml.tags+xml"/>
  <Override PartName="/ppt/tags/tag705.xml" ContentType="application/vnd.openxmlformats-officedocument.presentationml.tags+xml"/>
  <Override PartName="/ppt/tags/tag57.xml" ContentType="application/vnd.openxmlformats-officedocument.presentationml.tags+xml"/>
  <Override PartName="/ppt/notesSlides/notesSlide35.xml" ContentType="application/vnd.openxmlformats-officedocument.presentationml.notesSlide+xml"/>
  <Override PartName="/ppt/tags/tag213.xml" ContentType="application/vnd.openxmlformats-officedocument.presentationml.tags+xml"/>
  <Override PartName="/ppt/tags/tag358.xml" ContentType="application/vnd.openxmlformats-officedocument.presentationml.tags+xml"/>
  <Override PartName="/ppt/tags/tag544.xml" ContentType="application/vnd.openxmlformats-officedocument.presentationml.tags+xml"/>
  <Override PartName="/ppt/tags/tag689.xml" ContentType="application/vnd.openxmlformats-officedocument.presentationml.tags+xml"/>
  <Override PartName="/ppt/tags/tag875.xml" ContentType="application/vnd.openxmlformats-officedocument.presentationml.tags+xml"/>
  <Override PartName="/ppt/tags/tag82.xml" ContentType="application/vnd.openxmlformats-officedocument.presentationml.tags+xml"/>
  <Override PartName="/ppt/tags/tag197.xml" ContentType="application/vnd.openxmlformats-officedocument.presentationml.tags+xml"/>
  <Override PartName="/ppt/notesSlides/notesSlide60.xml" ContentType="application/vnd.openxmlformats-officedocument.presentationml.notesSlide+xml"/>
  <Override PartName="/ppt/tags/tag383.xml" ContentType="application/vnd.openxmlformats-officedocument.presentationml.tags+xml"/>
  <Override PartName="/ppt/tags/tag730.xml" ContentType="application/vnd.openxmlformats-officedocument.presentationml.tags+xml"/>
  <Override PartName="/ppt/slides/slide177.xml" ContentType="application/vnd.openxmlformats-officedocument.presentationml.slide+xml"/>
  <Override PartName="/ppt/tags/tag128.xml" ContentType="application/vnd.openxmlformats-officedocument.presentationml.tags+xml"/>
  <Override PartName="/ppt/tags/tag459.xml" ContentType="application/vnd.openxmlformats-officedocument.presentationml.tags+xml"/>
  <Override PartName="/ppt/tags/tag806.xml" ContentType="application/vnd.openxmlformats-officedocument.presentationml.tags+xml"/>
  <Override PartName="/ppt/slides/slide108.xml" ContentType="application/vnd.openxmlformats-officedocument.presentationml.slide+xml"/>
  <Override PartName="/ppt/tags/tag13.xml" ContentType="application/vnd.openxmlformats-officedocument.presentationml.tags+xml"/>
  <Override PartName="/ppt/tags/tag298.xml" ContentType="application/vnd.openxmlformats-officedocument.presentationml.tags+xml"/>
  <Override PartName="/ppt/tags/tag314.xml" ContentType="application/vnd.openxmlformats-officedocument.presentationml.tags+xml"/>
  <Override PartName="/ppt/tags/tag500.xml" ContentType="application/vnd.openxmlformats-officedocument.presentationml.tags+xml"/>
  <Override PartName="/ppt/tags/tag645.xml" ContentType="application/vnd.openxmlformats-officedocument.presentationml.tags+xml"/>
  <Override PartName="/ppt/tags/tag831.xml" ContentType="application/vnd.openxmlformats-officedocument.presentationml.tags+xml"/>
  <Override PartName="/ppt/tags/tag153.xml" ContentType="application/vnd.openxmlformats-officedocument.presentationml.tags+xml"/>
  <Override PartName="/ppt/tags/tag484.xml" ContentType="application/vnd.openxmlformats-officedocument.presentationml.tags+xml"/>
  <Override PartName="/ppt/notesSlides/notesSlide107.xml" ContentType="application/vnd.openxmlformats-officedocument.presentationml.notesSlide+xml"/>
  <Override PartName="/ppt/tags/tag670.xml" ContentType="application/vnd.openxmlformats-officedocument.presentationml.tags+xml"/>
  <Override PartName="/ppt/slides/slide85.xml" ContentType="application/vnd.openxmlformats-officedocument.presentationml.slide+xml"/>
  <Override PartName="/ppt/slides/slide133.xml" ContentType="application/vnd.openxmlformats-officedocument.presentationml.slide+xml"/>
  <Override PartName="/ppt/tags/tag229.xml" ContentType="application/vnd.openxmlformats-officedocument.presentationml.tags+xml"/>
  <Override PartName="/ppt/tags/tag415.xml" ContentType="application/vnd.openxmlformats-officedocument.presentationml.tags+xml"/>
  <Override PartName="/ppt/notesSlides/notesSlide132.xml" ContentType="application/vnd.openxmlformats-officedocument.presentationml.notesSlide+xml"/>
  <Override PartName="/ppt/tags/tag98.xml" ContentType="application/vnd.openxmlformats-officedocument.presentationml.tags+xml"/>
  <Override PartName="/ppt/tags/tag254.xml" ContentType="application/vnd.openxmlformats-officedocument.presentationml.tags+xml"/>
  <Override PartName="/ppt/notesSlides/notesSlide76.xml" ContentType="application/vnd.openxmlformats-officedocument.presentationml.notesSlide+xml"/>
  <Override PartName="/ppt/tags/tag399.xml" ContentType="application/vnd.openxmlformats-officedocument.presentationml.tags+xml"/>
  <Override PartName="/ppt/tags/tag601.xml" ContentType="application/vnd.openxmlformats-officedocument.presentationml.tags+xml"/>
  <Override PartName="/ppt/tags/tag746.xml" ContentType="application/vnd.openxmlformats-officedocument.presentationml.tags+xml"/>
  <Override PartName="/ppt/slides/slide16.xml" ContentType="application/vnd.openxmlformats-officedocument.presentationml.slide+xml"/>
  <Override PartName="/ppt/slideLayouts/slideLayout15.xml" ContentType="application/vnd.openxmlformats-officedocument.presentationml.slideLayout+xml"/>
  <Override PartName="/ppt/tags/tag440.xml" ContentType="application/vnd.openxmlformats-officedocument.presentationml.tags+xml"/>
  <Override PartName="/ppt/tags/tag585.xml" ContentType="application/vnd.openxmlformats-officedocument.presentationml.tags+xml"/>
  <Override PartName="/ppt/tags/tag771.xml" ContentType="application/vnd.openxmlformats-officedocument.presentationml.tags+xml"/>
  <Override PartName="/ppt/slides/slide41.xml" ContentType="application/vnd.openxmlformats-officedocument.presentationml.slide+xml"/>
  <Override PartName="/ppt/tags/tag29.xml" ContentType="application/vnd.openxmlformats-officedocument.presentationml.tags+xml"/>
  <Override PartName="/ppt/tags/tag516.xml" ContentType="application/vnd.openxmlformats-officedocument.presentationml.tags+xml"/>
  <Override PartName="/ppt/tags/tag847.xml" ContentType="application/vnd.openxmlformats-officedocument.presentationml.tags+xml"/>
  <Override PartName="/ppt/slides/slide149.xml" ContentType="application/vnd.openxmlformats-officedocument.presentationml.slide+xml"/>
  <Override PartName="/ppt/tags/tag54.xml" ContentType="application/vnd.openxmlformats-officedocument.presentationml.tags+xml"/>
  <Override PartName="/ppt/notesSlides/notesSlide32.xml" ContentType="application/vnd.openxmlformats-officedocument.presentationml.notesSlide+xml"/>
  <Override PartName="/ppt/tags/tag169.xml" ContentType="application/vnd.openxmlformats-officedocument.presentationml.tags+xml"/>
  <Override PartName="/ppt/tags/tag210.xml" ContentType="application/vnd.openxmlformats-officedocument.presentationml.tags+xml"/>
  <Override PartName="/ppt/tags/tag355.xml" ContentType="application/vnd.openxmlformats-officedocument.presentationml.tags+xml"/>
  <Override PartName="/ppt/tags/tag686.xml" ContentType="application/vnd.openxmlformats-officedocument.presentationml.tags+xml"/>
  <Override PartName="/ppt/tags/tag702.xml" ContentType="application/vnd.openxmlformats-officedocument.presentationml.tags+xml"/>
  <Override PartName="/ppt/tags/tag194.xml" ContentType="application/vnd.openxmlformats-officedocument.presentationml.tags+xml"/>
  <Override PartName="/ppt/tags/tag541.xml" ContentType="application/vnd.openxmlformats-officedocument.presentationml.tags+xml"/>
  <Override PartName="/ppt/notesSlides/notesSlide148.xml" ContentType="application/vnd.openxmlformats-officedocument.presentationml.notesSlide+xml"/>
  <Override PartName="/ppt/tags/tag872.xml" ContentType="application/vnd.openxmlformats-officedocument.presentationml.tags+xml"/>
  <Override PartName="/ppt/slides/slide174.xml" ContentType="application/vnd.openxmlformats-officedocument.presentationml.slide+xml"/>
  <Override PartName="/ppt/tags/tag380.xml" ContentType="application/vnd.openxmlformats-officedocument.presentationml.tags+xml"/>
  <Override PartName="/ppt/tags/tag617.xml" ContentType="application/vnd.openxmlformats-officedocument.presentationml.tags+xml"/>
  <Override PartName="/ppt/tags/tag803.xml" ContentType="application/vnd.openxmlformats-officedocument.presentationml.tags+xml"/>
  <Override PartName="/ppt/slides/slide7.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tags/tag125.xml" ContentType="application/vnd.openxmlformats-officedocument.presentationml.tags+xml"/>
  <Override PartName="/ppt/tags/tag311.xml" ContentType="application/vnd.openxmlformats-officedocument.presentationml.tags+xml"/>
  <Override PartName="/ppt/tags/tag456.xml" ContentType="application/vnd.openxmlformats-officedocument.presentationml.tags+xml"/>
  <Override PartName="/ppt/tags/tag642.xml" ContentType="application/vnd.openxmlformats-officedocument.presentationml.tags+xml"/>
  <Override PartName="/ppt/tags/tag787.xml" ContentType="application/vnd.openxmlformats-officedocument.presentationml.tags+xml"/>
  <Override PartName="/ppt/notesSlides/notesSlide173.xml" ContentType="application/vnd.openxmlformats-officedocument.presentationml.notesSlide+xml"/>
  <Override PartName="/ppt/slideMasters/slideMaster2.xml" ContentType="application/vnd.openxmlformats-officedocument.presentationml.slideMaster+xml"/>
  <Override PartName="/ppt/slides/slide57.xml" ContentType="application/vnd.openxmlformats-officedocument.presentationml.slide+xml"/>
  <Override PartName="/ppt/slides/slide105.xml" ContentType="application/vnd.openxmlformats-officedocument.presentationml.slide+xml"/>
  <Override PartName="/ppt/tags/tag150.xml" ContentType="application/vnd.openxmlformats-officedocument.presentationml.tags+xml"/>
  <Override PartName="/ppt/tags/tag295.xml" ContentType="application/vnd.openxmlformats-officedocument.presentationml.tags+xml"/>
  <Override PartName="/ppt/tags/tag481.xml" ContentType="application/vnd.openxmlformats-officedocument.presentationml.tags+xml"/>
  <Override PartName="/ppt/notesSlides/notesSlide104.xml" ContentType="application/vnd.openxmlformats-officedocument.presentationml.notesSlide+xml"/>
  <Override PartName="/ppt/slides/slide130.xml" ContentType="application/vnd.openxmlformats-officedocument.presentationml.slide+xml"/>
  <Override PartName="/ppt/notesSlides/notesSlide48.xml" ContentType="application/vnd.openxmlformats-officedocument.presentationml.notesSlide+xml"/>
  <Override PartName="/ppt/tags/tag226.xml" ContentType="application/vnd.openxmlformats-officedocument.presentationml.tags+xml"/>
  <Override PartName="/ppt/tags/tag718.xml" ContentType="application/vnd.openxmlformats-officedocument.presentationml.tags+xml"/>
  <Override PartName="/ppt/slides/slide82.xml" ContentType="application/vnd.openxmlformats-officedocument.presentationml.slide+xml"/>
  <Override PartName="/ppt/tags/tag412.xml" ContentType="application/vnd.openxmlformats-officedocument.presentationml.tags+xml"/>
  <Override PartName="/ppt/tags/tag557.xml" ContentType="application/vnd.openxmlformats-officedocument.presentationml.tags+xml"/>
  <Override PartName="/ppt/tags/tag743.xml" ContentType="application/vnd.openxmlformats-officedocument.presentationml.tags+xml"/>
  <Override PartName="/ppt/tags/tag888.xml" ContentType="application/vnd.openxmlformats-officedocument.presentationml.tags+xml"/>
  <Override PartName="/ppt/slides/slide13.xml" ContentType="application/vnd.openxmlformats-officedocument.presentationml.slide+xml"/>
  <Override PartName="/ppt/tags/tag95.xml" ContentType="application/vnd.openxmlformats-officedocument.presentationml.tags+xml"/>
  <Override PartName="/ppt/tags/tag251.xml" ContentType="application/vnd.openxmlformats-officedocument.presentationml.tags+xml"/>
  <Override PartName="/ppt/notesSlides/notesSlide73.xml" ContentType="application/vnd.openxmlformats-officedocument.presentationml.notesSlide+xml"/>
  <Override PartName="/ppt/tags/tag396.xml" ContentType="application/vnd.openxmlformats-officedocument.presentationml.tags+xml"/>
  <Override PartName="/ppt/tags/tag582.xml" ContentType="application/vnd.openxmlformats-officedocument.presentationml.tags+xml"/>
  <Override PartName="/ppt/tags/tag819.xml" ContentType="application/vnd.openxmlformats-officedocument.presentationml.tags+xml"/>
  <Override PartName="/ppt/slideLayouts/slideLayout12.xml" ContentType="application/vnd.openxmlformats-officedocument.presentationml.slideLayout+xml"/>
  <Override PartName="/ppt/tags/tag26.xml" ContentType="application/vnd.openxmlformats-officedocument.presentationml.tags+xml"/>
  <Override PartName="/ppt/tags/tag327.xml" ContentType="application/vnd.openxmlformats-officedocument.presentationml.tags+xml"/>
  <Override PartName="/ppt/tags/tag658.xml" ContentType="application/vnd.openxmlformats-officedocument.presentationml.tags+xml"/>
  <Override PartName="/ppt/tags/tag166.xml" ContentType="application/vnd.openxmlformats-officedocument.presentationml.tags+xml"/>
  <Override PartName="/ppt/tags/tag497.xml" ContentType="application/vnd.openxmlformats-officedocument.presentationml.tags+xml"/>
  <Override PartName="/ppt/tags/tag513.xml" ContentType="application/vnd.openxmlformats-officedocument.presentationml.tags+xml"/>
  <Override PartName="/ppt/tags/tag844.xml" ContentType="application/vnd.openxmlformats-officedocument.presentationml.tags+xml"/>
  <Override PartName="/ppt/slides/slide98.xml" ContentType="application/vnd.openxmlformats-officedocument.presentationml.slide+xml"/>
  <Override PartName="/ppt/slides/slide146.xml" ContentType="application/vnd.openxmlformats-officedocument.presentationml.slide+xml"/>
  <Override PartName="/ppt/tags/tag51.xml" ContentType="application/vnd.openxmlformats-officedocument.presentationml.tags+xml"/>
  <Override PartName="/ppt/tags/tag352.xml" ContentType="application/vnd.openxmlformats-officedocument.presentationml.tags+xml"/>
  <Override PartName="/ppt/tags/tag683.xml" ContentType="application/vnd.openxmlformats-officedocument.presentationml.tags+xml"/>
  <Override PartName="/ppt/slides/slide171.xml" ContentType="application/vnd.openxmlformats-officedocument.presentationml.slide+xml"/>
  <Override PartName="/ppt/tags/tag191.xml" ContentType="application/vnd.openxmlformats-officedocument.presentationml.tags+xml"/>
  <Override PartName="/ppt/notesSlides/notesSlide89.xml" ContentType="application/vnd.openxmlformats-officedocument.presentationml.notesSlide+xml"/>
  <Override PartName="/ppt/tags/tag428.xml" ContentType="application/vnd.openxmlformats-officedocument.presentationml.tags+xml"/>
  <Override PartName="/ppt/tags/tag614.xml" ContentType="application/vnd.openxmlformats-officedocument.presentationml.tags+xml"/>
  <Override PartName="/ppt/notesSlides/notesSlide145.xml" ContentType="application/vnd.openxmlformats-officedocument.presentationml.notesSlide+xml"/>
  <Override PartName="/ppt/tags/tag759.xml" ContentType="application/vnd.openxmlformats-officedocument.presentationml.tags+xml"/>
  <Override PartName="/ppt/slides/slide29.xml" ContentType="application/vnd.openxmlformats-officedocument.presentationml.slide+xml"/>
  <Override PartName="/ppt/tags/tag122.xml" ContentType="application/vnd.openxmlformats-officedocument.presentationml.tags+xml"/>
  <Override PartName="/ppt/tags/tag267.xml" ContentType="application/vnd.openxmlformats-officedocument.presentationml.tags+xml"/>
  <Override PartName="/ppt/tags/tag453.xml" ContentType="application/vnd.openxmlformats-officedocument.presentationml.tags+xml"/>
  <Override PartName="/ppt/tags/tag598.xml" ContentType="application/vnd.openxmlformats-officedocument.presentationml.tags+xml"/>
  <Override PartName="/ppt/tags/tag784.xml" ContentType="application/vnd.openxmlformats-officedocument.presentationml.tags+xml"/>
  <Override PartName="/ppt/tags/tag800.xml" ContentType="application/vnd.openxmlformats-officedocument.presentationml.tags+xml"/>
  <Override PartName="/ppt/notesSlides/notesSlide170.xml" ContentType="application/vnd.openxmlformats-officedocument.presentationml.notesSlide+xml"/>
  <Override PartName="/ppt/slides/slide4.xml" ContentType="application/vnd.openxmlformats-officedocument.presentationml.slide+xml"/>
  <Override PartName="/ppt/slides/slide54.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tags/tag292.xml" ContentType="application/vnd.openxmlformats-officedocument.presentationml.tags+xml"/>
  <Override PartName="/ppt/tags/tag529.xml" ContentType="application/vnd.openxmlformats-officedocument.presentationml.tags+xml"/>
  <Override PartName="/ppt/notesSlides/notesSlide45.xml" ContentType="application/vnd.openxmlformats-officedocument.presentationml.notesSlide+xml"/>
  <Override PartName="/ppt/tags/tag368.xml" ContentType="application/vnd.openxmlformats-officedocument.presentationml.tags+xml"/>
  <Override PartName="/ppt/notesSlides/notesSlide101.xml" ContentType="application/vnd.openxmlformats-officedocument.presentationml.notesSlide+xml"/>
  <Override PartName="/ppt/tags/tag715.xml" ContentType="application/vnd.openxmlformats-officedocument.presentationml.tags+xml"/>
  <Override PartName="/ppt/tags/tag67.xml" ContentType="application/vnd.openxmlformats-officedocument.presentationml.tags+xml"/>
  <Override PartName="/ppt/tags/tag223.xml" ContentType="application/vnd.openxmlformats-officedocument.presentationml.tags+xml"/>
  <Override PartName="/ppt/tags/tag554.xml" ContentType="application/vnd.openxmlformats-officedocument.presentationml.tags+xml"/>
  <Override PartName="/ppt/tags/tag699.xml" ContentType="application/vnd.openxmlformats-officedocument.presentationml.tags+xml"/>
  <Override PartName="/ppt/tags/tag885.xml" ContentType="application/vnd.openxmlformats-officedocument.presentationml.tags+xml"/>
  <Override PartName="/ppt/slides/slide10.xml" ContentType="application/vnd.openxmlformats-officedocument.presentationml.slide+xml"/>
  <Override PartName="/ppt/slides/slide187.xml" ContentType="application/vnd.openxmlformats-officedocument.presentationml.slide+xml"/>
  <Override PartName="/ppt/tags/tag92.xml" ContentType="application/vnd.openxmlformats-officedocument.presentationml.tags+xml"/>
  <Override PartName="/ppt/notesSlides/notesSlide70.xml" ContentType="application/vnd.openxmlformats-officedocument.presentationml.notesSlide+xml"/>
  <Override PartName="/ppt/tags/tag393.xml" ContentType="application/vnd.openxmlformats-officedocument.presentationml.tags+xml"/>
  <Override PartName="/ppt/tags/tag740.xml" ContentType="application/vnd.openxmlformats-officedocument.presentationml.tags+xml"/>
  <Override PartName="/ppt/tags/tag138.xml" ContentType="application/vnd.openxmlformats-officedocument.presentationml.tags+xml"/>
  <Override PartName="/ppt/tags/tag324.xml" ContentType="application/vnd.openxmlformats-officedocument.presentationml.tags+xml"/>
  <Override PartName="/ppt/tags/tag469.xml" ContentType="application/vnd.openxmlformats-officedocument.presentationml.tags+xml"/>
  <Override PartName="/ppt/tags/tag816.xml" ContentType="application/vnd.openxmlformats-officedocument.presentationml.tags+xml"/>
  <Override PartName="/ppt/slides/slide118.xml" ContentType="application/vnd.openxmlformats-officedocument.presentationml.slide+xml"/>
  <Override PartName="/ppt/tags/tag23.xml" ContentType="application/vnd.openxmlformats-officedocument.presentationml.tags+xml"/>
  <Override PartName="/ppt/tags/tag163.xml" ContentType="application/vnd.openxmlformats-officedocument.presentationml.tags+xml"/>
  <Override PartName="/ppt/tags/tag510.xml" ContentType="application/vnd.openxmlformats-officedocument.presentationml.tags+xml"/>
  <Override PartName="/ppt/tags/tag655.xml" ContentType="application/vnd.openxmlformats-officedocument.presentationml.tags+xml"/>
  <Override PartName="/ppt/tags/tag841.xml" ContentType="application/vnd.openxmlformats-officedocument.presentationml.tags+xml"/>
  <Override PartName="/ppt/slides/slide143.xml" ContentType="application/vnd.openxmlformats-officedocument.presentationml.slide+xml"/>
  <Override PartName="/ppt/tags/tag9.xml" ContentType="application/vnd.openxmlformats-officedocument.presentationml.tags+xml"/>
  <Override PartName="/ppt/tags/tag494.xml" ContentType="application/vnd.openxmlformats-officedocument.presentationml.tags+xml"/>
  <Override PartName="/ppt/notesSlides/notesSlide117.xml" ContentType="application/vnd.openxmlformats-officedocument.presentationml.notesSlide+xml"/>
  <Override PartName="/ppt/tags/tag680.xml" ContentType="application/vnd.openxmlformats-officedocument.presentationml.tags+xml"/>
  <Override PartName="/ppt/slides/slide95.xml" ContentType="application/vnd.openxmlformats-officedocument.presentationml.slide+xml"/>
  <Override PartName="/ppt/tags/tag239.xml" ContentType="application/vnd.openxmlformats-officedocument.presentationml.tags+xml"/>
  <Override PartName="/ppt/tags/tag425.xml" ContentType="application/vnd.openxmlformats-officedocument.presentationml.tags+xml"/>
  <Override PartName="/ppt/notesSlides/notesSlide142.xml" ContentType="application/vnd.openxmlformats-officedocument.presentationml.notesSlide+xml"/>
  <Override PartName="/ppt/tags/tag756.xml" ContentType="application/vnd.openxmlformats-officedocument.presentationml.tags+xml"/>
  <Override PartName="/ppt/slides/slide26.xml" ContentType="application/vnd.openxmlformats-officedocument.presentationml.slide+xml"/>
  <Override PartName="/ppt/tags/tag264.xml" ContentType="application/vnd.openxmlformats-officedocument.presentationml.tags+xml"/>
  <Override PartName="/ppt/notesSlides/notesSlide86.xml" ContentType="application/vnd.openxmlformats-officedocument.presentationml.notesSlide+xml"/>
  <Override PartName="/ppt/tags/tag595.xml" ContentType="application/vnd.openxmlformats-officedocument.presentationml.tags+xml"/>
  <Override PartName="/ppt/tags/tag611.xml" ContentType="application/vnd.openxmlformats-officedocument.presentationml.tags+xml"/>
  <Override PartName="/ppt/slides/slide1.xml" ContentType="application/vnd.openxmlformats-officedocument.presentationml.slide+xml"/>
  <Override PartName="/ppt/slideLayouts/slideLayout3.xml" ContentType="application/vnd.openxmlformats-officedocument.presentationml.slideLayout+xml"/>
  <Override PartName="/ppt/tags/tag39.xml" ContentType="application/vnd.openxmlformats-officedocument.presentationml.tags+xml"/>
  <Override PartName="/ppt/notesSlides/notesSlide17.xml" ContentType="application/vnd.openxmlformats-officedocument.presentationml.notesSlide+xml"/>
  <Override PartName="/ppt/tags/tag450.xml" ContentType="application/vnd.openxmlformats-officedocument.presentationml.tags+xml"/>
  <Override PartName="/ppt/tags/tag781.xml" ContentType="application/vnd.openxmlformats-officedocument.presentationml.tags+xml"/>
  <Override PartName="/ppt/slides/slide51.xml" ContentType="application/vnd.openxmlformats-officedocument.presentationml.slide+xml"/>
  <Override PartName="/ppt/tags/tag179.xml" ContentType="application/vnd.openxmlformats-officedocument.presentationml.tags+xml"/>
  <Override PartName="/ppt/tags/tag526.xml" ContentType="application/vnd.openxmlformats-officedocument.presentationml.tags+xml"/>
  <Override PartName="/ppt/tags/tag712.xml" ContentType="application/vnd.openxmlformats-officedocument.presentationml.tags+xml"/>
  <Override PartName="/ppt/tags/tag857.xml" ContentType="application/vnd.openxmlformats-officedocument.presentationml.tags+xml"/>
  <Override PartName="/ppt/slides/slide159.xml" ContentType="application/vnd.openxmlformats-officedocument.presentationml.slide+xml"/>
  <Override PartName="/ppt/tags/tag64.xml" ContentType="application/vnd.openxmlformats-officedocument.presentationml.tags+xml"/>
  <Override PartName="/ppt/notesSlides/notesSlide42.xml" ContentType="application/vnd.openxmlformats-officedocument.presentationml.notesSlide+xml"/>
  <Override PartName="/ppt/tags/tag220.xml" ContentType="application/vnd.openxmlformats-officedocument.presentationml.tags+xml"/>
  <Override PartName="/ppt/tags/tag365.xml" ContentType="application/vnd.openxmlformats-officedocument.presentationml.tags+xml"/>
  <Override PartName="/ppt/tags/tag551.xml" ContentType="application/vnd.openxmlformats-officedocument.presentationml.tags+xml"/>
  <Override PartName="/ppt/tags/tag696.xml" ContentType="application/vnd.openxmlformats-officedocument.presentationml.tags+xml"/>
  <Override PartName="/ppt/notesSlides/notesSlide8.xml" ContentType="application/vnd.openxmlformats-officedocument.presentationml.notesSlide+xml"/>
  <Override PartName="/ppt/tags/tag390.xml" ContentType="application/vnd.openxmlformats-officedocument.presentationml.tags+xml"/>
  <Override PartName="/ppt/notesSlides/notesSlide158.xml" ContentType="application/vnd.openxmlformats-officedocument.presentationml.notesSlide+xml"/>
  <Override PartName="/ppt/tags/tag882.xml" ContentType="application/vnd.openxmlformats-officedocument.presentationml.tags+xml"/>
  <Override PartName="/ppt/slides/slide184.xml" ContentType="application/vnd.openxmlformats-officedocument.presentationml.slide+xml"/>
  <Override PartName="/ppt/tags/tag135.xml" ContentType="application/vnd.openxmlformats-officedocument.presentationml.tags+xml"/>
  <Override PartName="/ppt/tags/tag627.xml" ContentType="application/vnd.openxmlformats-officedocument.presentationml.tags+xml"/>
  <Override PartName="/ppt/tags/tag813.xml" ContentType="application/vnd.openxmlformats-officedocument.presentationml.tags+xml"/>
  <Override PartName="/ppt/slides/slide115.xml" ContentType="application/vnd.openxmlformats-officedocument.presentationml.slide+xml"/>
  <Override PartName="/ppt/tags/tag20.xml" ContentType="application/vnd.openxmlformats-officedocument.presentationml.tags+xml"/>
  <Override PartName="/ppt/tags/tag321.xml" ContentType="application/vnd.openxmlformats-officedocument.presentationml.tags+xml"/>
  <Override PartName="/ppt/tags/tag466.xml" ContentType="application/vnd.openxmlformats-officedocument.presentationml.tags+xml"/>
  <Override PartName="/ppt/tags/tag652.xml" ContentType="application/vnd.openxmlformats-officedocument.presentationml.tags+xml"/>
  <Override PartName="/ppt/tags/tag797.xml" ContentType="application/vnd.openxmlformats-officedocument.presentationml.tags+xml"/>
  <Override PartName="/ppt/slides/slide67.xml" ContentType="application/vnd.openxmlformats-officedocument.presentationml.slide+xml"/>
  <Override PartName="/ppt/tags/tag6.xml" ContentType="application/vnd.openxmlformats-officedocument.presentationml.tags+xml"/>
  <Override PartName="/ppt/tags/tag160.xml" ContentType="application/vnd.openxmlformats-officedocument.presentationml.tags+xml"/>
  <Override PartName="/ppt/tags/tag491.xml" ContentType="application/vnd.openxmlformats-officedocument.presentationml.tags+xml"/>
  <Override PartName="/ppt/notesSlides/notesSlide114.xml" ContentType="application/vnd.openxmlformats-officedocument.presentationml.notesSlide+xml"/>
  <Override PartName="/ppt/tags/tag728.xml" ContentType="application/vnd.openxmlformats-officedocument.presentationml.tags+xml"/>
  <Override PartName="/ppt/slides/slide92.xml" ContentType="application/vnd.openxmlformats-officedocument.presentationml.slide+xml"/>
  <Override PartName="/ppt/slides/slide140.xml" ContentType="application/vnd.openxmlformats-officedocument.presentationml.slide+xml"/>
  <Override PartName="/ppt/tags/tag236.xml" ContentType="application/vnd.openxmlformats-officedocument.presentationml.tags+xml"/>
  <Override PartName="/ppt/notesSlides/notesSlide58.xml" ContentType="application/vnd.openxmlformats-officedocument.presentationml.notesSlide+xml"/>
  <Override PartName="/ppt/tags/tag567.xml" ContentType="application/vnd.openxmlformats-officedocument.presentationml.tags+xml"/>
  <Override PartName="/ppt/tags/tag898.xml" ContentType="application/vnd.openxmlformats-officedocument.presentationml.tags+xml"/>
  <Override PartName="/ppt/notesSlides/notesSlide83.xml" ContentType="application/vnd.openxmlformats-officedocument.presentationml.notesSlide+xml"/>
  <Override PartName="/ppt/tags/tag422.xml" ContentType="application/vnd.openxmlformats-officedocument.presentationml.tags+xml"/>
  <Override PartName="/ppt/tags/tag753.xml" ContentType="application/vnd.openxmlformats-officedocument.presentationml.tags+xml"/>
  <Override PartName="/ppt/slides/slide23.xml" ContentType="application/vnd.openxmlformats-officedocument.presentationml.slide+xml"/>
  <Override PartName="/ppt/tags/tag261.xml" ContentType="application/vnd.openxmlformats-officedocument.presentationml.tags+xml"/>
  <Override PartName="/ppt/tags/tag592.xml" ContentType="application/vnd.openxmlformats-officedocument.presentationml.tags+xml"/>
  <Override PartName="/ppt/tags/tag829.xml" ContentType="application/vnd.openxmlformats-officedocument.presentationml.tags+xml"/>
  <Override PartName="/ppt/tags/tag36.xml" ContentType="application/vnd.openxmlformats-officedocument.presentationml.tags+xml"/>
  <Override PartName="/ppt/notesSlides/notesSlide14.xml" ContentType="application/vnd.openxmlformats-officedocument.presentationml.notesSlide+xml"/>
  <Override PartName="/ppt/tags/tag337.xml" ContentType="application/vnd.openxmlformats-officedocument.presentationml.tags+xml"/>
  <Override PartName="/ppt/tags/tag523.xml" ContentType="application/vnd.openxmlformats-officedocument.presentationml.tags+xml"/>
  <Override PartName="/ppt/tags/tag668.xml" ContentType="application/vnd.openxmlformats-officedocument.presentationml.tags+xml"/>
  <Override PartName="/ppt/tags/tag854.xml" ContentType="application/vnd.openxmlformats-officedocument.presentationml.tags+xml"/>
  <Override PartName="/ppt/tags/tag61.xml" ContentType="application/vnd.openxmlformats-officedocument.presentationml.tags+xml"/>
  <Override PartName="/ppt/tags/tag176.xml" ContentType="application/vnd.openxmlformats-officedocument.presentationml.tags+xml"/>
  <Override PartName="/ppt/tags/tag362.xml" ContentType="application/vnd.openxmlformats-officedocument.presentationml.tags+xml"/>
  <Override PartName="/ppt/tags/tag693.xml" ContentType="application/vnd.openxmlformats-officedocument.presentationml.tags+xml"/>
  <Override PartName="/ppt/slides/slide156.xml" ContentType="application/vnd.openxmlformats-officedocument.presentationml.slide+xml"/>
  <Override PartName="/ppt/tags/tag107.xml" ContentType="application/vnd.openxmlformats-officedocument.presentationml.tags+xml"/>
  <Override PartName="/ppt/tags/tag438.xml" ContentType="application/vnd.openxmlformats-officedocument.presentationml.tags+xml"/>
  <Override PartName="/ppt/notesSlides/notesSlide155.xml" ContentType="application/vnd.openxmlformats-officedocument.presentationml.notesSlide+xml"/>
  <Override PartName="/ppt/slides/slide181.xml" ContentType="application/vnd.openxmlformats-officedocument.presentationml.slide+xml"/>
  <Override PartName="/ppt/notesSlides/notesSlide5.xml" ContentType="application/vnd.openxmlformats-officedocument.presentationml.notesSlide+xml"/>
  <Override PartName="/ppt/tags/tag277.xml" ContentType="application/vnd.openxmlformats-officedocument.presentationml.tags+xml"/>
  <Override PartName="/ppt/notesSlides/notesSlide99.xml" ContentType="application/vnd.openxmlformats-officedocument.presentationml.notesSlide+xml"/>
  <Override PartName="/ppt/tags/tag624.xml" ContentType="application/vnd.openxmlformats-officedocument.presentationml.tags+xml"/>
  <Override PartName="/ppt/tags/tag769.xml" ContentType="application/vnd.openxmlformats-officedocument.presentationml.tags+xml"/>
  <Override PartName="/ppt/slides/slide39.xml" ContentType="application/vnd.openxmlformats-officedocument.presentationml.slide+xml"/>
  <Override PartName="/ppt/tags/tag132.xml" ContentType="application/vnd.openxmlformats-officedocument.presentationml.tags+xml"/>
  <Override PartName="/ppt/tags/tag463.xml" ContentType="application/vnd.openxmlformats-officedocument.presentationml.tags+xml"/>
  <Override PartName="/ppt/tags/tag794.xml" ContentType="application/vnd.openxmlformats-officedocument.presentationml.tags+xml"/>
  <Override PartName="/ppt/tags/tag810.xml" ContentType="application/vnd.openxmlformats-officedocument.presentationml.tags+xml"/>
  <Override PartName="/ppt/slides/slide64.xml" ContentType="application/vnd.openxmlformats-officedocument.presentationml.slide+xml"/>
  <Override PartName="/ppt/slides/slide112.xml" ContentType="application/vnd.openxmlformats-officedocument.presentationml.slide+xml"/>
  <Override PartName="/ppt/tags/tag208.xml" ContentType="application/vnd.openxmlformats-officedocument.presentationml.tags+xml"/>
  <Override PartName="/ppt/tags/tag539.xml" ContentType="application/vnd.openxmlformats-officedocument.presentationml.tags+xml"/>
  <Override PartName="/ppt/tags/tag3.xml" ContentType="application/vnd.openxmlformats-officedocument.presentationml.tags+xml"/>
  <Override PartName="/ppt/tags/tag77.xml" ContentType="application/vnd.openxmlformats-officedocument.presentationml.tags+xml"/>
  <Override PartName="/ppt/tags/tag233.xml" ContentType="application/vnd.openxmlformats-officedocument.presentationml.tags+xml"/>
  <Override PartName="/ppt/notesSlides/notesSlide55.xml" ContentType="application/vnd.openxmlformats-officedocument.presentationml.notesSlide+xml"/>
  <Override PartName="/ppt/tags/tag378.xml" ContentType="application/vnd.openxmlformats-officedocument.presentationml.tags+xml"/>
  <Override PartName="/ppt/notesSlides/notesSlide111.xml" ContentType="application/vnd.openxmlformats-officedocument.presentationml.notesSlide+xml"/>
  <Override PartName="/ppt/tags/tag725.xml" ContentType="application/vnd.openxmlformats-officedocument.presentationml.tags+xml"/>
  <Override PartName="/ppt/tags/tag564.xml" ContentType="application/vnd.openxmlformats-officedocument.presentationml.tags+xml"/>
  <Override PartName="/ppt/tags/tag750.xml" ContentType="application/vnd.openxmlformats-officedocument.presentationml.tags+xml"/>
  <Override PartName="/ppt/tags/tag895.xml" ContentType="application/vnd.openxmlformats-officedocument.presentationml.tags+xml"/>
  <Override PartName="/ppt/slides/slide20.xml" ContentType="application/vnd.openxmlformats-officedocument.presentationml.slide+xml"/>
  <Override PartName="/ppt/tags/tag309.xml" ContentType="application/vnd.openxmlformats-officedocument.presentationml.tags+xml"/>
  <Override PartName="/ppt/notesSlides/notesSlide80.xml" ContentType="application/vnd.openxmlformats-officedocument.presentationml.notesSlide+xml"/>
  <Override PartName="/ppt/tags/tag826.xml" ContentType="application/vnd.openxmlformats-officedocument.presentationml.tags+xml"/>
  <Override PartName="/ppt/tags/tag33.xml" ContentType="application/vnd.openxmlformats-officedocument.presentationml.tags+xml"/>
  <Override PartName="/ppt/notesSlides/notesSlide11.xml" ContentType="application/vnd.openxmlformats-officedocument.presentationml.notesSlide+xml"/>
  <Override PartName="/ppt/tags/tag148.xml" ContentType="application/vnd.openxmlformats-officedocument.presentationml.tags+xml"/>
  <Override PartName="/ppt/tags/tag334.xml" ContentType="application/vnd.openxmlformats-officedocument.presentationml.tags+xml"/>
  <Override PartName="/ppt/tags/tag479.xml" ContentType="application/vnd.openxmlformats-officedocument.presentationml.tags+xml"/>
  <Override PartName="/ppt/tags/tag665.xml" ContentType="application/vnd.openxmlformats-officedocument.presentationml.tags+xml"/>
  <Override PartName="/ppt/slides/slide128.xml" ContentType="application/vnd.openxmlformats-officedocument.presentationml.slide+xml"/>
  <Override PartName="/ppt/tags/tag173.xml" ContentType="application/vnd.openxmlformats-officedocument.presentationml.tags+xml"/>
  <Override PartName="/ppt/tags/tag520.xml" ContentType="application/vnd.openxmlformats-officedocument.presentationml.tags+xml"/>
  <Override PartName="/ppt/notesSlides/notesSlide127.xml" ContentType="application/vnd.openxmlformats-officedocument.presentationml.notesSlide+xml"/>
  <Override PartName="/ppt/tags/tag851.xml" ContentType="application/vnd.openxmlformats-officedocument.presentationml.tags+xml"/>
  <Override PartName="/ppt/slides/slide153.xml" ContentType="application/vnd.openxmlformats-officedocument.presentationml.slide+xml"/>
  <Override PartName="/ppt/tags/tag249.xml" ContentType="application/vnd.openxmlformats-officedocument.presentationml.tags+xml"/>
  <Override PartName="/ppt/tags/tag690.xml" ContentType="application/vnd.openxmlformats-officedocument.presentationml.tags+xml"/>
  <Override PartName="/ppt/notesSlides/notesSlide2.xml" ContentType="application/vnd.openxmlformats-officedocument.presentationml.notesSlide+xml"/>
  <Override PartName="/ppt/tags/tag104.xml" ContentType="application/vnd.openxmlformats-officedocument.presentationml.tags+xml"/>
  <Override PartName="/ppt/tags/tag435.xml" ContentType="application/vnd.openxmlformats-officedocument.presentationml.tags+xml"/>
  <Override PartName="/ppt/tags/tag621.xml" ContentType="application/vnd.openxmlformats-officedocument.presentationml.tags+xml"/>
  <Override PartName="/ppt/notesSlides/notesSlide152.xml" ContentType="application/vnd.openxmlformats-officedocument.presentationml.notesSlide+xml"/>
  <Override PartName="/ppt/tags/tag766.xml" ContentType="application/vnd.openxmlformats-officedocument.presentationml.tags+xml"/>
  <Override PartName="/ppt/slides/slide36.xml" ContentType="application/vnd.openxmlformats-officedocument.presentationml.slide+xml"/>
  <Override PartName="/ppt/tags/tag274.xml" ContentType="application/vnd.openxmlformats-officedocument.presentationml.tags+xml"/>
  <Override PartName="/ppt/notesSlides/notesSlide96.xml" ContentType="application/vnd.openxmlformats-officedocument.presentationml.notesSlide+xml"/>
  <Override PartName="/ppt/tags/tag460.xml" ContentType="application/vnd.openxmlformats-officedocument.presentationml.tags+xml"/>
  <Override PartName="/ppt/tags/tag49.xml" ContentType="application/vnd.openxmlformats-officedocument.presentationml.tags+xml"/>
  <Override PartName="/ppt/notesSlides/notesSlide27.xml" ContentType="application/vnd.openxmlformats-officedocument.presentationml.notesSlide+xml"/>
  <Override PartName="/ppt/tags/tag205.xml" ContentType="application/vnd.openxmlformats-officedocument.presentationml.tags+xml"/>
  <Override PartName="/ppt/tags/tag791.xml" ContentType="application/vnd.openxmlformats-officedocument.presentationml.tags+xml"/>
  <Override PartName="/ppt/slides/slide61.xml" ContentType="application/vnd.openxmlformats-officedocument.presentationml.slide+xml"/>
  <Override PartName="/ppt/tags/tag189.xml" ContentType="application/vnd.openxmlformats-officedocument.presentationml.tags+xml"/>
  <Override PartName="/ppt/tags/tag536.xml" ContentType="application/vnd.openxmlformats-officedocument.presentationml.tags+xml"/>
  <Override PartName="/ppt/tags/tag722.xml" ContentType="application/vnd.openxmlformats-officedocument.presentationml.tags+xml"/>
  <Override PartName="/ppt/tags/tag867.xml" ContentType="application/vnd.openxmlformats-officedocument.presentationml.tags+xml"/>
  <Override PartName="/ppt/slides/slide169.xml" ContentType="application/vnd.openxmlformats-officedocument.presentationml.slide+xml"/>
  <Override PartName="/ppt/tableStyles.xml" ContentType="application/vnd.openxmlformats-officedocument.presentationml.tableStyles+xml"/>
  <Override PartName="/ppt/tags/tag74.xml" ContentType="application/vnd.openxmlformats-officedocument.presentationml.tags+xml"/>
  <Override PartName="/ppt/notesSlides/notesSlide52.xml" ContentType="application/vnd.openxmlformats-officedocument.presentationml.notesSlide+xml"/>
  <Override PartName="/ppt/tags/tag230.xml" ContentType="application/vnd.openxmlformats-officedocument.presentationml.tags+xml"/>
  <Override PartName="/ppt/tags/tag375.xml" ContentType="application/vnd.openxmlformats-officedocument.presentationml.tags+xml"/>
  <Override PartName="/ppt/tags/tag561.xml" ContentType="application/vnd.openxmlformats-officedocument.presentationml.tags+xml"/>
  <Override PartName="/ppt/tags/tag892.xml" ContentType="application/vnd.openxmlformats-officedocument.presentationml.tags+xml"/>
  <Override PartName="/ppt/tags/tag306.xml" ContentType="application/vnd.openxmlformats-officedocument.presentationml.tags+xml"/>
  <Override PartName="/ppt/tags/tag637.xml" ContentType="application/vnd.openxmlformats-officedocument.presentationml.tags+xml"/>
  <Override PartName="/ppt/notesSlides/notesSlide168.xml" ContentType="application/vnd.openxmlformats-officedocument.presentationml.notesSlide+xml"/>
  <Override PartName="/ppt/tags/tag145.xml" ContentType="application/vnd.openxmlformats-officedocument.presentationml.tags+xml"/>
  <Override PartName="/ppt/tags/tag476.xml" ContentType="application/vnd.openxmlformats-officedocument.presentationml.tags+xml"/>
  <Override PartName="/ppt/tags/tag823.xml" ContentType="application/vnd.openxmlformats-officedocument.presentationml.tags+xml"/>
  <Override PartName="/ppt/slides/slide77.xml" ContentType="application/vnd.openxmlformats-officedocument.presentationml.slide+xml"/>
  <Override PartName="/ppt/slides/slide125.xml" ContentType="application/vnd.openxmlformats-officedocument.presentationml.slide+xml"/>
  <Override PartName="/ppt/tags/tag30.xml" ContentType="application/vnd.openxmlformats-officedocument.presentationml.tags+xml"/>
  <Override PartName="/ppt/tags/tag331.xml" ContentType="application/vnd.openxmlformats-officedocument.presentationml.tags+xml"/>
  <Override PartName="/ppt/tags/tag662.xml" ContentType="application/vnd.openxmlformats-officedocument.presentationml.tags+xml"/>
  <Override PartName="/ppt/slides/slide150.xml" ContentType="application/vnd.openxmlformats-officedocument.presentationml.slide+xml"/>
  <Override PartName="/ppt/tags/tag170.xml" ContentType="application/vnd.openxmlformats-officedocument.presentationml.tags+xml"/>
  <Override PartName="/ppt/notesSlides/notesSlide68.xml" ContentType="application/vnd.openxmlformats-officedocument.presentationml.notesSlide+xml"/>
  <Override PartName="/ppt/tags/tag407.xml" ContentType="application/vnd.openxmlformats-officedocument.presentationml.tags+xml"/>
  <Override PartName="/ppt/notesSlides/notesSlide124.xml" ContentType="application/vnd.openxmlformats-officedocument.presentationml.notesSlide+xml"/>
  <Override PartName="/ppt/tags/tag738.xml" ContentType="application/vnd.openxmlformats-officedocument.presentationml.tags+xml"/>
  <Override PartName="/ppt/tags/tag101.xml" ContentType="application/vnd.openxmlformats-officedocument.presentationml.tags+xml"/>
  <Override PartName="/ppt/tags/tag246.xml" ContentType="application/vnd.openxmlformats-officedocument.presentationml.tags+xml"/>
  <Override PartName="/ppt/tags/tag432.xml" ContentType="application/vnd.openxmlformats-officedocument.presentationml.tags+xml"/>
  <Override PartName="/ppt/tags/tag577.xml" ContentType="application/vnd.openxmlformats-officedocument.presentationml.tags+xml"/>
  <Override PartName="/ppt/slides/slide33.xml" ContentType="application/vnd.openxmlformats-officedocument.presentationml.slide+xml"/>
  <Override PartName="/ppt/tags/tag271.xml" ContentType="application/vnd.openxmlformats-officedocument.presentationml.tags+xml"/>
  <Override PartName="/ppt/notesSlides/notesSlide93.xml" ContentType="application/vnd.openxmlformats-officedocument.presentationml.notesSlide+xml"/>
  <Override PartName="/ppt/tags/tag508.xml" ContentType="application/vnd.openxmlformats-officedocument.presentationml.tags+xml"/>
  <Override PartName="/ppt/tags/tag763.xml" ContentType="application/vnd.openxmlformats-officedocument.presentationml.tags+xml"/>
  <Override PartName="/ppt/notesSlides/notesSlide24.xml" ContentType="application/vnd.openxmlformats-officedocument.presentationml.notesSlide+xml"/>
  <Override PartName="/ppt/tags/tag347.xml" ContentType="application/vnd.openxmlformats-officedocument.presentationml.tags+xml"/>
  <Override PartName="/ppt/tags/tag839.xml" ContentType="application/vnd.openxmlformats-officedocument.presentationml.tags+xml"/>
  <Override PartName="/ppt/tags/tag46.xml" ContentType="application/vnd.openxmlformats-officedocument.presentationml.tags+xml"/>
  <Override PartName="/ppt/tags/tag186.xml" ContentType="application/vnd.openxmlformats-officedocument.presentationml.tags+xml"/>
  <Override PartName="/ppt/tags/tag202.xml" ContentType="application/vnd.openxmlformats-officedocument.presentationml.tags+xml"/>
  <Override PartName="/ppt/tags/tag533.xml" ContentType="application/vnd.openxmlformats-officedocument.presentationml.tags+xml"/>
  <Override PartName="/ppt/tags/tag678.xml" ContentType="application/vnd.openxmlformats-officedocument.presentationml.tags+xml"/>
  <Override PartName="/ppt/tags/tag864.xml" ContentType="application/vnd.openxmlformats-officedocument.presentationml.tags+xml"/>
  <Override PartName="/ppt/slides/slide166.xml" ContentType="application/vnd.openxmlformats-officedocument.presentationml.slide+xml"/>
  <Override PartName="/ppt/tags/tag71.xml" ContentType="application/vnd.openxmlformats-officedocument.presentationml.tags+xml"/>
  <Override PartName="/ppt/tags/tag372.xml" ContentType="application/vnd.openxmlformats-officedocument.presentationml.tags+xml"/>
  <Override PartName="/ppt/tags/tag609.xml" ContentType="application/vnd.openxmlformats-officedocument.presentationml.tags+xml"/>
  <Override PartName="/ppt/tags/tag117.xml" ContentType="application/vnd.openxmlformats-officedocument.presentationml.tags+xml"/>
  <Override PartName="/ppt/tags/tag448.xml" ContentType="application/vnd.openxmlformats-officedocument.presentationml.tags+xml"/>
  <Override PartName="/ppt/tags/tag779.xml" ContentType="application/vnd.openxmlformats-officedocument.presentationml.tags+xml"/>
  <Override PartName="/ppt/notesSlides/notesSlide165.xml" ContentType="application/vnd.openxmlformats-officedocument.presentationml.notesSlide+xml"/>
  <Override PartName="/ppt/slides/slide49.xml" ContentType="application/vnd.openxmlformats-officedocument.presentationml.slide+xml"/>
  <Override PartName="/ppt/tags/tag142.xml" ContentType="application/vnd.openxmlformats-officedocument.presentationml.tags+xml"/>
  <Override PartName="/ppt/tags/tag287.xml" ContentType="application/vnd.openxmlformats-officedocument.presentationml.tags+xml"/>
  <Override PartName="/ppt/tags/tag303.xml" ContentType="application/vnd.openxmlformats-officedocument.presentationml.tags+xml"/>
  <Override PartName="/ppt/tags/tag634.xml" ContentType="application/vnd.openxmlformats-officedocument.presentationml.tags+xml"/>
  <Override PartName="/ppt/tags/tag820.xml" ContentType="application/vnd.openxmlformats-officedocument.presentationml.tags+xml"/>
  <Override PartName="/ppt/slides/slide122.xml" ContentType="application/vnd.openxmlformats-officedocument.presentationml.slide+xml"/>
  <Override PartName="/ppt/tags/tag473.xml" ContentType="application/vnd.openxmlformats-officedocument.presentationml.tags+xml"/>
  <Override PartName="/ppt/slides/slide74.xml" ContentType="application/vnd.openxmlformats-officedocument.presentationml.slide+xml"/>
  <Override PartName="/ppt/tags/tag218.xml" ContentType="application/vnd.openxmlformats-officedocument.presentationml.tags+xml"/>
  <Override PartName="/ppt/tags/tag404.xml" ContentType="application/vnd.openxmlformats-officedocument.presentationml.tags+xml"/>
  <Override PartName="/ppt/tags/tag549.xml" ContentType="application/vnd.openxmlformats-officedocument.presentationml.tags+xml"/>
  <Override PartName="/ppt/notesSlides/notesSlide121.xml" ContentType="application/vnd.openxmlformats-officedocument.presentationml.notesSlide+xml"/>
  <Override PartName="/ppt/tags/tag735.xml" ContentType="application/vnd.openxmlformats-officedocument.presentationml.tags+xml"/>
  <Override PartName="/ppt/tags/tag87.xml" ContentType="application/vnd.openxmlformats-officedocument.presentationml.tags+xml"/>
  <Override PartName="/ppt/tags/tag243.xml" ContentType="application/vnd.openxmlformats-officedocument.presentationml.tags+xml"/>
  <Override PartName="/ppt/notesSlides/notesSlide65.xml" ContentType="application/vnd.openxmlformats-officedocument.presentationml.notesSlide+xml"/>
  <Override PartName="/ppt/tags/tag388.xml" ContentType="application/vnd.openxmlformats-officedocument.presentationml.tags+xml"/>
  <Override PartName="/ppt/tags/tag574.xml" ContentType="application/vnd.openxmlformats-officedocument.presentationml.tags+xml"/>
  <Override PartName="/ppt/tags/tag319.xml" ContentType="application/vnd.openxmlformats-officedocument.presentationml.tags+xml"/>
  <Override PartName="/ppt/notesSlides/notesSlide90.xml" ContentType="application/vnd.openxmlformats-officedocument.presentationml.notesSlide+xml"/>
  <Override PartName="/ppt/tags/tag760.xml" ContentType="application/vnd.openxmlformats-officedocument.presentationml.tags+xml"/>
  <Override PartName="/ppt/slides/slide30.xml" ContentType="application/vnd.openxmlformats-officedocument.presentationml.slide+xml"/>
  <Override PartName="/ppt/tags/tag18.xml" ContentType="application/vnd.openxmlformats-officedocument.presentationml.tags+xml"/>
  <Override PartName="/ppt/tags/tag158.xml" ContentType="application/vnd.openxmlformats-officedocument.presentationml.tags+xml"/>
  <Override PartName="/ppt/tags/tag505.xml" ContentType="application/vnd.openxmlformats-officedocument.presentationml.tags+xml"/>
  <Override PartName="/ppt/tags/tag836.xml" ContentType="application/vnd.openxmlformats-officedocument.presentationml.tags+xml"/>
  <Override PartName="/ppt/slides/slide138.xml" ContentType="application/vnd.openxmlformats-officedocument.presentationml.slide+xml"/>
  <Override PartName="/ppt/tags/tag43.xml" ContentType="application/vnd.openxmlformats-officedocument.presentationml.tags+xml"/>
  <Override PartName="/ppt/notesSlides/notesSlide21.xml" ContentType="application/vnd.openxmlformats-officedocument.presentationml.notesSlide+xml"/>
  <Override PartName="/ppt/tags/tag344.xml" ContentType="application/vnd.openxmlformats-officedocument.presentationml.tags+xml"/>
  <Override PartName="/ppt/tags/tag489.xml" ContentType="application/vnd.openxmlformats-officedocument.presentationml.tags+xml"/>
  <Override PartName="/ppt/tags/tag530.xml" ContentType="application/vnd.openxmlformats-officedocument.presentationml.tags+xml"/>
  <Override PartName="/ppt/tags/tag675.xml" ContentType="application/vnd.openxmlformats-officedocument.presentationml.tags+xml"/>
  <Override PartName="/ppt/tags/tag183.xml" ContentType="application/vnd.openxmlformats-officedocument.presentationml.tags+xml"/>
  <Override PartName="/ppt/notesSlides/notesSlide137.xml" ContentType="application/vnd.openxmlformats-officedocument.presentationml.notesSlide+xml"/>
  <Override PartName="/ppt/tags/tag861.xml" ContentType="application/vnd.openxmlformats-officedocument.presentationml.tags+xml"/>
  <Override PartName="/ppt/slides/slide163.xml" ContentType="application/vnd.openxmlformats-officedocument.presentationml.slide+xml"/>
  <Override PartName="/ppt/tags/tag114.xml" ContentType="application/vnd.openxmlformats-officedocument.presentationml.tags+xml"/>
  <Override PartName="/ppt/tags/tag259.xml" ContentType="application/vnd.openxmlformats-officedocument.presentationml.tags+xml"/>
  <Override PartName="/ppt/tags/tag606.xml" ContentType="application/vnd.openxmlformats-officedocument.presentationml.tags+xml"/>
  <Override PartName="/ppt/tags/tag300.xml" ContentType="application/vnd.openxmlformats-officedocument.presentationml.tags+xml"/>
  <Override PartName="/ppt/tags/tag445.xml" ContentType="application/vnd.openxmlformats-officedocument.presentationml.tags+xml"/>
  <Override PartName="/ppt/tags/tag631.xml" ContentType="application/vnd.openxmlformats-officedocument.presentationml.tags+xml"/>
  <Override PartName="/ppt/tags/tag776.xml" ContentType="application/vnd.openxmlformats-officedocument.presentationml.tags+xml"/>
  <Override PartName="/ppt/notesSlides/notesSlide16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19">
  <p:sldMasterIdLst>
    <p:sldMasterId id="2147483648" r:id="rId1"/>
    <p:sldMasterId id="2147483661" r:id="rId2"/>
  </p:sldMasterIdLst>
  <p:notesMasterIdLst>
    <p:notesMasterId r:id="rId192"/>
  </p:notesMasterIdLst>
  <p:sldIdLst>
    <p:sldId id="257" r:id="rId3"/>
    <p:sldId id="289" r:id="rId4"/>
    <p:sldId id="265" r:id="rId5"/>
    <p:sldId id="258" r:id="rId6"/>
    <p:sldId id="259" r:id="rId7"/>
    <p:sldId id="266" r:id="rId8"/>
    <p:sldId id="267" r:id="rId9"/>
    <p:sldId id="292" r:id="rId10"/>
    <p:sldId id="272" r:id="rId11"/>
    <p:sldId id="294" r:id="rId12"/>
    <p:sldId id="293" r:id="rId13"/>
    <p:sldId id="295" r:id="rId14"/>
    <p:sldId id="273" r:id="rId15"/>
    <p:sldId id="297" r:id="rId16"/>
    <p:sldId id="305" r:id="rId17"/>
    <p:sldId id="306" r:id="rId18"/>
    <p:sldId id="301" r:id="rId19"/>
    <p:sldId id="308" r:id="rId20"/>
    <p:sldId id="302" r:id="rId21"/>
    <p:sldId id="313" r:id="rId22"/>
    <p:sldId id="346" r:id="rId23"/>
    <p:sldId id="314" r:id="rId24"/>
    <p:sldId id="315" r:id="rId25"/>
    <p:sldId id="348" r:id="rId26"/>
    <p:sldId id="345" r:id="rId27"/>
    <p:sldId id="349" r:id="rId28"/>
    <p:sldId id="350" r:id="rId29"/>
    <p:sldId id="316" r:id="rId30"/>
    <p:sldId id="351" r:id="rId31"/>
    <p:sldId id="352" r:id="rId32"/>
    <p:sldId id="317" r:id="rId33"/>
    <p:sldId id="353" r:id="rId34"/>
    <p:sldId id="303" r:id="rId35"/>
    <p:sldId id="354" r:id="rId36"/>
    <p:sldId id="304" r:id="rId37"/>
    <p:sldId id="355" r:id="rId38"/>
    <p:sldId id="356" r:id="rId39"/>
    <p:sldId id="357" r:id="rId40"/>
    <p:sldId id="358" r:id="rId41"/>
    <p:sldId id="360" r:id="rId42"/>
    <p:sldId id="361" r:id="rId43"/>
    <p:sldId id="274" r:id="rId44"/>
    <p:sldId id="362" r:id="rId45"/>
    <p:sldId id="363" r:id="rId46"/>
    <p:sldId id="364" r:id="rId47"/>
    <p:sldId id="365" r:id="rId48"/>
    <p:sldId id="366" r:id="rId49"/>
    <p:sldId id="368" r:id="rId50"/>
    <p:sldId id="367" r:id="rId51"/>
    <p:sldId id="373" r:id="rId52"/>
    <p:sldId id="369" r:id="rId53"/>
    <p:sldId id="370" r:id="rId54"/>
    <p:sldId id="375" r:id="rId55"/>
    <p:sldId id="374" r:id="rId56"/>
    <p:sldId id="376" r:id="rId57"/>
    <p:sldId id="377" r:id="rId58"/>
    <p:sldId id="275" r:id="rId59"/>
    <p:sldId id="383" r:id="rId60"/>
    <p:sldId id="384" r:id="rId61"/>
    <p:sldId id="378" r:id="rId62"/>
    <p:sldId id="387" r:id="rId63"/>
    <p:sldId id="385" r:id="rId64"/>
    <p:sldId id="260" r:id="rId65"/>
    <p:sldId id="268" r:id="rId66"/>
    <p:sldId id="276" r:id="rId67"/>
    <p:sldId id="390" r:id="rId68"/>
    <p:sldId id="392" r:id="rId69"/>
    <p:sldId id="391" r:id="rId70"/>
    <p:sldId id="394" r:id="rId71"/>
    <p:sldId id="393" r:id="rId72"/>
    <p:sldId id="277" r:id="rId73"/>
    <p:sldId id="416" r:id="rId74"/>
    <p:sldId id="421" r:id="rId75"/>
    <p:sldId id="422" r:id="rId76"/>
    <p:sldId id="423" r:id="rId77"/>
    <p:sldId id="426" r:id="rId78"/>
    <p:sldId id="424" r:id="rId79"/>
    <p:sldId id="427" r:id="rId80"/>
    <p:sldId id="425" r:id="rId81"/>
    <p:sldId id="428" r:id="rId82"/>
    <p:sldId id="453" r:id="rId83"/>
    <p:sldId id="454" r:id="rId84"/>
    <p:sldId id="455" r:id="rId85"/>
    <p:sldId id="456" r:id="rId86"/>
    <p:sldId id="457" r:id="rId87"/>
    <p:sldId id="458" r:id="rId88"/>
    <p:sldId id="278" r:id="rId89"/>
    <p:sldId id="459" r:id="rId90"/>
    <p:sldId id="460" r:id="rId91"/>
    <p:sldId id="465" r:id="rId92"/>
    <p:sldId id="466" r:id="rId93"/>
    <p:sldId id="467" r:id="rId94"/>
    <p:sldId id="468" r:id="rId95"/>
    <p:sldId id="279" r:id="rId96"/>
    <p:sldId id="469" r:id="rId97"/>
    <p:sldId id="470" r:id="rId98"/>
    <p:sldId id="471" r:id="rId99"/>
    <p:sldId id="475" r:id="rId100"/>
    <p:sldId id="474" r:id="rId101"/>
    <p:sldId id="280" r:id="rId102"/>
    <p:sldId id="480" r:id="rId103"/>
    <p:sldId id="476" r:id="rId104"/>
    <p:sldId id="477" r:id="rId105"/>
    <p:sldId id="261" r:id="rId106"/>
    <p:sldId id="269" r:id="rId107"/>
    <p:sldId id="481" r:id="rId108"/>
    <p:sldId id="483" r:id="rId109"/>
    <p:sldId id="484" r:id="rId110"/>
    <p:sldId id="482" r:id="rId111"/>
    <p:sldId id="281" r:id="rId112"/>
    <p:sldId id="282" r:id="rId113"/>
    <p:sldId id="487" r:id="rId114"/>
    <p:sldId id="488" r:id="rId115"/>
    <p:sldId id="489" r:id="rId116"/>
    <p:sldId id="490" r:id="rId117"/>
    <p:sldId id="491" r:id="rId118"/>
    <p:sldId id="492" r:id="rId119"/>
    <p:sldId id="283" r:id="rId120"/>
    <p:sldId id="498" r:id="rId121"/>
    <p:sldId id="501" r:id="rId122"/>
    <p:sldId id="502" r:id="rId123"/>
    <p:sldId id="262" r:id="rId124"/>
    <p:sldId id="270" r:id="rId125"/>
    <p:sldId id="284" r:id="rId126"/>
    <p:sldId id="505" r:id="rId127"/>
    <p:sldId id="506" r:id="rId128"/>
    <p:sldId id="507" r:id="rId129"/>
    <p:sldId id="508" r:id="rId130"/>
    <p:sldId id="509" r:id="rId131"/>
    <p:sldId id="510" r:id="rId132"/>
    <p:sldId id="511" r:id="rId133"/>
    <p:sldId id="516" r:id="rId134"/>
    <p:sldId id="517" r:id="rId135"/>
    <p:sldId id="512" r:id="rId136"/>
    <p:sldId id="513" r:id="rId137"/>
    <p:sldId id="520" r:id="rId138"/>
    <p:sldId id="529" r:id="rId139"/>
    <p:sldId id="527" r:id="rId140"/>
    <p:sldId id="521" r:id="rId141"/>
    <p:sldId id="526" r:id="rId142"/>
    <p:sldId id="523" r:id="rId143"/>
    <p:sldId id="522" r:id="rId144"/>
    <p:sldId id="504" r:id="rId145"/>
    <p:sldId id="525" r:id="rId146"/>
    <p:sldId id="524" r:id="rId147"/>
    <p:sldId id="514" r:id="rId148"/>
    <p:sldId id="518" r:id="rId149"/>
    <p:sldId id="519" r:id="rId150"/>
    <p:sldId id="515" r:id="rId151"/>
    <p:sldId id="263" r:id="rId152"/>
    <p:sldId id="271" r:id="rId153"/>
    <p:sldId id="531" r:id="rId154"/>
    <p:sldId id="287" r:id="rId155"/>
    <p:sldId id="532" r:id="rId156"/>
    <p:sldId id="533" r:id="rId157"/>
    <p:sldId id="534" r:id="rId158"/>
    <p:sldId id="556" r:id="rId159"/>
    <p:sldId id="578" r:id="rId160"/>
    <p:sldId id="565" r:id="rId161"/>
    <p:sldId id="566" r:id="rId162"/>
    <p:sldId id="567" r:id="rId163"/>
    <p:sldId id="557" r:id="rId164"/>
    <p:sldId id="569" r:id="rId165"/>
    <p:sldId id="570" r:id="rId166"/>
    <p:sldId id="559" r:id="rId167"/>
    <p:sldId id="571" r:id="rId168"/>
    <p:sldId id="572" r:id="rId169"/>
    <p:sldId id="560" r:id="rId170"/>
    <p:sldId id="558" r:id="rId171"/>
    <p:sldId id="584" r:id="rId172"/>
    <p:sldId id="586" r:id="rId173"/>
    <p:sldId id="585" r:id="rId174"/>
    <p:sldId id="573" r:id="rId175"/>
    <p:sldId id="583" r:id="rId176"/>
    <p:sldId id="574" r:id="rId177"/>
    <p:sldId id="587" r:id="rId178"/>
    <p:sldId id="582" r:id="rId179"/>
    <p:sldId id="581" r:id="rId180"/>
    <p:sldId id="580" r:id="rId181"/>
    <p:sldId id="579" r:id="rId182"/>
    <p:sldId id="588" r:id="rId183"/>
    <p:sldId id="576" r:id="rId184"/>
    <p:sldId id="577" r:id="rId185"/>
    <p:sldId id="535" r:id="rId186"/>
    <p:sldId id="589" r:id="rId187"/>
    <p:sldId id="537" r:id="rId188"/>
    <p:sldId id="388" r:id="rId189"/>
    <p:sldId id="389" r:id="rId190"/>
    <p:sldId id="590" r:id="rId191"/>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987" autoAdjust="0"/>
    <p:restoredTop sz="99072" autoAdjust="0"/>
  </p:normalViewPr>
  <p:slideViewPr>
    <p:cSldViewPr snapToGrid="0">
      <p:cViewPr varScale="1">
        <p:scale>
          <a:sx n="116" d="100"/>
          <a:sy n="116" d="100"/>
        </p:scale>
        <p:origin x="-126" y="-20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38" Type="http://schemas.openxmlformats.org/officeDocument/2006/relationships/slide" Target="slides/slide136.xml"/><Relationship Id="rId154" Type="http://schemas.openxmlformats.org/officeDocument/2006/relationships/slide" Target="slides/slide152.xml"/><Relationship Id="rId159" Type="http://schemas.openxmlformats.org/officeDocument/2006/relationships/slide" Target="slides/slide157.xml"/><Relationship Id="rId175" Type="http://schemas.openxmlformats.org/officeDocument/2006/relationships/slide" Target="slides/slide173.xml"/><Relationship Id="rId170" Type="http://schemas.openxmlformats.org/officeDocument/2006/relationships/slide" Target="slides/slide168.xml"/><Relationship Id="rId191" Type="http://schemas.openxmlformats.org/officeDocument/2006/relationships/slide" Target="slides/slide189.xml"/><Relationship Id="rId196" Type="http://schemas.openxmlformats.org/officeDocument/2006/relationships/tableStyles" Target="tableStyles.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144" Type="http://schemas.openxmlformats.org/officeDocument/2006/relationships/slide" Target="slides/slide142.xml"/><Relationship Id="rId149" Type="http://schemas.openxmlformats.org/officeDocument/2006/relationships/slide" Target="slides/slide14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160" Type="http://schemas.openxmlformats.org/officeDocument/2006/relationships/slide" Target="slides/slide158.xml"/><Relationship Id="rId165" Type="http://schemas.openxmlformats.org/officeDocument/2006/relationships/slide" Target="slides/slide163.xml"/><Relationship Id="rId181" Type="http://schemas.openxmlformats.org/officeDocument/2006/relationships/slide" Target="slides/slide179.xml"/><Relationship Id="rId186" Type="http://schemas.openxmlformats.org/officeDocument/2006/relationships/slide" Target="slides/slide184.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slide" Target="slides/slide148.xml"/><Relationship Id="rId155" Type="http://schemas.openxmlformats.org/officeDocument/2006/relationships/slide" Target="slides/slide153.xml"/><Relationship Id="rId171" Type="http://schemas.openxmlformats.org/officeDocument/2006/relationships/slide" Target="slides/slide169.xml"/><Relationship Id="rId176" Type="http://schemas.openxmlformats.org/officeDocument/2006/relationships/slide" Target="slides/slide174.xml"/><Relationship Id="rId192" Type="http://schemas.openxmlformats.org/officeDocument/2006/relationships/notesMaster" Target="notesMasters/notesMaster1.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slide" Target="slides/slide159.xml"/><Relationship Id="rId166" Type="http://schemas.openxmlformats.org/officeDocument/2006/relationships/slide" Target="slides/slide164.xml"/><Relationship Id="rId182" Type="http://schemas.openxmlformats.org/officeDocument/2006/relationships/slide" Target="slides/slide180.xml"/><Relationship Id="rId187" Type="http://schemas.openxmlformats.org/officeDocument/2006/relationships/slide" Target="slides/slide185.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7" Type="http://schemas.openxmlformats.org/officeDocument/2006/relationships/slide" Target="slides/slide175.xml"/><Relationship Id="rId172" Type="http://schemas.openxmlformats.org/officeDocument/2006/relationships/slide" Target="slides/slide170.xml"/><Relationship Id="rId193" Type="http://schemas.openxmlformats.org/officeDocument/2006/relationships/presProps" Target="presProp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183" Type="http://schemas.openxmlformats.org/officeDocument/2006/relationships/slide" Target="slides/slide18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slide" Target="slides/slide187.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theme" Target="theme/theme1.xml"/><Relationship Id="rId190" Type="http://schemas.openxmlformats.org/officeDocument/2006/relationships/slide" Target="slides/slide188.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6" Type="http://schemas.openxmlformats.org/officeDocument/2006/relationships/slide" Target="slides/slide2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image" Target="../media/image1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pPr/>
              <a:t>2017/3/30</a:t>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480660" y="1279525"/>
            <a:ext cx="6141156" cy="3454400"/>
          </a:xfrm>
        </p:spPr>
      </p:sp>
      <p:sp>
        <p:nvSpPr>
          <p:cNvPr id="6147" name="备注占位符 2"/>
          <p:cNvSpPr>
            <a:spLocks noGrp="1"/>
          </p:cNvSpPr>
          <p:nvPr>
            <p:ph type="body" idx="1"/>
          </p:nvPr>
        </p:nvSpPr>
        <p:spPr>
          <a:noFill/>
        </p:spPr>
        <p:txBody>
          <a:bodyPr anchor="t"/>
          <a:lstStyle/>
          <a:p>
            <a:pPr eaLnBrk="1" hangingPunct="1">
              <a:spcBef>
                <a:spcPct val="0"/>
              </a:spcBef>
            </a:pPr>
            <a:r>
              <a:rPr lang="zh-CN" altLang="en-US" smtClean="0">
                <a:ea typeface="宋体" panose="02010600030101010101" pitchFamily="2" charset="-122"/>
              </a:rPr>
              <a:t>模板来自于 </a:t>
            </a:r>
            <a:r>
              <a:rPr lang="en-US" altLang="zh-CN" smtClean="0">
                <a:ea typeface="宋体" panose="02010600030101010101" pitchFamily="2" charset="-122"/>
              </a:rPr>
              <a:t>http://docer.wps.cn</a:t>
            </a:r>
            <a:endParaRPr lang="zh-CN" altLang="en-US" smtClean="0">
              <a:ea typeface="宋体" panose="02010600030101010101" pitchFamily="2" charset="-122"/>
            </a:endParaRPr>
          </a:p>
        </p:txBody>
      </p:sp>
      <p:sp>
        <p:nvSpPr>
          <p:cNvPr id="6148" name="灯片编号占位符 3"/>
          <p:cNvSpPr txBox="1">
            <a:spLocks noGrp="1" noChangeArrowheads="1"/>
          </p:cNvSpPr>
          <p:nvPr/>
        </p:nvSpPr>
        <p:spPr bwMode="auto">
          <a:xfrm>
            <a:off x="4023992" y="9721107"/>
            <a:ext cx="3078427" cy="513507"/>
          </a:xfrm>
          <a:prstGeom prst="rect">
            <a:avLst/>
          </a:prstGeom>
          <a:noFill/>
          <a:ln w="9525">
            <a:noFill/>
            <a:miter lim="800000"/>
          </a:ln>
        </p:spPr>
        <p:txBody>
          <a:bodyPr lIns="99075" tIns="49538" rIns="99075" bIns="49538" anchor="b"/>
          <a:lstStyle/>
          <a:p>
            <a:pPr algn="r" eaLnBrk="1" hangingPunct="1">
              <a:buFont typeface="Arial" panose="020B0604020202020204" pitchFamily="34" charset="0"/>
              <a:buNone/>
            </a:pPr>
            <a:fld id="{AAED0429-06AC-4391-B511-C2D4F3A38C12}" type="slidenum">
              <a:rPr lang="zh-CN" altLang="en-US" sz="1300">
                <a:latin typeface="Calibri" panose="020F0502020204030204" charset="0"/>
                <a:ea typeface="宋体" panose="02010600030101010101" pitchFamily="2" charset="-122"/>
              </a:rPr>
              <a:pPr algn="r" eaLnBrk="1" hangingPunct="1">
                <a:buFont typeface="Arial" panose="020B0604020202020204" pitchFamily="34" charset="0"/>
                <a:buNone/>
              </a:pPr>
              <a:t>4</a:t>
            </a:fld>
            <a:endParaRPr lang="zh-CN" altLang="en-US" sz="1300" dirty="0">
              <a:latin typeface="Calibri" panose="020F0502020204030204"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slideMaster" Target="../slideMasters/slideMaster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grpSp>
        <p:nvGrpSpPr>
          <p:cNvPr id="3" name="组合 2"/>
          <p:cNvGrpSpPr/>
          <p:nvPr userDrawn="1"/>
        </p:nvGrpSpPr>
        <p:grpSpPr>
          <a:xfrm>
            <a:off x="403225" y="1775460"/>
            <a:ext cx="11303635" cy="4248150"/>
            <a:chOff x="1211" y="3019"/>
            <a:chExt cx="17232" cy="6690"/>
          </a:xfrm>
        </p:grpSpPr>
        <p:sp>
          <p:nvSpPr>
            <p:cNvPr id="10" name="矩形 9"/>
            <p:cNvSpPr/>
            <p:nvPr userDrawn="1"/>
          </p:nvSpPr>
          <p:spPr>
            <a:xfrm>
              <a:off x="1211" y="3245"/>
              <a:ext cx="17232" cy="63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2000" rIns="216000" rtlCol="0" anchor="ctr"/>
            <a:lstStyle/>
            <a:p>
              <a:pPr algn="just">
                <a:lnSpc>
                  <a:spcPct val="200000"/>
                </a:lnSpc>
              </a:pPr>
              <a:endParaRPr lang="zh-CN" altLang="en-US" sz="1400">
                <a:solidFill>
                  <a:schemeClr val="tx1">
                    <a:lumMod val="75000"/>
                    <a:lumOff val="25000"/>
                  </a:schemeClr>
                </a:solidFill>
                <a:latin typeface="微软雅黑" panose="020B0503020204020204" charset="-122"/>
                <a:ea typeface="微软雅黑" panose="020B0503020204020204" charset="-122"/>
              </a:endParaRPr>
            </a:p>
          </p:txBody>
        </p:sp>
        <p:sp>
          <p:nvSpPr>
            <p:cNvPr id="11" name="矩形 10"/>
            <p:cNvSpPr/>
            <p:nvPr userDrawn="1"/>
          </p:nvSpPr>
          <p:spPr>
            <a:xfrm>
              <a:off x="1551" y="3019"/>
              <a:ext cx="1020" cy="6691"/>
            </a:xfrm>
            <a:prstGeom prst="rect">
              <a:avLst/>
            </a:prstGeom>
            <a:solidFill>
              <a:schemeClr val="accent3">
                <a:lumMod val="75000"/>
              </a:schemeClr>
            </a:solidFill>
            <a:effectLst>
              <a:outerShdw blurRad="50800" dist="38100" dir="2700000" algn="tl" rotWithShape="0">
                <a:prstClr val="black">
                  <a:alpha val="40000"/>
                </a:prstClr>
              </a:outerShdw>
            </a:effectLst>
          </p:spPr>
          <p:txBody>
            <a:bodyPr tIns="0" bIns="0"/>
            <a:lstStyle/>
            <a:p>
              <a:pPr lvl="0">
                <a:lnSpc>
                  <a:spcPct val="134000"/>
                </a:lnSpc>
                <a:spcBef>
                  <a:spcPts val="600"/>
                </a:spcBef>
              </a:pPr>
              <a:endParaRPr lang="zh-CN" altLang="en-US" sz="1600">
                <a:solidFill>
                  <a:schemeClr val="bg1"/>
                </a:solidFill>
                <a:latin typeface="微软雅黑" panose="020B0503020204020204" charset="-122"/>
                <a:ea typeface="微软雅黑" panose="020B0503020204020204" charset="-122"/>
              </a:endParaRPr>
            </a:p>
          </p:txBody>
        </p:sp>
      </p:grpSp>
      <p:sp>
        <p:nvSpPr>
          <p:cNvPr id="2" name="标题 1"/>
          <p:cNvSpPr>
            <a:spLocks noGrp="1"/>
          </p:cNvSpPr>
          <p:nvPr>
            <p:ph type="title" hasCustomPrompt="1"/>
          </p:nvPr>
        </p:nvSpPr>
        <p:spPr>
          <a:xfrm>
            <a:off x="754063" y="261258"/>
            <a:ext cx="8415337" cy="855290"/>
          </a:xfrm>
          <a:prstGeom prst="rect">
            <a:avLst/>
          </a:prstGeom>
        </p:spPr>
        <p:txBody>
          <a:bodyPr/>
          <a:lstStyle>
            <a:lvl1pPr>
              <a:defRPr>
                <a:solidFill>
                  <a:srgbClr val="00B0F0"/>
                </a:solidFill>
              </a:defRPr>
            </a:lvl1pPr>
          </a:lstStyle>
          <a:p>
            <a:r>
              <a:rPr lang="zh-CN" altLang="en-US" smtClean="0"/>
              <a:t>单击此处编辑母版标题样式1</a:t>
            </a:r>
            <a:endParaRPr lang="zh-CN" altLang="en-US"/>
          </a:p>
        </p:txBody>
      </p:sp>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nvGrpSpPr>
          <p:cNvPr id="12" name="组合 11"/>
          <p:cNvGrpSpPr/>
          <p:nvPr userDrawn="1"/>
        </p:nvGrpSpPr>
        <p:grpSpPr>
          <a:xfrm>
            <a:off x="0" y="665480"/>
            <a:ext cx="12192000" cy="964565"/>
            <a:chOff x="0" y="-127"/>
            <a:chExt cx="19200" cy="1519"/>
          </a:xfrm>
        </p:grpSpPr>
        <p:cxnSp>
          <p:nvCxnSpPr>
            <p:cNvPr id="13" name="直接连接符 12"/>
            <p:cNvCxnSpPr/>
            <p:nvPr userDrawn="1"/>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32" name="矩形 31"/>
            <p:cNvSpPr/>
            <p:nvPr userDrawn="1"/>
          </p:nvSpPr>
          <p:spPr>
            <a:xfrm>
              <a:off x="0" y="434"/>
              <a:ext cx="16437"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1" name="矩形 20"/>
            <p:cNvSpPr/>
            <p:nvPr userDrawn="1"/>
          </p:nvSpPr>
          <p:spPr>
            <a:xfrm>
              <a:off x="18066" y="434"/>
              <a:ext cx="1134"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userDrawn="1"/>
          </p:nvSpPr>
          <p:spPr>
            <a:xfrm>
              <a:off x="16230" y="-127"/>
              <a:ext cx="2022" cy="1519"/>
            </a:xfrm>
            <a:prstGeom prst="rect">
              <a:avLst/>
            </a:prstGeom>
            <a:solidFill>
              <a:schemeClr val="bg2">
                <a:lumMod val="90000"/>
                <a:alpha val="85000"/>
              </a:scheme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endPar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endParaRPr>
            </a:p>
          </p:txBody>
        </p:sp>
      </p:gr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754063" y="261258"/>
            <a:ext cx="8415337" cy="855290"/>
          </a:xfrm>
          <a:prstGeom prst="rect">
            <a:avLst/>
          </a:prstGeom>
        </p:spPr>
        <p:txBody>
          <a:bodyPr/>
          <a:lstStyle/>
          <a:p>
            <a:r>
              <a:rPr lang="zh-CN" altLang="en-US" smtClean="0"/>
              <a:t>单击此处编辑母版标题样式</a:t>
            </a:r>
            <a:endParaRPr lang="zh-CN" altLang="en-US"/>
          </a:p>
        </p:txBody>
      </p:sp>
      <p:grpSp>
        <p:nvGrpSpPr>
          <p:cNvPr id="17" name="组合 16"/>
          <p:cNvGrpSpPr/>
          <p:nvPr userDrawn="1"/>
        </p:nvGrpSpPr>
        <p:grpSpPr>
          <a:xfrm>
            <a:off x="523836" y="1214422"/>
            <a:ext cx="3357586" cy="755143"/>
            <a:chOff x="523836" y="1428736"/>
            <a:chExt cx="3357586" cy="755143"/>
          </a:xfrm>
        </p:grpSpPr>
        <p:sp>
          <p:nvSpPr>
            <p:cNvPr id="18" name="任意多边形 17"/>
            <p:cNvSpPr/>
            <p:nvPr/>
          </p:nvSpPr>
          <p:spPr>
            <a:xfrm>
              <a:off x="523836" y="1428736"/>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6"/>
            <p:cNvSpPr txBox="1"/>
            <p:nvPr/>
          </p:nvSpPr>
          <p:spPr>
            <a:xfrm>
              <a:off x="809588" y="1617459"/>
              <a:ext cx="3071834"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endParaRPr lang="zh-CN" altLang="zh-CN" sz="2400" dirty="0">
                <a:solidFill>
                  <a:schemeClr val="tx1"/>
                </a:solidFill>
              </a:endParaRPr>
            </a:p>
          </p:txBody>
        </p:sp>
      </p:grpSp>
      <p:sp>
        <p:nvSpPr>
          <p:cNvPr id="7" name="矩形 6"/>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11"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1_图片与标题">
    <p:spTree>
      <p:nvGrpSpPr>
        <p:cNvPr id="1" name=""/>
        <p:cNvGrpSpPr/>
        <p:nvPr/>
      </p:nvGrpSpPr>
      <p:grpSpPr>
        <a:xfrm>
          <a:off x="0" y="0"/>
          <a:ext cx="0" cy="0"/>
          <a:chOff x="0" y="0"/>
          <a:chExt cx="0" cy="0"/>
        </a:xfrm>
      </p:grpSpPr>
      <p:sp>
        <p:nvSpPr>
          <p:cNvPr id="8" name="矩形 7"/>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754063" y="261258"/>
            <a:ext cx="8415337" cy="855290"/>
          </a:xfrm>
          <a:prstGeom prst="rect">
            <a:avLst/>
          </a:prstGeom>
        </p:spPr>
        <p:txBody>
          <a:bodyPr/>
          <a:lstStyle>
            <a:lvl1pPr>
              <a:defRPr>
                <a:solidFill>
                  <a:srgbClr val="00B0F0"/>
                </a:solidFill>
              </a:defRPr>
            </a:lvl1pPr>
          </a:lstStyle>
          <a:p>
            <a:r>
              <a:rPr lang="zh-CN" altLang="en-US" smtClean="0"/>
              <a:t>单击此处编辑母版标题样式</a:t>
            </a:r>
            <a:endParaRPr lang="zh-CN" altLang="en-US"/>
          </a:p>
        </p:txBody>
      </p:sp>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grpSp>
        <p:nvGrpSpPr>
          <p:cNvPr id="3" name="组合 2"/>
          <p:cNvGrpSpPr/>
          <p:nvPr userDrawn="1"/>
        </p:nvGrpSpPr>
        <p:grpSpPr>
          <a:xfrm>
            <a:off x="403225" y="1775460"/>
            <a:ext cx="11303635" cy="4248150"/>
            <a:chOff x="1211" y="3019"/>
            <a:chExt cx="17232" cy="6690"/>
          </a:xfrm>
        </p:grpSpPr>
        <p:sp>
          <p:nvSpPr>
            <p:cNvPr id="10" name="矩形 9"/>
            <p:cNvSpPr/>
            <p:nvPr userDrawn="1"/>
          </p:nvSpPr>
          <p:spPr>
            <a:xfrm>
              <a:off x="1211" y="3245"/>
              <a:ext cx="17232" cy="63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2000" rIns="216000" rtlCol="0" anchor="ctr"/>
            <a:lstStyle/>
            <a:p>
              <a:pPr algn="just">
                <a:lnSpc>
                  <a:spcPct val="200000"/>
                </a:lnSpc>
              </a:pPr>
              <a:endParaRPr lang="zh-CN" altLang="en-US" sz="1400">
                <a:solidFill>
                  <a:schemeClr val="tx1">
                    <a:lumMod val="75000"/>
                    <a:lumOff val="25000"/>
                  </a:schemeClr>
                </a:solidFill>
                <a:latin typeface="微软雅黑" panose="020B0503020204020204" charset="-122"/>
                <a:ea typeface="微软雅黑" panose="020B0503020204020204" charset="-122"/>
              </a:endParaRPr>
            </a:p>
          </p:txBody>
        </p:sp>
        <p:sp>
          <p:nvSpPr>
            <p:cNvPr id="11" name="矩形 10"/>
            <p:cNvSpPr/>
            <p:nvPr userDrawn="1"/>
          </p:nvSpPr>
          <p:spPr>
            <a:xfrm>
              <a:off x="1551" y="3019"/>
              <a:ext cx="1020" cy="6691"/>
            </a:xfrm>
            <a:prstGeom prst="rect">
              <a:avLst/>
            </a:prstGeom>
            <a:solidFill>
              <a:schemeClr val="accent3">
                <a:lumMod val="75000"/>
              </a:schemeClr>
            </a:solidFill>
            <a:effectLst>
              <a:outerShdw blurRad="50800" dist="38100" dir="2700000" algn="tl" rotWithShape="0">
                <a:prstClr val="black">
                  <a:alpha val="40000"/>
                </a:prstClr>
              </a:outerShdw>
            </a:effectLst>
          </p:spPr>
          <p:txBody>
            <a:bodyPr tIns="0" bIns="0"/>
            <a:lstStyle/>
            <a:p>
              <a:pPr lvl="0">
                <a:lnSpc>
                  <a:spcPct val="134000"/>
                </a:lnSpc>
                <a:spcBef>
                  <a:spcPts val="600"/>
                </a:spcBef>
              </a:pPr>
              <a:endParaRPr lang="zh-CN" altLang="en-US" sz="1600">
                <a:solidFill>
                  <a:schemeClr val="bg1"/>
                </a:solidFill>
                <a:latin typeface="微软雅黑" panose="020B0503020204020204" charset="-122"/>
                <a:ea typeface="微软雅黑" panose="020B0503020204020204" charset="-122"/>
              </a:endParaRPr>
            </a:p>
          </p:txBody>
        </p:sp>
      </p:grpSp>
      <p:sp>
        <p:nvSpPr>
          <p:cNvPr id="2" name="标题 1"/>
          <p:cNvSpPr>
            <a:spLocks noGrp="1"/>
          </p:cNvSpPr>
          <p:nvPr>
            <p:ph type="title" hasCustomPrompt="1"/>
          </p:nvPr>
        </p:nvSpPr>
        <p:spPr>
          <a:xfrm>
            <a:off x="754063" y="261258"/>
            <a:ext cx="8415337" cy="855290"/>
          </a:xfrm>
          <a:prstGeom prst="rect">
            <a:avLst/>
          </a:prstGeom>
        </p:spPr>
        <p:txBody>
          <a:bodyPr/>
          <a:lstStyle>
            <a:lvl1pPr>
              <a:defRPr>
                <a:solidFill>
                  <a:srgbClr val="00B0F0"/>
                </a:solidFill>
              </a:defRPr>
            </a:lvl1pPr>
          </a:lstStyle>
          <a:p>
            <a:r>
              <a:rPr lang="zh-CN" altLang="en-US" smtClean="0"/>
              <a:t>单击此处编辑母版标题样式1</a:t>
            </a:r>
            <a:endParaRPr lang="zh-CN" altLang="en-US"/>
          </a:p>
        </p:txBody>
      </p:sp>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nvGrpSpPr>
          <p:cNvPr id="12" name="组合 11"/>
          <p:cNvGrpSpPr/>
          <p:nvPr userDrawn="1"/>
        </p:nvGrpSpPr>
        <p:grpSpPr>
          <a:xfrm>
            <a:off x="0" y="665480"/>
            <a:ext cx="12192000" cy="964565"/>
            <a:chOff x="0" y="-127"/>
            <a:chExt cx="19200" cy="1519"/>
          </a:xfrm>
        </p:grpSpPr>
        <p:cxnSp>
          <p:nvCxnSpPr>
            <p:cNvPr id="13" name="直接连接符 12"/>
            <p:cNvCxnSpPr/>
            <p:nvPr userDrawn="1"/>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32" name="矩形 31"/>
            <p:cNvSpPr/>
            <p:nvPr userDrawn="1"/>
          </p:nvSpPr>
          <p:spPr>
            <a:xfrm>
              <a:off x="0" y="434"/>
              <a:ext cx="16437"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1" name="矩形 20"/>
            <p:cNvSpPr/>
            <p:nvPr userDrawn="1"/>
          </p:nvSpPr>
          <p:spPr>
            <a:xfrm>
              <a:off x="18066" y="434"/>
              <a:ext cx="1134"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userDrawn="1"/>
          </p:nvSpPr>
          <p:spPr>
            <a:xfrm>
              <a:off x="16230" y="-127"/>
              <a:ext cx="2022" cy="1519"/>
            </a:xfrm>
            <a:prstGeom prst="rect">
              <a:avLst/>
            </a:prstGeom>
            <a:solidFill>
              <a:schemeClr val="bg2">
                <a:lumMod val="90000"/>
                <a:alpha val="85000"/>
              </a:scheme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endPar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endParaRPr>
            </a:p>
          </p:txBody>
        </p:sp>
      </p:gr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754063" y="261258"/>
            <a:ext cx="8415337" cy="855290"/>
          </a:xfrm>
          <a:prstGeom prst="rect">
            <a:avLst/>
          </a:prstGeom>
        </p:spPr>
        <p:txBody>
          <a:bodyPr/>
          <a:lstStyle/>
          <a:p>
            <a:r>
              <a:rPr lang="zh-CN" altLang="en-US" smtClean="0"/>
              <a:t>单击此处编辑母版标题样式</a:t>
            </a:r>
            <a:endParaRPr lang="zh-CN" altLang="en-US"/>
          </a:p>
        </p:txBody>
      </p:sp>
      <p:grpSp>
        <p:nvGrpSpPr>
          <p:cNvPr id="17" name="组合 16"/>
          <p:cNvGrpSpPr/>
          <p:nvPr userDrawn="1"/>
        </p:nvGrpSpPr>
        <p:grpSpPr>
          <a:xfrm>
            <a:off x="523836" y="1214422"/>
            <a:ext cx="3357586" cy="755143"/>
            <a:chOff x="523836" y="1428736"/>
            <a:chExt cx="3357586" cy="755143"/>
          </a:xfrm>
        </p:grpSpPr>
        <p:sp>
          <p:nvSpPr>
            <p:cNvPr id="18" name="任意多边形 17"/>
            <p:cNvSpPr/>
            <p:nvPr/>
          </p:nvSpPr>
          <p:spPr>
            <a:xfrm>
              <a:off x="523836" y="1428736"/>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6"/>
            <p:cNvSpPr txBox="1"/>
            <p:nvPr/>
          </p:nvSpPr>
          <p:spPr>
            <a:xfrm>
              <a:off x="809588" y="1617459"/>
              <a:ext cx="3071834"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endParaRPr lang="zh-CN" altLang="zh-CN" sz="2400" dirty="0">
                <a:solidFill>
                  <a:schemeClr val="tx1"/>
                </a:solidFill>
              </a:endParaRPr>
            </a:p>
          </p:txBody>
        </p:sp>
      </p:grpSp>
      <p:sp>
        <p:nvSpPr>
          <p:cNvPr id="7" name="矩形 6"/>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11"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4"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7"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754063" y="6373017"/>
            <a:ext cx="2743200" cy="365125"/>
          </a:xfrm>
          <a:prstGeom prst="rect">
            <a:avLst/>
          </a:prstGeom>
        </p:spPr>
        <p:txBody>
          <a:bodyPr/>
          <a:lstStyle/>
          <a:p>
            <a:fld id="{13D0CE79-49FB-443D-BEF8-6B709DE8FD0C}" type="datetimeFigureOut">
              <a:rPr lang="zh-CN" altLang="en-US" smtClean="0"/>
              <a:pPr/>
              <a:t>2017/3/30</a:t>
            </a:fld>
            <a:endParaRPr lang="zh-CN" altLang="en-US"/>
          </a:p>
        </p:txBody>
      </p:sp>
      <p:sp>
        <p:nvSpPr>
          <p:cNvPr id="4" name="页脚占位符 3"/>
          <p:cNvSpPr>
            <a:spLocks noGrp="1"/>
          </p:cNvSpPr>
          <p:nvPr>
            <p:ph type="ftr" sz="quarter" idx="11"/>
          </p:nvPr>
        </p:nvSpPr>
        <p:spPr>
          <a:xfrm>
            <a:off x="4037013" y="6373017"/>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91563" y="6373017"/>
            <a:ext cx="2743200" cy="365125"/>
          </a:xfrm>
          <a:prstGeom prst="rect">
            <a:avLst/>
          </a:prstGeom>
        </p:spPr>
        <p:txBody>
          <a:bodyPr/>
          <a:lstStyle/>
          <a:p>
            <a:fld id="{EF906490-237C-474C-BA2E-D98840BC1F8F}" type="slidenum">
              <a:rPr lang="zh-CN" altLang="en-US" smtClean="0"/>
              <a:pPr/>
              <a:t>‹#›</a:t>
            </a:fld>
            <a:endParaRPr lang="zh-CN" altLang="en-US"/>
          </a:p>
        </p:txBody>
      </p:sp>
      <p:sp>
        <p:nvSpPr>
          <p:cNvPr id="7" name="内容占位符 6"/>
          <p:cNvSpPr>
            <a:spLocks noGrp="1"/>
          </p:cNvSpPr>
          <p:nvPr>
            <p:ph sz="quarter" idx="13"/>
          </p:nvPr>
        </p:nvSpPr>
        <p:spPr>
          <a:xfrm>
            <a:off x="754063" y="477520"/>
            <a:ext cx="10680700" cy="5635413"/>
          </a:xfrm>
          <a:prstGeom prst="rect">
            <a:avLst/>
          </a:prstGeom>
        </p:spPr>
        <p:txBody>
          <a:bodyPr/>
          <a:lstStyle>
            <a:lvl1pPr marL="0" indent="0">
              <a:buNone/>
              <a:defRPr/>
            </a:lvl1pPr>
          </a:lstStyle>
          <a:p>
            <a:pPr lvl="0"/>
            <a:r>
              <a:rPr lang="zh-CN" altLang="en-US" dirty="0" smtClean="0"/>
              <a:t>单击此处编辑母版文本样式</a:t>
            </a:r>
          </a:p>
          <a:p>
            <a:pPr lvl="4"/>
            <a:r>
              <a:rPr lang="zh-CN" altLang="en-US" dirty="0" smtClean="0"/>
              <a:t>第二级</a:t>
            </a:r>
          </a:p>
          <a:p>
            <a:pPr lvl="6"/>
            <a:r>
              <a:rPr lang="zh-CN" altLang="en-US" dirty="0" smtClean="0"/>
              <a:t>第三级</a:t>
            </a:r>
          </a:p>
          <a:p>
            <a:pPr lvl="7"/>
            <a:r>
              <a:rPr lang="zh-CN" altLang="en-US" dirty="0" smtClean="0"/>
              <a:t>第四级</a:t>
            </a:r>
          </a:p>
          <a:p>
            <a:pPr lvl="8"/>
            <a:r>
              <a:rPr lang="zh-CN" altLang="en-US" dirty="0" smtClean="0"/>
              <a:t>第五级</a:t>
            </a:r>
          </a:p>
        </p:txBody>
      </p:sp>
      <p:sp>
        <p:nvSpPr>
          <p:cNvPr id="6"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1_首页">
    <p:bg>
      <p:bgPr>
        <a:solidFill>
          <a:schemeClr val="bg1"/>
        </a:solidFill>
        <a:effectLst/>
      </p:bgPr>
    </p:bg>
    <p:spTree>
      <p:nvGrpSpPr>
        <p:cNvPr id="1" name=""/>
        <p:cNvGrpSpPr/>
        <p:nvPr/>
      </p:nvGrpSpPr>
      <p:grpSpPr>
        <a:xfrm>
          <a:off x="0" y="0"/>
          <a:ext cx="0" cy="0"/>
          <a:chOff x="0" y="0"/>
          <a:chExt cx="0" cy="0"/>
        </a:xfrm>
      </p:grpSpPr>
      <p:sp>
        <p:nvSpPr>
          <p:cNvPr id="31" name="矩形 30"/>
          <p:cNvSpPr/>
          <p:nvPr userDrawn="1">
            <p:custDataLst>
              <p:tags r:id="rId1"/>
            </p:custDataLst>
          </p:nvPr>
        </p:nvSpPr>
        <p:spPr>
          <a:xfrm>
            <a:off x="0" y="-1"/>
            <a:ext cx="12192000" cy="35528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2"/>
          <p:cNvSpPr txBox="1">
            <a:spLocks noChangeArrowheads="1"/>
          </p:cNvSpPr>
          <p:nvPr userDrawn="1">
            <p:custDataLst>
              <p:tags r:id="rId2"/>
            </p:custDataLst>
          </p:nvPr>
        </p:nvSpPr>
        <p:spPr bwMode="auto">
          <a:xfrm>
            <a:off x="2254956" y="1411817"/>
            <a:ext cx="4670777" cy="3073400"/>
          </a:xfrm>
          <a:prstGeom prst="rect">
            <a:avLst/>
          </a:prstGeom>
          <a:noFill/>
          <a:ln w="9525">
            <a:noFill/>
            <a:miter lim="800000"/>
            <a:headEnd/>
            <a:tailEnd/>
          </a:ln>
        </p:spPr>
        <p:txBody>
          <a:bodyPr lIns="145143" tIns="72571" rIns="145143" bIns="72571"/>
          <a:lstStyle/>
          <a:p>
            <a:pPr eaLnBrk="1" hangingPunct="1"/>
            <a:r>
              <a:rPr lang="en-US" altLang="zh-CN" sz="21400" dirty="0">
                <a:latin typeface="Arial" charset="0"/>
                <a:cs typeface="Arial" charset="0"/>
              </a:rPr>
              <a:t>T</a:t>
            </a:r>
            <a:endParaRPr lang="zh-CN" altLang="en-US" sz="21400" dirty="0">
              <a:latin typeface="Arial" charset="0"/>
              <a:cs typeface="Arial" charset="0"/>
            </a:endParaRPr>
          </a:p>
        </p:txBody>
      </p:sp>
      <p:sp>
        <p:nvSpPr>
          <p:cNvPr id="21" name="TextBox 20"/>
          <p:cNvSpPr txBox="1"/>
          <p:nvPr userDrawn="1">
            <p:custDataLst>
              <p:tags r:id="rId3"/>
            </p:custDataLst>
          </p:nvPr>
        </p:nvSpPr>
        <p:spPr>
          <a:xfrm>
            <a:off x="4591757" y="1873252"/>
            <a:ext cx="6019799" cy="1299633"/>
          </a:xfrm>
          <a:prstGeom prst="rect">
            <a:avLst/>
          </a:prstGeom>
          <a:noFill/>
        </p:spPr>
        <p:txBody>
          <a:bodyPr lIns="145143" tIns="72571" rIns="145143" bIns="72571">
            <a:normAutofit lnSpcReduction="10000"/>
          </a:bodyPr>
          <a:lstStyle/>
          <a:p>
            <a:pPr>
              <a:defRPr/>
            </a:pPr>
            <a:r>
              <a:rPr lang="zh-CN" altLang="en-US" sz="7600" dirty="0">
                <a:solidFill>
                  <a:srgbClr val="FF0080"/>
                </a:solidFill>
                <a:latin typeface="+mj-ea"/>
                <a:ea typeface="+mj-ea"/>
              </a:rPr>
              <a:t>谢</a:t>
            </a:r>
            <a:r>
              <a:rPr lang="zh-CN" altLang="en-US" sz="7600" dirty="0">
                <a:solidFill>
                  <a:srgbClr val="FF8000"/>
                </a:solidFill>
                <a:latin typeface="+mj-ea"/>
                <a:ea typeface="+mj-ea"/>
              </a:rPr>
              <a:t>谢</a:t>
            </a:r>
            <a:r>
              <a:rPr lang="zh-CN" altLang="en-US" sz="7600" dirty="0">
                <a:solidFill>
                  <a:srgbClr val="FFC000"/>
                </a:solidFill>
                <a:latin typeface="+mj-ea"/>
                <a:ea typeface="+mj-ea"/>
              </a:rPr>
              <a:t>观</a:t>
            </a:r>
            <a:r>
              <a:rPr lang="zh-CN" altLang="en-US" sz="7600" dirty="0">
                <a:solidFill>
                  <a:srgbClr val="92D050"/>
                </a:solidFill>
                <a:latin typeface="+mj-ea"/>
                <a:ea typeface="+mj-ea"/>
              </a:rPr>
              <a:t>看</a:t>
            </a:r>
          </a:p>
        </p:txBody>
      </p:sp>
      <p:sp>
        <p:nvSpPr>
          <p:cNvPr id="22" name="TextBox 4"/>
          <p:cNvSpPr txBox="1">
            <a:spLocks noChangeArrowheads="1"/>
          </p:cNvSpPr>
          <p:nvPr userDrawn="1">
            <p:custDataLst>
              <p:tags r:id="rId4"/>
            </p:custDataLst>
          </p:nvPr>
        </p:nvSpPr>
        <p:spPr bwMode="auto">
          <a:xfrm>
            <a:off x="4222045" y="2980267"/>
            <a:ext cx="6268156" cy="984251"/>
          </a:xfrm>
          <a:prstGeom prst="rect">
            <a:avLst/>
          </a:prstGeom>
          <a:noFill/>
          <a:ln w="9525">
            <a:noFill/>
            <a:miter lim="800000"/>
            <a:headEnd/>
            <a:tailEnd/>
          </a:ln>
        </p:spPr>
        <p:txBody>
          <a:bodyPr lIns="145143" tIns="72571" rIns="145143" bIns="72571"/>
          <a:lstStyle/>
          <a:p>
            <a:pPr eaLnBrk="1" hangingPunct="1"/>
            <a:r>
              <a:rPr lang="en-US" altLang="zh-CN" sz="5700" b="1" dirty="0">
                <a:latin typeface="Arial" charset="0"/>
                <a:cs typeface="Arial" charset="0"/>
              </a:rPr>
              <a:t>HANK   YOU!</a:t>
            </a:r>
            <a:endParaRPr lang="zh-CN" altLang="en-US" sz="5700" b="1" dirty="0">
              <a:latin typeface="Arial" charset="0"/>
              <a:cs typeface="Arial" charset="0"/>
            </a:endParaRPr>
          </a:p>
        </p:txBody>
      </p:sp>
      <p:sp>
        <p:nvSpPr>
          <p:cNvPr id="23" name="直角三角形 22"/>
          <p:cNvSpPr/>
          <p:nvPr userDrawn="1">
            <p:custDataLst>
              <p:tags r:id="rId5"/>
            </p:custDataLst>
          </p:nvPr>
        </p:nvSpPr>
        <p:spPr>
          <a:xfrm rot="1665221">
            <a:off x="10301111" y="4826000"/>
            <a:ext cx="259644" cy="391584"/>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4" name="直角三角形 23"/>
          <p:cNvSpPr/>
          <p:nvPr userDrawn="1">
            <p:custDataLst>
              <p:tags r:id="rId6"/>
            </p:custDataLst>
          </p:nvPr>
        </p:nvSpPr>
        <p:spPr>
          <a:xfrm rot="9441503">
            <a:off x="10947401" y="4068233"/>
            <a:ext cx="496711" cy="745067"/>
          </a:xfrm>
          <a:prstGeom prst="rtTriangle">
            <a:avLst/>
          </a:prstGeom>
          <a:solidFill>
            <a:srgbClr val="FF008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5" name="直角三角形 24"/>
          <p:cNvSpPr/>
          <p:nvPr userDrawn="1">
            <p:custDataLst>
              <p:tags r:id="rId7"/>
            </p:custDataLst>
          </p:nvPr>
        </p:nvSpPr>
        <p:spPr>
          <a:xfrm rot="14258978">
            <a:off x="7802740" y="4298951"/>
            <a:ext cx="376767"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6" name="直角三角形 25"/>
          <p:cNvSpPr/>
          <p:nvPr userDrawn="1">
            <p:custDataLst>
              <p:tags r:id="rId8"/>
            </p:custDataLst>
          </p:nvPr>
        </p:nvSpPr>
        <p:spPr>
          <a:xfrm rot="1312468">
            <a:off x="9214556" y="4974167"/>
            <a:ext cx="406400" cy="609600"/>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7" name="直角三角形 26"/>
          <p:cNvSpPr/>
          <p:nvPr userDrawn="1">
            <p:custDataLst>
              <p:tags r:id="rId9"/>
            </p:custDataLst>
          </p:nvPr>
        </p:nvSpPr>
        <p:spPr>
          <a:xfrm rot="14258978">
            <a:off x="1666170" y="4439710"/>
            <a:ext cx="378884"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8" name="直角三角形 27"/>
          <p:cNvSpPr/>
          <p:nvPr userDrawn="1">
            <p:custDataLst>
              <p:tags r:id="rId10"/>
            </p:custDataLst>
          </p:nvPr>
        </p:nvSpPr>
        <p:spPr>
          <a:xfrm rot="4526379">
            <a:off x="3207104" y="5064125"/>
            <a:ext cx="141816" cy="381001"/>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9" name="直角三角形 28"/>
          <p:cNvSpPr/>
          <p:nvPr userDrawn="1">
            <p:custDataLst>
              <p:tags r:id="rId11"/>
            </p:custDataLst>
          </p:nvPr>
        </p:nvSpPr>
        <p:spPr>
          <a:xfrm rot="1665221">
            <a:off x="5012267" y="4514851"/>
            <a:ext cx="632178" cy="952500"/>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Tree>
    <p:extLst>
      <p:ext uri="{BB962C8B-B14F-4D97-AF65-F5344CB8AC3E}">
        <p14:creationId xmlns:p14="http://schemas.microsoft.com/office/powerpoint/2010/main" xmlns="" val="4223807772"/>
      </p:ext>
    </p:extLst>
  </p:cSld>
  <p:clrMapOvr>
    <a:masterClrMapping/>
  </p:clrMapOvr>
  <p:transition>
    <p:randomBar dir="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image" Target="../media/image1.png"/><Relationship Id="rId5" Type="http://schemas.openxmlformats.org/officeDocument/2006/relationships/slideLayout" Target="../slideLayouts/slideLayout17.xml"/><Relationship Id="rId10" Type="http://schemas.openxmlformats.org/officeDocument/2006/relationships/theme" Target="../theme/theme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11" cstate="print"/>
          <a:srcRect l="20452" r="17427" b="5390"/>
          <a:stretch>
            <a:fillRect/>
          </a:stretch>
        </p:blipFill>
        <p:spPr>
          <a:xfrm rot="16200000" flipV="1">
            <a:off x="-100248" y="100244"/>
            <a:ext cx="863601" cy="663109"/>
          </a:xfrm>
          <a:custGeom>
            <a:avLst/>
            <a:gdLst>
              <a:gd name="connsiteX0" fmla="*/ 1007279 w 1007279"/>
              <a:gd name="connsiteY0" fmla="*/ 773431 h 773431"/>
              <a:gd name="connsiteX1" fmla="*/ 1007279 w 1007279"/>
              <a:gd name="connsiteY1" fmla="*/ 0 h 773431"/>
              <a:gd name="connsiteX2" fmla="*/ 404691 w 1007279"/>
              <a:gd name="connsiteY2" fmla="*/ 0 h 773431"/>
              <a:gd name="connsiteX3" fmla="*/ 473879 w 1007279"/>
              <a:gd name="connsiteY3" fmla="*/ 45011 h 773431"/>
              <a:gd name="connsiteX4" fmla="*/ 0 w 1007279"/>
              <a:gd name="connsiteY4" fmla="*/ 773431 h 773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7279" h="773431">
                <a:moveTo>
                  <a:pt x="1007279" y="773431"/>
                </a:moveTo>
                <a:lnTo>
                  <a:pt x="1007279" y="0"/>
                </a:lnTo>
                <a:lnTo>
                  <a:pt x="404691" y="0"/>
                </a:lnTo>
                <a:lnTo>
                  <a:pt x="473879" y="45011"/>
                </a:lnTo>
                <a:lnTo>
                  <a:pt x="0" y="773431"/>
                </a:lnTo>
                <a:close/>
              </a:path>
            </a:pathLst>
          </a:custGeom>
        </p:spPr>
      </p:pic>
      <p:sp>
        <p:nvSpPr>
          <p:cNvPr id="9" name="灯片编号占位符 8"/>
          <p:cNvSpPr txBox="1"/>
          <p:nvPr/>
        </p:nvSpPr>
        <p:spPr>
          <a:xfrm>
            <a:off x="8795068" y="5897402"/>
            <a:ext cx="2743200" cy="365125"/>
          </a:xfrm>
          <a:prstGeom prst="rect">
            <a:avLst/>
          </a:prstGeom>
        </p:spPr>
        <p:txBody>
          <a:bodyPr/>
          <a:lstStyle>
            <a:lvl1pPr>
              <a:defRPr b="1">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EF906490-237C-474C-BA2E-D98840BC1F8F}" type="slidenum">
              <a:rPr kumimoji="0" lang="zh-CN" altLang="en-US" sz="1800" b="1" i="0" u="none" strike="noStrike" kern="1200" cap="none" spc="0" normalizeH="0" baseline="0" noProof="0" smtClean="0">
                <a:ln>
                  <a:noFill/>
                </a:ln>
                <a:solidFill>
                  <a:schemeClr val="bg1"/>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defRPr/>
              </a:pPr>
              <a:t>‹#›</a:t>
            </a:fld>
            <a:endParaRPr kumimoji="0" lang="zh-CN" altLang="en-US" sz="1800" b="1" i="0" u="none" strike="noStrike" kern="1200" cap="none" spc="0" normalizeH="0" baseline="0" noProof="0">
              <a:ln>
                <a:noFill/>
              </a:ln>
              <a:solidFill>
                <a:schemeClr val="bg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Lst>
  <p:hf hdr="0" ftr="0" dt="0"/>
  <p:txStyles>
    <p:titleStyle>
      <a:lvl1pPr algn="l" rtl="0" eaLnBrk="1" fontAlgn="base" hangingPunct="1">
        <a:lnSpc>
          <a:spcPct val="90000"/>
        </a:lnSpc>
        <a:spcBef>
          <a:spcPct val="0"/>
        </a:spcBef>
        <a:spcAft>
          <a:spcPct val="0"/>
        </a:spcAft>
        <a:defRPr sz="3600" kern="1200">
          <a:solidFill>
            <a:schemeClr val="accent1"/>
          </a:solidFill>
          <a:latin typeface="+mj-lt"/>
          <a:ea typeface="+mj-ea"/>
          <a:cs typeface="+mj-cs"/>
        </a:defRPr>
      </a:lvl1pPr>
      <a:lvl2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2pPr>
      <a:lvl3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3pPr>
      <a:lvl4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4pPr>
      <a:lvl5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5pPr>
      <a:lvl6pPr marL="4572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6pPr>
      <a:lvl7pPr marL="9144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7pPr>
      <a:lvl8pPr marL="13716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8pPr>
      <a:lvl9pPr marL="18288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9pPr>
    </p:titleStyle>
    <p:bodyStyle>
      <a:lvl1pPr marL="0" indent="-179705" algn="l" rtl="0" eaLnBrk="1" fontAlgn="base" hangingPunct="1">
        <a:lnSpc>
          <a:spcPct val="150000"/>
        </a:lnSpc>
        <a:spcBef>
          <a:spcPts val="1800"/>
        </a:spcBef>
        <a:spcAft>
          <a:spcPct val="0"/>
        </a:spcAft>
        <a:buClr>
          <a:schemeClr val="tx1"/>
        </a:buClr>
        <a:buSzPct val="80000"/>
        <a:buFont typeface="Wingdings" panose="05000000000000000000" pitchFamily="2" charset="2"/>
        <a:buChar char="ü"/>
        <a:defRPr sz="2400" kern="1200">
          <a:solidFill>
            <a:schemeClr val="tx1"/>
          </a:solidFill>
          <a:latin typeface="+mn-lt"/>
          <a:ea typeface="+mn-ea"/>
          <a:cs typeface="+mn-cs"/>
        </a:defRPr>
      </a:lvl1pPr>
      <a:lvl2pPr marL="0" indent="0" algn="l" rtl="0" eaLnBrk="1" fontAlgn="base" hangingPunct="1">
        <a:lnSpc>
          <a:spcPct val="130000"/>
        </a:lnSpc>
        <a:spcBef>
          <a:spcPct val="0"/>
        </a:spcBef>
        <a:spcAft>
          <a:spcPct val="0"/>
        </a:spcAft>
        <a:buClr>
          <a:schemeClr val="tx1"/>
        </a:buClr>
        <a:buSzPct val="80000"/>
        <a:buFont typeface="Wingdings" panose="05000000000000000000" pitchFamily="2" charset="2"/>
        <a:buChar char="ü"/>
        <a:defRPr sz="2000" kern="1200">
          <a:solidFill>
            <a:schemeClr val="tx1"/>
          </a:solidFill>
          <a:latin typeface="+mn-lt"/>
          <a:ea typeface="+mn-ea"/>
          <a:cs typeface="+mn-cs"/>
        </a:defRPr>
      </a:lvl2pPr>
      <a:lvl3pPr marL="0" indent="0" algn="l" rtl="0" eaLnBrk="1" fontAlgn="base" hangingPunct="1">
        <a:spcBef>
          <a:spcPts val="500"/>
        </a:spcBef>
        <a:spcAft>
          <a:spcPct val="0"/>
        </a:spcAft>
        <a:buClr>
          <a:schemeClr val="tx1"/>
        </a:buClr>
        <a:buSzPct val="80000"/>
        <a:buFont typeface="Wingdings" panose="05000000000000000000" pitchFamily="2" charset="2"/>
        <a:buChar char="ü"/>
        <a:defRPr sz="1800" kern="1200">
          <a:solidFill>
            <a:srgbClr val="262626"/>
          </a:solidFill>
          <a:latin typeface="+mn-lt"/>
          <a:ea typeface="+mn-ea"/>
          <a:cs typeface="+mn-cs"/>
        </a:defRPr>
      </a:lvl3pPr>
      <a:lvl4pPr marL="0" indent="0" algn="l" rtl="0" eaLnBrk="1" fontAlgn="base" hangingPunct="1">
        <a:spcBef>
          <a:spcPts val="500"/>
        </a:spcBef>
        <a:spcAft>
          <a:spcPct val="0"/>
        </a:spcAft>
        <a:buClr>
          <a:schemeClr val="tx1"/>
        </a:buClr>
        <a:buSzPct val="80000"/>
        <a:buFont typeface="Wingdings" panose="05000000000000000000" pitchFamily="2" charset="2"/>
        <a:buChar char="ü"/>
        <a:defRPr sz="1800" kern="1200">
          <a:solidFill>
            <a:srgbClr val="262626"/>
          </a:solidFill>
          <a:latin typeface="+mn-lt"/>
          <a:ea typeface="+mn-ea"/>
          <a:cs typeface="+mn-cs"/>
        </a:defRPr>
      </a:lvl4pPr>
      <a:lvl5pPr marL="360045" indent="-179705" algn="l" rtl="0" eaLnBrk="1" fontAlgn="base" hangingPunct="1">
        <a:lnSpc>
          <a:spcPct val="150000"/>
        </a:lnSpc>
        <a:spcBef>
          <a:spcPts val="500"/>
        </a:spcBef>
        <a:spcAft>
          <a:spcPct val="0"/>
        </a:spcAft>
        <a:buClr>
          <a:schemeClr val="tx1"/>
        </a:buClr>
        <a:buSzPct val="80000"/>
        <a:buFont typeface="Wingdings" panose="05000000000000000000" pitchFamily="2" charset="2"/>
        <a:buChar char="ü"/>
        <a:defRPr kern="1200">
          <a:solidFill>
            <a:schemeClr val="tx1"/>
          </a:solidFill>
          <a:latin typeface="+mn-lt"/>
          <a:ea typeface="+mn-ea"/>
          <a:cs typeface="+mn-cs"/>
        </a:defRPr>
      </a:lvl5pPr>
      <a:lvl6pPr marL="0" indent="0" algn="l" defTabSz="914400" rtl="0" eaLnBrk="1" latinLnBrk="0" hangingPunct="1">
        <a:lnSpc>
          <a:spcPct val="9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6pPr>
      <a:lvl7pPr marL="720090"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7pPr>
      <a:lvl8pPr marL="1080135"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8pPr>
      <a:lvl9pPr marL="1440180"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2.jpe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7.xml"/><Relationship Id="rId5" Type="http://schemas.openxmlformats.org/officeDocument/2006/relationships/tags" Target="../tags/tag16.xml"/><Relationship Id="rId4" Type="http://schemas.openxmlformats.org/officeDocument/2006/relationships/tags" Target="../tags/tag15.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1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18.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21.xml"/><Relationship Id="rId7" Type="http://schemas.openxmlformats.org/officeDocument/2006/relationships/slideLayout" Target="../slideLayouts/slideLayout1.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image" Target="../media/image5.png"/><Relationship Id="rId5" Type="http://schemas.openxmlformats.org/officeDocument/2006/relationships/tags" Target="../tags/tag23.xml"/><Relationship Id="rId10" Type="http://schemas.openxmlformats.org/officeDocument/2006/relationships/image" Target="../media/image4.png"/><Relationship Id="rId4" Type="http://schemas.openxmlformats.org/officeDocument/2006/relationships/tags" Target="../tags/tag22.xml"/><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5.xml"/><Relationship Id="rId1" Type="http://schemas.openxmlformats.org/officeDocument/2006/relationships/tags" Target="../tags/tag26.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8" Type="http://schemas.openxmlformats.org/officeDocument/2006/relationships/tags" Target="../tags/tag34.xml"/><Relationship Id="rId13" Type="http://schemas.openxmlformats.org/officeDocument/2006/relationships/tags" Target="../tags/tag39.xml"/><Relationship Id="rId18" Type="http://schemas.openxmlformats.org/officeDocument/2006/relationships/slideLayout" Target="../slideLayouts/slideLayout17.xml"/><Relationship Id="rId3" Type="http://schemas.openxmlformats.org/officeDocument/2006/relationships/tags" Target="../tags/tag29.xml"/><Relationship Id="rId7" Type="http://schemas.openxmlformats.org/officeDocument/2006/relationships/tags" Target="../tags/tag33.xml"/><Relationship Id="rId12" Type="http://schemas.openxmlformats.org/officeDocument/2006/relationships/tags" Target="../tags/tag38.xml"/><Relationship Id="rId17" Type="http://schemas.openxmlformats.org/officeDocument/2006/relationships/tags" Target="../tags/tag43.xml"/><Relationship Id="rId2" Type="http://schemas.openxmlformats.org/officeDocument/2006/relationships/tags" Target="../tags/tag28.xml"/><Relationship Id="rId16" Type="http://schemas.openxmlformats.org/officeDocument/2006/relationships/tags" Target="../tags/tag42.xml"/><Relationship Id="rId1" Type="http://schemas.openxmlformats.org/officeDocument/2006/relationships/tags" Target="../tags/tag27.xml"/><Relationship Id="rId6" Type="http://schemas.openxmlformats.org/officeDocument/2006/relationships/tags" Target="../tags/tag32.xml"/><Relationship Id="rId11" Type="http://schemas.openxmlformats.org/officeDocument/2006/relationships/tags" Target="../tags/tag37.xml"/><Relationship Id="rId5" Type="http://schemas.openxmlformats.org/officeDocument/2006/relationships/tags" Target="../tags/tag31.xml"/><Relationship Id="rId15" Type="http://schemas.openxmlformats.org/officeDocument/2006/relationships/tags" Target="../tags/tag41.xml"/><Relationship Id="rId10" Type="http://schemas.openxmlformats.org/officeDocument/2006/relationships/tags" Target="../tags/tag36.xml"/><Relationship Id="rId19" Type="http://schemas.openxmlformats.org/officeDocument/2006/relationships/notesSlide" Target="../notesSlides/notesSlide3.xml"/><Relationship Id="rId4" Type="http://schemas.openxmlformats.org/officeDocument/2006/relationships/tags" Target="../tags/tag30.xml"/><Relationship Id="rId9" Type="http://schemas.openxmlformats.org/officeDocument/2006/relationships/tags" Target="../tags/tag35.xml"/><Relationship Id="rId14" Type="http://schemas.openxmlformats.org/officeDocument/2006/relationships/tags" Target="../tags/tag40.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7.xml"/><Relationship Id="rId1" Type="http://schemas.openxmlformats.org/officeDocument/2006/relationships/tags" Target="../tags/tag44.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7.xml"/><Relationship Id="rId1" Type="http://schemas.openxmlformats.org/officeDocument/2006/relationships/tags" Target="../tags/tag45.xml"/></Relationships>
</file>

<file path=ppt/slides/_rels/slide10.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notesSlide" Target="../notesSlides/notesSlide6.xml"/><Relationship Id="rId4"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7.xml"/><Relationship Id="rId1" Type="http://schemas.openxmlformats.org/officeDocument/2006/relationships/tags" Target="../tags/tag49.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51.xml"/><Relationship Id="rId1" Type="http://schemas.openxmlformats.org/officeDocument/2006/relationships/tags" Target="../tags/tag50.xml"/><Relationship Id="rId4"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3" Type="http://schemas.openxmlformats.org/officeDocument/2006/relationships/tags" Target="../tags/tag54.xml"/><Relationship Id="rId7" Type="http://schemas.openxmlformats.org/officeDocument/2006/relationships/image" Target="../media/image8.jpeg"/><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notesSlide" Target="../notesSlides/notesSlide9.xml"/><Relationship Id="rId5" Type="http://schemas.openxmlformats.org/officeDocument/2006/relationships/slideLayout" Target="../slideLayouts/slideLayout17.xml"/><Relationship Id="rId4" Type="http://schemas.openxmlformats.org/officeDocument/2006/relationships/tags" Target="../tags/tag5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7.xml"/><Relationship Id="rId1" Type="http://schemas.openxmlformats.org/officeDocument/2006/relationships/tags" Target="../tags/tag56.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7.xml"/><Relationship Id="rId1" Type="http://schemas.openxmlformats.org/officeDocument/2006/relationships/tags" Target="../tags/tag57.xml"/></Relationships>
</file>

<file path=ppt/slides/_rels/slide16.xml.rels><?xml version="1.0" encoding="UTF-8" standalone="yes"?>
<Relationships xmlns="http://schemas.openxmlformats.org/package/2006/relationships"><Relationship Id="rId8" Type="http://schemas.openxmlformats.org/officeDocument/2006/relationships/tags" Target="../tags/tag65.xml"/><Relationship Id="rId13" Type="http://schemas.openxmlformats.org/officeDocument/2006/relationships/tags" Target="../tags/tag70.xml"/><Relationship Id="rId3" Type="http://schemas.openxmlformats.org/officeDocument/2006/relationships/tags" Target="../tags/tag60.xml"/><Relationship Id="rId7" Type="http://schemas.openxmlformats.org/officeDocument/2006/relationships/tags" Target="../tags/tag64.xml"/><Relationship Id="rId12" Type="http://schemas.openxmlformats.org/officeDocument/2006/relationships/tags" Target="../tags/tag69.xml"/><Relationship Id="rId2" Type="http://schemas.openxmlformats.org/officeDocument/2006/relationships/tags" Target="../tags/tag59.xml"/><Relationship Id="rId16" Type="http://schemas.openxmlformats.org/officeDocument/2006/relationships/notesSlide" Target="../notesSlides/notesSlide12.xml"/><Relationship Id="rId1" Type="http://schemas.openxmlformats.org/officeDocument/2006/relationships/tags" Target="../tags/tag58.xml"/><Relationship Id="rId6" Type="http://schemas.openxmlformats.org/officeDocument/2006/relationships/tags" Target="../tags/tag63.xml"/><Relationship Id="rId11" Type="http://schemas.openxmlformats.org/officeDocument/2006/relationships/tags" Target="../tags/tag68.xml"/><Relationship Id="rId5" Type="http://schemas.openxmlformats.org/officeDocument/2006/relationships/tags" Target="../tags/tag62.xml"/><Relationship Id="rId15" Type="http://schemas.openxmlformats.org/officeDocument/2006/relationships/slideLayout" Target="../slideLayouts/slideLayout17.xml"/><Relationship Id="rId10" Type="http://schemas.openxmlformats.org/officeDocument/2006/relationships/tags" Target="../tags/tag67.xml"/><Relationship Id="rId4" Type="http://schemas.openxmlformats.org/officeDocument/2006/relationships/tags" Target="../tags/tag61.xml"/><Relationship Id="rId9" Type="http://schemas.openxmlformats.org/officeDocument/2006/relationships/tags" Target="../tags/tag66.xml"/><Relationship Id="rId14" Type="http://schemas.openxmlformats.org/officeDocument/2006/relationships/tags" Target="../tags/tag71.xml"/></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tags" Target="../tags/tag74.xml"/><Relationship Id="rId7" Type="http://schemas.openxmlformats.org/officeDocument/2006/relationships/tags" Target="../tags/tag78.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9"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7.xml"/><Relationship Id="rId1" Type="http://schemas.openxmlformats.org/officeDocument/2006/relationships/tags" Target="../tags/tag79.xml"/><Relationship Id="rId4" Type="http://schemas.openxmlformats.org/officeDocument/2006/relationships/image" Target="../media/image9.emf"/></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7.xml"/><Relationship Id="rId1" Type="http://schemas.openxmlformats.org/officeDocument/2006/relationships/tags" Target="../tags/tag80.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81.xml"/><Relationship Id="rId1" Type="http://schemas.openxmlformats.org/officeDocument/2006/relationships/vmlDrawing" Target="../drawings/vmlDrawing1.vml"/><Relationship Id="rId5" Type="http://schemas.openxmlformats.org/officeDocument/2006/relationships/package" Target="../embeddings/Microsoft_Office_Word___1.docx"/><Relationship Id="rId4"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8" Type="http://schemas.openxmlformats.org/officeDocument/2006/relationships/tags" Target="../tags/tag89.xml"/><Relationship Id="rId3" Type="http://schemas.openxmlformats.org/officeDocument/2006/relationships/tags" Target="../tags/tag84.xml"/><Relationship Id="rId7" Type="http://schemas.openxmlformats.org/officeDocument/2006/relationships/tags" Target="../tags/tag88.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notesSlide" Target="../notesSlides/notesSlide17.xml"/><Relationship Id="rId5" Type="http://schemas.openxmlformats.org/officeDocument/2006/relationships/tags" Target="../tags/tag86.xml"/><Relationship Id="rId10" Type="http://schemas.openxmlformats.org/officeDocument/2006/relationships/slideLayout" Target="../slideLayouts/slideLayout17.xml"/><Relationship Id="rId4" Type="http://schemas.openxmlformats.org/officeDocument/2006/relationships/tags" Target="../tags/tag85.xml"/><Relationship Id="rId9" Type="http://schemas.openxmlformats.org/officeDocument/2006/relationships/tags" Target="../tags/tag90.xml"/></Relationships>
</file>

<file path=ppt/slides/_rels/slide22.xml.rels><?xml version="1.0" encoding="UTF-8" standalone="yes"?>
<Relationships xmlns="http://schemas.openxmlformats.org/package/2006/relationships"><Relationship Id="rId8" Type="http://schemas.openxmlformats.org/officeDocument/2006/relationships/tags" Target="../tags/tag98.xml"/><Relationship Id="rId3" Type="http://schemas.openxmlformats.org/officeDocument/2006/relationships/tags" Target="../tags/tag93.xml"/><Relationship Id="rId7" Type="http://schemas.openxmlformats.org/officeDocument/2006/relationships/tags" Target="../tags/tag97.xml"/><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tags" Target="../tags/tag96.xml"/><Relationship Id="rId11" Type="http://schemas.openxmlformats.org/officeDocument/2006/relationships/notesSlide" Target="../notesSlides/notesSlide18.xml"/><Relationship Id="rId5" Type="http://schemas.openxmlformats.org/officeDocument/2006/relationships/tags" Target="../tags/tag95.xml"/><Relationship Id="rId10" Type="http://schemas.openxmlformats.org/officeDocument/2006/relationships/slideLayout" Target="../slideLayouts/slideLayout17.xml"/><Relationship Id="rId4" Type="http://schemas.openxmlformats.org/officeDocument/2006/relationships/tags" Target="../tags/tag94.xml"/><Relationship Id="rId9" Type="http://schemas.openxmlformats.org/officeDocument/2006/relationships/tags" Target="../tags/tag99.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7.xml"/><Relationship Id="rId1" Type="http://schemas.openxmlformats.org/officeDocument/2006/relationships/tags" Target="../tags/tag100.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101.xml"/><Relationship Id="rId1" Type="http://schemas.openxmlformats.org/officeDocument/2006/relationships/vmlDrawing" Target="../drawings/vmlDrawing2.vml"/><Relationship Id="rId6" Type="http://schemas.openxmlformats.org/officeDocument/2006/relationships/package" Target="../embeddings/Microsoft_Office_Word___2.docx"/><Relationship Id="rId5" Type="http://schemas.openxmlformats.org/officeDocument/2006/relationships/image" Target="../media/image12.png"/><Relationship Id="rId4"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102.xml"/><Relationship Id="rId1" Type="http://schemas.openxmlformats.org/officeDocument/2006/relationships/vmlDrawing" Target="../drawings/vmlDrawing3.vml"/><Relationship Id="rId5" Type="http://schemas.openxmlformats.org/officeDocument/2006/relationships/package" Target="../embeddings/Microsoft_Office_Word___3.docx"/><Relationship Id="rId4"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7.xml"/><Relationship Id="rId7" Type="http://schemas.openxmlformats.org/officeDocument/2006/relationships/package" Target="../embeddings/Microsoft_Office_Word___5.docx"/><Relationship Id="rId2" Type="http://schemas.openxmlformats.org/officeDocument/2006/relationships/tags" Target="../tags/tag103.xml"/><Relationship Id="rId1" Type="http://schemas.openxmlformats.org/officeDocument/2006/relationships/vmlDrawing" Target="../drawings/vmlDrawing4.vml"/><Relationship Id="rId6" Type="http://schemas.openxmlformats.org/officeDocument/2006/relationships/package" Target="../embeddings/Microsoft_Office_Word___4.docx"/><Relationship Id="rId5" Type="http://schemas.openxmlformats.org/officeDocument/2006/relationships/image" Target="../media/image12.png"/><Relationship Id="rId4"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6.xml"/><Relationship Id="rId1" Type="http://schemas.openxmlformats.org/officeDocument/2006/relationships/tags" Target="../tags/tag10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106.xml"/><Relationship Id="rId1" Type="http://schemas.openxmlformats.org/officeDocument/2006/relationships/tags" Target="../tags/tag105.xml"/><Relationship Id="rId5" Type="http://schemas.openxmlformats.org/officeDocument/2006/relationships/image" Target="../media/image17.png"/><Relationship Id="rId4"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108.xml"/><Relationship Id="rId1" Type="http://schemas.openxmlformats.org/officeDocument/2006/relationships/tags" Target="../tags/tag107.xml"/><Relationship Id="rId5" Type="http://schemas.openxmlformats.org/officeDocument/2006/relationships/image" Target="../media/image18.png"/><Relationship Id="rId4"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110.xml"/><Relationship Id="rId1" Type="http://schemas.openxmlformats.org/officeDocument/2006/relationships/tags" Target="../tags/tag109.xml"/><Relationship Id="rId5" Type="http://schemas.openxmlformats.org/officeDocument/2006/relationships/image" Target="../media/image19.png"/><Relationship Id="rId4"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7.xml"/><Relationship Id="rId1" Type="http://schemas.openxmlformats.org/officeDocument/2006/relationships/tags" Target="../tags/tag111.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7.xml"/><Relationship Id="rId1" Type="http://schemas.openxmlformats.org/officeDocument/2006/relationships/tags" Target="../tags/tag112.xml"/><Relationship Id="rId5" Type="http://schemas.openxmlformats.org/officeDocument/2006/relationships/image" Target="../media/image20.png"/><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8" Type="http://schemas.openxmlformats.org/officeDocument/2006/relationships/tags" Target="../tags/tag120.xml"/><Relationship Id="rId13" Type="http://schemas.openxmlformats.org/officeDocument/2006/relationships/tags" Target="../tags/tag125.xml"/><Relationship Id="rId18" Type="http://schemas.openxmlformats.org/officeDocument/2006/relationships/tags" Target="../tags/tag130.xml"/><Relationship Id="rId3" Type="http://schemas.openxmlformats.org/officeDocument/2006/relationships/tags" Target="../tags/tag115.xml"/><Relationship Id="rId21" Type="http://schemas.openxmlformats.org/officeDocument/2006/relationships/tags" Target="../tags/tag133.xml"/><Relationship Id="rId7" Type="http://schemas.openxmlformats.org/officeDocument/2006/relationships/tags" Target="../tags/tag119.xml"/><Relationship Id="rId12" Type="http://schemas.openxmlformats.org/officeDocument/2006/relationships/tags" Target="../tags/tag124.xml"/><Relationship Id="rId17" Type="http://schemas.openxmlformats.org/officeDocument/2006/relationships/tags" Target="../tags/tag129.xml"/><Relationship Id="rId2" Type="http://schemas.openxmlformats.org/officeDocument/2006/relationships/tags" Target="../tags/tag114.xml"/><Relationship Id="rId16" Type="http://schemas.openxmlformats.org/officeDocument/2006/relationships/tags" Target="../tags/tag128.xml"/><Relationship Id="rId20" Type="http://schemas.openxmlformats.org/officeDocument/2006/relationships/tags" Target="../tags/tag132.xml"/><Relationship Id="rId1" Type="http://schemas.openxmlformats.org/officeDocument/2006/relationships/tags" Target="../tags/tag113.xml"/><Relationship Id="rId6" Type="http://schemas.openxmlformats.org/officeDocument/2006/relationships/tags" Target="../tags/tag118.xml"/><Relationship Id="rId11" Type="http://schemas.openxmlformats.org/officeDocument/2006/relationships/tags" Target="../tags/tag123.xml"/><Relationship Id="rId5" Type="http://schemas.openxmlformats.org/officeDocument/2006/relationships/tags" Target="../tags/tag117.xml"/><Relationship Id="rId15" Type="http://schemas.openxmlformats.org/officeDocument/2006/relationships/tags" Target="../tags/tag127.xml"/><Relationship Id="rId23" Type="http://schemas.openxmlformats.org/officeDocument/2006/relationships/notesSlide" Target="../notesSlides/notesSlide29.xml"/><Relationship Id="rId10" Type="http://schemas.openxmlformats.org/officeDocument/2006/relationships/tags" Target="../tags/tag122.xml"/><Relationship Id="rId19" Type="http://schemas.openxmlformats.org/officeDocument/2006/relationships/tags" Target="../tags/tag131.xml"/><Relationship Id="rId4" Type="http://schemas.openxmlformats.org/officeDocument/2006/relationships/tags" Target="../tags/tag116.xml"/><Relationship Id="rId9" Type="http://schemas.openxmlformats.org/officeDocument/2006/relationships/tags" Target="../tags/tag121.xml"/><Relationship Id="rId14" Type="http://schemas.openxmlformats.org/officeDocument/2006/relationships/tags" Target="../tags/tag126.xml"/><Relationship Id="rId22"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7.xml"/><Relationship Id="rId1" Type="http://schemas.openxmlformats.org/officeDocument/2006/relationships/tags" Target="../tags/tag134.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7.xml"/><Relationship Id="rId1" Type="http://schemas.openxmlformats.org/officeDocument/2006/relationships/tags" Target="../tags/tag135.xml"/><Relationship Id="rId4" Type="http://schemas.openxmlformats.org/officeDocument/2006/relationships/image" Target="../media/image21.jpeg"/></Relationships>
</file>

<file path=ppt/slides/_rels/slide36.xml.rels><?xml version="1.0" encoding="UTF-8" standalone="yes"?>
<Relationships xmlns="http://schemas.openxmlformats.org/package/2006/relationships"><Relationship Id="rId3" Type="http://schemas.openxmlformats.org/officeDocument/2006/relationships/tags" Target="../tags/tag138.xml"/><Relationship Id="rId2" Type="http://schemas.openxmlformats.org/officeDocument/2006/relationships/tags" Target="../tags/tag137.xml"/><Relationship Id="rId1" Type="http://schemas.openxmlformats.org/officeDocument/2006/relationships/tags" Target="../tags/tag136.xml"/><Relationship Id="rId6" Type="http://schemas.openxmlformats.org/officeDocument/2006/relationships/notesSlide" Target="../notesSlides/notesSlide32.xml"/><Relationship Id="rId5" Type="http://schemas.openxmlformats.org/officeDocument/2006/relationships/slideLayout" Target="../slideLayouts/slideLayout17.xml"/><Relationship Id="rId4" Type="http://schemas.openxmlformats.org/officeDocument/2006/relationships/tags" Target="../tags/tag139.xml"/></Relationships>
</file>

<file path=ppt/slides/_rels/slide37.xml.rels><?xml version="1.0" encoding="UTF-8" standalone="yes"?>
<Relationships xmlns="http://schemas.openxmlformats.org/package/2006/relationships"><Relationship Id="rId8" Type="http://schemas.openxmlformats.org/officeDocument/2006/relationships/tags" Target="../tags/tag147.xml"/><Relationship Id="rId13" Type="http://schemas.openxmlformats.org/officeDocument/2006/relationships/tags" Target="../tags/tag152.xml"/><Relationship Id="rId3" Type="http://schemas.openxmlformats.org/officeDocument/2006/relationships/tags" Target="../tags/tag142.xml"/><Relationship Id="rId7" Type="http://schemas.openxmlformats.org/officeDocument/2006/relationships/tags" Target="../tags/tag146.xml"/><Relationship Id="rId12" Type="http://schemas.openxmlformats.org/officeDocument/2006/relationships/tags" Target="../tags/tag151.xml"/><Relationship Id="rId2" Type="http://schemas.openxmlformats.org/officeDocument/2006/relationships/tags" Target="../tags/tag141.xml"/><Relationship Id="rId1" Type="http://schemas.openxmlformats.org/officeDocument/2006/relationships/tags" Target="../tags/tag140.xml"/><Relationship Id="rId6" Type="http://schemas.openxmlformats.org/officeDocument/2006/relationships/tags" Target="../tags/tag145.xml"/><Relationship Id="rId11" Type="http://schemas.openxmlformats.org/officeDocument/2006/relationships/tags" Target="../tags/tag150.xml"/><Relationship Id="rId5" Type="http://schemas.openxmlformats.org/officeDocument/2006/relationships/tags" Target="../tags/tag144.xml"/><Relationship Id="rId15" Type="http://schemas.openxmlformats.org/officeDocument/2006/relationships/notesSlide" Target="../notesSlides/notesSlide33.xml"/><Relationship Id="rId10" Type="http://schemas.openxmlformats.org/officeDocument/2006/relationships/tags" Target="../tags/tag149.xml"/><Relationship Id="rId4" Type="http://schemas.openxmlformats.org/officeDocument/2006/relationships/tags" Target="../tags/tag143.xml"/><Relationship Id="rId9" Type="http://schemas.openxmlformats.org/officeDocument/2006/relationships/tags" Target="../tags/tag148.xml"/><Relationship Id="rId14"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8" Type="http://schemas.openxmlformats.org/officeDocument/2006/relationships/tags" Target="../tags/tag160.xml"/><Relationship Id="rId13" Type="http://schemas.openxmlformats.org/officeDocument/2006/relationships/tags" Target="../tags/tag165.xml"/><Relationship Id="rId18" Type="http://schemas.openxmlformats.org/officeDocument/2006/relationships/notesSlide" Target="../notesSlides/notesSlide34.xml"/><Relationship Id="rId3" Type="http://schemas.openxmlformats.org/officeDocument/2006/relationships/tags" Target="../tags/tag155.xml"/><Relationship Id="rId7" Type="http://schemas.openxmlformats.org/officeDocument/2006/relationships/tags" Target="../tags/tag159.xml"/><Relationship Id="rId12" Type="http://schemas.openxmlformats.org/officeDocument/2006/relationships/tags" Target="../tags/tag164.xml"/><Relationship Id="rId17" Type="http://schemas.openxmlformats.org/officeDocument/2006/relationships/slideLayout" Target="../slideLayouts/slideLayout17.xml"/><Relationship Id="rId2" Type="http://schemas.openxmlformats.org/officeDocument/2006/relationships/tags" Target="../tags/tag154.xml"/><Relationship Id="rId16" Type="http://schemas.openxmlformats.org/officeDocument/2006/relationships/tags" Target="../tags/tag168.xml"/><Relationship Id="rId1" Type="http://schemas.openxmlformats.org/officeDocument/2006/relationships/tags" Target="../tags/tag153.xml"/><Relationship Id="rId6" Type="http://schemas.openxmlformats.org/officeDocument/2006/relationships/tags" Target="../tags/tag158.xml"/><Relationship Id="rId11" Type="http://schemas.openxmlformats.org/officeDocument/2006/relationships/tags" Target="../tags/tag163.xml"/><Relationship Id="rId5" Type="http://schemas.openxmlformats.org/officeDocument/2006/relationships/tags" Target="../tags/tag157.xml"/><Relationship Id="rId15" Type="http://schemas.openxmlformats.org/officeDocument/2006/relationships/tags" Target="../tags/tag167.xml"/><Relationship Id="rId10" Type="http://schemas.openxmlformats.org/officeDocument/2006/relationships/tags" Target="../tags/tag162.xml"/><Relationship Id="rId4" Type="http://schemas.openxmlformats.org/officeDocument/2006/relationships/tags" Target="../tags/tag156.xml"/><Relationship Id="rId9" Type="http://schemas.openxmlformats.org/officeDocument/2006/relationships/tags" Target="../tags/tag161.xml"/><Relationship Id="rId14" Type="http://schemas.openxmlformats.org/officeDocument/2006/relationships/tags" Target="../tags/tag166.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7.xml"/><Relationship Id="rId1" Type="http://schemas.openxmlformats.org/officeDocument/2006/relationships/tags" Target="../tags/tag169.xml"/><Relationship Id="rId4" Type="http://schemas.openxmlformats.org/officeDocument/2006/relationships/image" Target="../media/image12.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7.xml"/><Relationship Id="rId1" Type="http://schemas.openxmlformats.org/officeDocument/2006/relationships/tags" Target="../tags/tag170.xml"/><Relationship Id="rId4" Type="http://schemas.openxmlformats.org/officeDocument/2006/relationships/image" Target="../media/image12.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7.xml"/><Relationship Id="rId7" Type="http://schemas.openxmlformats.org/officeDocument/2006/relationships/image" Target="../media/image24.png"/><Relationship Id="rId2" Type="http://schemas.openxmlformats.org/officeDocument/2006/relationships/slideLayout" Target="../slideLayouts/slideLayout17.xml"/><Relationship Id="rId1" Type="http://schemas.openxmlformats.org/officeDocument/2006/relationships/tags" Target="../tags/tag17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2.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7.xml"/><Relationship Id="rId1" Type="http://schemas.openxmlformats.org/officeDocument/2006/relationships/tags" Target="../tags/tag172.xml"/><Relationship Id="rId4" Type="http://schemas.openxmlformats.org/officeDocument/2006/relationships/image" Target="../media/image25.png"/></Relationships>
</file>

<file path=ppt/slides/_rels/slide43.xml.rels><?xml version="1.0" encoding="UTF-8" standalone="yes"?>
<Relationships xmlns="http://schemas.openxmlformats.org/package/2006/relationships"><Relationship Id="rId3" Type="http://schemas.openxmlformats.org/officeDocument/2006/relationships/tags" Target="../tags/tag175.xml"/><Relationship Id="rId2" Type="http://schemas.openxmlformats.org/officeDocument/2006/relationships/tags" Target="../tags/tag174.xml"/><Relationship Id="rId1" Type="http://schemas.openxmlformats.org/officeDocument/2006/relationships/tags" Target="../tags/tag173.xml"/><Relationship Id="rId6" Type="http://schemas.openxmlformats.org/officeDocument/2006/relationships/notesSlide" Target="../notesSlides/notesSlide39.xml"/><Relationship Id="rId5" Type="http://schemas.openxmlformats.org/officeDocument/2006/relationships/slideLayout" Target="../slideLayouts/slideLayout17.xml"/><Relationship Id="rId4" Type="http://schemas.openxmlformats.org/officeDocument/2006/relationships/tags" Target="../tags/tag176.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7.xml"/><Relationship Id="rId1" Type="http://schemas.openxmlformats.org/officeDocument/2006/relationships/tags" Target="../tags/tag177.xml"/><Relationship Id="rId4" Type="http://schemas.openxmlformats.org/officeDocument/2006/relationships/image" Target="../media/image26.png"/></Relationships>
</file>

<file path=ppt/slides/_rels/slide45.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tags" Target="../tags/tag180.xml"/><Relationship Id="rId7" Type="http://schemas.openxmlformats.org/officeDocument/2006/relationships/tags" Target="../tags/tag184.xml"/><Relationship Id="rId2" Type="http://schemas.openxmlformats.org/officeDocument/2006/relationships/tags" Target="../tags/tag179.xml"/><Relationship Id="rId1" Type="http://schemas.openxmlformats.org/officeDocument/2006/relationships/tags" Target="../tags/tag178.xml"/><Relationship Id="rId6" Type="http://schemas.openxmlformats.org/officeDocument/2006/relationships/tags" Target="../tags/tag183.xml"/><Relationship Id="rId5" Type="http://schemas.openxmlformats.org/officeDocument/2006/relationships/tags" Target="../tags/tag182.xml"/><Relationship Id="rId10" Type="http://schemas.openxmlformats.org/officeDocument/2006/relationships/image" Target="../media/image27.jpeg"/><Relationship Id="rId4" Type="http://schemas.openxmlformats.org/officeDocument/2006/relationships/tags" Target="../tags/tag181.xml"/><Relationship Id="rId9"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tags" Target="../tags/tag187.xml"/><Relationship Id="rId7" Type="http://schemas.openxmlformats.org/officeDocument/2006/relationships/notesSlide" Target="../notesSlides/notesSlide42.xml"/><Relationship Id="rId2" Type="http://schemas.openxmlformats.org/officeDocument/2006/relationships/tags" Target="../tags/tag186.xml"/><Relationship Id="rId1" Type="http://schemas.openxmlformats.org/officeDocument/2006/relationships/tags" Target="../tags/tag185.xml"/><Relationship Id="rId6" Type="http://schemas.openxmlformats.org/officeDocument/2006/relationships/slideLayout" Target="../slideLayouts/slideLayout17.xml"/><Relationship Id="rId5" Type="http://schemas.openxmlformats.org/officeDocument/2006/relationships/tags" Target="../tags/tag189.xml"/><Relationship Id="rId4" Type="http://schemas.openxmlformats.org/officeDocument/2006/relationships/tags" Target="../tags/tag188.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7.xml"/><Relationship Id="rId1" Type="http://schemas.openxmlformats.org/officeDocument/2006/relationships/tags" Target="../tags/tag190.xml"/><Relationship Id="rId4" Type="http://schemas.openxmlformats.org/officeDocument/2006/relationships/image" Target="../media/image12.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7.xml"/><Relationship Id="rId1" Type="http://schemas.openxmlformats.org/officeDocument/2006/relationships/tags" Target="../tags/tag191.xml"/><Relationship Id="rId4" Type="http://schemas.openxmlformats.org/officeDocument/2006/relationships/image" Target="../media/image12.png"/></Relationships>
</file>

<file path=ppt/slides/_rels/slide49.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tags" Target="../tags/tag194.xml"/><Relationship Id="rId7" Type="http://schemas.openxmlformats.org/officeDocument/2006/relationships/notesSlide" Target="../notesSlides/notesSlide45.xml"/><Relationship Id="rId2" Type="http://schemas.openxmlformats.org/officeDocument/2006/relationships/tags" Target="../tags/tag193.xml"/><Relationship Id="rId1" Type="http://schemas.openxmlformats.org/officeDocument/2006/relationships/tags" Target="../tags/tag192.xml"/><Relationship Id="rId6" Type="http://schemas.openxmlformats.org/officeDocument/2006/relationships/slideLayout" Target="../slideLayouts/slideLayout17.xml"/><Relationship Id="rId5" Type="http://schemas.openxmlformats.org/officeDocument/2006/relationships/tags" Target="../tags/tag196.xml"/><Relationship Id="rId4" Type="http://schemas.openxmlformats.org/officeDocument/2006/relationships/tags" Target="../tags/tag195.xml"/></Relationships>
</file>

<file path=ppt/slides/_rels/slide50.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tags" Target="../tags/tag199.xml"/><Relationship Id="rId7" Type="http://schemas.openxmlformats.org/officeDocument/2006/relationships/notesSlide" Target="../notesSlides/notesSlide46.xml"/><Relationship Id="rId2" Type="http://schemas.openxmlformats.org/officeDocument/2006/relationships/tags" Target="../tags/tag198.xml"/><Relationship Id="rId1" Type="http://schemas.openxmlformats.org/officeDocument/2006/relationships/tags" Target="../tags/tag197.xml"/><Relationship Id="rId6" Type="http://schemas.openxmlformats.org/officeDocument/2006/relationships/slideLayout" Target="../slideLayouts/slideLayout17.xml"/><Relationship Id="rId5" Type="http://schemas.openxmlformats.org/officeDocument/2006/relationships/tags" Target="../tags/tag201.xml"/><Relationship Id="rId4" Type="http://schemas.openxmlformats.org/officeDocument/2006/relationships/tags" Target="../tags/tag200.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7.xml"/><Relationship Id="rId1" Type="http://schemas.openxmlformats.org/officeDocument/2006/relationships/tags" Target="../tags/tag202.xml"/><Relationship Id="rId4" Type="http://schemas.openxmlformats.org/officeDocument/2006/relationships/image" Target="../media/image12.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7.xml"/><Relationship Id="rId1" Type="http://schemas.openxmlformats.org/officeDocument/2006/relationships/tags" Target="../tags/tag203.xml"/><Relationship Id="rId4" Type="http://schemas.openxmlformats.org/officeDocument/2006/relationships/image" Target="../media/image31.png"/></Relationships>
</file>

<file path=ppt/slides/_rels/slide53.xml.rels><?xml version="1.0" encoding="UTF-8" standalone="yes"?>
<Relationships xmlns="http://schemas.openxmlformats.org/package/2006/relationships"><Relationship Id="rId8" Type="http://schemas.openxmlformats.org/officeDocument/2006/relationships/image" Target="../media/image32.jpeg"/><Relationship Id="rId3" Type="http://schemas.openxmlformats.org/officeDocument/2006/relationships/tags" Target="../tags/tag206.xml"/><Relationship Id="rId7" Type="http://schemas.openxmlformats.org/officeDocument/2006/relationships/notesSlide" Target="../notesSlides/notesSlide49.xml"/><Relationship Id="rId2" Type="http://schemas.openxmlformats.org/officeDocument/2006/relationships/tags" Target="../tags/tag205.xml"/><Relationship Id="rId1" Type="http://schemas.openxmlformats.org/officeDocument/2006/relationships/tags" Target="../tags/tag204.xml"/><Relationship Id="rId6" Type="http://schemas.openxmlformats.org/officeDocument/2006/relationships/slideLayout" Target="../slideLayouts/slideLayout17.xml"/><Relationship Id="rId5" Type="http://schemas.openxmlformats.org/officeDocument/2006/relationships/tags" Target="../tags/tag208.xml"/><Relationship Id="rId4" Type="http://schemas.openxmlformats.org/officeDocument/2006/relationships/tags" Target="../tags/tag207.xml"/></Relationships>
</file>

<file path=ppt/slides/_rels/slide54.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tags" Target="../tags/tag211.xml"/><Relationship Id="rId7" Type="http://schemas.openxmlformats.org/officeDocument/2006/relationships/notesSlide" Target="../notesSlides/notesSlide50.xml"/><Relationship Id="rId2" Type="http://schemas.openxmlformats.org/officeDocument/2006/relationships/tags" Target="../tags/tag210.xml"/><Relationship Id="rId1" Type="http://schemas.openxmlformats.org/officeDocument/2006/relationships/tags" Target="../tags/tag209.xml"/><Relationship Id="rId6" Type="http://schemas.openxmlformats.org/officeDocument/2006/relationships/slideLayout" Target="../slideLayouts/slideLayout17.xml"/><Relationship Id="rId5" Type="http://schemas.openxmlformats.org/officeDocument/2006/relationships/tags" Target="../tags/tag213.xml"/><Relationship Id="rId4" Type="http://schemas.openxmlformats.org/officeDocument/2006/relationships/tags" Target="../tags/tag212.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7.xml"/><Relationship Id="rId1" Type="http://schemas.openxmlformats.org/officeDocument/2006/relationships/tags" Target="../tags/tag214.xml"/><Relationship Id="rId5" Type="http://schemas.openxmlformats.org/officeDocument/2006/relationships/image" Target="../media/image34.png"/><Relationship Id="rId4" Type="http://schemas.openxmlformats.org/officeDocument/2006/relationships/image" Target="../media/image12.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7.xml"/><Relationship Id="rId1" Type="http://schemas.openxmlformats.org/officeDocument/2006/relationships/tags" Target="../tags/tag215.xml"/><Relationship Id="rId5" Type="http://schemas.openxmlformats.org/officeDocument/2006/relationships/image" Target="../media/image35.png"/><Relationship Id="rId4" Type="http://schemas.openxmlformats.org/officeDocument/2006/relationships/image" Target="../media/image12.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217.xml"/><Relationship Id="rId1" Type="http://schemas.openxmlformats.org/officeDocument/2006/relationships/tags" Target="../tags/tag216.xml"/><Relationship Id="rId5" Type="http://schemas.openxmlformats.org/officeDocument/2006/relationships/image" Target="../media/image36.png"/><Relationship Id="rId4"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8" Type="http://schemas.openxmlformats.org/officeDocument/2006/relationships/tags" Target="../tags/tag225.xml"/><Relationship Id="rId13" Type="http://schemas.openxmlformats.org/officeDocument/2006/relationships/tags" Target="../tags/tag230.xml"/><Relationship Id="rId3" Type="http://schemas.openxmlformats.org/officeDocument/2006/relationships/tags" Target="../tags/tag220.xml"/><Relationship Id="rId7" Type="http://schemas.openxmlformats.org/officeDocument/2006/relationships/tags" Target="../tags/tag224.xml"/><Relationship Id="rId12" Type="http://schemas.openxmlformats.org/officeDocument/2006/relationships/tags" Target="../tags/tag229.xml"/><Relationship Id="rId17" Type="http://schemas.openxmlformats.org/officeDocument/2006/relationships/notesSlide" Target="../notesSlides/notesSlide54.xml"/><Relationship Id="rId2" Type="http://schemas.openxmlformats.org/officeDocument/2006/relationships/tags" Target="../tags/tag219.xml"/><Relationship Id="rId16" Type="http://schemas.openxmlformats.org/officeDocument/2006/relationships/slideLayout" Target="../slideLayouts/slideLayout17.xml"/><Relationship Id="rId1" Type="http://schemas.openxmlformats.org/officeDocument/2006/relationships/tags" Target="../tags/tag218.xml"/><Relationship Id="rId6" Type="http://schemas.openxmlformats.org/officeDocument/2006/relationships/tags" Target="../tags/tag223.xml"/><Relationship Id="rId11" Type="http://schemas.openxmlformats.org/officeDocument/2006/relationships/tags" Target="../tags/tag228.xml"/><Relationship Id="rId5" Type="http://schemas.openxmlformats.org/officeDocument/2006/relationships/tags" Target="../tags/tag222.xml"/><Relationship Id="rId15" Type="http://schemas.openxmlformats.org/officeDocument/2006/relationships/tags" Target="../tags/tag232.xml"/><Relationship Id="rId10" Type="http://schemas.openxmlformats.org/officeDocument/2006/relationships/tags" Target="../tags/tag227.xml"/><Relationship Id="rId4" Type="http://schemas.openxmlformats.org/officeDocument/2006/relationships/tags" Target="../tags/tag221.xml"/><Relationship Id="rId9" Type="http://schemas.openxmlformats.org/officeDocument/2006/relationships/tags" Target="../tags/tag226.xml"/><Relationship Id="rId14" Type="http://schemas.openxmlformats.org/officeDocument/2006/relationships/tags" Target="../tags/tag231.xml"/></Relationships>
</file>

<file path=ppt/slides/_rels/slide59.xml.rels><?xml version="1.0" encoding="UTF-8" standalone="yes"?>
<Relationships xmlns="http://schemas.openxmlformats.org/package/2006/relationships"><Relationship Id="rId8" Type="http://schemas.openxmlformats.org/officeDocument/2006/relationships/tags" Target="../tags/tag240.xml"/><Relationship Id="rId3" Type="http://schemas.openxmlformats.org/officeDocument/2006/relationships/tags" Target="../tags/tag235.xml"/><Relationship Id="rId7" Type="http://schemas.openxmlformats.org/officeDocument/2006/relationships/tags" Target="../tags/tag239.xml"/><Relationship Id="rId2" Type="http://schemas.openxmlformats.org/officeDocument/2006/relationships/tags" Target="../tags/tag234.xml"/><Relationship Id="rId1" Type="http://schemas.openxmlformats.org/officeDocument/2006/relationships/tags" Target="../tags/tag233.xml"/><Relationship Id="rId6" Type="http://schemas.openxmlformats.org/officeDocument/2006/relationships/tags" Target="../tags/tag238.xml"/><Relationship Id="rId5" Type="http://schemas.openxmlformats.org/officeDocument/2006/relationships/tags" Target="../tags/tag237.xml"/><Relationship Id="rId10" Type="http://schemas.openxmlformats.org/officeDocument/2006/relationships/notesSlide" Target="../notesSlides/notesSlide55.xml"/><Relationship Id="rId4" Type="http://schemas.openxmlformats.org/officeDocument/2006/relationships/tags" Target="../tags/tag236.xml"/><Relationship Id="rId9"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8" Type="http://schemas.openxmlformats.org/officeDocument/2006/relationships/tags" Target="../tags/tag248.xml"/><Relationship Id="rId13" Type="http://schemas.openxmlformats.org/officeDocument/2006/relationships/tags" Target="../tags/tag253.xml"/><Relationship Id="rId18" Type="http://schemas.openxmlformats.org/officeDocument/2006/relationships/slideLayout" Target="../slideLayouts/slideLayout17.xml"/><Relationship Id="rId3" Type="http://schemas.openxmlformats.org/officeDocument/2006/relationships/tags" Target="../tags/tag243.xml"/><Relationship Id="rId7" Type="http://schemas.openxmlformats.org/officeDocument/2006/relationships/tags" Target="../tags/tag247.xml"/><Relationship Id="rId12" Type="http://schemas.openxmlformats.org/officeDocument/2006/relationships/tags" Target="../tags/tag252.xml"/><Relationship Id="rId17" Type="http://schemas.openxmlformats.org/officeDocument/2006/relationships/tags" Target="../tags/tag257.xml"/><Relationship Id="rId2" Type="http://schemas.openxmlformats.org/officeDocument/2006/relationships/tags" Target="../tags/tag242.xml"/><Relationship Id="rId16" Type="http://schemas.openxmlformats.org/officeDocument/2006/relationships/tags" Target="../tags/tag256.xml"/><Relationship Id="rId1" Type="http://schemas.openxmlformats.org/officeDocument/2006/relationships/tags" Target="../tags/tag241.xml"/><Relationship Id="rId6" Type="http://schemas.openxmlformats.org/officeDocument/2006/relationships/tags" Target="../tags/tag246.xml"/><Relationship Id="rId11" Type="http://schemas.openxmlformats.org/officeDocument/2006/relationships/tags" Target="../tags/tag251.xml"/><Relationship Id="rId5" Type="http://schemas.openxmlformats.org/officeDocument/2006/relationships/tags" Target="../tags/tag245.xml"/><Relationship Id="rId15" Type="http://schemas.openxmlformats.org/officeDocument/2006/relationships/tags" Target="../tags/tag255.xml"/><Relationship Id="rId10" Type="http://schemas.openxmlformats.org/officeDocument/2006/relationships/tags" Target="../tags/tag250.xml"/><Relationship Id="rId19" Type="http://schemas.openxmlformats.org/officeDocument/2006/relationships/notesSlide" Target="../notesSlides/notesSlide56.xml"/><Relationship Id="rId4" Type="http://schemas.openxmlformats.org/officeDocument/2006/relationships/tags" Target="../tags/tag244.xml"/><Relationship Id="rId9" Type="http://schemas.openxmlformats.org/officeDocument/2006/relationships/tags" Target="../tags/tag249.xml"/><Relationship Id="rId14" Type="http://schemas.openxmlformats.org/officeDocument/2006/relationships/tags" Target="../tags/tag254.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7.xml"/><Relationship Id="rId1" Type="http://schemas.openxmlformats.org/officeDocument/2006/relationships/tags" Target="../tags/tag258.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260.xml"/><Relationship Id="rId1" Type="http://schemas.openxmlformats.org/officeDocument/2006/relationships/tags" Target="../tags/tag259.xml"/><Relationship Id="rId5" Type="http://schemas.openxmlformats.org/officeDocument/2006/relationships/image" Target="../media/image37.jpeg"/><Relationship Id="rId4"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61.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5.xml"/><Relationship Id="rId1" Type="http://schemas.openxmlformats.org/officeDocument/2006/relationships/tags" Target="../tags/tag262.xml"/><Relationship Id="rId4" Type="http://schemas.openxmlformats.org/officeDocument/2006/relationships/image" Target="../media/image38.jpe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7.xml"/><Relationship Id="rId1" Type="http://schemas.openxmlformats.org/officeDocument/2006/relationships/tags" Target="../tags/tag263.xml"/><Relationship Id="rId4" Type="http://schemas.openxmlformats.org/officeDocument/2006/relationships/image" Target="../media/image39.jpeg"/></Relationships>
</file>

<file path=ppt/slides/_rels/slide66.xml.rels><?xml version="1.0" encoding="UTF-8" standalone="yes"?>
<Relationships xmlns="http://schemas.openxmlformats.org/package/2006/relationships"><Relationship Id="rId3" Type="http://schemas.openxmlformats.org/officeDocument/2006/relationships/tags" Target="../tags/tag266.xml"/><Relationship Id="rId2" Type="http://schemas.openxmlformats.org/officeDocument/2006/relationships/tags" Target="../tags/tag265.xml"/><Relationship Id="rId1" Type="http://schemas.openxmlformats.org/officeDocument/2006/relationships/tags" Target="../tags/tag264.xml"/><Relationship Id="rId6" Type="http://schemas.openxmlformats.org/officeDocument/2006/relationships/notesSlide" Target="../notesSlides/notesSlide61.xml"/><Relationship Id="rId5" Type="http://schemas.openxmlformats.org/officeDocument/2006/relationships/slideLayout" Target="../slideLayouts/slideLayout17.xml"/><Relationship Id="rId4" Type="http://schemas.openxmlformats.org/officeDocument/2006/relationships/tags" Target="../tags/tag267.xml"/></Relationships>
</file>

<file path=ppt/slides/_rels/slide67.xml.rels><?xml version="1.0" encoding="UTF-8" standalone="yes"?>
<Relationships xmlns="http://schemas.openxmlformats.org/package/2006/relationships"><Relationship Id="rId3" Type="http://schemas.openxmlformats.org/officeDocument/2006/relationships/tags" Target="../tags/tag270.xml"/><Relationship Id="rId2" Type="http://schemas.openxmlformats.org/officeDocument/2006/relationships/tags" Target="../tags/tag269.xml"/><Relationship Id="rId1" Type="http://schemas.openxmlformats.org/officeDocument/2006/relationships/tags" Target="../tags/tag268.xml"/><Relationship Id="rId6" Type="http://schemas.openxmlformats.org/officeDocument/2006/relationships/notesSlide" Target="../notesSlides/notesSlide62.xml"/><Relationship Id="rId5" Type="http://schemas.openxmlformats.org/officeDocument/2006/relationships/slideLayout" Target="../slideLayouts/slideLayout17.xml"/><Relationship Id="rId4" Type="http://schemas.openxmlformats.org/officeDocument/2006/relationships/tags" Target="../tags/tag271.xml"/></Relationships>
</file>

<file path=ppt/slides/_rels/slide68.xml.rels><?xml version="1.0" encoding="UTF-8" standalone="yes"?>
<Relationships xmlns="http://schemas.openxmlformats.org/package/2006/relationships"><Relationship Id="rId3" Type="http://schemas.openxmlformats.org/officeDocument/2006/relationships/tags" Target="../tags/tag274.xml"/><Relationship Id="rId2" Type="http://schemas.openxmlformats.org/officeDocument/2006/relationships/tags" Target="../tags/tag273.xml"/><Relationship Id="rId1" Type="http://schemas.openxmlformats.org/officeDocument/2006/relationships/tags" Target="../tags/tag272.xml"/><Relationship Id="rId6" Type="http://schemas.openxmlformats.org/officeDocument/2006/relationships/notesSlide" Target="../notesSlides/notesSlide63.xml"/><Relationship Id="rId5" Type="http://schemas.openxmlformats.org/officeDocument/2006/relationships/slideLayout" Target="../slideLayouts/slideLayout17.xml"/><Relationship Id="rId4" Type="http://schemas.openxmlformats.org/officeDocument/2006/relationships/tags" Target="../tags/tag275.xml"/></Relationships>
</file>

<file path=ppt/slides/_rels/slide69.xml.rels><?xml version="1.0" encoding="UTF-8" standalone="yes"?>
<Relationships xmlns="http://schemas.openxmlformats.org/package/2006/relationships"><Relationship Id="rId3" Type="http://schemas.openxmlformats.org/officeDocument/2006/relationships/tags" Target="../tags/tag278.xml"/><Relationship Id="rId2" Type="http://schemas.openxmlformats.org/officeDocument/2006/relationships/tags" Target="../tags/tag277.xml"/><Relationship Id="rId1" Type="http://schemas.openxmlformats.org/officeDocument/2006/relationships/tags" Target="../tags/tag276.xml"/><Relationship Id="rId6" Type="http://schemas.openxmlformats.org/officeDocument/2006/relationships/notesSlide" Target="../notesSlides/notesSlide64.xml"/><Relationship Id="rId5" Type="http://schemas.openxmlformats.org/officeDocument/2006/relationships/slideLayout" Target="../slideLayouts/slideLayout17.xml"/><Relationship Id="rId4" Type="http://schemas.openxmlformats.org/officeDocument/2006/relationships/tags" Target="../tags/tag279.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7.xml"/><Relationship Id="rId1" Type="http://schemas.openxmlformats.org/officeDocument/2006/relationships/tags" Target="../tags/tag280.xml"/><Relationship Id="rId6" Type="http://schemas.openxmlformats.org/officeDocument/2006/relationships/image" Target="../media/image42.jpeg"/><Relationship Id="rId5" Type="http://schemas.openxmlformats.org/officeDocument/2006/relationships/image" Target="../media/image41.jpeg"/><Relationship Id="rId4" Type="http://schemas.openxmlformats.org/officeDocument/2006/relationships/image" Target="../media/image40.jpe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7.xml"/><Relationship Id="rId1" Type="http://schemas.openxmlformats.org/officeDocument/2006/relationships/tags" Target="../tags/tag281.xml"/><Relationship Id="rId4" Type="http://schemas.openxmlformats.org/officeDocument/2006/relationships/image" Target="../media/image43.png"/></Relationships>
</file>

<file path=ppt/slides/_rels/slide72.xml.rels><?xml version="1.0" encoding="UTF-8" standalone="yes"?>
<Relationships xmlns="http://schemas.openxmlformats.org/package/2006/relationships"><Relationship Id="rId8" Type="http://schemas.openxmlformats.org/officeDocument/2006/relationships/tags" Target="../tags/tag289.xml"/><Relationship Id="rId13" Type="http://schemas.openxmlformats.org/officeDocument/2006/relationships/tags" Target="../tags/tag294.xml"/><Relationship Id="rId18" Type="http://schemas.openxmlformats.org/officeDocument/2006/relationships/notesSlide" Target="../notesSlides/notesSlide67.xml"/><Relationship Id="rId3" Type="http://schemas.openxmlformats.org/officeDocument/2006/relationships/tags" Target="../tags/tag284.xml"/><Relationship Id="rId7" Type="http://schemas.openxmlformats.org/officeDocument/2006/relationships/tags" Target="../tags/tag288.xml"/><Relationship Id="rId12" Type="http://schemas.openxmlformats.org/officeDocument/2006/relationships/tags" Target="../tags/tag293.xml"/><Relationship Id="rId17" Type="http://schemas.openxmlformats.org/officeDocument/2006/relationships/slideLayout" Target="../slideLayouts/slideLayout17.xml"/><Relationship Id="rId2" Type="http://schemas.openxmlformats.org/officeDocument/2006/relationships/tags" Target="../tags/tag283.xml"/><Relationship Id="rId16" Type="http://schemas.openxmlformats.org/officeDocument/2006/relationships/tags" Target="../tags/tag297.xml"/><Relationship Id="rId1" Type="http://schemas.openxmlformats.org/officeDocument/2006/relationships/tags" Target="../tags/tag282.xml"/><Relationship Id="rId6" Type="http://schemas.openxmlformats.org/officeDocument/2006/relationships/tags" Target="../tags/tag287.xml"/><Relationship Id="rId11" Type="http://schemas.openxmlformats.org/officeDocument/2006/relationships/tags" Target="../tags/tag292.xml"/><Relationship Id="rId5" Type="http://schemas.openxmlformats.org/officeDocument/2006/relationships/tags" Target="../tags/tag286.xml"/><Relationship Id="rId15" Type="http://schemas.openxmlformats.org/officeDocument/2006/relationships/tags" Target="../tags/tag296.xml"/><Relationship Id="rId10" Type="http://schemas.openxmlformats.org/officeDocument/2006/relationships/tags" Target="../tags/tag291.xml"/><Relationship Id="rId4" Type="http://schemas.openxmlformats.org/officeDocument/2006/relationships/tags" Target="../tags/tag285.xml"/><Relationship Id="rId9" Type="http://schemas.openxmlformats.org/officeDocument/2006/relationships/tags" Target="../tags/tag290.xml"/><Relationship Id="rId14" Type="http://schemas.openxmlformats.org/officeDocument/2006/relationships/tags" Target="../tags/tag295.xml"/></Relationships>
</file>

<file path=ppt/slides/_rels/slide73.xml.rels><?xml version="1.0" encoding="UTF-8" standalone="yes"?>
<Relationships xmlns="http://schemas.openxmlformats.org/package/2006/relationships"><Relationship Id="rId8" Type="http://schemas.openxmlformats.org/officeDocument/2006/relationships/tags" Target="../tags/tag305.xml"/><Relationship Id="rId13" Type="http://schemas.openxmlformats.org/officeDocument/2006/relationships/tags" Target="../tags/tag310.xml"/><Relationship Id="rId3" Type="http://schemas.openxmlformats.org/officeDocument/2006/relationships/tags" Target="../tags/tag300.xml"/><Relationship Id="rId7" Type="http://schemas.openxmlformats.org/officeDocument/2006/relationships/tags" Target="../tags/tag304.xml"/><Relationship Id="rId12" Type="http://schemas.openxmlformats.org/officeDocument/2006/relationships/tags" Target="../tags/tag309.xml"/><Relationship Id="rId2" Type="http://schemas.openxmlformats.org/officeDocument/2006/relationships/tags" Target="../tags/tag299.xml"/><Relationship Id="rId16" Type="http://schemas.openxmlformats.org/officeDocument/2006/relationships/notesSlide" Target="../notesSlides/notesSlide68.xml"/><Relationship Id="rId1" Type="http://schemas.openxmlformats.org/officeDocument/2006/relationships/tags" Target="../tags/tag298.xml"/><Relationship Id="rId6" Type="http://schemas.openxmlformats.org/officeDocument/2006/relationships/tags" Target="../tags/tag303.xml"/><Relationship Id="rId11" Type="http://schemas.openxmlformats.org/officeDocument/2006/relationships/tags" Target="../tags/tag308.xml"/><Relationship Id="rId5" Type="http://schemas.openxmlformats.org/officeDocument/2006/relationships/tags" Target="../tags/tag302.xml"/><Relationship Id="rId15" Type="http://schemas.openxmlformats.org/officeDocument/2006/relationships/slideLayout" Target="../slideLayouts/slideLayout17.xml"/><Relationship Id="rId10" Type="http://schemas.openxmlformats.org/officeDocument/2006/relationships/tags" Target="../tags/tag307.xml"/><Relationship Id="rId4" Type="http://schemas.openxmlformats.org/officeDocument/2006/relationships/tags" Target="../tags/tag301.xml"/><Relationship Id="rId9" Type="http://schemas.openxmlformats.org/officeDocument/2006/relationships/tags" Target="../tags/tag306.xml"/><Relationship Id="rId14" Type="http://schemas.openxmlformats.org/officeDocument/2006/relationships/tags" Target="../tags/tag311.xml"/></Relationships>
</file>

<file path=ppt/slides/_rels/slide74.xml.rels><?xml version="1.0" encoding="UTF-8" standalone="yes"?>
<Relationships xmlns="http://schemas.openxmlformats.org/package/2006/relationships"><Relationship Id="rId8" Type="http://schemas.openxmlformats.org/officeDocument/2006/relationships/tags" Target="../tags/tag319.xml"/><Relationship Id="rId13" Type="http://schemas.openxmlformats.org/officeDocument/2006/relationships/tags" Target="../tags/tag324.xml"/><Relationship Id="rId3" Type="http://schemas.openxmlformats.org/officeDocument/2006/relationships/tags" Target="../tags/tag314.xml"/><Relationship Id="rId7" Type="http://schemas.openxmlformats.org/officeDocument/2006/relationships/tags" Target="../tags/tag318.xml"/><Relationship Id="rId12" Type="http://schemas.openxmlformats.org/officeDocument/2006/relationships/tags" Target="../tags/tag323.xml"/><Relationship Id="rId2" Type="http://schemas.openxmlformats.org/officeDocument/2006/relationships/tags" Target="../tags/tag313.xml"/><Relationship Id="rId16" Type="http://schemas.openxmlformats.org/officeDocument/2006/relationships/notesSlide" Target="../notesSlides/notesSlide69.xml"/><Relationship Id="rId1" Type="http://schemas.openxmlformats.org/officeDocument/2006/relationships/tags" Target="../tags/tag312.xml"/><Relationship Id="rId6" Type="http://schemas.openxmlformats.org/officeDocument/2006/relationships/tags" Target="../tags/tag317.xml"/><Relationship Id="rId11" Type="http://schemas.openxmlformats.org/officeDocument/2006/relationships/tags" Target="../tags/tag322.xml"/><Relationship Id="rId5" Type="http://schemas.openxmlformats.org/officeDocument/2006/relationships/tags" Target="../tags/tag316.xml"/><Relationship Id="rId15" Type="http://schemas.openxmlformats.org/officeDocument/2006/relationships/slideLayout" Target="../slideLayouts/slideLayout17.xml"/><Relationship Id="rId10" Type="http://schemas.openxmlformats.org/officeDocument/2006/relationships/tags" Target="../tags/tag321.xml"/><Relationship Id="rId4" Type="http://schemas.openxmlformats.org/officeDocument/2006/relationships/tags" Target="../tags/tag315.xml"/><Relationship Id="rId9" Type="http://schemas.openxmlformats.org/officeDocument/2006/relationships/tags" Target="../tags/tag320.xml"/><Relationship Id="rId14" Type="http://schemas.openxmlformats.org/officeDocument/2006/relationships/tags" Target="../tags/tag325.xml"/></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327.xml"/><Relationship Id="rId1" Type="http://schemas.openxmlformats.org/officeDocument/2006/relationships/tags" Target="../tags/tag326.xml"/><Relationship Id="rId4" Type="http://schemas.openxmlformats.org/officeDocument/2006/relationships/notesSlide" Target="../notesSlides/notesSlide70.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329.xml"/><Relationship Id="rId1" Type="http://schemas.openxmlformats.org/officeDocument/2006/relationships/tags" Target="../tags/tag328.xml"/><Relationship Id="rId4" Type="http://schemas.openxmlformats.org/officeDocument/2006/relationships/notesSlide" Target="../notesSlides/notesSlide71.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17.xml"/><Relationship Id="rId1" Type="http://schemas.openxmlformats.org/officeDocument/2006/relationships/tags" Target="../tags/tag330.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17.xml"/><Relationship Id="rId1" Type="http://schemas.openxmlformats.org/officeDocument/2006/relationships/tags" Target="../tags/tag331.xml"/></Relationships>
</file>

<file path=ppt/slides/_rels/slide79.xml.rels><?xml version="1.0" encoding="UTF-8" standalone="yes"?>
<Relationships xmlns="http://schemas.openxmlformats.org/package/2006/relationships"><Relationship Id="rId3" Type="http://schemas.openxmlformats.org/officeDocument/2006/relationships/tags" Target="../tags/tag334.xml"/><Relationship Id="rId2" Type="http://schemas.openxmlformats.org/officeDocument/2006/relationships/tags" Target="../tags/tag333.xml"/><Relationship Id="rId1" Type="http://schemas.openxmlformats.org/officeDocument/2006/relationships/tags" Target="../tags/tag332.xml"/><Relationship Id="rId6" Type="http://schemas.openxmlformats.org/officeDocument/2006/relationships/image" Target="../media/image44.jpeg"/><Relationship Id="rId5" Type="http://schemas.openxmlformats.org/officeDocument/2006/relationships/notesSlide" Target="../notesSlides/notesSlide74.xml"/><Relationship Id="rId4" Type="http://schemas.openxmlformats.org/officeDocument/2006/relationships/slideLayout" Target="../slideLayouts/slideLayout17.xml"/></Relationships>
</file>

<file path=ppt/slides/_rels/slide80.xml.rels><?xml version="1.0" encoding="UTF-8" standalone="yes"?>
<Relationships xmlns="http://schemas.openxmlformats.org/package/2006/relationships"><Relationship Id="rId3" Type="http://schemas.openxmlformats.org/officeDocument/2006/relationships/tags" Target="../tags/tag337.xml"/><Relationship Id="rId2" Type="http://schemas.openxmlformats.org/officeDocument/2006/relationships/tags" Target="../tags/tag336.xml"/><Relationship Id="rId1" Type="http://schemas.openxmlformats.org/officeDocument/2006/relationships/tags" Target="../tags/tag335.xml"/><Relationship Id="rId5" Type="http://schemas.openxmlformats.org/officeDocument/2006/relationships/notesSlide" Target="../notesSlides/notesSlide75.xml"/><Relationship Id="rId4" Type="http://schemas.openxmlformats.org/officeDocument/2006/relationships/slideLayout" Target="../slideLayouts/slideLayout17.xml"/></Relationships>
</file>

<file path=ppt/slides/_rels/slide81.xml.rels><?xml version="1.0" encoding="UTF-8" standalone="yes"?>
<Relationships xmlns="http://schemas.openxmlformats.org/package/2006/relationships"><Relationship Id="rId3" Type="http://schemas.openxmlformats.org/officeDocument/2006/relationships/tags" Target="../tags/tag340.xml"/><Relationship Id="rId2" Type="http://schemas.openxmlformats.org/officeDocument/2006/relationships/tags" Target="../tags/tag339.xml"/><Relationship Id="rId1" Type="http://schemas.openxmlformats.org/officeDocument/2006/relationships/tags" Target="../tags/tag338.xml"/><Relationship Id="rId5" Type="http://schemas.openxmlformats.org/officeDocument/2006/relationships/notesSlide" Target="../notesSlides/notesSlide76.xml"/><Relationship Id="rId4" Type="http://schemas.openxmlformats.org/officeDocument/2006/relationships/slideLayout" Target="../slideLayouts/slideLayout17.xml"/></Relationships>
</file>

<file path=ppt/slides/_rels/slide82.xml.rels><?xml version="1.0" encoding="UTF-8" standalone="yes"?>
<Relationships xmlns="http://schemas.openxmlformats.org/package/2006/relationships"><Relationship Id="rId8" Type="http://schemas.openxmlformats.org/officeDocument/2006/relationships/tags" Target="../tags/tag348.xml"/><Relationship Id="rId13" Type="http://schemas.openxmlformats.org/officeDocument/2006/relationships/tags" Target="../tags/tag353.xml"/><Relationship Id="rId3" Type="http://schemas.openxmlformats.org/officeDocument/2006/relationships/tags" Target="../tags/tag343.xml"/><Relationship Id="rId7" Type="http://schemas.openxmlformats.org/officeDocument/2006/relationships/tags" Target="../tags/tag347.xml"/><Relationship Id="rId12" Type="http://schemas.openxmlformats.org/officeDocument/2006/relationships/tags" Target="../tags/tag352.xml"/><Relationship Id="rId17" Type="http://schemas.openxmlformats.org/officeDocument/2006/relationships/notesSlide" Target="../notesSlides/notesSlide77.xml"/><Relationship Id="rId2" Type="http://schemas.openxmlformats.org/officeDocument/2006/relationships/tags" Target="../tags/tag342.xml"/><Relationship Id="rId16" Type="http://schemas.openxmlformats.org/officeDocument/2006/relationships/slideLayout" Target="../slideLayouts/slideLayout17.xml"/><Relationship Id="rId1" Type="http://schemas.openxmlformats.org/officeDocument/2006/relationships/tags" Target="../tags/tag341.xml"/><Relationship Id="rId6" Type="http://schemas.openxmlformats.org/officeDocument/2006/relationships/tags" Target="../tags/tag346.xml"/><Relationship Id="rId11" Type="http://schemas.openxmlformats.org/officeDocument/2006/relationships/tags" Target="../tags/tag351.xml"/><Relationship Id="rId5" Type="http://schemas.openxmlformats.org/officeDocument/2006/relationships/tags" Target="../tags/tag345.xml"/><Relationship Id="rId15" Type="http://schemas.openxmlformats.org/officeDocument/2006/relationships/tags" Target="../tags/tag355.xml"/><Relationship Id="rId10" Type="http://schemas.openxmlformats.org/officeDocument/2006/relationships/tags" Target="../tags/tag350.xml"/><Relationship Id="rId4" Type="http://schemas.openxmlformats.org/officeDocument/2006/relationships/tags" Target="../tags/tag344.xml"/><Relationship Id="rId9" Type="http://schemas.openxmlformats.org/officeDocument/2006/relationships/tags" Target="../tags/tag349.xml"/><Relationship Id="rId14" Type="http://schemas.openxmlformats.org/officeDocument/2006/relationships/tags" Target="../tags/tag354.xml"/></Relationships>
</file>

<file path=ppt/slides/_rels/slide83.xml.rels><?xml version="1.0" encoding="UTF-8" standalone="yes"?>
<Relationships xmlns="http://schemas.openxmlformats.org/package/2006/relationships"><Relationship Id="rId3" Type="http://schemas.openxmlformats.org/officeDocument/2006/relationships/tags" Target="../tags/tag358.xml"/><Relationship Id="rId2" Type="http://schemas.openxmlformats.org/officeDocument/2006/relationships/tags" Target="../tags/tag357.xml"/><Relationship Id="rId1" Type="http://schemas.openxmlformats.org/officeDocument/2006/relationships/tags" Target="../tags/tag356.xml"/><Relationship Id="rId5" Type="http://schemas.openxmlformats.org/officeDocument/2006/relationships/notesSlide" Target="../notesSlides/notesSlide78.xml"/><Relationship Id="rId4" Type="http://schemas.openxmlformats.org/officeDocument/2006/relationships/slideLayout" Target="../slideLayouts/slideLayout17.xml"/></Relationships>
</file>

<file path=ppt/slides/_rels/slide84.xml.rels><?xml version="1.0" encoding="UTF-8" standalone="yes"?>
<Relationships xmlns="http://schemas.openxmlformats.org/package/2006/relationships"><Relationship Id="rId8" Type="http://schemas.openxmlformats.org/officeDocument/2006/relationships/tags" Target="../tags/tag366.xml"/><Relationship Id="rId13" Type="http://schemas.openxmlformats.org/officeDocument/2006/relationships/tags" Target="../tags/tag371.xml"/><Relationship Id="rId3" Type="http://schemas.openxmlformats.org/officeDocument/2006/relationships/tags" Target="../tags/tag361.xml"/><Relationship Id="rId7" Type="http://schemas.openxmlformats.org/officeDocument/2006/relationships/tags" Target="../tags/tag365.xml"/><Relationship Id="rId12" Type="http://schemas.openxmlformats.org/officeDocument/2006/relationships/tags" Target="../tags/tag370.xml"/><Relationship Id="rId2" Type="http://schemas.openxmlformats.org/officeDocument/2006/relationships/tags" Target="../tags/tag360.xml"/><Relationship Id="rId1" Type="http://schemas.openxmlformats.org/officeDocument/2006/relationships/tags" Target="../tags/tag359.xml"/><Relationship Id="rId6" Type="http://schemas.openxmlformats.org/officeDocument/2006/relationships/tags" Target="../tags/tag364.xml"/><Relationship Id="rId11" Type="http://schemas.openxmlformats.org/officeDocument/2006/relationships/tags" Target="../tags/tag369.xml"/><Relationship Id="rId5" Type="http://schemas.openxmlformats.org/officeDocument/2006/relationships/tags" Target="../tags/tag363.xml"/><Relationship Id="rId15" Type="http://schemas.openxmlformats.org/officeDocument/2006/relationships/notesSlide" Target="../notesSlides/notesSlide79.xml"/><Relationship Id="rId10" Type="http://schemas.openxmlformats.org/officeDocument/2006/relationships/tags" Target="../tags/tag368.xml"/><Relationship Id="rId4" Type="http://schemas.openxmlformats.org/officeDocument/2006/relationships/tags" Target="../tags/tag362.xml"/><Relationship Id="rId9" Type="http://schemas.openxmlformats.org/officeDocument/2006/relationships/tags" Target="../tags/tag367.xml"/><Relationship Id="rId14" Type="http://schemas.openxmlformats.org/officeDocument/2006/relationships/slideLayout" Target="../slideLayouts/slideLayout17.xml"/></Relationships>
</file>

<file path=ppt/slides/_rels/slide85.xml.rels><?xml version="1.0" encoding="UTF-8" standalone="yes"?>
<Relationships xmlns="http://schemas.openxmlformats.org/package/2006/relationships"><Relationship Id="rId8" Type="http://schemas.openxmlformats.org/officeDocument/2006/relationships/tags" Target="../tags/tag379.xml"/><Relationship Id="rId13" Type="http://schemas.openxmlformats.org/officeDocument/2006/relationships/tags" Target="../tags/tag384.xml"/><Relationship Id="rId3" Type="http://schemas.openxmlformats.org/officeDocument/2006/relationships/tags" Target="../tags/tag374.xml"/><Relationship Id="rId7" Type="http://schemas.openxmlformats.org/officeDocument/2006/relationships/tags" Target="../tags/tag378.xml"/><Relationship Id="rId12" Type="http://schemas.openxmlformats.org/officeDocument/2006/relationships/tags" Target="../tags/tag383.xml"/><Relationship Id="rId17" Type="http://schemas.openxmlformats.org/officeDocument/2006/relationships/notesSlide" Target="../notesSlides/notesSlide80.xml"/><Relationship Id="rId2" Type="http://schemas.openxmlformats.org/officeDocument/2006/relationships/tags" Target="../tags/tag373.xml"/><Relationship Id="rId16" Type="http://schemas.openxmlformats.org/officeDocument/2006/relationships/slideLayout" Target="../slideLayouts/slideLayout17.xml"/><Relationship Id="rId1" Type="http://schemas.openxmlformats.org/officeDocument/2006/relationships/tags" Target="../tags/tag372.xml"/><Relationship Id="rId6" Type="http://schemas.openxmlformats.org/officeDocument/2006/relationships/tags" Target="../tags/tag377.xml"/><Relationship Id="rId11" Type="http://schemas.openxmlformats.org/officeDocument/2006/relationships/tags" Target="../tags/tag382.xml"/><Relationship Id="rId5" Type="http://schemas.openxmlformats.org/officeDocument/2006/relationships/tags" Target="../tags/tag376.xml"/><Relationship Id="rId15" Type="http://schemas.openxmlformats.org/officeDocument/2006/relationships/tags" Target="../tags/tag386.xml"/><Relationship Id="rId10" Type="http://schemas.openxmlformats.org/officeDocument/2006/relationships/tags" Target="../tags/tag381.xml"/><Relationship Id="rId4" Type="http://schemas.openxmlformats.org/officeDocument/2006/relationships/tags" Target="../tags/tag375.xml"/><Relationship Id="rId9" Type="http://schemas.openxmlformats.org/officeDocument/2006/relationships/tags" Target="../tags/tag380.xml"/><Relationship Id="rId14" Type="http://schemas.openxmlformats.org/officeDocument/2006/relationships/tags" Target="../tags/tag385.xml"/></Relationships>
</file>

<file path=ppt/slides/_rels/slide86.xml.rels><?xml version="1.0" encoding="UTF-8" standalone="yes"?>
<Relationships xmlns="http://schemas.openxmlformats.org/package/2006/relationships"><Relationship Id="rId8" Type="http://schemas.openxmlformats.org/officeDocument/2006/relationships/tags" Target="../tags/tag394.xml"/><Relationship Id="rId13" Type="http://schemas.openxmlformats.org/officeDocument/2006/relationships/tags" Target="../tags/tag399.xml"/><Relationship Id="rId3" Type="http://schemas.openxmlformats.org/officeDocument/2006/relationships/tags" Target="../tags/tag389.xml"/><Relationship Id="rId7" Type="http://schemas.openxmlformats.org/officeDocument/2006/relationships/tags" Target="../tags/tag393.xml"/><Relationship Id="rId12" Type="http://schemas.openxmlformats.org/officeDocument/2006/relationships/tags" Target="../tags/tag398.xml"/><Relationship Id="rId2" Type="http://schemas.openxmlformats.org/officeDocument/2006/relationships/tags" Target="../tags/tag388.xml"/><Relationship Id="rId1" Type="http://schemas.openxmlformats.org/officeDocument/2006/relationships/tags" Target="../tags/tag387.xml"/><Relationship Id="rId6" Type="http://schemas.openxmlformats.org/officeDocument/2006/relationships/tags" Target="../tags/tag392.xml"/><Relationship Id="rId11" Type="http://schemas.openxmlformats.org/officeDocument/2006/relationships/tags" Target="../tags/tag397.xml"/><Relationship Id="rId5" Type="http://schemas.openxmlformats.org/officeDocument/2006/relationships/tags" Target="../tags/tag391.xml"/><Relationship Id="rId15" Type="http://schemas.openxmlformats.org/officeDocument/2006/relationships/notesSlide" Target="../notesSlides/notesSlide81.xml"/><Relationship Id="rId10" Type="http://schemas.openxmlformats.org/officeDocument/2006/relationships/tags" Target="../tags/tag396.xml"/><Relationship Id="rId4" Type="http://schemas.openxmlformats.org/officeDocument/2006/relationships/tags" Target="../tags/tag390.xml"/><Relationship Id="rId9" Type="http://schemas.openxmlformats.org/officeDocument/2006/relationships/tags" Target="../tags/tag395.xml"/><Relationship Id="rId14" Type="http://schemas.openxmlformats.org/officeDocument/2006/relationships/slideLayout" Target="../slideLayouts/slideLayout17.xml"/></Relationships>
</file>

<file path=ppt/slides/_rels/slide87.xml.rels><?xml version="1.0" encoding="UTF-8" standalone="yes"?>
<Relationships xmlns="http://schemas.openxmlformats.org/package/2006/relationships"><Relationship Id="rId3" Type="http://schemas.openxmlformats.org/officeDocument/2006/relationships/tags" Target="../tags/tag402.xml"/><Relationship Id="rId2" Type="http://schemas.openxmlformats.org/officeDocument/2006/relationships/tags" Target="../tags/tag401.xml"/><Relationship Id="rId1" Type="http://schemas.openxmlformats.org/officeDocument/2006/relationships/tags" Target="../tags/tag400.xml"/><Relationship Id="rId6" Type="http://schemas.openxmlformats.org/officeDocument/2006/relationships/image" Target="../media/image40.jpeg"/><Relationship Id="rId5" Type="http://schemas.openxmlformats.org/officeDocument/2006/relationships/notesSlide" Target="../notesSlides/notesSlide82.xml"/><Relationship Id="rId4" Type="http://schemas.openxmlformats.org/officeDocument/2006/relationships/slideLayout" Target="../slideLayouts/slideLayout17.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17.xml"/><Relationship Id="rId1" Type="http://schemas.openxmlformats.org/officeDocument/2006/relationships/tags" Target="../tags/tag403.xml"/><Relationship Id="rId4" Type="http://schemas.openxmlformats.org/officeDocument/2006/relationships/image" Target="../media/image45.png"/></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17.xml"/><Relationship Id="rId1" Type="http://schemas.openxmlformats.org/officeDocument/2006/relationships/tags" Target="../tags/tag404.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17.xml"/><Relationship Id="rId1" Type="http://schemas.openxmlformats.org/officeDocument/2006/relationships/tags" Target="../tags/tag405.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17.xml"/><Relationship Id="rId1" Type="http://schemas.openxmlformats.org/officeDocument/2006/relationships/tags" Target="../tags/tag406.xml"/></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17.xml"/><Relationship Id="rId1" Type="http://schemas.openxmlformats.org/officeDocument/2006/relationships/tags" Target="../tags/tag407.xml"/></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17.xml"/><Relationship Id="rId1" Type="http://schemas.openxmlformats.org/officeDocument/2006/relationships/tags" Target="../tags/tag408.xml"/></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410.xml"/><Relationship Id="rId1" Type="http://schemas.openxmlformats.org/officeDocument/2006/relationships/tags" Target="../tags/tag409.xml"/><Relationship Id="rId5" Type="http://schemas.openxmlformats.org/officeDocument/2006/relationships/image" Target="../media/image46.jpeg"/><Relationship Id="rId4" Type="http://schemas.openxmlformats.org/officeDocument/2006/relationships/notesSlide" Target="../notesSlides/notesSlide89.xml"/></Relationships>
</file>

<file path=ppt/slides/_rels/slide95.xml.rels><?xml version="1.0" encoding="UTF-8" standalone="yes"?>
<Relationships xmlns="http://schemas.openxmlformats.org/package/2006/relationships"><Relationship Id="rId8" Type="http://schemas.openxmlformats.org/officeDocument/2006/relationships/tags" Target="../tags/tag418.xml"/><Relationship Id="rId13" Type="http://schemas.openxmlformats.org/officeDocument/2006/relationships/tags" Target="../tags/tag423.xml"/><Relationship Id="rId3" Type="http://schemas.openxmlformats.org/officeDocument/2006/relationships/tags" Target="../tags/tag413.xml"/><Relationship Id="rId7" Type="http://schemas.openxmlformats.org/officeDocument/2006/relationships/tags" Target="../tags/tag417.xml"/><Relationship Id="rId12" Type="http://schemas.openxmlformats.org/officeDocument/2006/relationships/tags" Target="../tags/tag422.xml"/><Relationship Id="rId2" Type="http://schemas.openxmlformats.org/officeDocument/2006/relationships/tags" Target="../tags/tag412.xml"/><Relationship Id="rId1" Type="http://schemas.openxmlformats.org/officeDocument/2006/relationships/tags" Target="../tags/tag411.xml"/><Relationship Id="rId6" Type="http://schemas.openxmlformats.org/officeDocument/2006/relationships/tags" Target="../tags/tag416.xml"/><Relationship Id="rId11" Type="http://schemas.openxmlformats.org/officeDocument/2006/relationships/tags" Target="../tags/tag421.xml"/><Relationship Id="rId5" Type="http://schemas.openxmlformats.org/officeDocument/2006/relationships/tags" Target="../tags/tag415.xml"/><Relationship Id="rId15" Type="http://schemas.openxmlformats.org/officeDocument/2006/relationships/notesSlide" Target="../notesSlides/notesSlide90.xml"/><Relationship Id="rId10" Type="http://schemas.openxmlformats.org/officeDocument/2006/relationships/tags" Target="../tags/tag420.xml"/><Relationship Id="rId4" Type="http://schemas.openxmlformats.org/officeDocument/2006/relationships/tags" Target="../tags/tag414.xml"/><Relationship Id="rId9" Type="http://schemas.openxmlformats.org/officeDocument/2006/relationships/tags" Target="../tags/tag419.xml"/><Relationship Id="rId14" Type="http://schemas.openxmlformats.org/officeDocument/2006/relationships/slideLayout" Target="../slideLayouts/slideLayout17.xml"/></Relationships>
</file>

<file path=ppt/slides/_rels/slide96.xml.rels><?xml version="1.0" encoding="UTF-8" standalone="yes"?>
<Relationships xmlns="http://schemas.openxmlformats.org/package/2006/relationships"><Relationship Id="rId8" Type="http://schemas.openxmlformats.org/officeDocument/2006/relationships/tags" Target="../tags/tag431.xml"/><Relationship Id="rId13" Type="http://schemas.openxmlformats.org/officeDocument/2006/relationships/tags" Target="../tags/tag436.xml"/><Relationship Id="rId3" Type="http://schemas.openxmlformats.org/officeDocument/2006/relationships/tags" Target="../tags/tag426.xml"/><Relationship Id="rId7" Type="http://schemas.openxmlformats.org/officeDocument/2006/relationships/tags" Target="../tags/tag430.xml"/><Relationship Id="rId12" Type="http://schemas.openxmlformats.org/officeDocument/2006/relationships/tags" Target="../tags/tag435.xml"/><Relationship Id="rId2" Type="http://schemas.openxmlformats.org/officeDocument/2006/relationships/tags" Target="../tags/tag425.xml"/><Relationship Id="rId1" Type="http://schemas.openxmlformats.org/officeDocument/2006/relationships/tags" Target="../tags/tag424.xml"/><Relationship Id="rId6" Type="http://schemas.openxmlformats.org/officeDocument/2006/relationships/tags" Target="../tags/tag429.xml"/><Relationship Id="rId11" Type="http://schemas.openxmlformats.org/officeDocument/2006/relationships/tags" Target="../tags/tag434.xml"/><Relationship Id="rId5" Type="http://schemas.openxmlformats.org/officeDocument/2006/relationships/tags" Target="../tags/tag428.xml"/><Relationship Id="rId15" Type="http://schemas.openxmlformats.org/officeDocument/2006/relationships/notesSlide" Target="../notesSlides/notesSlide91.xml"/><Relationship Id="rId10" Type="http://schemas.openxmlformats.org/officeDocument/2006/relationships/tags" Target="../tags/tag433.xml"/><Relationship Id="rId4" Type="http://schemas.openxmlformats.org/officeDocument/2006/relationships/tags" Target="../tags/tag427.xml"/><Relationship Id="rId9" Type="http://schemas.openxmlformats.org/officeDocument/2006/relationships/tags" Target="../tags/tag432.xml"/><Relationship Id="rId14" Type="http://schemas.openxmlformats.org/officeDocument/2006/relationships/slideLayout" Target="../slideLayouts/slideLayout17.xml"/></Relationships>
</file>

<file path=ppt/slides/_rels/slide97.xml.rels><?xml version="1.0" encoding="UTF-8" standalone="yes"?>
<Relationships xmlns="http://schemas.openxmlformats.org/package/2006/relationships"><Relationship Id="rId3" Type="http://schemas.openxmlformats.org/officeDocument/2006/relationships/tags" Target="../tags/tag439.xml"/><Relationship Id="rId2" Type="http://schemas.openxmlformats.org/officeDocument/2006/relationships/tags" Target="../tags/tag438.xml"/><Relationship Id="rId1" Type="http://schemas.openxmlformats.org/officeDocument/2006/relationships/tags" Target="../tags/tag437.xml"/><Relationship Id="rId5" Type="http://schemas.openxmlformats.org/officeDocument/2006/relationships/notesSlide" Target="../notesSlides/notesSlide92.xml"/><Relationship Id="rId4" Type="http://schemas.openxmlformats.org/officeDocument/2006/relationships/slideLayout" Target="../slideLayouts/slideLayout17.xml"/></Relationships>
</file>

<file path=ppt/slides/_rels/slide98.xml.rels><?xml version="1.0" encoding="UTF-8" standalone="yes"?>
<Relationships xmlns="http://schemas.openxmlformats.org/package/2006/relationships"><Relationship Id="rId3" Type="http://schemas.openxmlformats.org/officeDocument/2006/relationships/tags" Target="../tags/tag442.xml"/><Relationship Id="rId2" Type="http://schemas.openxmlformats.org/officeDocument/2006/relationships/tags" Target="../tags/tag441.xml"/><Relationship Id="rId1" Type="http://schemas.openxmlformats.org/officeDocument/2006/relationships/tags" Target="../tags/tag440.xml"/><Relationship Id="rId5" Type="http://schemas.openxmlformats.org/officeDocument/2006/relationships/notesSlide" Target="../notesSlides/notesSlide93.xml"/><Relationship Id="rId4" Type="http://schemas.openxmlformats.org/officeDocument/2006/relationships/slideLayout" Target="../slideLayouts/slideLayout17.xml"/></Relationships>
</file>

<file path=ppt/slides/_rels/slide99.xml.rels><?xml version="1.0" encoding="UTF-8" standalone="yes"?>
<Relationships xmlns="http://schemas.openxmlformats.org/package/2006/relationships"><Relationship Id="rId3" Type="http://schemas.openxmlformats.org/officeDocument/2006/relationships/tags" Target="../tags/tag445.xml"/><Relationship Id="rId2" Type="http://schemas.openxmlformats.org/officeDocument/2006/relationships/tags" Target="../tags/tag444.xml"/><Relationship Id="rId1" Type="http://schemas.openxmlformats.org/officeDocument/2006/relationships/tags" Target="../tags/tag443.xml"/><Relationship Id="rId5" Type="http://schemas.openxmlformats.org/officeDocument/2006/relationships/notesSlide" Target="../notesSlides/notesSlide94.xml"/><Relationship Id="rId4" Type="http://schemas.openxmlformats.org/officeDocument/2006/relationships/slideLayout" Target="../slideLayouts/slideLayout17.xml"/></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17.xml"/><Relationship Id="rId1" Type="http://schemas.openxmlformats.org/officeDocument/2006/relationships/tags" Target="../tags/tag446.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17.xml"/><Relationship Id="rId1" Type="http://schemas.openxmlformats.org/officeDocument/2006/relationships/tags" Target="../tags/tag447.xml"/></Relationships>
</file>

<file path=ppt/slides/_rels/slide102.xml.rels><?xml version="1.0" encoding="UTF-8" standalone="yes"?>
<Relationships xmlns="http://schemas.openxmlformats.org/package/2006/relationships"><Relationship Id="rId8" Type="http://schemas.openxmlformats.org/officeDocument/2006/relationships/tags" Target="../tags/tag455.xml"/><Relationship Id="rId13" Type="http://schemas.openxmlformats.org/officeDocument/2006/relationships/tags" Target="../tags/tag460.xml"/><Relationship Id="rId18" Type="http://schemas.openxmlformats.org/officeDocument/2006/relationships/notesSlide" Target="../notesSlides/notesSlide97.xml"/><Relationship Id="rId3" Type="http://schemas.openxmlformats.org/officeDocument/2006/relationships/tags" Target="../tags/tag450.xml"/><Relationship Id="rId7" Type="http://schemas.openxmlformats.org/officeDocument/2006/relationships/tags" Target="../tags/tag454.xml"/><Relationship Id="rId12" Type="http://schemas.openxmlformats.org/officeDocument/2006/relationships/tags" Target="../tags/tag459.xml"/><Relationship Id="rId17" Type="http://schemas.openxmlformats.org/officeDocument/2006/relationships/slideLayout" Target="../slideLayouts/slideLayout17.xml"/><Relationship Id="rId2" Type="http://schemas.openxmlformats.org/officeDocument/2006/relationships/tags" Target="../tags/tag449.xml"/><Relationship Id="rId16" Type="http://schemas.openxmlformats.org/officeDocument/2006/relationships/tags" Target="../tags/tag463.xml"/><Relationship Id="rId1" Type="http://schemas.openxmlformats.org/officeDocument/2006/relationships/tags" Target="../tags/tag448.xml"/><Relationship Id="rId6" Type="http://schemas.openxmlformats.org/officeDocument/2006/relationships/tags" Target="../tags/tag453.xml"/><Relationship Id="rId11" Type="http://schemas.openxmlformats.org/officeDocument/2006/relationships/tags" Target="../tags/tag458.xml"/><Relationship Id="rId5" Type="http://schemas.openxmlformats.org/officeDocument/2006/relationships/tags" Target="../tags/tag452.xml"/><Relationship Id="rId15" Type="http://schemas.openxmlformats.org/officeDocument/2006/relationships/tags" Target="../tags/tag462.xml"/><Relationship Id="rId10" Type="http://schemas.openxmlformats.org/officeDocument/2006/relationships/tags" Target="../tags/tag457.xml"/><Relationship Id="rId4" Type="http://schemas.openxmlformats.org/officeDocument/2006/relationships/tags" Target="../tags/tag451.xml"/><Relationship Id="rId9" Type="http://schemas.openxmlformats.org/officeDocument/2006/relationships/tags" Target="../tags/tag456.xml"/><Relationship Id="rId14" Type="http://schemas.openxmlformats.org/officeDocument/2006/relationships/tags" Target="../tags/tag461.xml"/></Relationships>
</file>

<file path=ppt/slides/_rels/slide103.xml.rels><?xml version="1.0" encoding="UTF-8" standalone="yes"?>
<Relationships xmlns="http://schemas.openxmlformats.org/package/2006/relationships"><Relationship Id="rId8" Type="http://schemas.openxmlformats.org/officeDocument/2006/relationships/tags" Target="../tags/tag471.xml"/><Relationship Id="rId13" Type="http://schemas.openxmlformats.org/officeDocument/2006/relationships/tags" Target="../tags/tag476.xml"/><Relationship Id="rId18" Type="http://schemas.openxmlformats.org/officeDocument/2006/relationships/notesSlide" Target="../notesSlides/notesSlide98.xml"/><Relationship Id="rId3" Type="http://schemas.openxmlformats.org/officeDocument/2006/relationships/tags" Target="../tags/tag466.xml"/><Relationship Id="rId7" Type="http://schemas.openxmlformats.org/officeDocument/2006/relationships/tags" Target="../tags/tag470.xml"/><Relationship Id="rId12" Type="http://schemas.openxmlformats.org/officeDocument/2006/relationships/tags" Target="../tags/tag475.xml"/><Relationship Id="rId17" Type="http://schemas.openxmlformats.org/officeDocument/2006/relationships/slideLayout" Target="../slideLayouts/slideLayout17.xml"/><Relationship Id="rId2" Type="http://schemas.openxmlformats.org/officeDocument/2006/relationships/tags" Target="../tags/tag465.xml"/><Relationship Id="rId16" Type="http://schemas.openxmlformats.org/officeDocument/2006/relationships/tags" Target="../tags/tag479.xml"/><Relationship Id="rId1" Type="http://schemas.openxmlformats.org/officeDocument/2006/relationships/tags" Target="../tags/tag464.xml"/><Relationship Id="rId6" Type="http://schemas.openxmlformats.org/officeDocument/2006/relationships/tags" Target="../tags/tag469.xml"/><Relationship Id="rId11" Type="http://schemas.openxmlformats.org/officeDocument/2006/relationships/tags" Target="../tags/tag474.xml"/><Relationship Id="rId5" Type="http://schemas.openxmlformats.org/officeDocument/2006/relationships/tags" Target="../tags/tag468.xml"/><Relationship Id="rId15" Type="http://schemas.openxmlformats.org/officeDocument/2006/relationships/tags" Target="../tags/tag478.xml"/><Relationship Id="rId10" Type="http://schemas.openxmlformats.org/officeDocument/2006/relationships/tags" Target="../tags/tag473.xml"/><Relationship Id="rId4" Type="http://schemas.openxmlformats.org/officeDocument/2006/relationships/tags" Target="../tags/tag467.xml"/><Relationship Id="rId9" Type="http://schemas.openxmlformats.org/officeDocument/2006/relationships/tags" Target="../tags/tag472.xml"/><Relationship Id="rId14" Type="http://schemas.openxmlformats.org/officeDocument/2006/relationships/tags" Target="../tags/tag477.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80.xml"/></Relationships>
</file>

<file path=ppt/slides/_rels/slide105.xml.rels><?xml version="1.0" encoding="UTF-8" standalone="yes"?>
<Relationships xmlns="http://schemas.openxmlformats.org/package/2006/relationships"><Relationship Id="rId8" Type="http://schemas.openxmlformats.org/officeDocument/2006/relationships/image" Target="../media/image48.jpeg"/><Relationship Id="rId3" Type="http://schemas.openxmlformats.org/officeDocument/2006/relationships/tags" Target="../tags/tag483.xml"/><Relationship Id="rId7" Type="http://schemas.openxmlformats.org/officeDocument/2006/relationships/image" Target="../media/image47.jpeg"/><Relationship Id="rId2" Type="http://schemas.openxmlformats.org/officeDocument/2006/relationships/tags" Target="../tags/tag482.xml"/><Relationship Id="rId1" Type="http://schemas.openxmlformats.org/officeDocument/2006/relationships/tags" Target="../tags/tag481.xml"/><Relationship Id="rId6" Type="http://schemas.openxmlformats.org/officeDocument/2006/relationships/notesSlide" Target="../notesSlides/notesSlide99.xml"/><Relationship Id="rId5" Type="http://schemas.openxmlformats.org/officeDocument/2006/relationships/slideLayout" Target="../slideLayouts/slideLayout15.xml"/><Relationship Id="rId4" Type="http://schemas.openxmlformats.org/officeDocument/2006/relationships/tags" Target="../tags/tag484.xml"/></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100.xml"/><Relationship Id="rId2" Type="http://schemas.openxmlformats.org/officeDocument/2006/relationships/slideLayout" Target="../slideLayouts/slideLayout17.xml"/><Relationship Id="rId1" Type="http://schemas.openxmlformats.org/officeDocument/2006/relationships/tags" Target="../tags/tag485.xml"/></Relationships>
</file>

<file path=ppt/slides/_rels/slide107.xml.rels><?xml version="1.0" encoding="UTF-8" standalone="yes"?>
<Relationships xmlns="http://schemas.openxmlformats.org/package/2006/relationships"><Relationship Id="rId8" Type="http://schemas.openxmlformats.org/officeDocument/2006/relationships/tags" Target="../tags/tag493.xml"/><Relationship Id="rId13" Type="http://schemas.openxmlformats.org/officeDocument/2006/relationships/tags" Target="../tags/tag498.xml"/><Relationship Id="rId3" Type="http://schemas.openxmlformats.org/officeDocument/2006/relationships/tags" Target="../tags/tag488.xml"/><Relationship Id="rId7" Type="http://schemas.openxmlformats.org/officeDocument/2006/relationships/tags" Target="../tags/tag492.xml"/><Relationship Id="rId12" Type="http://schemas.openxmlformats.org/officeDocument/2006/relationships/tags" Target="../tags/tag497.xml"/><Relationship Id="rId2" Type="http://schemas.openxmlformats.org/officeDocument/2006/relationships/tags" Target="../tags/tag487.xml"/><Relationship Id="rId1" Type="http://schemas.openxmlformats.org/officeDocument/2006/relationships/tags" Target="../tags/tag486.xml"/><Relationship Id="rId6" Type="http://schemas.openxmlformats.org/officeDocument/2006/relationships/tags" Target="../tags/tag491.xml"/><Relationship Id="rId11" Type="http://schemas.openxmlformats.org/officeDocument/2006/relationships/tags" Target="../tags/tag496.xml"/><Relationship Id="rId5" Type="http://schemas.openxmlformats.org/officeDocument/2006/relationships/tags" Target="../tags/tag490.xml"/><Relationship Id="rId15" Type="http://schemas.openxmlformats.org/officeDocument/2006/relationships/notesSlide" Target="../notesSlides/notesSlide101.xml"/><Relationship Id="rId10" Type="http://schemas.openxmlformats.org/officeDocument/2006/relationships/tags" Target="../tags/tag495.xml"/><Relationship Id="rId4" Type="http://schemas.openxmlformats.org/officeDocument/2006/relationships/tags" Target="../tags/tag489.xml"/><Relationship Id="rId9" Type="http://schemas.openxmlformats.org/officeDocument/2006/relationships/tags" Target="../tags/tag494.xml"/><Relationship Id="rId14" Type="http://schemas.openxmlformats.org/officeDocument/2006/relationships/slideLayout" Target="../slideLayouts/slideLayout17.xml"/></Relationships>
</file>

<file path=ppt/slides/_rels/slide108.xml.rels><?xml version="1.0" encoding="UTF-8" standalone="yes"?>
<Relationships xmlns="http://schemas.openxmlformats.org/package/2006/relationships"><Relationship Id="rId8" Type="http://schemas.openxmlformats.org/officeDocument/2006/relationships/tags" Target="../tags/tag506.xml"/><Relationship Id="rId3" Type="http://schemas.openxmlformats.org/officeDocument/2006/relationships/tags" Target="../tags/tag501.xml"/><Relationship Id="rId7" Type="http://schemas.openxmlformats.org/officeDocument/2006/relationships/tags" Target="../tags/tag505.xml"/><Relationship Id="rId2" Type="http://schemas.openxmlformats.org/officeDocument/2006/relationships/tags" Target="../tags/tag500.xml"/><Relationship Id="rId1" Type="http://schemas.openxmlformats.org/officeDocument/2006/relationships/tags" Target="../tags/tag499.xml"/><Relationship Id="rId6" Type="http://schemas.openxmlformats.org/officeDocument/2006/relationships/tags" Target="../tags/tag504.xml"/><Relationship Id="rId11" Type="http://schemas.openxmlformats.org/officeDocument/2006/relationships/notesSlide" Target="../notesSlides/notesSlide102.xml"/><Relationship Id="rId5" Type="http://schemas.openxmlformats.org/officeDocument/2006/relationships/tags" Target="../tags/tag503.xml"/><Relationship Id="rId10" Type="http://schemas.openxmlformats.org/officeDocument/2006/relationships/slideLayout" Target="../slideLayouts/slideLayout17.xml"/><Relationship Id="rId4" Type="http://schemas.openxmlformats.org/officeDocument/2006/relationships/tags" Target="../tags/tag502.xml"/><Relationship Id="rId9" Type="http://schemas.openxmlformats.org/officeDocument/2006/relationships/tags" Target="../tags/tag507.xml"/></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103.xml"/><Relationship Id="rId2" Type="http://schemas.openxmlformats.org/officeDocument/2006/relationships/slideLayout" Target="../slideLayouts/slideLayout17.xml"/><Relationship Id="rId1" Type="http://schemas.openxmlformats.org/officeDocument/2006/relationships/tags" Target="../tags/tag508.xml"/><Relationship Id="rId4" Type="http://schemas.openxmlformats.org/officeDocument/2006/relationships/image" Target="../media/image49.jpeg"/></Relationships>
</file>

<file path=ppt/slides/_rels/slide110.xml.rels><?xml version="1.0" encoding="UTF-8" standalone="yes"?>
<Relationships xmlns="http://schemas.openxmlformats.org/package/2006/relationships"><Relationship Id="rId3" Type="http://schemas.openxmlformats.org/officeDocument/2006/relationships/tags" Target="../tags/tag511.xml"/><Relationship Id="rId7" Type="http://schemas.openxmlformats.org/officeDocument/2006/relationships/notesSlide" Target="../notesSlides/notesSlide104.xml"/><Relationship Id="rId2" Type="http://schemas.openxmlformats.org/officeDocument/2006/relationships/tags" Target="../tags/tag510.xml"/><Relationship Id="rId1" Type="http://schemas.openxmlformats.org/officeDocument/2006/relationships/tags" Target="../tags/tag509.xml"/><Relationship Id="rId6" Type="http://schemas.openxmlformats.org/officeDocument/2006/relationships/slideLayout" Target="../slideLayouts/slideLayout17.xml"/><Relationship Id="rId5" Type="http://schemas.openxmlformats.org/officeDocument/2006/relationships/tags" Target="../tags/tag513.xml"/><Relationship Id="rId4" Type="http://schemas.openxmlformats.org/officeDocument/2006/relationships/tags" Target="../tags/tag512.xml"/></Relationships>
</file>

<file path=ppt/slides/_rels/slide111.xml.rels><?xml version="1.0" encoding="UTF-8" standalone="yes"?>
<Relationships xmlns="http://schemas.openxmlformats.org/package/2006/relationships"><Relationship Id="rId8" Type="http://schemas.openxmlformats.org/officeDocument/2006/relationships/tags" Target="../tags/tag521.xml"/><Relationship Id="rId3" Type="http://schemas.openxmlformats.org/officeDocument/2006/relationships/tags" Target="../tags/tag516.xml"/><Relationship Id="rId7" Type="http://schemas.openxmlformats.org/officeDocument/2006/relationships/tags" Target="../tags/tag520.xml"/><Relationship Id="rId2" Type="http://schemas.openxmlformats.org/officeDocument/2006/relationships/tags" Target="../tags/tag515.xml"/><Relationship Id="rId1" Type="http://schemas.openxmlformats.org/officeDocument/2006/relationships/tags" Target="../tags/tag514.xml"/><Relationship Id="rId6" Type="http://schemas.openxmlformats.org/officeDocument/2006/relationships/tags" Target="../tags/tag519.xml"/><Relationship Id="rId11" Type="http://schemas.openxmlformats.org/officeDocument/2006/relationships/notesSlide" Target="../notesSlides/notesSlide105.xml"/><Relationship Id="rId5" Type="http://schemas.openxmlformats.org/officeDocument/2006/relationships/tags" Target="../tags/tag518.xml"/><Relationship Id="rId10" Type="http://schemas.openxmlformats.org/officeDocument/2006/relationships/slideLayout" Target="../slideLayouts/slideLayout17.xml"/><Relationship Id="rId4" Type="http://schemas.openxmlformats.org/officeDocument/2006/relationships/tags" Target="../tags/tag517.xml"/><Relationship Id="rId9" Type="http://schemas.openxmlformats.org/officeDocument/2006/relationships/tags" Target="../tags/tag522.xml"/></Relationships>
</file>

<file path=ppt/slides/_rels/slide112.xml.rels><?xml version="1.0" encoding="UTF-8" standalone="yes"?>
<Relationships xmlns="http://schemas.openxmlformats.org/package/2006/relationships"><Relationship Id="rId8" Type="http://schemas.openxmlformats.org/officeDocument/2006/relationships/tags" Target="../tags/tag530.xml"/><Relationship Id="rId3" Type="http://schemas.openxmlformats.org/officeDocument/2006/relationships/tags" Target="../tags/tag525.xml"/><Relationship Id="rId7" Type="http://schemas.openxmlformats.org/officeDocument/2006/relationships/tags" Target="../tags/tag529.xml"/><Relationship Id="rId2" Type="http://schemas.openxmlformats.org/officeDocument/2006/relationships/tags" Target="../tags/tag524.xml"/><Relationship Id="rId1" Type="http://schemas.openxmlformats.org/officeDocument/2006/relationships/tags" Target="../tags/tag523.xml"/><Relationship Id="rId6" Type="http://schemas.openxmlformats.org/officeDocument/2006/relationships/tags" Target="../tags/tag528.xml"/><Relationship Id="rId11" Type="http://schemas.openxmlformats.org/officeDocument/2006/relationships/notesSlide" Target="../notesSlides/notesSlide106.xml"/><Relationship Id="rId5" Type="http://schemas.openxmlformats.org/officeDocument/2006/relationships/tags" Target="../tags/tag527.xml"/><Relationship Id="rId10" Type="http://schemas.openxmlformats.org/officeDocument/2006/relationships/slideLayout" Target="../slideLayouts/slideLayout17.xml"/><Relationship Id="rId4" Type="http://schemas.openxmlformats.org/officeDocument/2006/relationships/tags" Target="../tags/tag526.xml"/><Relationship Id="rId9" Type="http://schemas.openxmlformats.org/officeDocument/2006/relationships/tags" Target="../tags/tag531.xml"/></Relationships>
</file>

<file path=ppt/slides/_rels/slide113.xml.rels><?xml version="1.0" encoding="UTF-8" standalone="yes"?>
<Relationships xmlns="http://schemas.openxmlformats.org/package/2006/relationships"><Relationship Id="rId8" Type="http://schemas.openxmlformats.org/officeDocument/2006/relationships/tags" Target="../tags/tag539.xml"/><Relationship Id="rId13" Type="http://schemas.openxmlformats.org/officeDocument/2006/relationships/tags" Target="../tags/tag544.xml"/><Relationship Id="rId18" Type="http://schemas.openxmlformats.org/officeDocument/2006/relationships/tags" Target="../tags/tag549.xml"/><Relationship Id="rId3" Type="http://schemas.openxmlformats.org/officeDocument/2006/relationships/tags" Target="../tags/tag534.xml"/><Relationship Id="rId21" Type="http://schemas.openxmlformats.org/officeDocument/2006/relationships/notesSlide" Target="../notesSlides/notesSlide107.xml"/><Relationship Id="rId7" Type="http://schemas.openxmlformats.org/officeDocument/2006/relationships/tags" Target="../tags/tag538.xml"/><Relationship Id="rId12" Type="http://schemas.openxmlformats.org/officeDocument/2006/relationships/tags" Target="../tags/tag543.xml"/><Relationship Id="rId17" Type="http://schemas.openxmlformats.org/officeDocument/2006/relationships/tags" Target="../tags/tag548.xml"/><Relationship Id="rId2" Type="http://schemas.openxmlformats.org/officeDocument/2006/relationships/tags" Target="../tags/tag533.xml"/><Relationship Id="rId16" Type="http://schemas.openxmlformats.org/officeDocument/2006/relationships/tags" Target="../tags/tag547.xml"/><Relationship Id="rId20" Type="http://schemas.openxmlformats.org/officeDocument/2006/relationships/slideLayout" Target="../slideLayouts/slideLayout17.xml"/><Relationship Id="rId1" Type="http://schemas.openxmlformats.org/officeDocument/2006/relationships/tags" Target="../tags/tag532.xml"/><Relationship Id="rId6" Type="http://schemas.openxmlformats.org/officeDocument/2006/relationships/tags" Target="../tags/tag537.xml"/><Relationship Id="rId11" Type="http://schemas.openxmlformats.org/officeDocument/2006/relationships/tags" Target="../tags/tag542.xml"/><Relationship Id="rId5" Type="http://schemas.openxmlformats.org/officeDocument/2006/relationships/tags" Target="../tags/tag536.xml"/><Relationship Id="rId15" Type="http://schemas.openxmlformats.org/officeDocument/2006/relationships/tags" Target="../tags/tag546.xml"/><Relationship Id="rId10" Type="http://schemas.openxmlformats.org/officeDocument/2006/relationships/tags" Target="../tags/tag541.xml"/><Relationship Id="rId19" Type="http://schemas.openxmlformats.org/officeDocument/2006/relationships/tags" Target="../tags/tag550.xml"/><Relationship Id="rId4" Type="http://schemas.openxmlformats.org/officeDocument/2006/relationships/tags" Target="../tags/tag535.xml"/><Relationship Id="rId9" Type="http://schemas.openxmlformats.org/officeDocument/2006/relationships/tags" Target="../tags/tag540.xml"/><Relationship Id="rId14" Type="http://schemas.openxmlformats.org/officeDocument/2006/relationships/tags" Target="../tags/tag545.xml"/></Relationships>
</file>

<file path=ppt/slides/_rels/slide114.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552.xml"/><Relationship Id="rId1" Type="http://schemas.openxmlformats.org/officeDocument/2006/relationships/tags" Target="../tags/tag551.xml"/><Relationship Id="rId4" Type="http://schemas.openxmlformats.org/officeDocument/2006/relationships/notesSlide" Target="../notesSlides/notesSlide108.xml"/></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17.xml"/><Relationship Id="rId1" Type="http://schemas.openxmlformats.org/officeDocument/2006/relationships/tags" Target="../tags/tag553.xml"/></Relationships>
</file>

<file path=ppt/slides/_rels/slide116.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555.xml"/><Relationship Id="rId1" Type="http://schemas.openxmlformats.org/officeDocument/2006/relationships/tags" Target="../tags/tag554.xml"/><Relationship Id="rId4" Type="http://schemas.openxmlformats.org/officeDocument/2006/relationships/notesSlide" Target="../notesSlides/notesSlide110.xml"/></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17.xml"/><Relationship Id="rId1" Type="http://schemas.openxmlformats.org/officeDocument/2006/relationships/tags" Target="../tags/tag556.xml"/></Relationships>
</file>

<file path=ppt/slides/_rels/slide118.xml.rels><?xml version="1.0" encoding="UTF-8" standalone="yes"?>
<Relationships xmlns="http://schemas.openxmlformats.org/package/2006/relationships"><Relationship Id="rId8" Type="http://schemas.openxmlformats.org/officeDocument/2006/relationships/tags" Target="../tags/tag564.xml"/><Relationship Id="rId13" Type="http://schemas.openxmlformats.org/officeDocument/2006/relationships/tags" Target="../tags/tag569.xml"/><Relationship Id="rId18" Type="http://schemas.openxmlformats.org/officeDocument/2006/relationships/tags" Target="../tags/tag574.xml"/><Relationship Id="rId3" Type="http://schemas.openxmlformats.org/officeDocument/2006/relationships/tags" Target="../tags/tag559.xml"/><Relationship Id="rId21" Type="http://schemas.openxmlformats.org/officeDocument/2006/relationships/tags" Target="../tags/tag577.xml"/><Relationship Id="rId7" Type="http://schemas.openxmlformats.org/officeDocument/2006/relationships/tags" Target="../tags/tag563.xml"/><Relationship Id="rId12" Type="http://schemas.openxmlformats.org/officeDocument/2006/relationships/tags" Target="../tags/tag568.xml"/><Relationship Id="rId17" Type="http://schemas.openxmlformats.org/officeDocument/2006/relationships/tags" Target="../tags/tag573.xml"/><Relationship Id="rId2" Type="http://schemas.openxmlformats.org/officeDocument/2006/relationships/tags" Target="../tags/tag558.xml"/><Relationship Id="rId16" Type="http://schemas.openxmlformats.org/officeDocument/2006/relationships/tags" Target="../tags/tag572.xml"/><Relationship Id="rId20" Type="http://schemas.openxmlformats.org/officeDocument/2006/relationships/tags" Target="../tags/tag576.xml"/><Relationship Id="rId1" Type="http://schemas.openxmlformats.org/officeDocument/2006/relationships/tags" Target="../tags/tag557.xml"/><Relationship Id="rId6" Type="http://schemas.openxmlformats.org/officeDocument/2006/relationships/tags" Target="../tags/tag562.xml"/><Relationship Id="rId11" Type="http://schemas.openxmlformats.org/officeDocument/2006/relationships/tags" Target="../tags/tag567.xml"/><Relationship Id="rId5" Type="http://schemas.openxmlformats.org/officeDocument/2006/relationships/tags" Target="../tags/tag561.xml"/><Relationship Id="rId15" Type="http://schemas.openxmlformats.org/officeDocument/2006/relationships/tags" Target="../tags/tag571.xml"/><Relationship Id="rId23" Type="http://schemas.openxmlformats.org/officeDocument/2006/relationships/notesSlide" Target="../notesSlides/notesSlide112.xml"/><Relationship Id="rId10" Type="http://schemas.openxmlformats.org/officeDocument/2006/relationships/tags" Target="../tags/tag566.xml"/><Relationship Id="rId19" Type="http://schemas.openxmlformats.org/officeDocument/2006/relationships/tags" Target="../tags/tag575.xml"/><Relationship Id="rId4" Type="http://schemas.openxmlformats.org/officeDocument/2006/relationships/tags" Target="../tags/tag560.xml"/><Relationship Id="rId9" Type="http://schemas.openxmlformats.org/officeDocument/2006/relationships/tags" Target="../tags/tag565.xml"/><Relationship Id="rId14" Type="http://schemas.openxmlformats.org/officeDocument/2006/relationships/tags" Target="../tags/tag570.xml"/><Relationship Id="rId22" Type="http://schemas.openxmlformats.org/officeDocument/2006/relationships/slideLayout" Target="../slideLayouts/slideLayout17.xml"/></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113.xml"/><Relationship Id="rId2" Type="http://schemas.openxmlformats.org/officeDocument/2006/relationships/slideLayout" Target="../slideLayouts/slideLayout17.xml"/><Relationship Id="rId1" Type="http://schemas.openxmlformats.org/officeDocument/2006/relationships/tags" Target="../tags/tag578.xml"/><Relationship Id="rId4" Type="http://schemas.openxmlformats.org/officeDocument/2006/relationships/image" Target="../media/image50.jpeg"/></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114.xml"/><Relationship Id="rId2" Type="http://schemas.openxmlformats.org/officeDocument/2006/relationships/slideLayout" Target="../slideLayouts/slideLayout17.xml"/><Relationship Id="rId1" Type="http://schemas.openxmlformats.org/officeDocument/2006/relationships/tags" Target="../tags/tag579.xml"/><Relationship Id="rId4" Type="http://schemas.openxmlformats.org/officeDocument/2006/relationships/image" Target="../media/image51.png"/></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115.xml"/><Relationship Id="rId2" Type="http://schemas.openxmlformats.org/officeDocument/2006/relationships/slideLayout" Target="../slideLayouts/slideLayout17.xml"/><Relationship Id="rId1" Type="http://schemas.openxmlformats.org/officeDocument/2006/relationships/tags" Target="../tags/tag580.xml"/><Relationship Id="rId4" Type="http://schemas.openxmlformats.org/officeDocument/2006/relationships/image" Target="../media/image37.jpeg"/></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81.xml"/></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116.xml"/><Relationship Id="rId2" Type="http://schemas.openxmlformats.org/officeDocument/2006/relationships/slideLayout" Target="../slideLayouts/slideLayout15.xml"/><Relationship Id="rId1" Type="http://schemas.openxmlformats.org/officeDocument/2006/relationships/tags" Target="../tags/tag582.xml"/></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117.xml"/><Relationship Id="rId2" Type="http://schemas.openxmlformats.org/officeDocument/2006/relationships/slideLayout" Target="../slideLayouts/slideLayout17.xml"/><Relationship Id="rId1" Type="http://schemas.openxmlformats.org/officeDocument/2006/relationships/tags" Target="../tags/tag583.xml"/></Relationships>
</file>

<file path=ppt/slides/_rels/slide125.xml.rels><?xml version="1.0" encoding="UTF-8" standalone="yes"?>
<Relationships xmlns="http://schemas.openxmlformats.org/package/2006/relationships"><Relationship Id="rId8" Type="http://schemas.openxmlformats.org/officeDocument/2006/relationships/tags" Target="../tags/tag591.xml"/><Relationship Id="rId13" Type="http://schemas.openxmlformats.org/officeDocument/2006/relationships/tags" Target="../tags/tag596.xml"/><Relationship Id="rId18" Type="http://schemas.openxmlformats.org/officeDocument/2006/relationships/tags" Target="../tags/tag601.xml"/><Relationship Id="rId3" Type="http://schemas.openxmlformats.org/officeDocument/2006/relationships/tags" Target="../tags/tag586.xml"/><Relationship Id="rId21" Type="http://schemas.openxmlformats.org/officeDocument/2006/relationships/tags" Target="../tags/tag604.xml"/><Relationship Id="rId7" Type="http://schemas.openxmlformats.org/officeDocument/2006/relationships/tags" Target="../tags/tag590.xml"/><Relationship Id="rId12" Type="http://schemas.openxmlformats.org/officeDocument/2006/relationships/tags" Target="../tags/tag595.xml"/><Relationship Id="rId17" Type="http://schemas.openxmlformats.org/officeDocument/2006/relationships/tags" Target="../tags/tag600.xml"/><Relationship Id="rId2" Type="http://schemas.openxmlformats.org/officeDocument/2006/relationships/tags" Target="../tags/tag585.xml"/><Relationship Id="rId16" Type="http://schemas.openxmlformats.org/officeDocument/2006/relationships/tags" Target="../tags/tag599.xml"/><Relationship Id="rId20" Type="http://schemas.openxmlformats.org/officeDocument/2006/relationships/tags" Target="../tags/tag603.xml"/><Relationship Id="rId1" Type="http://schemas.openxmlformats.org/officeDocument/2006/relationships/tags" Target="../tags/tag584.xml"/><Relationship Id="rId6" Type="http://schemas.openxmlformats.org/officeDocument/2006/relationships/tags" Target="../tags/tag589.xml"/><Relationship Id="rId11" Type="http://schemas.openxmlformats.org/officeDocument/2006/relationships/tags" Target="../tags/tag594.xml"/><Relationship Id="rId24" Type="http://schemas.openxmlformats.org/officeDocument/2006/relationships/notesSlide" Target="../notesSlides/notesSlide118.xml"/><Relationship Id="rId5" Type="http://schemas.openxmlformats.org/officeDocument/2006/relationships/tags" Target="../tags/tag588.xml"/><Relationship Id="rId15" Type="http://schemas.openxmlformats.org/officeDocument/2006/relationships/tags" Target="../tags/tag598.xml"/><Relationship Id="rId23" Type="http://schemas.openxmlformats.org/officeDocument/2006/relationships/slideLayout" Target="../slideLayouts/slideLayout17.xml"/><Relationship Id="rId10" Type="http://schemas.openxmlformats.org/officeDocument/2006/relationships/tags" Target="../tags/tag593.xml"/><Relationship Id="rId19" Type="http://schemas.openxmlformats.org/officeDocument/2006/relationships/tags" Target="../tags/tag602.xml"/><Relationship Id="rId4" Type="http://schemas.openxmlformats.org/officeDocument/2006/relationships/tags" Target="../tags/tag587.xml"/><Relationship Id="rId9" Type="http://schemas.openxmlformats.org/officeDocument/2006/relationships/tags" Target="../tags/tag592.xml"/><Relationship Id="rId14" Type="http://schemas.openxmlformats.org/officeDocument/2006/relationships/tags" Target="../tags/tag597.xml"/><Relationship Id="rId22" Type="http://schemas.openxmlformats.org/officeDocument/2006/relationships/tags" Target="../tags/tag605.xml"/></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119.xml"/><Relationship Id="rId2" Type="http://schemas.openxmlformats.org/officeDocument/2006/relationships/slideLayout" Target="../slideLayouts/slideLayout17.xml"/><Relationship Id="rId1" Type="http://schemas.openxmlformats.org/officeDocument/2006/relationships/tags" Target="../tags/tag606.xml"/></Relationships>
</file>

<file path=ppt/slides/_rels/slide127.xml.rels><?xml version="1.0" encoding="UTF-8" standalone="yes"?>
<Relationships xmlns="http://schemas.openxmlformats.org/package/2006/relationships"><Relationship Id="rId3" Type="http://schemas.openxmlformats.org/officeDocument/2006/relationships/tags" Target="../tags/tag609.xml"/><Relationship Id="rId7" Type="http://schemas.openxmlformats.org/officeDocument/2006/relationships/image" Target="../media/image52.jpeg"/><Relationship Id="rId2" Type="http://schemas.openxmlformats.org/officeDocument/2006/relationships/tags" Target="../tags/tag608.xml"/><Relationship Id="rId1" Type="http://schemas.openxmlformats.org/officeDocument/2006/relationships/tags" Target="../tags/tag607.xml"/><Relationship Id="rId6" Type="http://schemas.openxmlformats.org/officeDocument/2006/relationships/notesSlide" Target="../notesSlides/notesSlide120.xml"/><Relationship Id="rId5" Type="http://schemas.openxmlformats.org/officeDocument/2006/relationships/slideLayout" Target="../slideLayouts/slideLayout17.xml"/><Relationship Id="rId4" Type="http://schemas.openxmlformats.org/officeDocument/2006/relationships/tags" Target="../tags/tag610.xml"/></Relationships>
</file>

<file path=ppt/slides/_rels/slide128.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tags" Target="../tags/tag613.xml"/><Relationship Id="rId7" Type="http://schemas.openxmlformats.org/officeDocument/2006/relationships/tags" Target="../tags/tag617.xml"/><Relationship Id="rId2" Type="http://schemas.openxmlformats.org/officeDocument/2006/relationships/tags" Target="../tags/tag612.xml"/><Relationship Id="rId1" Type="http://schemas.openxmlformats.org/officeDocument/2006/relationships/tags" Target="../tags/tag611.xml"/><Relationship Id="rId6" Type="http://schemas.openxmlformats.org/officeDocument/2006/relationships/tags" Target="../tags/tag616.xml"/><Relationship Id="rId5" Type="http://schemas.openxmlformats.org/officeDocument/2006/relationships/tags" Target="../tags/tag615.xml"/><Relationship Id="rId4" Type="http://schemas.openxmlformats.org/officeDocument/2006/relationships/tags" Target="../tags/tag614.xml"/><Relationship Id="rId9" Type="http://schemas.openxmlformats.org/officeDocument/2006/relationships/notesSlide" Target="../notesSlides/notesSlide121.xml"/></Relationships>
</file>

<file path=ppt/slides/_rels/slide129.xml.rels><?xml version="1.0" encoding="UTF-8" standalone="yes"?>
<Relationships xmlns="http://schemas.openxmlformats.org/package/2006/relationships"><Relationship Id="rId8" Type="http://schemas.openxmlformats.org/officeDocument/2006/relationships/tags" Target="../tags/tag625.xml"/><Relationship Id="rId13" Type="http://schemas.openxmlformats.org/officeDocument/2006/relationships/notesSlide" Target="../notesSlides/notesSlide122.xml"/><Relationship Id="rId3" Type="http://schemas.openxmlformats.org/officeDocument/2006/relationships/tags" Target="../tags/tag620.xml"/><Relationship Id="rId7" Type="http://schemas.openxmlformats.org/officeDocument/2006/relationships/tags" Target="../tags/tag624.xml"/><Relationship Id="rId12" Type="http://schemas.openxmlformats.org/officeDocument/2006/relationships/slideLayout" Target="../slideLayouts/slideLayout17.xml"/><Relationship Id="rId2" Type="http://schemas.openxmlformats.org/officeDocument/2006/relationships/tags" Target="../tags/tag619.xml"/><Relationship Id="rId1" Type="http://schemas.openxmlformats.org/officeDocument/2006/relationships/tags" Target="../tags/tag618.xml"/><Relationship Id="rId6" Type="http://schemas.openxmlformats.org/officeDocument/2006/relationships/tags" Target="../tags/tag623.xml"/><Relationship Id="rId11" Type="http://schemas.openxmlformats.org/officeDocument/2006/relationships/tags" Target="../tags/tag628.xml"/><Relationship Id="rId5" Type="http://schemas.openxmlformats.org/officeDocument/2006/relationships/tags" Target="../tags/tag622.xml"/><Relationship Id="rId10" Type="http://schemas.openxmlformats.org/officeDocument/2006/relationships/tags" Target="../tags/tag627.xml"/><Relationship Id="rId4" Type="http://schemas.openxmlformats.org/officeDocument/2006/relationships/tags" Target="../tags/tag621.xml"/><Relationship Id="rId9" Type="http://schemas.openxmlformats.org/officeDocument/2006/relationships/tags" Target="../tags/tag626.xml"/></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123.xml"/><Relationship Id="rId2" Type="http://schemas.openxmlformats.org/officeDocument/2006/relationships/slideLayout" Target="../slideLayouts/slideLayout17.xml"/><Relationship Id="rId1" Type="http://schemas.openxmlformats.org/officeDocument/2006/relationships/tags" Target="../tags/tag629.xml"/><Relationship Id="rId4" Type="http://schemas.openxmlformats.org/officeDocument/2006/relationships/image" Target="../media/image53.png"/></Relationships>
</file>

<file path=ppt/slides/_rels/slide131.xml.rels><?xml version="1.0" encoding="UTF-8" standalone="yes"?>
<Relationships xmlns="http://schemas.openxmlformats.org/package/2006/relationships"><Relationship Id="rId8" Type="http://schemas.openxmlformats.org/officeDocument/2006/relationships/tags" Target="../tags/tag637.xml"/><Relationship Id="rId3" Type="http://schemas.openxmlformats.org/officeDocument/2006/relationships/tags" Target="../tags/tag632.xml"/><Relationship Id="rId7" Type="http://schemas.openxmlformats.org/officeDocument/2006/relationships/tags" Target="../tags/tag636.xml"/><Relationship Id="rId12" Type="http://schemas.openxmlformats.org/officeDocument/2006/relationships/notesSlide" Target="../notesSlides/notesSlide124.xml"/><Relationship Id="rId2" Type="http://schemas.openxmlformats.org/officeDocument/2006/relationships/tags" Target="../tags/tag631.xml"/><Relationship Id="rId1" Type="http://schemas.openxmlformats.org/officeDocument/2006/relationships/tags" Target="../tags/tag630.xml"/><Relationship Id="rId6" Type="http://schemas.openxmlformats.org/officeDocument/2006/relationships/tags" Target="../tags/tag635.xml"/><Relationship Id="rId11" Type="http://schemas.openxmlformats.org/officeDocument/2006/relationships/slideLayout" Target="../slideLayouts/slideLayout17.xml"/><Relationship Id="rId5" Type="http://schemas.openxmlformats.org/officeDocument/2006/relationships/tags" Target="../tags/tag634.xml"/><Relationship Id="rId10" Type="http://schemas.openxmlformats.org/officeDocument/2006/relationships/tags" Target="../tags/tag639.xml"/><Relationship Id="rId4" Type="http://schemas.openxmlformats.org/officeDocument/2006/relationships/tags" Target="../tags/tag633.xml"/><Relationship Id="rId9" Type="http://schemas.openxmlformats.org/officeDocument/2006/relationships/tags" Target="../tags/tag638.xml"/></Relationships>
</file>

<file path=ppt/slides/_rels/slide132.xml.rels><?xml version="1.0" encoding="UTF-8" standalone="yes"?>
<Relationships xmlns="http://schemas.openxmlformats.org/package/2006/relationships"><Relationship Id="rId8" Type="http://schemas.openxmlformats.org/officeDocument/2006/relationships/tags" Target="../tags/tag647.xml"/><Relationship Id="rId3" Type="http://schemas.openxmlformats.org/officeDocument/2006/relationships/tags" Target="../tags/tag642.xml"/><Relationship Id="rId7" Type="http://schemas.openxmlformats.org/officeDocument/2006/relationships/tags" Target="../tags/tag646.xml"/><Relationship Id="rId12" Type="http://schemas.openxmlformats.org/officeDocument/2006/relationships/notesSlide" Target="../notesSlides/notesSlide125.xml"/><Relationship Id="rId2" Type="http://schemas.openxmlformats.org/officeDocument/2006/relationships/tags" Target="../tags/tag641.xml"/><Relationship Id="rId1" Type="http://schemas.openxmlformats.org/officeDocument/2006/relationships/tags" Target="../tags/tag640.xml"/><Relationship Id="rId6" Type="http://schemas.openxmlformats.org/officeDocument/2006/relationships/tags" Target="../tags/tag645.xml"/><Relationship Id="rId11" Type="http://schemas.openxmlformats.org/officeDocument/2006/relationships/slideLayout" Target="../slideLayouts/slideLayout17.xml"/><Relationship Id="rId5" Type="http://schemas.openxmlformats.org/officeDocument/2006/relationships/tags" Target="../tags/tag644.xml"/><Relationship Id="rId10" Type="http://schemas.openxmlformats.org/officeDocument/2006/relationships/tags" Target="../tags/tag649.xml"/><Relationship Id="rId4" Type="http://schemas.openxmlformats.org/officeDocument/2006/relationships/tags" Target="../tags/tag643.xml"/><Relationship Id="rId9" Type="http://schemas.openxmlformats.org/officeDocument/2006/relationships/tags" Target="../tags/tag648.xml"/></Relationships>
</file>

<file path=ppt/slides/_rels/slide133.xml.rels><?xml version="1.0" encoding="UTF-8" standalone="yes"?>
<Relationships xmlns="http://schemas.openxmlformats.org/package/2006/relationships"><Relationship Id="rId8" Type="http://schemas.openxmlformats.org/officeDocument/2006/relationships/tags" Target="../tags/tag657.xml"/><Relationship Id="rId3" Type="http://schemas.openxmlformats.org/officeDocument/2006/relationships/tags" Target="../tags/tag652.xml"/><Relationship Id="rId7" Type="http://schemas.openxmlformats.org/officeDocument/2006/relationships/tags" Target="../tags/tag656.xml"/><Relationship Id="rId12" Type="http://schemas.openxmlformats.org/officeDocument/2006/relationships/notesSlide" Target="../notesSlides/notesSlide126.xml"/><Relationship Id="rId2" Type="http://schemas.openxmlformats.org/officeDocument/2006/relationships/tags" Target="../tags/tag651.xml"/><Relationship Id="rId1" Type="http://schemas.openxmlformats.org/officeDocument/2006/relationships/tags" Target="../tags/tag650.xml"/><Relationship Id="rId6" Type="http://schemas.openxmlformats.org/officeDocument/2006/relationships/tags" Target="../tags/tag655.xml"/><Relationship Id="rId11" Type="http://schemas.openxmlformats.org/officeDocument/2006/relationships/slideLayout" Target="../slideLayouts/slideLayout17.xml"/><Relationship Id="rId5" Type="http://schemas.openxmlformats.org/officeDocument/2006/relationships/tags" Target="../tags/tag654.xml"/><Relationship Id="rId10" Type="http://schemas.openxmlformats.org/officeDocument/2006/relationships/tags" Target="../tags/tag659.xml"/><Relationship Id="rId4" Type="http://schemas.openxmlformats.org/officeDocument/2006/relationships/tags" Target="../tags/tag653.xml"/><Relationship Id="rId9" Type="http://schemas.openxmlformats.org/officeDocument/2006/relationships/tags" Target="../tags/tag658.xml"/></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127.xml"/><Relationship Id="rId2" Type="http://schemas.openxmlformats.org/officeDocument/2006/relationships/slideLayout" Target="../slideLayouts/slideLayout17.xml"/><Relationship Id="rId1" Type="http://schemas.openxmlformats.org/officeDocument/2006/relationships/tags" Target="../tags/tag660.xml"/></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128.xml"/><Relationship Id="rId2" Type="http://schemas.openxmlformats.org/officeDocument/2006/relationships/slideLayout" Target="../slideLayouts/slideLayout17.xml"/><Relationship Id="rId1" Type="http://schemas.openxmlformats.org/officeDocument/2006/relationships/tags" Target="../tags/tag661.xml"/></Relationships>
</file>

<file path=ppt/slides/_rels/slide136.xml.rels><?xml version="1.0" encoding="UTF-8" standalone="yes"?>
<Relationships xmlns="http://schemas.openxmlformats.org/package/2006/relationships"><Relationship Id="rId8" Type="http://schemas.openxmlformats.org/officeDocument/2006/relationships/image" Target="../media/image54.jpeg"/><Relationship Id="rId3" Type="http://schemas.openxmlformats.org/officeDocument/2006/relationships/tags" Target="../tags/tag664.xml"/><Relationship Id="rId7" Type="http://schemas.openxmlformats.org/officeDocument/2006/relationships/notesSlide" Target="../notesSlides/notesSlide129.xml"/><Relationship Id="rId2" Type="http://schemas.openxmlformats.org/officeDocument/2006/relationships/tags" Target="../tags/tag663.xml"/><Relationship Id="rId1" Type="http://schemas.openxmlformats.org/officeDocument/2006/relationships/tags" Target="../tags/tag662.xml"/><Relationship Id="rId6" Type="http://schemas.openxmlformats.org/officeDocument/2006/relationships/slideLayout" Target="../slideLayouts/slideLayout17.xml"/><Relationship Id="rId5" Type="http://schemas.openxmlformats.org/officeDocument/2006/relationships/tags" Target="../tags/tag666.xml"/><Relationship Id="rId4" Type="http://schemas.openxmlformats.org/officeDocument/2006/relationships/tags" Target="../tags/tag665.xml"/></Relationships>
</file>

<file path=ppt/slides/_rels/slide137.xml.rels><?xml version="1.0" encoding="UTF-8" standalone="yes"?>
<Relationships xmlns="http://schemas.openxmlformats.org/package/2006/relationships"><Relationship Id="rId3" Type="http://schemas.openxmlformats.org/officeDocument/2006/relationships/notesSlide" Target="../notesSlides/notesSlide130.xml"/><Relationship Id="rId2" Type="http://schemas.openxmlformats.org/officeDocument/2006/relationships/slideLayout" Target="../slideLayouts/slideLayout17.xml"/><Relationship Id="rId1" Type="http://schemas.openxmlformats.org/officeDocument/2006/relationships/tags" Target="../tags/tag667.xml"/></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131.xml"/><Relationship Id="rId2" Type="http://schemas.openxmlformats.org/officeDocument/2006/relationships/slideLayout" Target="../slideLayouts/slideLayout17.xml"/><Relationship Id="rId1" Type="http://schemas.openxmlformats.org/officeDocument/2006/relationships/tags" Target="../tags/tag668.xml"/><Relationship Id="rId4" Type="http://schemas.openxmlformats.org/officeDocument/2006/relationships/image" Target="../media/image12.png"/></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132.xml"/><Relationship Id="rId2" Type="http://schemas.openxmlformats.org/officeDocument/2006/relationships/slideLayout" Target="../slideLayouts/slideLayout17.xml"/><Relationship Id="rId1" Type="http://schemas.openxmlformats.org/officeDocument/2006/relationships/tags" Target="../tags/tag669.xml"/><Relationship Id="rId4" Type="http://schemas.openxmlformats.org/officeDocument/2006/relationships/image" Target="../media/image12.png"/></Relationships>
</file>

<file path=ppt/slides/_rels/slide140.xml.rels><?xml version="1.0" encoding="UTF-8" standalone="yes"?>
<Relationships xmlns="http://schemas.openxmlformats.org/package/2006/relationships"><Relationship Id="rId3" Type="http://schemas.openxmlformats.org/officeDocument/2006/relationships/notesSlide" Target="../notesSlides/notesSlide133.xml"/><Relationship Id="rId2" Type="http://schemas.openxmlformats.org/officeDocument/2006/relationships/slideLayout" Target="../slideLayouts/slideLayout17.xml"/><Relationship Id="rId1" Type="http://schemas.openxmlformats.org/officeDocument/2006/relationships/tags" Target="../tags/tag670.xml"/></Relationships>
</file>

<file path=ppt/slides/_rels/slide141.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tags" Target="../tags/tag673.xml"/><Relationship Id="rId7" Type="http://schemas.openxmlformats.org/officeDocument/2006/relationships/notesSlide" Target="../notesSlides/notesSlide134.xml"/><Relationship Id="rId2" Type="http://schemas.openxmlformats.org/officeDocument/2006/relationships/tags" Target="../tags/tag672.xml"/><Relationship Id="rId1" Type="http://schemas.openxmlformats.org/officeDocument/2006/relationships/tags" Target="../tags/tag671.xml"/><Relationship Id="rId6" Type="http://schemas.openxmlformats.org/officeDocument/2006/relationships/slideLayout" Target="../slideLayouts/slideLayout17.xml"/><Relationship Id="rId5" Type="http://schemas.openxmlformats.org/officeDocument/2006/relationships/tags" Target="../tags/tag675.xml"/><Relationship Id="rId4" Type="http://schemas.openxmlformats.org/officeDocument/2006/relationships/tags" Target="../tags/tag674.xml"/></Relationships>
</file>

<file path=ppt/slides/_rels/slide142.xml.rels><?xml version="1.0" encoding="UTF-8" standalone="yes"?>
<Relationships xmlns="http://schemas.openxmlformats.org/package/2006/relationships"><Relationship Id="rId3" Type="http://schemas.openxmlformats.org/officeDocument/2006/relationships/notesSlide" Target="../notesSlides/notesSlide135.xml"/><Relationship Id="rId2" Type="http://schemas.openxmlformats.org/officeDocument/2006/relationships/slideLayout" Target="../slideLayouts/slideLayout17.xml"/><Relationship Id="rId1" Type="http://schemas.openxmlformats.org/officeDocument/2006/relationships/tags" Target="../tags/tag676.xml"/><Relationship Id="rId4" Type="http://schemas.openxmlformats.org/officeDocument/2006/relationships/image" Target="../media/image12.png"/></Relationships>
</file>

<file path=ppt/slides/_rels/slide143.xml.rels><?xml version="1.0" encoding="UTF-8" standalone="yes"?>
<Relationships xmlns="http://schemas.openxmlformats.org/package/2006/relationships"><Relationship Id="rId3" Type="http://schemas.openxmlformats.org/officeDocument/2006/relationships/notesSlide" Target="../notesSlides/notesSlide136.xml"/><Relationship Id="rId2" Type="http://schemas.openxmlformats.org/officeDocument/2006/relationships/slideLayout" Target="../slideLayouts/slideLayout17.xml"/><Relationship Id="rId1" Type="http://schemas.openxmlformats.org/officeDocument/2006/relationships/tags" Target="../tags/tag677.xml"/></Relationships>
</file>

<file path=ppt/slides/_rels/slide144.xml.rels><?xml version="1.0" encoding="UTF-8" standalone="yes"?>
<Relationships xmlns="http://schemas.openxmlformats.org/package/2006/relationships"><Relationship Id="rId8" Type="http://schemas.openxmlformats.org/officeDocument/2006/relationships/image" Target="../media/image56.jpeg"/><Relationship Id="rId3" Type="http://schemas.openxmlformats.org/officeDocument/2006/relationships/tags" Target="../tags/tag680.xml"/><Relationship Id="rId7" Type="http://schemas.openxmlformats.org/officeDocument/2006/relationships/notesSlide" Target="../notesSlides/notesSlide137.xml"/><Relationship Id="rId2" Type="http://schemas.openxmlformats.org/officeDocument/2006/relationships/tags" Target="../tags/tag679.xml"/><Relationship Id="rId1" Type="http://schemas.openxmlformats.org/officeDocument/2006/relationships/tags" Target="../tags/tag678.xml"/><Relationship Id="rId6" Type="http://schemas.openxmlformats.org/officeDocument/2006/relationships/slideLayout" Target="../slideLayouts/slideLayout17.xml"/><Relationship Id="rId5" Type="http://schemas.openxmlformats.org/officeDocument/2006/relationships/tags" Target="../tags/tag682.xml"/><Relationship Id="rId4" Type="http://schemas.openxmlformats.org/officeDocument/2006/relationships/tags" Target="../tags/tag681.xml"/></Relationships>
</file>

<file path=ppt/slides/_rels/slide145.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tags" Target="../tags/tag685.xml"/><Relationship Id="rId7" Type="http://schemas.openxmlformats.org/officeDocument/2006/relationships/notesSlide" Target="../notesSlides/notesSlide138.xml"/><Relationship Id="rId2" Type="http://schemas.openxmlformats.org/officeDocument/2006/relationships/tags" Target="../tags/tag684.xml"/><Relationship Id="rId1" Type="http://schemas.openxmlformats.org/officeDocument/2006/relationships/tags" Target="../tags/tag683.xml"/><Relationship Id="rId6" Type="http://schemas.openxmlformats.org/officeDocument/2006/relationships/slideLayout" Target="../slideLayouts/slideLayout17.xml"/><Relationship Id="rId5" Type="http://schemas.openxmlformats.org/officeDocument/2006/relationships/tags" Target="../tags/tag687.xml"/><Relationship Id="rId4" Type="http://schemas.openxmlformats.org/officeDocument/2006/relationships/tags" Target="../tags/tag686.xml"/></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139.xml"/><Relationship Id="rId2" Type="http://schemas.openxmlformats.org/officeDocument/2006/relationships/slideLayout" Target="../slideLayouts/slideLayout17.xml"/><Relationship Id="rId1" Type="http://schemas.openxmlformats.org/officeDocument/2006/relationships/tags" Target="../tags/tag688.xml"/></Relationships>
</file>

<file path=ppt/slides/_rels/slide147.xml.rels><?xml version="1.0" encoding="UTF-8" standalone="yes"?>
<Relationships xmlns="http://schemas.openxmlformats.org/package/2006/relationships"><Relationship Id="rId3" Type="http://schemas.openxmlformats.org/officeDocument/2006/relationships/notesSlide" Target="../notesSlides/notesSlide140.xml"/><Relationship Id="rId2" Type="http://schemas.openxmlformats.org/officeDocument/2006/relationships/slideLayout" Target="../slideLayouts/slideLayout17.xml"/><Relationship Id="rId1" Type="http://schemas.openxmlformats.org/officeDocument/2006/relationships/tags" Target="../tags/tag689.xml"/></Relationships>
</file>

<file path=ppt/slides/_rels/slide148.xml.rels><?xml version="1.0" encoding="UTF-8" standalone="yes"?>
<Relationships xmlns="http://schemas.openxmlformats.org/package/2006/relationships"><Relationship Id="rId3" Type="http://schemas.openxmlformats.org/officeDocument/2006/relationships/notesSlide" Target="../notesSlides/notesSlide141.xml"/><Relationship Id="rId2" Type="http://schemas.openxmlformats.org/officeDocument/2006/relationships/slideLayout" Target="../slideLayouts/slideLayout17.xml"/><Relationship Id="rId1" Type="http://schemas.openxmlformats.org/officeDocument/2006/relationships/tags" Target="../tags/tag690.xml"/></Relationships>
</file>

<file path=ppt/slides/_rels/slide149.xml.rels><?xml version="1.0" encoding="UTF-8" standalone="yes"?>
<Relationships xmlns="http://schemas.openxmlformats.org/package/2006/relationships"><Relationship Id="rId3" Type="http://schemas.openxmlformats.org/officeDocument/2006/relationships/notesSlide" Target="../notesSlides/notesSlide142.xml"/><Relationship Id="rId2" Type="http://schemas.openxmlformats.org/officeDocument/2006/relationships/slideLayout" Target="../slideLayouts/slideLayout17.xml"/><Relationship Id="rId1" Type="http://schemas.openxmlformats.org/officeDocument/2006/relationships/tags" Target="../tags/tag691.xml"/></Relationships>
</file>

<file path=ppt/slides/_rels/slide1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92.xml"/></Relationships>
</file>

<file path=ppt/slides/_rels/slide151.xml.rels><?xml version="1.0" encoding="UTF-8" standalone="yes"?>
<Relationships xmlns="http://schemas.openxmlformats.org/package/2006/relationships"><Relationship Id="rId3" Type="http://schemas.openxmlformats.org/officeDocument/2006/relationships/notesSlide" Target="../notesSlides/notesSlide143.xml"/><Relationship Id="rId2" Type="http://schemas.openxmlformats.org/officeDocument/2006/relationships/slideLayout" Target="../slideLayouts/slideLayout17.xml"/><Relationship Id="rId1" Type="http://schemas.openxmlformats.org/officeDocument/2006/relationships/tags" Target="../tags/tag693.xml"/><Relationship Id="rId4" Type="http://schemas.openxmlformats.org/officeDocument/2006/relationships/image" Target="../media/image12.png"/></Relationships>
</file>

<file path=ppt/slides/_rels/slide152.xml.rels><?xml version="1.0" encoding="UTF-8" standalone="yes"?>
<Relationships xmlns="http://schemas.openxmlformats.org/package/2006/relationships"><Relationship Id="rId3" Type="http://schemas.openxmlformats.org/officeDocument/2006/relationships/notesSlide" Target="../notesSlides/notesSlide144.xml"/><Relationship Id="rId2" Type="http://schemas.openxmlformats.org/officeDocument/2006/relationships/slideLayout" Target="../slideLayouts/slideLayout17.xml"/><Relationship Id="rId1" Type="http://schemas.openxmlformats.org/officeDocument/2006/relationships/tags" Target="../tags/tag694.xml"/><Relationship Id="rId4" Type="http://schemas.openxmlformats.org/officeDocument/2006/relationships/image" Target="../media/image12.png"/></Relationships>
</file>

<file path=ppt/slides/_rels/slide153.xml.rels><?xml version="1.0" encoding="UTF-8" standalone="yes"?>
<Relationships xmlns="http://schemas.openxmlformats.org/package/2006/relationships"><Relationship Id="rId8" Type="http://schemas.openxmlformats.org/officeDocument/2006/relationships/tags" Target="../tags/tag702.xml"/><Relationship Id="rId13" Type="http://schemas.openxmlformats.org/officeDocument/2006/relationships/tags" Target="../tags/tag707.xml"/><Relationship Id="rId18" Type="http://schemas.openxmlformats.org/officeDocument/2006/relationships/tags" Target="../tags/tag712.xml"/><Relationship Id="rId3" Type="http://schemas.openxmlformats.org/officeDocument/2006/relationships/tags" Target="../tags/tag697.xml"/><Relationship Id="rId21" Type="http://schemas.openxmlformats.org/officeDocument/2006/relationships/notesSlide" Target="../notesSlides/notesSlide145.xml"/><Relationship Id="rId7" Type="http://schemas.openxmlformats.org/officeDocument/2006/relationships/tags" Target="../tags/tag701.xml"/><Relationship Id="rId12" Type="http://schemas.openxmlformats.org/officeDocument/2006/relationships/tags" Target="../tags/tag706.xml"/><Relationship Id="rId17" Type="http://schemas.openxmlformats.org/officeDocument/2006/relationships/tags" Target="../tags/tag711.xml"/><Relationship Id="rId2" Type="http://schemas.openxmlformats.org/officeDocument/2006/relationships/tags" Target="../tags/tag696.xml"/><Relationship Id="rId16" Type="http://schemas.openxmlformats.org/officeDocument/2006/relationships/tags" Target="../tags/tag710.xml"/><Relationship Id="rId20" Type="http://schemas.openxmlformats.org/officeDocument/2006/relationships/slideLayout" Target="../slideLayouts/slideLayout17.xml"/><Relationship Id="rId1" Type="http://schemas.openxmlformats.org/officeDocument/2006/relationships/tags" Target="../tags/tag695.xml"/><Relationship Id="rId6" Type="http://schemas.openxmlformats.org/officeDocument/2006/relationships/tags" Target="../tags/tag700.xml"/><Relationship Id="rId11" Type="http://schemas.openxmlformats.org/officeDocument/2006/relationships/tags" Target="../tags/tag705.xml"/><Relationship Id="rId5" Type="http://schemas.openxmlformats.org/officeDocument/2006/relationships/tags" Target="../tags/tag699.xml"/><Relationship Id="rId15" Type="http://schemas.openxmlformats.org/officeDocument/2006/relationships/tags" Target="../tags/tag709.xml"/><Relationship Id="rId10" Type="http://schemas.openxmlformats.org/officeDocument/2006/relationships/tags" Target="../tags/tag704.xml"/><Relationship Id="rId19" Type="http://schemas.openxmlformats.org/officeDocument/2006/relationships/tags" Target="../tags/tag713.xml"/><Relationship Id="rId4" Type="http://schemas.openxmlformats.org/officeDocument/2006/relationships/tags" Target="../tags/tag698.xml"/><Relationship Id="rId9" Type="http://schemas.openxmlformats.org/officeDocument/2006/relationships/tags" Target="../tags/tag703.xml"/><Relationship Id="rId14" Type="http://schemas.openxmlformats.org/officeDocument/2006/relationships/tags" Target="../tags/tag708.xml"/></Relationships>
</file>

<file path=ppt/slides/_rels/slide154.xml.rels><?xml version="1.0" encoding="UTF-8" standalone="yes"?>
<Relationships xmlns="http://schemas.openxmlformats.org/package/2006/relationships"><Relationship Id="rId3" Type="http://schemas.openxmlformats.org/officeDocument/2006/relationships/notesSlide" Target="../notesSlides/notesSlide146.xml"/><Relationship Id="rId2" Type="http://schemas.openxmlformats.org/officeDocument/2006/relationships/slideLayout" Target="../slideLayouts/slideLayout17.xml"/><Relationship Id="rId1" Type="http://schemas.openxmlformats.org/officeDocument/2006/relationships/tags" Target="../tags/tag714.xml"/></Relationships>
</file>

<file path=ppt/slides/_rels/slide155.xml.rels><?xml version="1.0" encoding="UTF-8" standalone="yes"?>
<Relationships xmlns="http://schemas.openxmlformats.org/package/2006/relationships"><Relationship Id="rId8" Type="http://schemas.openxmlformats.org/officeDocument/2006/relationships/tags" Target="../tags/tag722.xml"/><Relationship Id="rId13" Type="http://schemas.openxmlformats.org/officeDocument/2006/relationships/tags" Target="../tags/tag727.xml"/><Relationship Id="rId18" Type="http://schemas.openxmlformats.org/officeDocument/2006/relationships/notesSlide" Target="../notesSlides/notesSlide147.xml"/><Relationship Id="rId3" Type="http://schemas.openxmlformats.org/officeDocument/2006/relationships/tags" Target="../tags/tag717.xml"/><Relationship Id="rId7" Type="http://schemas.openxmlformats.org/officeDocument/2006/relationships/tags" Target="../tags/tag721.xml"/><Relationship Id="rId12" Type="http://schemas.openxmlformats.org/officeDocument/2006/relationships/tags" Target="../tags/tag726.xml"/><Relationship Id="rId17" Type="http://schemas.openxmlformats.org/officeDocument/2006/relationships/slideLayout" Target="../slideLayouts/slideLayout17.xml"/><Relationship Id="rId2" Type="http://schemas.openxmlformats.org/officeDocument/2006/relationships/tags" Target="../tags/tag716.xml"/><Relationship Id="rId16" Type="http://schemas.openxmlformats.org/officeDocument/2006/relationships/tags" Target="../tags/tag730.xml"/><Relationship Id="rId1" Type="http://schemas.openxmlformats.org/officeDocument/2006/relationships/tags" Target="../tags/tag715.xml"/><Relationship Id="rId6" Type="http://schemas.openxmlformats.org/officeDocument/2006/relationships/tags" Target="../tags/tag720.xml"/><Relationship Id="rId11" Type="http://schemas.openxmlformats.org/officeDocument/2006/relationships/tags" Target="../tags/tag725.xml"/><Relationship Id="rId5" Type="http://schemas.openxmlformats.org/officeDocument/2006/relationships/tags" Target="../tags/tag719.xml"/><Relationship Id="rId15" Type="http://schemas.openxmlformats.org/officeDocument/2006/relationships/tags" Target="../tags/tag729.xml"/><Relationship Id="rId10" Type="http://schemas.openxmlformats.org/officeDocument/2006/relationships/tags" Target="../tags/tag724.xml"/><Relationship Id="rId4" Type="http://schemas.openxmlformats.org/officeDocument/2006/relationships/tags" Target="../tags/tag718.xml"/><Relationship Id="rId9" Type="http://schemas.openxmlformats.org/officeDocument/2006/relationships/tags" Target="../tags/tag723.xml"/><Relationship Id="rId14" Type="http://schemas.openxmlformats.org/officeDocument/2006/relationships/tags" Target="../tags/tag728.xml"/></Relationships>
</file>

<file path=ppt/slides/_rels/slide156.xml.rels><?xml version="1.0" encoding="UTF-8" standalone="yes"?>
<Relationships xmlns="http://schemas.openxmlformats.org/package/2006/relationships"><Relationship Id="rId8" Type="http://schemas.openxmlformats.org/officeDocument/2006/relationships/notesSlide" Target="../notesSlides/notesSlide148.xml"/><Relationship Id="rId3" Type="http://schemas.openxmlformats.org/officeDocument/2006/relationships/tags" Target="../tags/tag733.xml"/><Relationship Id="rId7" Type="http://schemas.openxmlformats.org/officeDocument/2006/relationships/slideLayout" Target="../slideLayouts/slideLayout17.xml"/><Relationship Id="rId12" Type="http://schemas.openxmlformats.org/officeDocument/2006/relationships/image" Target="../media/image60.png"/><Relationship Id="rId2" Type="http://schemas.openxmlformats.org/officeDocument/2006/relationships/tags" Target="../tags/tag732.xml"/><Relationship Id="rId1" Type="http://schemas.openxmlformats.org/officeDocument/2006/relationships/tags" Target="../tags/tag731.xml"/><Relationship Id="rId6" Type="http://schemas.openxmlformats.org/officeDocument/2006/relationships/tags" Target="../tags/tag736.xml"/><Relationship Id="rId11" Type="http://schemas.openxmlformats.org/officeDocument/2006/relationships/image" Target="../media/image59.jpeg"/><Relationship Id="rId5" Type="http://schemas.openxmlformats.org/officeDocument/2006/relationships/tags" Target="../tags/tag735.xml"/><Relationship Id="rId10" Type="http://schemas.openxmlformats.org/officeDocument/2006/relationships/image" Target="../media/image58.jpeg"/><Relationship Id="rId4" Type="http://schemas.openxmlformats.org/officeDocument/2006/relationships/tags" Target="../tags/tag734.xml"/><Relationship Id="rId9" Type="http://schemas.openxmlformats.org/officeDocument/2006/relationships/image" Target="../media/image46.jpeg"/></Relationships>
</file>

<file path=ppt/slides/_rels/slide157.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tags" Target="../tags/tag739.xml"/><Relationship Id="rId7" Type="http://schemas.openxmlformats.org/officeDocument/2006/relationships/notesSlide" Target="../notesSlides/notesSlide149.xml"/><Relationship Id="rId2" Type="http://schemas.openxmlformats.org/officeDocument/2006/relationships/tags" Target="../tags/tag738.xml"/><Relationship Id="rId1" Type="http://schemas.openxmlformats.org/officeDocument/2006/relationships/tags" Target="../tags/tag737.xml"/><Relationship Id="rId6" Type="http://schemas.openxmlformats.org/officeDocument/2006/relationships/slideLayout" Target="../slideLayouts/slideLayout17.xml"/><Relationship Id="rId5" Type="http://schemas.openxmlformats.org/officeDocument/2006/relationships/tags" Target="../tags/tag741.xml"/><Relationship Id="rId4" Type="http://schemas.openxmlformats.org/officeDocument/2006/relationships/tags" Target="../tags/tag740.xml"/></Relationships>
</file>

<file path=ppt/slides/_rels/slide158.xml.rels><?xml version="1.0" encoding="UTF-8" standalone="yes"?>
<Relationships xmlns="http://schemas.openxmlformats.org/package/2006/relationships"><Relationship Id="rId3" Type="http://schemas.openxmlformats.org/officeDocument/2006/relationships/tags" Target="../tags/tag744.xml"/><Relationship Id="rId7" Type="http://schemas.openxmlformats.org/officeDocument/2006/relationships/notesSlide" Target="../notesSlides/notesSlide150.xml"/><Relationship Id="rId2" Type="http://schemas.openxmlformats.org/officeDocument/2006/relationships/tags" Target="../tags/tag743.xml"/><Relationship Id="rId1" Type="http://schemas.openxmlformats.org/officeDocument/2006/relationships/tags" Target="../tags/tag742.xml"/><Relationship Id="rId6" Type="http://schemas.openxmlformats.org/officeDocument/2006/relationships/slideLayout" Target="../slideLayouts/slideLayout17.xml"/><Relationship Id="rId5" Type="http://schemas.openxmlformats.org/officeDocument/2006/relationships/tags" Target="../tags/tag746.xml"/><Relationship Id="rId4" Type="http://schemas.openxmlformats.org/officeDocument/2006/relationships/tags" Target="../tags/tag745.xml"/></Relationships>
</file>

<file path=ppt/slides/_rels/slide159.xml.rels><?xml version="1.0" encoding="UTF-8" standalone="yes"?>
<Relationships xmlns="http://schemas.openxmlformats.org/package/2006/relationships"><Relationship Id="rId3" Type="http://schemas.openxmlformats.org/officeDocument/2006/relationships/notesSlide" Target="../notesSlides/notesSlide151.xml"/><Relationship Id="rId2" Type="http://schemas.openxmlformats.org/officeDocument/2006/relationships/slideLayout" Target="../slideLayouts/slideLayout17.xml"/><Relationship Id="rId1" Type="http://schemas.openxmlformats.org/officeDocument/2006/relationships/tags" Target="../tags/tag747.xml"/></Relationships>
</file>

<file path=ppt/slides/_rels/slide160.xml.rels><?xml version="1.0" encoding="UTF-8" standalone="yes"?>
<Relationships xmlns="http://schemas.openxmlformats.org/package/2006/relationships"><Relationship Id="rId3" Type="http://schemas.openxmlformats.org/officeDocument/2006/relationships/tags" Target="../tags/tag750.xml"/><Relationship Id="rId2" Type="http://schemas.openxmlformats.org/officeDocument/2006/relationships/tags" Target="../tags/tag749.xml"/><Relationship Id="rId1" Type="http://schemas.openxmlformats.org/officeDocument/2006/relationships/tags" Target="../tags/tag748.xml"/><Relationship Id="rId6" Type="http://schemas.openxmlformats.org/officeDocument/2006/relationships/notesSlide" Target="../notesSlides/notesSlide152.xml"/><Relationship Id="rId5" Type="http://schemas.openxmlformats.org/officeDocument/2006/relationships/slideLayout" Target="../slideLayouts/slideLayout17.xml"/><Relationship Id="rId4" Type="http://schemas.openxmlformats.org/officeDocument/2006/relationships/tags" Target="../tags/tag751.xml"/></Relationships>
</file>

<file path=ppt/slides/_rels/slide161.xml.rels><?xml version="1.0" encoding="UTF-8" standalone="yes"?>
<Relationships xmlns="http://schemas.openxmlformats.org/package/2006/relationships"><Relationship Id="rId8" Type="http://schemas.openxmlformats.org/officeDocument/2006/relationships/image" Target="../media/image62.jpeg"/><Relationship Id="rId3" Type="http://schemas.openxmlformats.org/officeDocument/2006/relationships/tags" Target="../tags/tag754.xml"/><Relationship Id="rId7" Type="http://schemas.openxmlformats.org/officeDocument/2006/relationships/notesSlide" Target="../notesSlides/notesSlide153.xml"/><Relationship Id="rId2" Type="http://schemas.openxmlformats.org/officeDocument/2006/relationships/tags" Target="../tags/tag753.xml"/><Relationship Id="rId1" Type="http://schemas.openxmlformats.org/officeDocument/2006/relationships/tags" Target="../tags/tag752.xml"/><Relationship Id="rId6" Type="http://schemas.openxmlformats.org/officeDocument/2006/relationships/slideLayout" Target="../slideLayouts/slideLayout17.xml"/><Relationship Id="rId5" Type="http://schemas.openxmlformats.org/officeDocument/2006/relationships/tags" Target="../tags/tag756.xml"/><Relationship Id="rId4" Type="http://schemas.openxmlformats.org/officeDocument/2006/relationships/tags" Target="../tags/tag755.xml"/></Relationships>
</file>

<file path=ppt/slides/_rels/slide162.xml.rels><?xml version="1.0" encoding="UTF-8" standalone="yes"?>
<Relationships xmlns="http://schemas.openxmlformats.org/package/2006/relationships"><Relationship Id="rId3" Type="http://schemas.openxmlformats.org/officeDocument/2006/relationships/notesSlide" Target="../notesSlides/notesSlide154.xml"/><Relationship Id="rId2" Type="http://schemas.openxmlformats.org/officeDocument/2006/relationships/slideLayout" Target="../slideLayouts/slideLayout17.xml"/><Relationship Id="rId1" Type="http://schemas.openxmlformats.org/officeDocument/2006/relationships/tags" Target="../tags/tag757.xml"/></Relationships>
</file>

<file path=ppt/slides/_rels/slide163.xml.rels><?xml version="1.0" encoding="UTF-8" standalone="yes"?>
<Relationships xmlns="http://schemas.openxmlformats.org/package/2006/relationships"><Relationship Id="rId3" Type="http://schemas.openxmlformats.org/officeDocument/2006/relationships/notesSlide" Target="../notesSlides/notesSlide155.xml"/><Relationship Id="rId2" Type="http://schemas.openxmlformats.org/officeDocument/2006/relationships/slideLayout" Target="../slideLayouts/slideLayout17.xml"/><Relationship Id="rId1" Type="http://schemas.openxmlformats.org/officeDocument/2006/relationships/tags" Target="../tags/tag758.xml"/></Relationships>
</file>

<file path=ppt/slides/_rels/slide164.xml.rels><?xml version="1.0" encoding="UTF-8" standalone="yes"?>
<Relationships xmlns="http://schemas.openxmlformats.org/package/2006/relationships"><Relationship Id="rId3" Type="http://schemas.openxmlformats.org/officeDocument/2006/relationships/notesSlide" Target="../notesSlides/notesSlide156.xml"/><Relationship Id="rId2" Type="http://schemas.openxmlformats.org/officeDocument/2006/relationships/slideLayout" Target="../slideLayouts/slideLayout17.xml"/><Relationship Id="rId1" Type="http://schemas.openxmlformats.org/officeDocument/2006/relationships/tags" Target="../tags/tag759.xml"/></Relationships>
</file>

<file path=ppt/slides/_rels/slide165.xml.rels><?xml version="1.0" encoding="UTF-8" standalone="yes"?>
<Relationships xmlns="http://schemas.openxmlformats.org/package/2006/relationships"><Relationship Id="rId8" Type="http://schemas.openxmlformats.org/officeDocument/2006/relationships/tags" Target="../tags/tag767.xml"/><Relationship Id="rId13" Type="http://schemas.openxmlformats.org/officeDocument/2006/relationships/slideLayout" Target="../slideLayouts/slideLayout17.xml"/><Relationship Id="rId3" Type="http://schemas.openxmlformats.org/officeDocument/2006/relationships/tags" Target="../tags/tag762.xml"/><Relationship Id="rId7" Type="http://schemas.openxmlformats.org/officeDocument/2006/relationships/tags" Target="../tags/tag766.xml"/><Relationship Id="rId12" Type="http://schemas.openxmlformats.org/officeDocument/2006/relationships/tags" Target="../tags/tag771.xml"/><Relationship Id="rId2" Type="http://schemas.openxmlformats.org/officeDocument/2006/relationships/tags" Target="../tags/tag761.xml"/><Relationship Id="rId1" Type="http://schemas.openxmlformats.org/officeDocument/2006/relationships/tags" Target="../tags/tag760.xml"/><Relationship Id="rId6" Type="http://schemas.openxmlformats.org/officeDocument/2006/relationships/tags" Target="../tags/tag765.xml"/><Relationship Id="rId11" Type="http://schemas.openxmlformats.org/officeDocument/2006/relationships/tags" Target="../tags/tag770.xml"/><Relationship Id="rId5" Type="http://schemas.openxmlformats.org/officeDocument/2006/relationships/tags" Target="../tags/tag764.xml"/><Relationship Id="rId10" Type="http://schemas.openxmlformats.org/officeDocument/2006/relationships/tags" Target="../tags/tag769.xml"/><Relationship Id="rId4" Type="http://schemas.openxmlformats.org/officeDocument/2006/relationships/tags" Target="../tags/tag763.xml"/><Relationship Id="rId9" Type="http://schemas.openxmlformats.org/officeDocument/2006/relationships/tags" Target="../tags/tag768.xml"/><Relationship Id="rId14" Type="http://schemas.openxmlformats.org/officeDocument/2006/relationships/notesSlide" Target="../notesSlides/notesSlide157.xml"/></Relationships>
</file>

<file path=ppt/slides/_rels/slide166.xml.rels><?xml version="1.0" encoding="UTF-8" standalone="yes"?>
<Relationships xmlns="http://schemas.openxmlformats.org/package/2006/relationships"><Relationship Id="rId8" Type="http://schemas.openxmlformats.org/officeDocument/2006/relationships/tags" Target="../tags/tag779.xml"/><Relationship Id="rId13" Type="http://schemas.openxmlformats.org/officeDocument/2006/relationships/slideLayout" Target="../slideLayouts/slideLayout17.xml"/><Relationship Id="rId3" Type="http://schemas.openxmlformats.org/officeDocument/2006/relationships/tags" Target="../tags/tag774.xml"/><Relationship Id="rId7" Type="http://schemas.openxmlformats.org/officeDocument/2006/relationships/tags" Target="../tags/tag778.xml"/><Relationship Id="rId12" Type="http://schemas.openxmlformats.org/officeDocument/2006/relationships/tags" Target="../tags/tag783.xml"/><Relationship Id="rId2" Type="http://schemas.openxmlformats.org/officeDocument/2006/relationships/tags" Target="../tags/tag773.xml"/><Relationship Id="rId1" Type="http://schemas.openxmlformats.org/officeDocument/2006/relationships/tags" Target="../tags/tag772.xml"/><Relationship Id="rId6" Type="http://schemas.openxmlformats.org/officeDocument/2006/relationships/tags" Target="../tags/tag777.xml"/><Relationship Id="rId11" Type="http://schemas.openxmlformats.org/officeDocument/2006/relationships/tags" Target="../tags/tag782.xml"/><Relationship Id="rId5" Type="http://schemas.openxmlformats.org/officeDocument/2006/relationships/tags" Target="../tags/tag776.xml"/><Relationship Id="rId10" Type="http://schemas.openxmlformats.org/officeDocument/2006/relationships/tags" Target="../tags/tag781.xml"/><Relationship Id="rId4" Type="http://schemas.openxmlformats.org/officeDocument/2006/relationships/tags" Target="../tags/tag775.xml"/><Relationship Id="rId9" Type="http://schemas.openxmlformats.org/officeDocument/2006/relationships/tags" Target="../tags/tag780.xml"/><Relationship Id="rId14" Type="http://schemas.openxmlformats.org/officeDocument/2006/relationships/notesSlide" Target="../notesSlides/notesSlide158.xml"/></Relationships>
</file>

<file path=ppt/slides/_rels/slide167.xml.rels><?xml version="1.0" encoding="UTF-8" standalone="yes"?>
<Relationships xmlns="http://schemas.openxmlformats.org/package/2006/relationships"><Relationship Id="rId8" Type="http://schemas.openxmlformats.org/officeDocument/2006/relationships/tags" Target="../tags/tag791.xml"/><Relationship Id="rId13" Type="http://schemas.openxmlformats.org/officeDocument/2006/relationships/slideLayout" Target="../slideLayouts/slideLayout17.xml"/><Relationship Id="rId3" Type="http://schemas.openxmlformats.org/officeDocument/2006/relationships/tags" Target="../tags/tag786.xml"/><Relationship Id="rId7" Type="http://schemas.openxmlformats.org/officeDocument/2006/relationships/tags" Target="../tags/tag790.xml"/><Relationship Id="rId12" Type="http://schemas.openxmlformats.org/officeDocument/2006/relationships/tags" Target="../tags/tag795.xml"/><Relationship Id="rId2" Type="http://schemas.openxmlformats.org/officeDocument/2006/relationships/tags" Target="../tags/tag785.xml"/><Relationship Id="rId1" Type="http://schemas.openxmlformats.org/officeDocument/2006/relationships/tags" Target="../tags/tag784.xml"/><Relationship Id="rId6" Type="http://schemas.openxmlformats.org/officeDocument/2006/relationships/tags" Target="../tags/tag789.xml"/><Relationship Id="rId11" Type="http://schemas.openxmlformats.org/officeDocument/2006/relationships/tags" Target="../tags/tag794.xml"/><Relationship Id="rId5" Type="http://schemas.openxmlformats.org/officeDocument/2006/relationships/tags" Target="../tags/tag788.xml"/><Relationship Id="rId10" Type="http://schemas.openxmlformats.org/officeDocument/2006/relationships/tags" Target="../tags/tag793.xml"/><Relationship Id="rId4" Type="http://schemas.openxmlformats.org/officeDocument/2006/relationships/tags" Target="../tags/tag787.xml"/><Relationship Id="rId9" Type="http://schemas.openxmlformats.org/officeDocument/2006/relationships/tags" Target="../tags/tag792.xml"/><Relationship Id="rId14" Type="http://schemas.openxmlformats.org/officeDocument/2006/relationships/notesSlide" Target="../notesSlides/notesSlide159.xml"/></Relationships>
</file>

<file path=ppt/slides/_rels/slide168.xml.rels><?xml version="1.0" encoding="UTF-8" standalone="yes"?>
<Relationships xmlns="http://schemas.openxmlformats.org/package/2006/relationships"><Relationship Id="rId3" Type="http://schemas.openxmlformats.org/officeDocument/2006/relationships/notesSlide" Target="../notesSlides/notesSlide160.xml"/><Relationship Id="rId2" Type="http://schemas.openxmlformats.org/officeDocument/2006/relationships/slideLayout" Target="../slideLayouts/slideLayout17.xml"/><Relationship Id="rId1" Type="http://schemas.openxmlformats.org/officeDocument/2006/relationships/tags" Target="../tags/tag796.xml"/></Relationships>
</file>

<file path=ppt/slides/_rels/slide169.xml.rels><?xml version="1.0" encoding="UTF-8" standalone="yes"?>
<Relationships xmlns="http://schemas.openxmlformats.org/package/2006/relationships"><Relationship Id="rId3" Type="http://schemas.openxmlformats.org/officeDocument/2006/relationships/tags" Target="../tags/tag799.xml"/><Relationship Id="rId7" Type="http://schemas.openxmlformats.org/officeDocument/2006/relationships/notesSlide" Target="../notesSlides/notesSlide161.xml"/><Relationship Id="rId2" Type="http://schemas.openxmlformats.org/officeDocument/2006/relationships/tags" Target="../tags/tag798.xml"/><Relationship Id="rId1" Type="http://schemas.openxmlformats.org/officeDocument/2006/relationships/tags" Target="../tags/tag797.xml"/><Relationship Id="rId6" Type="http://schemas.openxmlformats.org/officeDocument/2006/relationships/slideLayout" Target="../slideLayouts/slideLayout17.xml"/><Relationship Id="rId5" Type="http://schemas.openxmlformats.org/officeDocument/2006/relationships/tags" Target="../tags/tag801.xml"/><Relationship Id="rId4" Type="http://schemas.openxmlformats.org/officeDocument/2006/relationships/tags" Target="../tags/tag800.xml"/></Relationships>
</file>

<file path=ppt/slides/_rels/slide170.xml.rels><?xml version="1.0" encoding="UTF-8" standalone="yes"?>
<Relationships xmlns="http://schemas.openxmlformats.org/package/2006/relationships"><Relationship Id="rId3" Type="http://schemas.openxmlformats.org/officeDocument/2006/relationships/tags" Target="../tags/tag804.xml"/><Relationship Id="rId2" Type="http://schemas.openxmlformats.org/officeDocument/2006/relationships/tags" Target="../tags/tag803.xml"/><Relationship Id="rId1" Type="http://schemas.openxmlformats.org/officeDocument/2006/relationships/tags" Target="../tags/tag802.xml"/><Relationship Id="rId5" Type="http://schemas.openxmlformats.org/officeDocument/2006/relationships/notesSlide" Target="../notesSlides/notesSlide162.xml"/><Relationship Id="rId4" Type="http://schemas.openxmlformats.org/officeDocument/2006/relationships/slideLayout" Target="../slideLayouts/slideLayout17.xml"/></Relationships>
</file>

<file path=ppt/slides/_rels/slide17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7.xml"/></Relationships>
</file>

<file path=ppt/slides/_rels/slide172.xml.rels><?xml version="1.0" encoding="UTF-8" standalone="yes"?>
<Relationships xmlns="http://schemas.openxmlformats.org/package/2006/relationships"><Relationship Id="rId8" Type="http://schemas.openxmlformats.org/officeDocument/2006/relationships/tags" Target="../tags/tag812.xml"/><Relationship Id="rId13" Type="http://schemas.openxmlformats.org/officeDocument/2006/relationships/tags" Target="../tags/tag817.xml"/><Relationship Id="rId18" Type="http://schemas.openxmlformats.org/officeDocument/2006/relationships/tags" Target="../tags/tag822.xml"/><Relationship Id="rId3" Type="http://schemas.openxmlformats.org/officeDocument/2006/relationships/tags" Target="../tags/tag807.xml"/><Relationship Id="rId21" Type="http://schemas.openxmlformats.org/officeDocument/2006/relationships/tags" Target="../tags/tag825.xml"/><Relationship Id="rId7" Type="http://schemas.openxmlformats.org/officeDocument/2006/relationships/tags" Target="../tags/tag811.xml"/><Relationship Id="rId12" Type="http://schemas.openxmlformats.org/officeDocument/2006/relationships/tags" Target="../tags/tag816.xml"/><Relationship Id="rId17" Type="http://schemas.openxmlformats.org/officeDocument/2006/relationships/tags" Target="../tags/tag821.xml"/><Relationship Id="rId25" Type="http://schemas.openxmlformats.org/officeDocument/2006/relationships/notesSlide" Target="../notesSlides/notesSlide163.xml"/><Relationship Id="rId2" Type="http://schemas.openxmlformats.org/officeDocument/2006/relationships/tags" Target="../tags/tag806.xml"/><Relationship Id="rId16" Type="http://schemas.openxmlformats.org/officeDocument/2006/relationships/tags" Target="../tags/tag820.xml"/><Relationship Id="rId20" Type="http://schemas.openxmlformats.org/officeDocument/2006/relationships/tags" Target="../tags/tag824.xml"/><Relationship Id="rId1" Type="http://schemas.openxmlformats.org/officeDocument/2006/relationships/tags" Target="../tags/tag805.xml"/><Relationship Id="rId6" Type="http://schemas.openxmlformats.org/officeDocument/2006/relationships/tags" Target="../tags/tag810.xml"/><Relationship Id="rId11" Type="http://schemas.openxmlformats.org/officeDocument/2006/relationships/tags" Target="../tags/tag815.xml"/><Relationship Id="rId24" Type="http://schemas.openxmlformats.org/officeDocument/2006/relationships/slideLayout" Target="../slideLayouts/slideLayout17.xml"/><Relationship Id="rId5" Type="http://schemas.openxmlformats.org/officeDocument/2006/relationships/tags" Target="../tags/tag809.xml"/><Relationship Id="rId15" Type="http://schemas.openxmlformats.org/officeDocument/2006/relationships/tags" Target="../tags/tag819.xml"/><Relationship Id="rId23" Type="http://schemas.openxmlformats.org/officeDocument/2006/relationships/tags" Target="../tags/tag827.xml"/><Relationship Id="rId10" Type="http://schemas.openxmlformats.org/officeDocument/2006/relationships/tags" Target="../tags/tag814.xml"/><Relationship Id="rId19" Type="http://schemas.openxmlformats.org/officeDocument/2006/relationships/tags" Target="../tags/tag823.xml"/><Relationship Id="rId4" Type="http://schemas.openxmlformats.org/officeDocument/2006/relationships/tags" Target="../tags/tag808.xml"/><Relationship Id="rId9" Type="http://schemas.openxmlformats.org/officeDocument/2006/relationships/tags" Target="../tags/tag813.xml"/><Relationship Id="rId14" Type="http://schemas.openxmlformats.org/officeDocument/2006/relationships/tags" Target="../tags/tag818.xml"/><Relationship Id="rId22" Type="http://schemas.openxmlformats.org/officeDocument/2006/relationships/tags" Target="../tags/tag826.xml"/></Relationships>
</file>

<file path=ppt/slides/_rels/slide173.xml.rels><?xml version="1.0" encoding="UTF-8" standalone="yes"?>
<Relationships xmlns="http://schemas.openxmlformats.org/package/2006/relationships"><Relationship Id="rId3" Type="http://schemas.openxmlformats.org/officeDocument/2006/relationships/tags" Target="../tags/tag830.xml"/><Relationship Id="rId2" Type="http://schemas.openxmlformats.org/officeDocument/2006/relationships/tags" Target="../tags/tag829.xml"/><Relationship Id="rId1" Type="http://schemas.openxmlformats.org/officeDocument/2006/relationships/tags" Target="../tags/tag828.xml"/><Relationship Id="rId5" Type="http://schemas.openxmlformats.org/officeDocument/2006/relationships/notesSlide" Target="../notesSlides/notesSlide164.xml"/><Relationship Id="rId4" Type="http://schemas.openxmlformats.org/officeDocument/2006/relationships/slideLayout" Target="../slideLayouts/slideLayout17.xml"/></Relationships>
</file>

<file path=ppt/slides/_rels/slide174.xml.rels><?xml version="1.0" encoding="UTF-8" standalone="yes"?>
<Relationships xmlns="http://schemas.openxmlformats.org/package/2006/relationships"><Relationship Id="rId3" Type="http://schemas.openxmlformats.org/officeDocument/2006/relationships/tags" Target="../tags/tag833.xml"/><Relationship Id="rId2" Type="http://schemas.openxmlformats.org/officeDocument/2006/relationships/tags" Target="../tags/tag832.xml"/><Relationship Id="rId1" Type="http://schemas.openxmlformats.org/officeDocument/2006/relationships/tags" Target="../tags/tag831.xml"/><Relationship Id="rId5" Type="http://schemas.openxmlformats.org/officeDocument/2006/relationships/notesSlide" Target="../notesSlides/notesSlide165.xml"/><Relationship Id="rId4" Type="http://schemas.openxmlformats.org/officeDocument/2006/relationships/slideLayout" Target="../slideLayouts/slideLayout17.xml"/></Relationships>
</file>

<file path=ppt/slides/_rels/slide175.xml.rels><?xml version="1.0" encoding="UTF-8" standalone="yes"?>
<Relationships xmlns="http://schemas.openxmlformats.org/package/2006/relationships"><Relationship Id="rId3" Type="http://schemas.openxmlformats.org/officeDocument/2006/relationships/notesSlide" Target="../notesSlides/notesSlide166.xml"/><Relationship Id="rId2" Type="http://schemas.openxmlformats.org/officeDocument/2006/relationships/slideLayout" Target="../slideLayouts/slideLayout17.xml"/><Relationship Id="rId1" Type="http://schemas.openxmlformats.org/officeDocument/2006/relationships/tags" Target="../tags/tag834.xml"/><Relationship Id="rId4" Type="http://schemas.openxmlformats.org/officeDocument/2006/relationships/image" Target="../media/image64.png"/></Relationships>
</file>

<file path=ppt/slides/_rels/slide176.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836.xml"/><Relationship Id="rId1" Type="http://schemas.openxmlformats.org/officeDocument/2006/relationships/tags" Target="../tags/tag835.xml"/></Relationships>
</file>

<file path=ppt/slides/_rels/slide177.xml.rels><?xml version="1.0" encoding="UTF-8" standalone="yes"?>
<Relationships xmlns="http://schemas.openxmlformats.org/package/2006/relationships"><Relationship Id="rId3" Type="http://schemas.openxmlformats.org/officeDocument/2006/relationships/notesSlide" Target="../notesSlides/notesSlide167.xml"/><Relationship Id="rId2" Type="http://schemas.openxmlformats.org/officeDocument/2006/relationships/slideLayout" Target="../slideLayouts/slideLayout17.xml"/><Relationship Id="rId1" Type="http://schemas.openxmlformats.org/officeDocument/2006/relationships/tags" Target="../tags/tag837.xml"/></Relationships>
</file>

<file path=ppt/slides/_rels/slide178.xml.rels><?xml version="1.0" encoding="UTF-8" standalone="yes"?>
<Relationships xmlns="http://schemas.openxmlformats.org/package/2006/relationships"><Relationship Id="rId3" Type="http://schemas.openxmlformats.org/officeDocument/2006/relationships/notesSlide" Target="../notesSlides/notesSlide168.xml"/><Relationship Id="rId2" Type="http://schemas.openxmlformats.org/officeDocument/2006/relationships/slideLayout" Target="../slideLayouts/slideLayout17.xml"/><Relationship Id="rId1" Type="http://schemas.openxmlformats.org/officeDocument/2006/relationships/tags" Target="../tags/tag838.xml"/></Relationships>
</file>

<file path=ppt/slides/_rels/slide179.xml.rels><?xml version="1.0" encoding="UTF-8" standalone="yes"?>
<Relationships xmlns="http://schemas.openxmlformats.org/package/2006/relationships"><Relationship Id="rId3" Type="http://schemas.openxmlformats.org/officeDocument/2006/relationships/notesSlide" Target="../notesSlides/notesSlide169.xml"/><Relationship Id="rId2" Type="http://schemas.openxmlformats.org/officeDocument/2006/relationships/slideLayout" Target="../slideLayouts/slideLayout17.xml"/><Relationship Id="rId1" Type="http://schemas.openxmlformats.org/officeDocument/2006/relationships/tags" Target="../tags/tag839.xml"/></Relationships>
</file>

<file path=ppt/slides/_rels/slide180.xml.rels><?xml version="1.0" encoding="UTF-8" standalone="yes"?>
<Relationships xmlns="http://schemas.openxmlformats.org/package/2006/relationships"><Relationship Id="rId3" Type="http://schemas.openxmlformats.org/officeDocument/2006/relationships/notesSlide" Target="../notesSlides/notesSlide170.xml"/><Relationship Id="rId2" Type="http://schemas.openxmlformats.org/officeDocument/2006/relationships/slideLayout" Target="../slideLayouts/slideLayout17.xml"/><Relationship Id="rId1" Type="http://schemas.openxmlformats.org/officeDocument/2006/relationships/tags" Target="../tags/tag840.xml"/></Relationships>
</file>

<file path=ppt/slides/_rels/slide181.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842.xml"/><Relationship Id="rId1" Type="http://schemas.openxmlformats.org/officeDocument/2006/relationships/tags" Target="../tags/tag841.xml"/></Relationships>
</file>

<file path=ppt/slides/_rels/slide182.xml.rels><?xml version="1.0" encoding="UTF-8" standalone="yes"?>
<Relationships xmlns="http://schemas.openxmlformats.org/package/2006/relationships"><Relationship Id="rId8" Type="http://schemas.openxmlformats.org/officeDocument/2006/relationships/tags" Target="../tags/tag850.xml"/><Relationship Id="rId13" Type="http://schemas.openxmlformats.org/officeDocument/2006/relationships/tags" Target="../tags/tag855.xml"/><Relationship Id="rId18" Type="http://schemas.openxmlformats.org/officeDocument/2006/relationships/slideLayout" Target="../slideLayouts/slideLayout17.xml"/><Relationship Id="rId3" Type="http://schemas.openxmlformats.org/officeDocument/2006/relationships/tags" Target="../tags/tag845.xml"/><Relationship Id="rId7" Type="http://schemas.openxmlformats.org/officeDocument/2006/relationships/tags" Target="../tags/tag849.xml"/><Relationship Id="rId12" Type="http://schemas.openxmlformats.org/officeDocument/2006/relationships/tags" Target="../tags/tag854.xml"/><Relationship Id="rId17" Type="http://schemas.openxmlformats.org/officeDocument/2006/relationships/tags" Target="../tags/tag859.xml"/><Relationship Id="rId2" Type="http://schemas.openxmlformats.org/officeDocument/2006/relationships/tags" Target="../tags/tag844.xml"/><Relationship Id="rId16" Type="http://schemas.openxmlformats.org/officeDocument/2006/relationships/tags" Target="../tags/tag858.xml"/><Relationship Id="rId1" Type="http://schemas.openxmlformats.org/officeDocument/2006/relationships/tags" Target="../tags/tag843.xml"/><Relationship Id="rId6" Type="http://schemas.openxmlformats.org/officeDocument/2006/relationships/tags" Target="../tags/tag848.xml"/><Relationship Id="rId11" Type="http://schemas.openxmlformats.org/officeDocument/2006/relationships/tags" Target="../tags/tag853.xml"/><Relationship Id="rId5" Type="http://schemas.openxmlformats.org/officeDocument/2006/relationships/tags" Target="../tags/tag847.xml"/><Relationship Id="rId15" Type="http://schemas.openxmlformats.org/officeDocument/2006/relationships/tags" Target="../tags/tag857.xml"/><Relationship Id="rId10" Type="http://schemas.openxmlformats.org/officeDocument/2006/relationships/tags" Target="../tags/tag852.xml"/><Relationship Id="rId19" Type="http://schemas.openxmlformats.org/officeDocument/2006/relationships/notesSlide" Target="../notesSlides/notesSlide171.xml"/><Relationship Id="rId4" Type="http://schemas.openxmlformats.org/officeDocument/2006/relationships/tags" Target="../tags/tag846.xml"/><Relationship Id="rId9" Type="http://schemas.openxmlformats.org/officeDocument/2006/relationships/tags" Target="../tags/tag851.xml"/><Relationship Id="rId14" Type="http://schemas.openxmlformats.org/officeDocument/2006/relationships/tags" Target="../tags/tag856.xml"/></Relationships>
</file>

<file path=ppt/slides/_rels/slide183.xml.rels><?xml version="1.0" encoding="UTF-8" standalone="yes"?>
<Relationships xmlns="http://schemas.openxmlformats.org/package/2006/relationships"><Relationship Id="rId8" Type="http://schemas.openxmlformats.org/officeDocument/2006/relationships/tags" Target="../tags/tag867.xml"/><Relationship Id="rId13" Type="http://schemas.openxmlformats.org/officeDocument/2006/relationships/tags" Target="../tags/tag872.xml"/><Relationship Id="rId18" Type="http://schemas.openxmlformats.org/officeDocument/2006/relationships/slideLayout" Target="../slideLayouts/slideLayout17.xml"/><Relationship Id="rId3" Type="http://schemas.openxmlformats.org/officeDocument/2006/relationships/tags" Target="../tags/tag862.xml"/><Relationship Id="rId7" Type="http://schemas.openxmlformats.org/officeDocument/2006/relationships/tags" Target="../tags/tag866.xml"/><Relationship Id="rId12" Type="http://schemas.openxmlformats.org/officeDocument/2006/relationships/tags" Target="../tags/tag871.xml"/><Relationship Id="rId17" Type="http://schemas.openxmlformats.org/officeDocument/2006/relationships/tags" Target="../tags/tag876.xml"/><Relationship Id="rId2" Type="http://schemas.openxmlformats.org/officeDocument/2006/relationships/tags" Target="../tags/tag861.xml"/><Relationship Id="rId16" Type="http://schemas.openxmlformats.org/officeDocument/2006/relationships/tags" Target="../tags/tag875.xml"/><Relationship Id="rId1" Type="http://schemas.openxmlformats.org/officeDocument/2006/relationships/tags" Target="../tags/tag860.xml"/><Relationship Id="rId6" Type="http://schemas.openxmlformats.org/officeDocument/2006/relationships/tags" Target="../tags/tag865.xml"/><Relationship Id="rId11" Type="http://schemas.openxmlformats.org/officeDocument/2006/relationships/tags" Target="../tags/tag870.xml"/><Relationship Id="rId5" Type="http://schemas.openxmlformats.org/officeDocument/2006/relationships/tags" Target="../tags/tag864.xml"/><Relationship Id="rId15" Type="http://schemas.openxmlformats.org/officeDocument/2006/relationships/tags" Target="../tags/tag874.xml"/><Relationship Id="rId10" Type="http://schemas.openxmlformats.org/officeDocument/2006/relationships/tags" Target="../tags/tag869.xml"/><Relationship Id="rId19" Type="http://schemas.openxmlformats.org/officeDocument/2006/relationships/notesSlide" Target="../notesSlides/notesSlide172.xml"/><Relationship Id="rId4" Type="http://schemas.openxmlformats.org/officeDocument/2006/relationships/tags" Target="../tags/tag863.xml"/><Relationship Id="rId9" Type="http://schemas.openxmlformats.org/officeDocument/2006/relationships/tags" Target="../tags/tag868.xml"/><Relationship Id="rId14" Type="http://schemas.openxmlformats.org/officeDocument/2006/relationships/tags" Target="../tags/tag873.xml"/></Relationships>
</file>

<file path=ppt/slides/_rels/slide184.xml.rels><?xml version="1.0" encoding="UTF-8" standalone="yes"?>
<Relationships xmlns="http://schemas.openxmlformats.org/package/2006/relationships"><Relationship Id="rId8" Type="http://schemas.openxmlformats.org/officeDocument/2006/relationships/tags" Target="../tags/tag884.xml"/><Relationship Id="rId13" Type="http://schemas.openxmlformats.org/officeDocument/2006/relationships/tags" Target="../tags/tag889.xml"/><Relationship Id="rId18" Type="http://schemas.openxmlformats.org/officeDocument/2006/relationships/slideLayout" Target="../slideLayouts/slideLayout17.xml"/><Relationship Id="rId3" Type="http://schemas.openxmlformats.org/officeDocument/2006/relationships/tags" Target="../tags/tag879.xml"/><Relationship Id="rId7" Type="http://schemas.openxmlformats.org/officeDocument/2006/relationships/tags" Target="../tags/tag883.xml"/><Relationship Id="rId12" Type="http://schemas.openxmlformats.org/officeDocument/2006/relationships/tags" Target="../tags/tag888.xml"/><Relationship Id="rId17" Type="http://schemas.openxmlformats.org/officeDocument/2006/relationships/tags" Target="../tags/tag893.xml"/><Relationship Id="rId2" Type="http://schemas.openxmlformats.org/officeDocument/2006/relationships/tags" Target="../tags/tag878.xml"/><Relationship Id="rId16" Type="http://schemas.openxmlformats.org/officeDocument/2006/relationships/tags" Target="../tags/tag892.xml"/><Relationship Id="rId1" Type="http://schemas.openxmlformats.org/officeDocument/2006/relationships/tags" Target="../tags/tag877.xml"/><Relationship Id="rId6" Type="http://schemas.openxmlformats.org/officeDocument/2006/relationships/tags" Target="../tags/tag882.xml"/><Relationship Id="rId11" Type="http://schemas.openxmlformats.org/officeDocument/2006/relationships/tags" Target="../tags/tag887.xml"/><Relationship Id="rId5" Type="http://schemas.openxmlformats.org/officeDocument/2006/relationships/tags" Target="../tags/tag881.xml"/><Relationship Id="rId15" Type="http://schemas.openxmlformats.org/officeDocument/2006/relationships/tags" Target="../tags/tag891.xml"/><Relationship Id="rId10" Type="http://schemas.openxmlformats.org/officeDocument/2006/relationships/tags" Target="../tags/tag886.xml"/><Relationship Id="rId19" Type="http://schemas.openxmlformats.org/officeDocument/2006/relationships/notesSlide" Target="../notesSlides/notesSlide173.xml"/><Relationship Id="rId4" Type="http://schemas.openxmlformats.org/officeDocument/2006/relationships/tags" Target="../tags/tag880.xml"/><Relationship Id="rId9" Type="http://schemas.openxmlformats.org/officeDocument/2006/relationships/tags" Target="../tags/tag885.xml"/><Relationship Id="rId14" Type="http://schemas.openxmlformats.org/officeDocument/2006/relationships/tags" Target="../tags/tag890.xml"/></Relationships>
</file>

<file path=ppt/slides/_rels/slide185.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895.xml"/><Relationship Id="rId1" Type="http://schemas.openxmlformats.org/officeDocument/2006/relationships/tags" Target="../tags/tag894.xml"/></Relationships>
</file>

<file path=ppt/slides/_rels/slide186.xml.rels><?xml version="1.0" encoding="UTF-8" standalone="yes"?>
<Relationships xmlns="http://schemas.openxmlformats.org/package/2006/relationships"><Relationship Id="rId3" Type="http://schemas.openxmlformats.org/officeDocument/2006/relationships/notesSlide" Target="../notesSlides/notesSlide174.xml"/><Relationship Id="rId2" Type="http://schemas.openxmlformats.org/officeDocument/2006/relationships/slideLayout" Target="../slideLayouts/slideLayout17.xml"/><Relationship Id="rId1" Type="http://schemas.openxmlformats.org/officeDocument/2006/relationships/tags" Target="../tags/tag896.xml"/></Relationships>
</file>

<file path=ppt/slides/_rels/slide187.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897.xml"/></Relationships>
</file>

<file path=ppt/slides/_rels/slide188.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89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H_Picture_1"/>
          <p:cNvSpPr/>
          <p:nvPr>
            <p:custDataLst>
              <p:tags r:id="rId2"/>
            </p:custDataLst>
          </p:nvPr>
        </p:nvSpPr>
        <p:spPr>
          <a:xfrm>
            <a:off x="2397843" y="1061577"/>
            <a:ext cx="9794157" cy="4218037"/>
          </a:xfrm>
          <a:custGeom>
            <a:avLst/>
            <a:gdLst>
              <a:gd name="connsiteX0" fmla="*/ 0 w 7345618"/>
              <a:gd name="connsiteY0" fmla="*/ 0 h 4218037"/>
              <a:gd name="connsiteX1" fmla="*/ 7345618 w 7345618"/>
              <a:gd name="connsiteY1" fmla="*/ 0 h 4218037"/>
              <a:gd name="connsiteX2" fmla="*/ 7345618 w 7345618"/>
              <a:gd name="connsiteY2" fmla="*/ 4218037 h 4218037"/>
              <a:gd name="connsiteX3" fmla="*/ 2604652 w 7345618"/>
              <a:gd name="connsiteY3" fmla="*/ 4218037 h 4218037"/>
            </a:gdLst>
            <a:ahLst/>
            <a:cxnLst>
              <a:cxn ang="0">
                <a:pos x="connsiteX0" y="connsiteY0"/>
              </a:cxn>
              <a:cxn ang="0">
                <a:pos x="connsiteX1" y="connsiteY1"/>
              </a:cxn>
              <a:cxn ang="0">
                <a:pos x="connsiteX2" y="connsiteY2"/>
              </a:cxn>
              <a:cxn ang="0">
                <a:pos x="connsiteX3" y="connsiteY3"/>
              </a:cxn>
            </a:cxnLst>
            <a:rect l="l" t="t" r="r" b="b"/>
            <a:pathLst>
              <a:path w="7345618" h="4218037">
                <a:moveTo>
                  <a:pt x="0" y="0"/>
                </a:moveTo>
                <a:lnTo>
                  <a:pt x="7345618" y="0"/>
                </a:lnTo>
                <a:lnTo>
                  <a:pt x="7345618" y="4218037"/>
                </a:lnTo>
                <a:lnTo>
                  <a:pt x="2604652" y="4218037"/>
                </a:lnTo>
                <a:close/>
              </a:path>
            </a:pathLst>
          </a:custGeom>
          <a:blipFill dpi="0" rotWithShape="1">
            <a:blip r:embed="rId7" cstate="print">
              <a:alphaModFix amt="80000"/>
            </a:blip>
            <a:srcRect/>
            <a:stretch>
              <a:fillRect t="-3066" b="-2835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MH_Text_1"/>
          <p:cNvSpPr/>
          <p:nvPr>
            <p:custDataLst>
              <p:tags r:id="rId3"/>
            </p:custDataLst>
          </p:nvPr>
        </p:nvSpPr>
        <p:spPr>
          <a:xfrm>
            <a:off x="4643" y="1060521"/>
            <a:ext cx="5308601" cy="4234460"/>
          </a:xfrm>
          <a:custGeom>
            <a:avLst/>
            <a:gdLst>
              <a:gd name="connsiteX0" fmla="*/ 0 w 3905250"/>
              <a:gd name="connsiteY0" fmla="*/ 0 h 4204068"/>
              <a:gd name="connsiteX1" fmla="*/ 1314884 w 3905250"/>
              <a:gd name="connsiteY1" fmla="*/ 0 h 4204068"/>
              <a:gd name="connsiteX2" fmla="*/ 3905250 w 3905250"/>
              <a:gd name="connsiteY2" fmla="*/ 4204068 h 4204068"/>
              <a:gd name="connsiteX3" fmla="*/ 0 w 3905250"/>
              <a:gd name="connsiteY3" fmla="*/ 4204068 h 4204068"/>
            </a:gdLst>
            <a:ahLst/>
            <a:cxnLst>
              <a:cxn ang="0">
                <a:pos x="connsiteX0" y="connsiteY0"/>
              </a:cxn>
              <a:cxn ang="0">
                <a:pos x="connsiteX1" y="connsiteY1"/>
              </a:cxn>
              <a:cxn ang="0">
                <a:pos x="connsiteX2" y="connsiteY2"/>
              </a:cxn>
              <a:cxn ang="0">
                <a:pos x="connsiteX3" y="connsiteY3"/>
              </a:cxn>
            </a:cxnLst>
            <a:rect l="l" t="t" r="r" b="b"/>
            <a:pathLst>
              <a:path w="3905250" h="4204068">
                <a:moveTo>
                  <a:pt x="0" y="0"/>
                </a:moveTo>
                <a:lnTo>
                  <a:pt x="1314884" y="0"/>
                </a:lnTo>
                <a:lnTo>
                  <a:pt x="3905250" y="4204068"/>
                </a:lnTo>
                <a:lnTo>
                  <a:pt x="0" y="4204068"/>
                </a:lnTo>
                <a:close/>
              </a:path>
            </a:pathLst>
          </a:cu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0000" tIns="0" rIns="0" bIns="144000" rtlCol="0" anchor="b" anchorCtr="0">
            <a:normAutofit/>
          </a:bodyPr>
          <a:lstStyle/>
          <a:p>
            <a:pPr>
              <a:lnSpc>
                <a:spcPct val="120000"/>
              </a:lnSpc>
            </a:pPr>
            <a:endParaRPr lang="en-US" altLang="zh-CN" sz="2000" dirty="0" smtClean="0">
              <a:solidFill>
                <a:srgbClr val="292929"/>
              </a:solidFill>
              <a:latin typeface="Calibri" panose="020F0502020204030204" charset="0"/>
            </a:endParaRPr>
          </a:p>
        </p:txBody>
      </p:sp>
      <p:cxnSp>
        <p:nvCxnSpPr>
          <p:cNvPr id="9" name="MH_Other_2"/>
          <p:cNvCxnSpPr/>
          <p:nvPr>
            <p:custDataLst>
              <p:tags r:id="rId4"/>
            </p:custDataLst>
          </p:nvPr>
        </p:nvCxnSpPr>
        <p:spPr>
          <a:xfrm>
            <a:off x="1200897" y="0"/>
            <a:ext cx="5683044" cy="685800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2" name="MH_Other_3"/>
          <p:cNvSpPr/>
          <p:nvPr>
            <p:custDataLst>
              <p:tags r:id="rId5"/>
            </p:custDataLst>
          </p:nvPr>
        </p:nvSpPr>
        <p:spPr>
          <a:xfrm>
            <a:off x="5404987" y="4717307"/>
            <a:ext cx="6787015" cy="385547"/>
          </a:xfrm>
          <a:custGeom>
            <a:avLst/>
            <a:gdLst>
              <a:gd name="connsiteX0" fmla="*/ 0 w 5090261"/>
              <a:gd name="connsiteY0" fmla="*/ 0 h 385547"/>
              <a:gd name="connsiteX1" fmla="*/ 5090261 w 5090261"/>
              <a:gd name="connsiteY1" fmla="*/ 0 h 385547"/>
              <a:gd name="connsiteX2" fmla="*/ 5090261 w 5090261"/>
              <a:gd name="connsiteY2" fmla="*/ 385547 h 385547"/>
              <a:gd name="connsiteX3" fmla="*/ 240311 w 5090261"/>
              <a:gd name="connsiteY3" fmla="*/ 385547 h 385547"/>
            </a:gdLst>
            <a:ahLst/>
            <a:cxnLst>
              <a:cxn ang="0">
                <a:pos x="connsiteX0" y="connsiteY0"/>
              </a:cxn>
              <a:cxn ang="0">
                <a:pos x="connsiteX1" y="connsiteY1"/>
              </a:cxn>
              <a:cxn ang="0">
                <a:pos x="connsiteX2" y="connsiteY2"/>
              </a:cxn>
              <a:cxn ang="0">
                <a:pos x="connsiteX3" y="connsiteY3"/>
              </a:cxn>
            </a:cxnLst>
            <a:rect l="l" t="t" r="r" b="b"/>
            <a:pathLst>
              <a:path w="5090261" h="385547">
                <a:moveTo>
                  <a:pt x="0" y="0"/>
                </a:moveTo>
                <a:lnTo>
                  <a:pt x="5090261" y="0"/>
                </a:lnTo>
                <a:lnTo>
                  <a:pt x="5090261" y="385547"/>
                </a:lnTo>
                <a:lnTo>
                  <a:pt x="240311" y="385547"/>
                </a:lnTo>
                <a:close/>
              </a:path>
            </a:pathLst>
          </a:custGeom>
          <a:solidFill>
            <a:srgbClr val="66CC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324000" rtlCol="0" anchor="ctr"/>
          <a:lstStyle/>
          <a:p>
            <a:pPr algn="r"/>
            <a:endParaRPr lang="zh-CN" altLang="en-US" dirty="0">
              <a:solidFill>
                <a:srgbClr val="292929"/>
              </a:solidFill>
            </a:endParaRPr>
          </a:p>
        </p:txBody>
      </p:sp>
      <p:sp>
        <p:nvSpPr>
          <p:cNvPr id="10" name="TextBox 9"/>
          <p:cNvSpPr txBox="1"/>
          <p:nvPr/>
        </p:nvSpPr>
        <p:spPr>
          <a:xfrm>
            <a:off x="201928" y="2586439"/>
            <a:ext cx="3866607" cy="2616200"/>
          </a:xfrm>
          <a:prstGeom prst="rect">
            <a:avLst/>
          </a:prstGeom>
          <a:noFill/>
        </p:spPr>
        <p:txBody>
          <a:bodyPr wrap="square" rtlCol="0">
            <a:spAutoFit/>
          </a:bodyPr>
          <a:lstStyle/>
          <a:p>
            <a:r>
              <a:rPr lang="zh-CN" altLang="en-US" sz="8000" b="1" spc="50" dirty="0" smtClean="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软件</a:t>
            </a:r>
            <a:endParaRPr lang="en-US" altLang="zh-CN" sz="8000" b="1" spc="50" dirty="0" smtClean="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endParaRPr>
          </a:p>
          <a:p>
            <a:pPr algn="r"/>
            <a:r>
              <a:rPr lang="zh-CN" altLang="en-US" sz="8000" b="1" spc="50" dirty="0" smtClean="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工程</a:t>
            </a:r>
            <a:endParaRPr lang="zh-CN" altLang="en-US"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ustDataLst>
      <p:tags r:id="rId1"/>
    </p:custDataLst>
  </p:cSld>
  <p:clrMapOvr>
    <a:masterClrMapping/>
  </p:clrMapOvr>
  <p:transition>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solidFill>
                  <a:srgbClr val="FF0000"/>
                </a:solidFill>
              </a:rPr>
              <a:t>7 </a:t>
            </a:r>
            <a:r>
              <a:rPr lang="zh-CN" altLang="en-US">
                <a:solidFill>
                  <a:srgbClr val="FF0000"/>
                </a:solidFill>
              </a:rPr>
              <a:t>面向对象软件设计与实现</a:t>
            </a: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软件设计与实现</a:t>
            </a:r>
          </a:p>
        </p:txBody>
      </p:sp>
      <p:sp>
        <p:nvSpPr>
          <p:cNvPr id="100" name="文本框 99"/>
          <p:cNvSpPr txBox="1"/>
          <p:nvPr/>
        </p:nvSpPr>
        <p:spPr>
          <a:xfrm>
            <a:off x="1529080" y="2060575"/>
            <a:ext cx="9878060" cy="3653790"/>
          </a:xfrm>
          <a:prstGeom prst="rect">
            <a:avLst/>
          </a:prstGeom>
          <a:noFill/>
          <a:ln w="9525">
            <a:noFill/>
          </a:ln>
        </p:spPr>
        <p:txBody>
          <a:bodyPr wrap="square">
            <a:spAutoFit/>
          </a:bodyPr>
          <a:lstStyle/>
          <a:p>
            <a:pPr marL="0" indent="0" algn="l" fontAlgn="auto">
              <a:lnSpc>
                <a:spcPct val="130000"/>
              </a:lnSpc>
            </a:pPr>
            <a:r>
              <a:rPr lang="en-US" altLang="zh-CN">
                <a:latin typeface="微软雅黑" panose="020B0503020204020204" charset="-122"/>
                <a:ea typeface="微软雅黑" panose="020B0503020204020204" charset="-122"/>
                <a:sym typeface="+mn-ea"/>
              </a:rPr>
              <a:t>       </a:t>
            </a:r>
            <a:r>
              <a:rPr lang="zh-CN" altLang="en-US">
                <a:latin typeface="微软雅黑" panose="020B0503020204020204" charset="-122"/>
                <a:ea typeface="微软雅黑" panose="020B0503020204020204" charset="-122"/>
                <a:sym typeface="+mn-ea"/>
              </a:rPr>
              <a:t>在传统的软件工程中，</a:t>
            </a:r>
            <a:r>
              <a:rPr lang="zh-CN" altLang="en-US">
                <a:solidFill>
                  <a:srgbClr val="00B050"/>
                </a:solidFill>
                <a:latin typeface="微软雅黑" panose="020B0503020204020204" charset="-122"/>
                <a:ea typeface="微软雅黑" panose="020B0503020204020204" charset="-122"/>
                <a:sym typeface="+mn-ea"/>
              </a:rPr>
              <a:t>软件生存周期包括可行性研究、需求分析、概要设计和详细设计、系统实现、测试和维护</a:t>
            </a:r>
            <a:r>
              <a:rPr lang="zh-CN" altLang="en-US">
                <a:latin typeface="微软雅黑" panose="020B0503020204020204" charset="-122"/>
                <a:ea typeface="微软雅黑" panose="020B0503020204020204" charset="-122"/>
                <a:sym typeface="+mn-ea"/>
              </a:rPr>
              <a:t>。面向对象软件设计也要求系统设计员进行需求分析和可行性研究，并在设计之前准备好一组需求规范。在进行软件开发时，和传统的软件工程一样，包括软件分析和设计阶段。面向对象软件设计技术在分析和设计软件时所用的概念及表示方法相同，本书都应用UML来描述。面向对象方法不强调软件分析和设计的严格区分，但有不同的侧重点。</a:t>
            </a:r>
          </a:p>
          <a:p>
            <a:pPr marL="0" indent="0" algn="l" fontAlgn="auto">
              <a:lnSpc>
                <a:spcPct val="130000"/>
              </a:lnSpc>
            </a:pPr>
            <a:r>
              <a:rPr lang="zh-CN" altLang="en-US">
                <a:latin typeface="微软雅黑" panose="020B0503020204020204" charset="-122"/>
                <a:ea typeface="微软雅黑" panose="020B0503020204020204" charset="-122"/>
                <a:sym typeface="+mn-ea"/>
              </a:rPr>
              <a:t>       在</a:t>
            </a:r>
            <a:r>
              <a:rPr lang="zh-CN" altLang="en-US">
                <a:solidFill>
                  <a:schemeClr val="accent6">
                    <a:lumMod val="50000"/>
                  </a:schemeClr>
                </a:solidFill>
                <a:latin typeface="微软雅黑" panose="020B0503020204020204" charset="-122"/>
                <a:ea typeface="微软雅黑" panose="020B0503020204020204" charset="-122"/>
                <a:sym typeface="+mn-ea"/>
              </a:rPr>
              <a:t>面向对象分析阶段</a:t>
            </a:r>
            <a:r>
              <a:rPr lang="zh-CN" altLang="en-US">
                <a:latin typeface="微软雅黑" panose="020B0503020204020204" charset="-122"/>
                <a:ea typeface="微软雅黑" panose="020B0503020204020204" charset="-122"/>
                <a:sym typeface="+mn-ea"/>
              </a:rPr>
              <a:t>，</a:t>
            </a:r>
            <a:r>
              <a:rPr lang="zh-CN" altLang="en-US">
                <a:solidFill>
                  <a:schemeClr val="accent2">
                    <a:lumMod val="50000"/>
                  </a:schemeClr>
                </a:solidFill>
                <a:latin typeface="微软雅黑" panose="020B0503020204020204" charset="-122"/>
                <a:ea typeface="微软雅黑" panose="020B0503020204020204" charset="-122"/>
                <a:sym typeface="+mn-ea"/>
              </a:rPr>
              <a:t>要分析系统中所含的所有对象及其相互之间的关系，建立一个独立于系统实现的面向对象分析模型</a:t>
            </a:r>
            <a:r>
              <a:rPr lang="zh-CN" altLang="en-US">
                <a:latin typeface="微软雅黑" panose="020B0503020204020204" charset="-122"/>
                <a:ea typeface="微软雅黑" panose="020B0503020204020204" charset="-122"/>
                <a:sym typeface="+mn-ea"/>
              </a:rPr>
              <a:t>。</a:t>
            </a:r>
            <a:r>
              <a:rPr lang="zh-CN" altLang="en-US">
                <a:solidFill>
                  <a:schemeClr val="accent4">
                    <a:lumMod val="50000"/>
                  </a:schemeClr>
                </a:solidFill>
                <a:latin typeface="微软雅黑" panose="020B0503020204020204" charset="-122"/>
                <a:ea typeface="微软雅黑" panose="020B0503020204020204" charset="-122"/>
                <a:sym typeface="+mn-ea"/>
              </a:rPr>
              <a:t>面向对象设计是把分析阶段得到的需求转变成符合成本和质量要求的、抽象的系统实现方案的过程。</a:t>
            </a:r>
            <a:r>
              <a:rPr lang="zh-CN" altLang="en-US">
                <a:latin typeface="微软雅黑" panose="020B0503020204020204" charset="-122"/>
                <a:ea typeface="微软雅黑" panose="020B0503020204020204" charset="-122"/>
                <a:sym typeface="+mn-ea"/>
              </a:rPr>
              <a:t>设计阶段考虑与实现有关的因素，对面向对象分析模型进行调整并补充与实现有关的部分，形成面向对象设计。面向对象设计又分</a:t>
            </a:r>
            <a:r>
              <a:rPr lang="zh-CN" altLang="en-US">
                <a:solidFill>
                  <a:srgbClr val="002060"/>
                </a:solidFill>
                <a:latin typeface="微软雅黑" panose="020B0503020204020204" charset="-122"/>
                <a:ea typeface="微软雅黑" panose="020B0503020204020204" charset="-122"/>
                <a:sym typeface="+mn-ea"/>
              </a:rPr>
              <a:t>为系统设计和对象设计</a:t>
            </a:r>
            <a:r>
              <a:rPr lang="zh-CN" altLang="en-US">
                <a:latin typeface="微软雅黑" panose="020B0503020204020204" charset="-122"/>
                <a:ea typeface="微软雅黑" panose="020B0503020204020204" charset="-122"/>
                <a:sym typeface="+mn-ea"/>
              </a:rPr>
              <a:t>两个阶段。面向对象设计产生一组设计规范后，用面向对象程序设计语言来实现它们。</a:t>
            </a:r>
          </a:p>
        </p:txBody>
      </p:sp>
      <p:sp>
        <p:nvSpPr>
          <p:cNvPr id="7" name="文本框 6"/>
          <p:cNvSpPr txBox="1"/>
          <p:nvPr/>
        </p:nvSpPr>
        <p:spPr>
          <a:xfrm>
            <a:off x="754380" y="2640330"/>
            <a:ext cx="476250" cy="282956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面向对象软件设计与实现</a:t>
            </a:r>
          </a:p>
        </p:txBody>
      </p:sp>
    </p:spTree>
    <p:custDataLst>
      <p:tags r:id="rId1"/>
    </p:custDataLst>
  </p:cSld>
  <p:clrMapOvr>
    <a:masterClrMapping/>
  </p:clrMapOvr>
  <p:transition>
    <p:wedg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solidFill>
                  <a:srgbClr val="FF0000"/>
                </a:solidFill>
              </a:rPr>
              <a:t>7 </a:t>
            </a:r>
            <a:r>
              <a:rPr lang="zh-CN" altLang="en-US">
                <a:solidFill>
                  <a:srgbClr val="FF0000"/>
                </a:solidFill>
              </a:rPr>
              <a:t>面向对象软件设计与实现</a:t>
            </a: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软件设计与实现</a:t>
            </a:r>
          </a:p>
        </p:txBody>
      </p:sp>
      <p:sp>
        <p:nvSpPr>
          <p:cNvPr id="100" name="文本框 99"/>
          <p:cNvSpPr txBox="1"/>
          <p:nvPr/>
        </p:nvSpPr>
        <p:spPr>
          <a:xfrm>
            <a:off x="1452880" y="2371090"/>
            <a:ext cx="9878060" cy="2941320"/>
          </a:xfrm>
          <a:prstGeom prst="rect">
            <a:avLst/>
          </a:prstGeom>
          <a:noFill/>
          <a:ln w="9525">
            <a:noFill/>
          </a:ln>
        </p:spPr>
        <p:txBody>
          <a:bodyPr wrap="square">
            <a:spAutoFit/>
          </a:bodyPr>
          <a:lstStyle/>
          <a:p>
            <a:pPr marL="0" indent="0" algn="l" fontAlgn="auto">
              <a:lnSpc>
                <a:spcPct val="130000"/>
              </a:lnSpc>
            </a:pPr>
            <a:r>
              <a:rPr lang="en-US" altLang="zh-CN">
                <a:latin typeface="微软雅黑" panose="020B0503020204020204" charset="-122"/>
                <a:ea typeface="微软雅黑" panose="020B0503020204020204" charset="-122"/>
                <a:sym typeface="+mn-ea"/>
              </a:rPr>
              <a:t>       </a:t>
            </a:r>
            <a:r>
              <a:rPr lang="zh-CN" altLang="en-US">
                <a:latin typeface="微软雅黑" panose="020B0503020204020204" charset="-122"/>
                <a:ea typeface="微软雅黑" panose="020B0503020204020204" charset="-122"/>
                <a:sym typeface="+mn-ea"/>
              </a:rPr>
              <a:t>从面向对象分析（OOA）到面向对象设计（OOD），是一个逐渐扩充模型的过程，分析和设计活动是一个多次反复迭代的过程。具体地就是，</a:t>
            </a:r>
            <a:r>
              <a:rPr lang="zh-CN" altLang="en-US">
                <a:solidFill>
                  <a:srgbClr val="0070C0"/>
                </a:solidFill>
                <a:latin typeface="微软雅黑" panose="020B0503020204020204" charset="-122"/>
                <a:ea typeface="微软雅黑" panose="020B0503020204020204" charset="-122"/>
                <a:sym typeface="+mn-ea"/>
              </a:rPr>
              <a:t>面向对象分析、系统设计和对象设计3个阶段反复循环地进行。</a:t>
            </a:r>
            <a:r>
              <a:rPr lang="zh-CN" altLang="en-US">
                <a:latin typeface="微软雅黑" panose="020B0503020204020204" charset="-122"/>
                <a:ea typeface="微软雅黑" panose="020B0503020204020204" charset="-122"/>
                <a:sym typeface="+mn-ea"/>
              </a:rPr>
              <a:t>由于面向对象方法学在概念和表示方法上的一致性，保证了在各项开发活动之间的平滑过渡。</a:t>
            </a:r>
          </a:p>
          <a:p>
            <a:pPr marL="0" indent="0" algn="l" fontAlgn="auto">
              <a:lnSpc>
                <a:spcPct val="130000"/>
              </a:lnSpc>
            </a:pPr>
            <a:r>
              <a:rPr lang="zh-CN" altLang="en-US">
                <a:latin typeface="微软雅黑" panose="020B0503020204020204" charset="-122"/>
                <a:ea typeface="微软雅黑" panose="020B0503020204020204" charset="-122"/>
                <a:sym typeface="+mn-ea"/>
              </a:rPr>
              <a:t>       在面向对象软件分析与设计过程中，应用UML建立模型时，会产生以下4种主要模型：</a:t>
            </a:r>
            <a:r>
              <a:rPr lang="zh-CN" altLang="en-US">
                <a:solidFill>
                  <a:schemeClr val="accent4">
                    <a:lumMod val="50000"/>
                  </a:schemeClr>
                </a:solidFill>
                <a:latin typeface="微软雅黑" panose="020B0503020204020204" charset="-122"/>
                <a:ea typeface="微软雅黑" panose="020B0503020204020204" charset="-122"/>
                <a:sym typeface="+mn-ea"/>
              </a:rPr>
              <a:t>用例模型、静态模型、动态模型和实现模型。</a:t>
            </a:r>
            <a:r>
              <a:rPr lang="zh-CN" altLang="en-US">
                <a:latin typeface="微软雅黑" panose="020B0503020204020204" charset="-122"/>
                <a:ea typeface="微软雅黑" panose="020B0503020204020204" charset="-122"/>
                <a:sym typeface="+mn-ea"/>
              </a:rPr>
              <a:t>有时，可以从特定的角度观察系统，构成系统的一个视图，说明系统的一个特殊侧面。</a:t>
            </a:r>
          </a:p>
          <a:p>
            <a:pPr marL="0" indent="0" algn="l" fontAlgn="auto">
              <a:lnSpc>
                <a:spcPct val="130000"/>
              </a:lnSpc>
            </a:pPr>
            <a:r>
              <a:rPr lang="zh-CN" altLang="en-US">
                <a:latin typeface="微软雅黑" panose="020B0503020204020204" charset="-122"/>
                <a:ea typeface="微软雅黑" panose="020B0503020204020204" charset="-122"/>
                <a:sym typeface="+mn-ea"/>
              </a:rPr>
              <a:t>★ 本章重点：</a:t>
            </a:r>
            <a:r>
              <a:rPr lang="zh-CN" altLang="en-US">
                <a:solidFill>
                  <a:srgbClr val="7030A0"/>
                </a:solidFill>
                <a:latin typeface="微软雅黑" panose="020B0503020204020204" charset="-122"/>
                <a:ea typeface="微软雅黑" panose="020B0503020204020204" charset="-122"/>
                <a:sym typeface="+mn-ea"/>
              </a:rPr>
              <a:t>面向对象分析；架构设计和对象设计；面向对象测试。</a:t>
            </a:r>
          </a:p>
        </p:txBody>
      </p:sp>
      <p:sp>
        <p:nvSpPr>
          <p:cNvPr id="7" name="文本框 6"/>
          <p:cNvSpPr txBox="1"/>
          <p:nvPr/>
        </p:nvSpPr>
        <p:spPr>
          <a:xfrm>
            <a:off x="754380" y="2640330"/>
            <a:ext cx="476250" cy="282956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面向对象软件设计与实现</a:t>
            </a:r>
          </a:p>
        </p:txBody>
      </p:sp>
    </p:spTree>
    <p:custDataLst>
      <p:tags r:id="rId1"/>
    </p:custDataLst>
  </p:cSld>
  <p:clrMapOvr>
    <a:masterClrMapping/>
  </p:clrMapOvr>
  <p:transition>
    <p:wedg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任意多边形 17"/>
          <p:cNvSpPr/>
          <p:nvPr>
            <p:custDataLst>
              <p:tags r:id="rId2"/>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sp>
        <p:nvSpPr>
          <p:cNvPr id="5123" name="Text Box 20"/>
          <p:cNvSpPr txBox="1">
            <a:spLocks noChangeArrowheads="1"/>
          </p:cNvSpPr>
          <p:nvPr>
            <p:custDataLst>
              <p:tags r:id="rId3"/>
            </p:custDataLst>
          </p:nvPr>
        </p:nvSpPr>
        <p:spPr bwMode="auto">
          <a:xfrm>
            <a:off x="1794269" y="1781267"/>
            <a:ext cx="2415116" cy="489585"/>
          </a:xfrm>
          <a:prstGeom prst="rect">
            <a:avLst/>
          </a:prstGeom>
          <a:noFill/>
          <a:ln w="9525">
            <a:noFill/>
            <a:miter lim="800000"/>
          </a:ln>
          <a:effectLst/>
        </p:spPr>
        <p:txBody>
          <a:bodyPr>
            <a:spAutoFit/>
          </a:bodyPr>
          <a:lstStyle/>
          <a:p>
            <a:pPr algn="dist" eaLnBrk="1" hangingPunct="1">
              <a:buFont typeface="Arial" panose="020B0604020202020204" pitchFamily="34" charset="0"/>
              <a:buNone/>
            </a:pPr>
            <a:r>
              <a:rPr lang="zh-CN" altLang="en-US" sz="2400" dirty="0">
                <a:solidFill>
                  <a:srgbClr val="FFFFFF"/>
                </a:solidFill>
                <a:latin typeface="Arial Black" panose="020B0A04020102020204" pitchFamily="34" charset="0"/>
                <a:ea typeface="华文新魏" panose="02010800040101010101" pitchFamily="2" charset="-122"/>
              </a:rPr>
              <a:t>Contents</a:t>
            </a:r>
          </a:p>
        </p:txBody>
      </p:sp>
      <p:sp>
        <p:nvSpPr>
          <p:cNvPr id="5124" name="文本框 20"/>
          <p:cNvSpPr txBox="1">
            <a:spLocks noChangeArrowheads="1"/>
          </p:cNvSpPr>
          <p:nvPr>
            <p:custDataLst>
              <p:tags r:id="rId4"/>
            </p:custDataLst>
          </p:nvPr>
        </p:nvSpPr>
        <p:spPr bwMode="auto">
          <a:xfrm>
            <a:off x="178820" y="828675"/>
            <a:ext cx="1797049" cy="822960"/>
          </a:xfrm>
          <a:prstGeom prst="rect">
            <a:avLst/>
          </a:prstGeom>
          <a:noFill/>
          <a:ln w="9525">
            <a:noFill/>
            <a:miter lim="800000"/>
          </a:ln>
        </p:spPr>
        <p:txBody>
          <a:bodyPr>
            <a:spAutoFit/>
          </a:bodyPr>
          <a:lstStyle/>
          <a:p>
            <a:pPr algn="ctr" eaLnBrk="1" hangingPunct="1">
              <a:buFont typeface="Arial" panose="020B0604020202020204" pitchFamily="34" charset="0"/>
              <a:buNone/>
            </a:pPr>
            <a:r>
              <a:rPr lang="zh-CN" altLang="en-US" sz="4800" dirty="0">
                <a:solidFill>
                  <a:srgbClr val="FFFFFF"/>
                </a:solidFill>
                <a:latin typeface="微软雅黑" panose="020B0503020204020204" charset="-122"/>
              </a:rPr>
              <a:t>目录</a:t>
            </a:r>
          </a:p>
        </p:txBody>
      </p:sp>
      <p:cxnSp>
        <p:nvCxnSpPr>
          <p:cNvPr id="5125" name="直接连接符 22"/>
          <p:cNvCxnSpPr>
            <a:cxnSpLocks noChangeShapeType="1"/>
          </p:cNvCxnSpPr>
          <p:nvPr>
            <p:custDataLst>
              <p:tags r:id="rId5"/>
            </p:custDataLst>
          </p:nvPr>
        </p:nvCxnSpPr>
        <p:spPr bwMode="auto">
          <a:xfrm>
            <a:off x="762001" y="1628775"/>
            <a:ext cx="3240617" cy="0"/>
          </a:xfrm>
          <a:prstGeom prst="line">
            <a:avLst/>
          </a:prstGeom>
          <a:noFill/>
          <a:ln w="9525">
            <a:solidFill>
              <a:srgbClr val="FFFFFF"/>
            </a:solidFill>
            <a:prstDash val="sysDash"/>
            <a:round/>
          </a:ln>
        </p:spPr>
      </p:cxnSp>
      <p:cxnSp>
        <p:nvCxnSpPr>
          <p:cNvPr id="5126" name="直接连接符 24"/>
          <p:cNvCxnSpPr>
            <a:cxnSpLocks noChangeShapeType="1"/>
          </p:cNvCxnSpPr>
          <p:nvPr>
            <p:custDataLst>
              <p:tags r:id="rId6"/>
            </p:custDataLst>
          </p:nvPr>
        </p:nvCxnSpPr>
        <p:spPr bwMode="auto">
          <a:xfrm>
            <a:off x="1761067" y="534989"/>
            <a:ext cx="0" cy="2124075"/>
          </a:xfrm>
          <a:prstGeom prst="line">
            <a:avLst/>
          </a:prstGeom>
          <a:noFill/>
          <a:ln w="9525">
            <a:solidFill>
              <a:srgbClr val="FFFFFF"/>
            </a:solidFill>
            <a:prstDash val="sysDash"/>
            <a:round/>
          </a:ln>
        </p:spPr>
      </p:cxnSp>
      <p:grpSp>
        <p:nvGrpSpPr>
          <p:cNvPr id="17" name="组合 16"/>
          <p:cNvGrpSpPr/>
          <p:nvPr/>
        </p:nvGrpSpPr>
        <p:grpSpPr>
          <a:xfrm>
            <a:off x="5561330" y="1490345"/>
            <a:ext cx="5085080" cy="611505"/>
            <a:chOff x="8728" y="2565"/>
            <a:chExt cx="8008" cy="963"/>
          </a:xfrm>
        </p:grpSpPr>
        <p:pic>
          <p:nvPicPr>
            <p:cNvPr id="47" name="图片 14"/>
            <p:cNvPicPr>
              <a:picLocks noChangeAspect="1"/>
            </p:cNvPicPr>
            <p:nvPr/>
          </p:nvPicPr>
          <p:blipFill>
            <a:blip r:embed="rId9" cstate="print"/>
            <a:stretch>
              <a:fillRect/>
            </a:stretch>
          </p:blipFill>
          <p:spPr>
            <a:xfrm>
              <a:off x="8728" y="2565"/>
              <a:ext cx="963" cy="963"/>
            </a:xfrm>
            <a:prstGeom prst="rect">
              <a:avLst/>
            </a:prstGeom>
            <a:noFill/>
            <a:ln w="9525">
              <a:noFill/>
            </a:ln>
          </p:spPr>
        </p:pic>
        <p:sp>
          <p:nvSpPr>
            <p:cNvPr id="48" name="椭圆 47"/>
            <p:cNvSpPr/>
            <p:nvPr/>
          </p:nvSpPr>
          <p:spPr>
            <a:xfrm>
              <a:off x="8728" y="2565"/>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2" name="组合 20"/>
            <p:cNvGrpSpPr/>
            <p:nvPr/>
          </p:nvGrpSpPr>
          <p:grpSpPr>
            <a:xfrm>
              <a:off x="9883" y="2565"/>
              <a:ext cx="6853" cy="960"/>
              <a:chOff x="6004452" y="1971917"/>
              <a:chExt cx="3406249" cy="610204"/>
            </a:xfrm>
          </p:grpSpPr>
          <p:pic>
            <p:nvPicPr>
              <p:cNvPr id="50" name="图片 10"/>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51" name="圆角矩形 50"/>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2" name="文本框 19"/>
            <p:cNvSpPr txBox="1"/>
            <p:nvPr/>
          </p:nvSpPr>
          <p:spPr>
            <a:xfrm>
              <a:off x="10325" y="2660"/>
              <a:ext cx="6217"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zh-CN" sz="2400" b="1" dirty="0">
                  <a:solidFill>
                    <a:schemeClr val="bg1"/>
                  </a:solidFill>
                  <a:latin typeface="微软雅黑" panose="020B0503020204020204" charset="-122"/>
                  <a:ea typeface="微软雅黑" panose="020B0503020204020204" charset="-122"/>
                </a:rPr>
                <a:t>面向对象分析</a:t>
              </a:r>
            </a:p>
          </p:txBody>
        </p:sp>
        <p:sp>
          <p:nvSpPr>
            <p:cNvPr id="53" name="文本框 21"/>
            <p:cNvSpPr txBox="1"/>
            <p:nvPr/>
          </p:nvSpPr>
          <p:spPr>
            <a:xfrm>
              <a:off x="8788" y="2700"/>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01</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16" name="组合 15"/>
          <p:cNvGrpSpPr/>
          <p:nvPr/>
        </p:nvGrpSpPr>
        <p:grpSpPr>
          <a:xfrm>
            <a:off x="4926965" y="2480945"/>
            <a:ext cx="5048250" cy="612775"/>
            <a:chOff x="7754" y="4005"/>
            <a:chExt cx="7781" cy="965"/>
          </a:xfrm>
        </p:grpSpPr>
        <p:pic>
          <p:nvPicPr>
            <p:cNvPr id="54" name="图片 24"/>
            <p:cNvPicPr>
              <a:picLocks noChangeAspect="1"/>
            </p:cNvPicPr>
            <p:nvPr/>
          </p:nvPicPr>
          <p:blipFill>
            <a:blip r:embed="rId9" cstate="print"/>
            <a:stretch>
              <a:fillRect/>
            </a:stretch>
          </p:blipFill>
          <p:spPr>
            <a:xfrm>
              <a:off x="7754" y="4005"/>
              <a:ext cx="963" cy="965"/>
            </a:xfrm>
            <a:prstGeom prst="rect">
              <a:avLst/>
            </a:prstGeom>
            <a:noFill/>
            <a:ln w="9525">
              <a:noFill/>
            </a:ln>
          </p:spPr>
        </p:pic>
        <p:sp>
          <p:nvSpPr>
            <p:cNvPr id="55" name="椭圆 54"/>
            <p:cNvSpPr/>
            <p:nvPr/>
          </p:nvSpPr>
          <p:spPr>
            <a:xfrm>
              <a:off x="7754" y="4005"/>
              <a:ext cx="963" cy="96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3" name="组合 26"/>
            <p:cNvGrpSpPr/>
            <p:nvPr/>
          </p:nvGrpSpPr>
          <p:grpSpPr>
            <a:xfrm>
              <a:off x="8909" y="4005"/>
              <a:ext cx="6360" cy="963"/>
              <a:chOff x="6004452" y="1971917"/>
              <a:chExt cx="3406249" cy="610204"/>
            </a:xfrm>
          </p:grpSpPr>
          <p:pic>
            <p:nvPicPr>
              <p:cNvPr id="57" name="图片 29"/>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58" name="圆角矩形 57"/>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9" name="文本框 27"/>
            <p:cNvSpPr txBox="1"/>
            <p:nvPr/>
          </p:nvSpPr>
          <p:spPr>
            <a:xfrm>
              <a:off x="9352" y="4103"/>
              <a:ext cx="6183"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软件架构设计和对象设计</a:t>
              </a:r>
            </a:p>
          </p:txBody>
        </p:sp>
        <p:sp>
          <p:nvSpPr>
            <p:cNvPr id="60" name="文本框 28"/>
            <p:cNvSpPr txBox="1"/>
            <p:nvPr/>
          </p:nvSpPr>
          <p:spPr>
            <a:xfrm>
              <a:off x="7814" y="4143"/>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02</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15" name="组合 14"/>
          <p:cNvGrpSpPr/>
          <p:nvPr/>
        </p:nvGrpSpPr>
        <p:grpSpPr>
          <a:xfrm>
            <a:off x="4163695" y="3503295"/>
            <a:ext cx="4770755" cy="612775"/>
            <a:chOff x="6616" y="5448"/>
            <a:chExt cx="7513" cy="965"/>
          </a:xfrm>
        </p:grpSpPr>
        <p:pic>
          <p:nvPicPr>
            <p:cNvPr id="61" name="图片 32"/>
            <p:cNvPicPr>
              <a:picLocks noChangeAspect="1"/>
            </p:cNvPicPr>
            <p:nvPr/>
          </p:nvPicPr>
          <p:blipFill>
            <a:blip r:embed="rId9" cstate="print"/>
            <a:stretch>
              <a:fillRect/>
            </a:stretch>
          </p:blipFill>
          <p:spPr>
            <a:xfrm>
              <a:off x="6616" y="5448"/>
              <a:ext cx="963" cy="965"/>
            </a:xfrm>
            <a:prstGeom prst="rect">
              <a:avLst/>
            </a:prstGeom>
            <a:noFill/>
            <a:ln w="9525">
              <a:noFill/>
            </a:ln>
          </p:spPr>
        </p:pic>
        <p:sp>
          <p:nvSpPr>
            <p:cNvPr id="62" name="椭圆 61"/>
            <p:cNvSpPr/>
            <p:nvPr/>
          </p:nvSpPr>
          <p:spPr>
            <a:xfrm>
              <a:off x="6616" y="5448"/>
              <a:ext cx="963" cy="96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4" name="组合 34"/>
            <p:cNvGrpSpPr/>
            <p:nvPr/>
          </p:nvGrpSpPr>
          <p:grpSpPr>
            <a:xfrm>
              <a:off x="7771" y="5448"/>
              <a:ext cx="6358" cy="962"/>
              <a:chOff x="6004452" y="1971917"/>
              <a:chExt cx="3406249" cy="610204"/>
            </a:xfrm>
          </p:grpSpPr>
          <p:pic>
            <p:nvPicPr>
              <p:cNvPr id="64" name="图片 37"/>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65" name="圆角矩形 64"/>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66" name="文本框 35"/>
            <p:cNvSpPr txBox="1"/>
            <p:nvPr/>
          </p:nvSpPr>
          <p:spPr>
            <a:xfrm>
              <a:off x="8213" y="5545"/>
              <a:ext cx="5916"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面向对象系统的实现</a:t>
              </a:r>
            </a:p>
          </p:txBody>
        </p:sp>
        <p:sp>
          <p:nvSpPr>
            <p:cNvPr id="67" name="文本框 36"/>
            <p:cNvSpPr txBox="1"/>
            <p:nvPr/>
          </p:nvSpPr>
          <p:spPr>
            <a:xfrm>
              <a:off x="6676" y="5585"/>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03</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6" name="组合 5"/>
          <p:cNvGrpSpPr/>
          <p:nvPr/>
        </p:nvGrpSpPr>
        <p:grpSpPr>
          <a:xfrm>
            <a:off x="3401695" y="4450715"/>
            <a:ext cx="4683760" cy="611505"/>
            <a:chOff x="5228" y="7274"/>
            <a:chExt cx="7100" cy="963"/>
          </a:xfrm>
        </p:grpSpPr>
        <p:pic>
          <p:nvPicPr>
            <p:cNvPr id="68" name="图片 40"/>
            <p:cNvPicPr>
              <a:picLocks noChangeAspect="1"/>
            </p:cNvPicPr>
            <p:nvPr/>
          </p:nvPicPr>
          <p:blipFill>
            <a:blip r:embed="rId9" cstate="print"/>
            <a:stretch>
              <a:fillRect/>
            </a:stretch>
          </p:blipFill>
          <p:spPr>
            <a:xfrm>
              <a:off x="5228" y="7274"/>
              <a:ext cx="963" cy="963"/>
            </a:xfrm>
            <a:prstGeom prst="rect">
              <a:avLst/>
            </a:prstGeom>
            <a:noFill/>
            <a:ln w="9525">
              <a:noFill/>
            </a:ln>
          </p:spPr>
        </p:pic>
        <p:sp>
          <p:nvSpPr>
            <p:cNvPr id="69" name="椭圆 68"/>
            <p:cNvSpPr/>
            <p:nvPr/>
          </p:nvSpPr>
          <p:spPr>
            <a:xfrm>
              <a:off x="5228" y="7274"/>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5" name="组合 42"/>
            <p:cNvGrpSpPr/>
            <p:nvPr/>
          </p:nvGrpSpPr>
          <p:grpSpPr>
            <a:xfrm>
              <a:off x="6383" y="7274"/>
              <a:ext cx="5945" cy="960"/>
              <a:chOff x="6004452" y="1971917"/>
              <a:chExt cx="3406249" cy="610204"/>
            </a:xfrm>
          </p:grpSpPr>
          <p:pic>
            <p:nvPicPr>
              <p:cNvPr id="71" name="图片 45"/>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72" name="圆角矩形 71"/>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73" name="文本框 43"/>
            <p:cNvSpPr txBox="1"/>
            <p:nvPr/>
          </p:nvSpPr>
          <p:spPr>
            <a:xfrm>
              <a:off x="6825" y="7371"/>
              <a:ext cx="522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面向对象系统的测试</a:t>
              </a:r>
            </a:p>
          </p:txBody>
        </p:sp>
        <p:sp>
          <p:nvSpPr>
            <p:cNvPr id="74" name="文本框 44"/>
            <p:cNvSpPr txBox="1"/>
            <p:nvPr/>
          </p:nvSpPr>
          <p:spPr>
            <a:xfrm>
              <a:off x="5288" y="7411"/>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04</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7" name="组合 6"/>
          <p:cNvGrpSpPr/>
          <p:nvPr/>
        </p:nvGrpSpPr>
        <p:grpSpPr>
          <a:xfrm>
            <a:off x="2748280" y="5394960"/>
            <a:ext cx="4683760" cy="611505"/>
            <a:chOff x="5228" y="7274"/>
            <a:chExt cx="7100" cy="963"/>
          </a:xfrm>
        </p:grpSpPr>
        <p:pic>
          <p:nvPicPr>
            <p:cNvPr id="8" name="图片 40"/>
            <p:cNvPicPr>
              <a:picLocks noChangeAspect="1"/>
            </p:cNvPicPr>
            <p:nvPr/>
          </p:nvPicPr>
          <p:blipFill>
            <a:blip r:embed="rId9" cstate="print"/>
            <a:stretch>
              <a:fillRect/>
            </a:stretch>
          </p:blipFill>
          <p:spPr>
            <a:xfrm>
              <a:off x="5228" y="7274"/>
              <a:ext cx="963" cy="963"/>
            </a:xfrm>
            <a:prstGeom prst="rect">
              <a:avLst/>
            </a:prstGeom>
            <a:noFill/>
            <a:ln w="9525">
              <a:noFill/>
            </a:ln>
          </p:spPr>
        </p:pic>
        <p:sp>
          <p:nvSpPr>
            <p:cNvPr id="9" name="椭圆 8"/>
            <p:cNvSpPr/>
            <p:nvPr/>
          </p:nvSpPr>
          <p:spPr>
            <a:xfrm>
              <a:off x="5228" y="7274"/>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10" name="组合 42"/>
            <p:cNvGrpSpPr/>
            <p:nvPr/>
          </p:nvGrpSpPr>
          <p:grpSpPr>
            <a:xfrm>
              <a:off x="6383" y="7274"/>
              <a:ext cx="5945" cy="960"/>
              <a:chOff x="6004452" y="1971917"/>
              <a:chExt cx="3406249" cy="610204"/>
            </a:xfrm>
          </p:grpSpPr>
          <p:pic>
            <p:nvPicPr>
              <p:cNvPr id="11" name="图片 45"/>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12" name="圆角矩形 11"/>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13" name="文本框 43"/>
            <p:cNvSpPr txBox="1"/>
            <p:nvPr/>
          </p:nvSpPr>
          <p:spPr>
            <a:xfrm>
              <a:off x="6825" y="7371"/>
              <a:ext cx="522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面向对象方法实例</a:t>
              </a:r>
            </a:p>
          </p:txBody>
        </p:sp>
        <p:sp>
          <p:nvSpPr>
            <p:cNvPr id="14" name="文本框 44"/>
            <p:cNvSpPr txBox="1"/>
            <p:nvPr/>
          </p:nvSpPr>
          <p:spPr>
            <a:xfrm>
              <a:off x="5288" y="7411"/>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05</a:t>
              </a:r>
              <a:endParaRPr lang="zh-CN" altLang="en-US" sz="2400" b="1" dirty="0">
                <a:solidFill>
                  <a:schemeClr val="bg1"/>
                </a:solidFill>
                <a:latin typeface="微软雅黑" panose="020B0503020204020204" charset="-122"/>
                <a:ea typeface="微软雅黑" panose="020B0503020204020204" charset="-122"/>
              </a:endParaRPr>
            </a:p>
          </p:txBody>
        </p:sp>
      </p:grpSp>
    </p:spTree>
    <p:custDataLst>
      <p:tags r:id="rId1"/>
    </p:custDataLst>
  </p:cSld>
  <p:clrMapOvr>
    <a:masterClrMapping/>
  </p:clrMapOvr>
  <p:transition>
    <p:dissolv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1</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面向对象分析</a:t>
            </a:r>
          </a:p>
        </p:txBody>
      </p:sp>
      <p:grpSp>
        <p:nvGrpSpPr>
          <p:cNvPr id="11" name="组合 10"/>
          <p:cNvGrpSpPr/>
          <p:nvPr/>
        </p:nvGrpSpPr>
        <p:grpSpPr>
          <a:xfrm>
            <a:off x="6006465" y="4013835"/>
            <a:ext cx="3712845" cy="835660"/>
            <a:chOff x="9459" y="7259"/>
            <a:chExt cx="5847" cy="1316"/>
          </a:xfrm>
        </p:grpSpPr>
        <p:sp>
          <p:nvSpPr>
            <p:cNvPr id="48" name="文本框 47"/>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面向对象分析过程</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面向对象分析原则</a:t>
              </a:r>
            </a:p>
          </p:txBody>
        </p:sp>
      </p:grpSp>
      <p:grpSp>
        <p:nvGrpSpPr>
          <p:cNvPr id="3" name="组合 2"/>
          <p:cNvGrpSpPr/>
          <p:nvPr/>
        </p:nvGrpSpPr>
        <p:grpSpPr>
          <a:xfrm>
            <a:off x="6006465" y="4849495"/>
            <a:ext cx="3712845" cy="835660"/>
            <a:chOff x="9459" y="7259"/>
            <a:chExt cx="5847" cy="1316"/>
          </a:xfrm>
        </p:grpSpPr>
        <p:sp>
          <p:nvSpPr>
            <p:cNvPr id="5" name="文本框 4"/>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建立对象模型</a:t>
              </a:r>
            </a:p>
          </p:txBody>
        </p:sp>
        <p:sp>
          <p:nvSpPr>
            <p:cNvPr id="6" name="文本框 5"/>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建立动态模型</a:t>
              </a:r>
            </a:p>
          </p:txBody>
        </p:sp>
      </p:grpSp>
      <p:sp>
        <p:nvSpPr>
          <p:cNvPr id="7" name="文本框 6"/>
          <p:cNvSpPr txBox="1"/>
          <p:nvPr/>
        </p:nvSpPr>
        <p:spPr>
          <a:xfrm>
            <a:off x="6006465" y="5685155"/>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建立功能模型</a:t>
            </a:r>
          </a:p>
        </p:txBody>
      </p:sp>
    </p:spTree>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grpSp>
        <p:nvGrpSpPr>
          <p:cNvPr id="7" name="组合 6"/>
          <p:cNvGrpSpPr/>
          <p:nvPr/>
        </p:nvGrpSpPr>
        <p:grpSpPr>
          <a:xfrm>
            <a:off x="0" y="1948341"/>
            <a:ext cx="12192000" cy="3074035"/>
            <a:chOff x="0" y="3848"/>
            <a:chExt cx="19200" cy="4841"/>
          </a:xfrm>
        </p:grpSpPr>
        <p:sp>
          <p:nvSpPr>
            <p:cNvPr id="4" name="矩形 3"/>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275" y="4408"/>
              <a:ext cx="9628" cy="3384"/>
            </a:xfrm>
            <a:prstGeom prst="rect">
              <a:avLst/>
            </a:prstGeom>
          </p:spPr>
          <p:txBody>
            <a:bodyPr wrap="square">
              <a:spAutoFit/>
            </a:bodyPr>
            <a:lstStyle/>
            <a:p>
              <a:pPr indent="457200">
                <a:lnSpc>
                  <a:spcPct val="150000"/>
                </a:lnSpc>
                <a:defRPr/>
              </a:pP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rPr>
                <a:t>面向对象分析的目的是对客观世界的系统建立对象模型、动态模型和功能模型。在建立模型之前必须进行调查研究，分析系统需求，在理解系统需求的基础上建立模型，还要对模型进行验证。复杂问题的建模工作，需要反复迭代构造模型，先构造子集、后构造整体模型。</a:t>
              </a:r>
            </a:p>
          </p:txBody>
        </p:sp>
      </p:grpSp>
      <p:pic>
        <p:nvPicPr>
          <p:cNvPr id="160769" name="Picture 1"/>
          <p:cNvPicPr>
            <a:picLocks noChangeAspect="1" noChangeArrowheads="1"/>
          </p:cNvPicPr>
          <p:nvPr/>
        </p:nvPicPr>
        <p:blipFill>
          <a:blip r:embed="rId4" cstate="print"/>
          <a:srcRect/>
          <a:stretch>
            <a:fillRect/>
          </a:stretch>
        </p:blipFill>
        <p:spPr bwMode="auto">
          <a:xfrm>
            <a:off x="7247890" y="2123601"/>
            <a:ext cx="4571365" cy="2724150"/>
          </a:xfrm>
          <a:prstGeom prst="ellipse">
            <a:avLst/>
          </a:prstGeom>
          <a:noFill/>
          <a:ln w="9525">
            <a:noFill/>
            <a:miter lim="800000"/>
            <a:headEnd/>
            <a:tailEnd/>
          </a:ln>
          <a:effectLst/>
        </p:spPr>
      </p:pic>
    </p:spTree>
    <p:custDataLst>
      <p:tags r:id="rId1"/>
    </p:custDataLst>
  </p:cSld>
  <p:clrMapOvr>
    <a:masterClrMapping/>
  </p:clrMapOvr>
  <p:transition>
    <p:zo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7.1.1 </a:t>
            </a:r>
            <a:r>
              <a:rPr lang="zh-CN" altLang="en-US" sz="2400" dirty="0" smtClean="0">
                <a:solidFill>
                  <a:schemeClr val="tx1"/>
                </a:solidFill>
              </a:rPr>
              <a:t>面向对象分析过程</a:t>
            </a:r>
          </a:p>
        </p:txBody>
      </p:sp>
      <p:grpSp>
        <p:nvGrpSpPr>
          <p:cNvPr id="17" name="组合 16"/>
          <p:cNvGrpSpPr/>
          <p:nvPr/>
        </p:nvGrpSpPr>
        <p:grpSpPr>
          <a:xfrm>
            <a:off x="4124325" y="2399665"/>
            <a:ext cx="7058025" cy="3743960"/>
            <a:chOff x="2763" y="3875"/>
            <a:chExt cx="13536" cy="6676"/>
          </a:xfrm>
        </p:grpSpPr>
        <p:sp>
          <p:nvSpPr>
            <p:cNvPr id="8" name="Oval 15"/>
            <p:cNvSpPr>
              <a:spLocks noChangeArrowheads="1"/>
            </p:cNvSpPr>
            <p:nvPr>
              <p:custDataLst>
                <p:tags r:id="rId2"/>
              </p:custDataLst>
            </p:nvPr>
          </p:nvSpPr>
          <p:spPr bwMode="auto">
            <a:xfrm>
              <a:off x="3035" y="4245"/>
              <a:ext cx="4966" cy="5012"/>
            </a:xfrm>
            <a:prstGeom prst="ellipse">
              <a:avLst/>
            </a:prstGeom>
            <a:noFill/>
            <a:ln w="19050">
              <a:solidFill>
                <a:srgbClr val="4F5A71">
                  <a:alpha val="50000"/>
                </a:srgbClr>
              </a:solidFill>
              <a:round/>
            </a:ln>
            <a:effectLst/>
            <a:extLst>
              <a:ext uri="{909E8E84-426E-40DD-AFC4-6F175D3DCCD1}">
                <a14:hiddenFill xmlns:a14="http://schemas.microsoft.com/office/drawing/2010/main" xmlns="">
                  <a:solidFill>
                    <a:srgbClr val="4F5A71"/>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9" name="Line 16"/>
            <p:cNvSpPr>
              <a:spLocks noChangeShapeType="1"/>
            </p:cNvSpPr>
            <p:nvPr>
              <p:custDataLst>
                <p:tags r:id="rId3"/>
              </p:custDataLst>
            </p:nvPr>
          </p:nvSpPr>
          <p:spPr bwMode="gray">
            <a:xfrm>
              <a:off x="2763" y="6762"/>
              <a:ext cx="5486" cy="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10" name="Line 17"/>
            <p:cNvSpPr>
              <a:spLocks noChangeShapeType="1"/>
            </p:cNvSpPr>
            <p:nvPr>
              <p:custDataLst>
                <p:tags r:id="rId4"/>
              </p:custDataLst>
            </p:nvPr>
          </p:nvSpPr>
          <p:spPr bwMode="gray">
            <a:xfrm>
              <a:off x="5506" y="3875"/>
              <a:ext cx="0" cy="577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11" name="Oval 10"/>
            <p:cNvSpPr>
              <a:spLocks noChangeArrowheads="1"/>
            </p:cNvSpPr>
            <p:nvPr>
              <p:custDataLst>
                <p:tags r:id="rId5"/>
              </p:custDataLst>
            </p:nvPr>
          </p:nvSpPr>
          <p:spPr bwMode="gray">
            <a:xfrm>
              <a:off x="3307" y="4529"/>
              <a:ext cx="4393" cy="4427"/>
            </a:xfrm>
            <a:prstGeom prst="ellipse">
              <a:avLst/>
            </a:prstGeom>
            <a:noFill/>
            <a:ln w="9525">
              <a:solidFill>
                <a:srgbClr val="4F5A71">
                  <a:alpha val="50000"/>
                </a:srgbClr>
              </a:solidFill>
              <a:round/>
            </a:ln>
            <a:effectLst/>
            <a:extLst>
              <a:ext uri="{909E8E84-426E-40DD-AFC4-6F175D3DCCD1}">
                <a14:hiddenFill xmlns:a14="http://schemas.microsoft.com/office/drawing/2010/main" xmlns="">
                  <a:solidFill>
                    <a:srgbClr val="4F5A71">
                      <a:alpha val="64999"/>
                    </a:srgbClr>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40" name="Oval 13"/>
            <p:cNvSpPr>
              <a:spLocks noChangeArrowheads="1"/>
            </p:cNvSpPr>
            <p:nvPr>
              <p:custDataLst>
                <p:tags r:id="rId6"/>
              </p:custDataLst>
            </p:nvPr>
          </p:nvSpPr>
          <p:spPr bwMode="gray">
            <a:xfrm>
              <a:off x="3809" y="5060"/>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12" name="KSO_GT1"/>
            <p:cNvSpPr>
              <a:spLocks noChangeArrowheads="1"/>
            </p:cNvSpPr>
            <p:nvPr>
              <p:custDataLst>
                <p:tags r:id="rId7"/>
              </p:custDataLst>
            </p:nvPr>
          </p:nvSpPr>
          <p:spPr bwMode="gray">
            <a:xfrm>
              <a:off x="4415" y="5678"/>
              <a:ext cx="2155" cy="2201"/>
            </a:xfrm>
            <a:prstGeom prst="ellipse">
              <a:avLst/>
            </a:prstGeom>
            <a:solidFill>
              <a:srgbClr val="4F5A71"/>
            </a:solidFill>
            <a:ln>
              <a:noFill/>
            </a:ln>
            <a:effectLst/>
          </p:spPr>
          <p:txBody>
            <a:bodyPr wrap="square" lIns="0" tIns="0" rIns="0" bIns="0" anchor="ctr">
              <a:normAutofit/>
            </a:bodyPr>
            <a:lstStyle/>
            <a:p>
              <a:pPr algn="ctr">
                <a:defRPr/>
              </a:pPr>
              <a:r>
                <a:rPr lang="zh-CN" altLang="en-US" sz="2800" kern="0" dirty="0">
                  <a:solidFill>
                    <a:srgbClr val="FFFFFF"/>
                  </a:solidFill>
                  <a:latin typeface="Arial" panose="020B0604020202020204" pitchFamily="34" charset="0"/>
                  <a:ea typeface="宋体" panose="02010600030101010101" pitchFamily="2" charset="-122"/>
                  <a:cs typeface="黑体" panose="02010609060101010101" pitchFamily="49" charset="-122"/>
                </a:rPr>
                <a:t>数据说明</a:t>
              </a:r>
            </a:p>
          </p:txBody>
        </p:sp>
        <p:sp>
          <p:nvSpPr>
            <p:cNvPr id="43" name="Oval 19"/>
            <p:cNvSpPr>
              <a:spLocks noChangeArrowheads="1"/>
            </p:cNvSpPr>
            <p:nvPr>
              <p:custDataLst>
                <p:tags r:id="rId8"/>
              </p:custDataLst>
            </p:nvPr>
          </p:nvSpPr>
          <p:spPr bwMode="gray">
            <a:xfrm>
              <a:off x="6170" y="4160"/>
              <a:ext cx="396" cy="396"/>
            </a:xfrm>
            <a:prstGeom prst="ellipse">
              <a:avLst/>
            </a:prstGeom>
            <a:solidFill>
              <a:srgbClr val="4F5A71"/>
            </a:solidFill>
            <a:ln w="12700">
              <a:solidFill>
                <a:srgbClr val="FFFFFF"/>
              </a:solidFill>
              <a:round/>
            </a:ln>
            <a:effectLst/>
          </p:spPr>
          <p:txBody>
            <a:bodyPr wrap="square" anchor="ctr">
              <a:normAutofit fontScale="40000" lnSpcReduction="20000"/>
            </a:bodyPr>
            <a:lstStyle/>
            <a:p>
              <a:pPr>
                <a:defRPr/>
              </a:pPr>
              <a:endParaRPr lang="zh-CN" altLang="en-US" sz="1350" kern="0" dirty="0">
                <a:solidFill>
                  <a:sysClr val="windowText" lastClr="000000"/>
                </a:solidFill>
              </a:endParaRPr>
            </a:p>
          </p:txBody>
        </p:sp>
        <p:sp>
          <p:nvSpPr>
            <p:cNvPr id="13" name="文本框 12"/>
            <p:cNvSpPr txBox="1"/>
            <p:nvPr>
              <p:custDataLst>
                <p:tags r:id="rId9"/>
              </p:custDataLst>
            </p:nvPr>
          </p:nvSpPr>
          <p:spPr>
            <a:xfrm>
              <a:off x="6936" y="3884"/>
              <a:ext cx="8644" cy="936"/>
            </a:xfrm>
            <a:prstGeom prst="rect">
              <a:avLst/>
            </a:prstGeom>
            <a:noFill/>
          </p:spPr>
          <p:txBody>
            <a:bodyPr wrap="square" lIns="0" rIns="0">
              <a:normAutofit fontScale="92500"/>
            </a:bodyPr>
            <a:lstStyle/>
            <a:p>
              <a:pPr>
                <a:lnSpc>
                  <a:spcPct val="130000"/>
                </a:lnSpc>
                <a:spcBef>
                  <a:spcPts val="600"/>
                </a:spcBef>
                <a:defRPr/>
              </a:pPr>
              <a:r>
                <a:rPr dirty="0">
                  <a:sym typeface="+mn-ea"/>
                </a:rPr>
                <a:t>（</a:t>
              </a:r>
              <a:r>
                <a:rPr lang="en-US" dirty="0">
                  <a:sym typeface="+mn-ea"/>
                </a:rPr>
                <a:t>1</a:t>
              </a:r>
              <a:r>
                <a:rPr dirty="0">
                  <a:sym typeface="+mn-ea"/>
                </a:rPr>
                <a:t>）</a:t>
              </a:r>
              <a:r>
                <a:rPr dirty="0"/>
                <a:t>发现对象，定义对象和类的属性与服务。</a:t>
              </a:r>
            </a:p>
          </p:txBody>
        </p:sp>
        <p:sp>
          <p:nvSpPr>
            <p:cNvPr id="46" name="Oval 19"/>
            <p:cNvSpPr>
              <a:spLocks noChangeArrowheads="1"/>
            </p:cNvSpPr>
            <p:nvPr>
              <p:custDataLst>
                <p:tags r:id="rId10"/>
              </p:custDataLst>
            </p:nvPr>
          </p:nvSpPr>
          <p:spPr bwMode="gray">
            <a:xfrm>
              <a:off x="7248" y="5355"/>
              <a:ext cx="396" cy="396"/>
            </a:xfrm>
            <a:prstGeom prst="ellipse">
              <a:avLst/>
            </a:prstGeom>
            <a:solidFill>
              <a:srgbClr val="4F5A71"/>
            </a:solidFill>
            <a:ln w="12700">
              <a:solidFill>
                <a:srgbClr val="FFFFFF"/>
              </a:solidFill>
              <a:round/>
            </a:ln>
            <a:effectLst/>
          </p:spPr>
          <p:txBody>
            <a:bodyPr wrap="square" anchor="ctr">
              <a:normAutofit fontScale="40000" lnSpcReduction="20000"/>
            </a:bodyPr>
            <a:lstStyle/>
            <a:p>
              <a:pPr>
                <a:defRPr/>
              </a:pPr>
              <a:endParaRPr lang="zh-CN" altLang="en-US" sz="1350" kern="0" dirty="0">
                <a:solidFill>
                  <a:sysClr val="windowText" lastClr="000000"/>
                </a:solidFill>
              </a:endParaRPr>
            </a:p>
          </p:txBody>
        </p:sp>
        <p:sp>
          <p:nvSpPr>
            <p:cNvPr id="47" name="文本框 46"/>
            <p:cNvSpPr txBox="1"/>
            <p:nvPr>
              <p:custDataLst>
                <p:tags r:id="rId11"/>
              </p:custDataLst>
            </p:nvPr>
          </p:nvSpPr>
          <p:spPr>
            <a:xfrm>
              <a:off x="7990" y="5139"/>
              <a:ext cx="8309" cy="936"/>
            </a:xfrm>
            <a:prstGeom prst="rect">
              <a:avLst/>
            </a:prstGeom>
            <a:noFill/>
          </p:spPr>
          <p:txBody>
            <a:bodyPr wrap="square" lIns="0" rIns="0">
              <a:normAutofit fontScale="77500" lnSpcReduction="20000"/>
            </a:bodyPr>
            <a:lstStyle/>
            <a:p>
              <a:pPr>
                <a:lnSpc>
                  <a:spcPct val="130000"/>
                </a:lnSpc>
                <a:spcBef>
                  <a:spcPts val="600"/>
                </a:spcBef>
                <a:defRPr/>
              </a:pPr>
              <a:r>
                <a:rPr dirty="0"/>
                <a:t>（2）分析确定各类对象之间的关系，建立实例连接。</a:t>
              </a:r>
            </a:p>
          </p:txBody>
        </p:sp>
        <p:sp>
          <p:nvSpPr>
            <p:cNvPr id="49" name="Oval 19"/>
            <p:cNvSpPr>
              <a:spLocks noChangeArrowheads="1"/>
            </p:cNvSpPr>
            <p:nvPr>
              <p:custDataLst>
                <p:tags r:id="rId12"/>
              </p:custDataLst>
            </p:nvPr>
          </p:nvSpPr>
          <p:spPr bwMode="gray">
            <a:xfrm>
              <a:off x="7781" y="6560"/>
              <a:ext cx="396" cy="396"/>
            </a:xfrm>
            <a:prstGeom prst="ellipse">
              <a:avLst/>
            </a:prstGeom>
            <a:solidFill>
              <a:srgbClr val="4F5A71"/>
            </a:solidFill>
            <a:ln w="12700">
              <a:solidFill>
                <a:srgbClr val="FFFFFF"/>
              </a:solidFill>
              <a:round/>
            </a:ln>
            <a:effectLst/>
          </p:spPr>
          <p:txBody>
            <a:bodyPr wrap="square" anchor="ctr">
              <a:normAutofit fontScale="40000" lnSpcReduction="20000"/>
            </a:bodyPr>
            <a:lstStyle/>
            <a:p>
              <a:pPr>
                <a:defRPr/>
              </a:pPr>
              <a:endParaRPr lang="zh-CN" altLang="en-US" sz="1350" kern="0" dirty="0">
                <a:solidFill>
                  <a:sysClr val="windowText" lastClr="000000"/>
                </a:solidFill>
              </a:endParaRPr>
            </a:p>
          </p:txBody>
        </p:sp>
        <p:sp>
          <p:nvSpPr>
            <p:cNvPr id="14" name="文本框 13"/>
            <p:cNvSpPr txBox="1"/>
            <p:nvPr>
              <p:custDataLst>
                <p:tags r:id="rId13"/>
              </p:custDataLst>
            </p:nvPr>
          </p:nvSpPr>
          <p:spPr>
            <a:xfrm>
              <a:off x="8568" y="6394"/>
              <a:ext cx="7012" cy="768"/>
            </a:xfrm>
            <a:prstGeom prst="rect">
              <a:avLst/>
            </a:prstGeom>
            <a:noFill/>
          </p:spPr>
          <p:txBody>
            <a:bodyPr wrap="square" lIns="0" rIns="0">
              <a:normAutofit lnSpcReduction="10000"/>
            </a:bodyPr>
            <a:lstStyle/>
            <a:p>
              <a:pPr>
                <a:lnSpc>
                  <a:spcPct val="130000"/>
                </a:lnSpc>
                <a:spcBef>
                  <a:spcPts val="600"/>
                </a:spcBef>
                <a:defRPr/>
              </a:pPr>
              <a:r>
                <a:rPr dirty="0"/>
                <a:t>（3）划分主题，定义系统结构。</a:t>
              </a:r>
            </a:p>
          </p:txBody>
        </p:sp>
        <p:sp>
          <p:nvSpPr>
            <p:cNvPr id="53" name="Oval 19"/>
            <p:cNvSpPr>
              <a:spLocks noChangeArrowheads="1"/>
            </p:cNvSpPr>
            <p:nvPr>
              <p:custDataLst>
                <p:tags r:id="rId14"/>
              </p:custDataLst>
            </p:nvPr>
          </p:nvSpPr>
          <p:spPr bwMode="gray">
            <a:xfrm>
              <a:off x="7248" y="7794"/>
              <a:ext cx="396" cy="396"/>
            </a:xfrm>
            <a:prstGeom prst="ellipse">
              <a:avLst/>
            </a:prstGeom>
            <a:solidFill>
              <a:srgbClr val="4F5A71"/>
            </a:solidFill>
            <a:ln w="12700">
              <a:solidFill>
                <a:srgbClr val="FFFFFF"/>
              </a:solidFill>
              <a:round/>
            </a:ln>
            <a:effectLst/>
          </p:spPr>
          <p:txBody>
            <a:bodyPr wrap="square" anchor="ctr">
              <a:normAutofit fontScale="40000" lnSpcReduction="20000"/>
            </a:bodyPr>
            <a:lstStyle/>
            <a:p>
              <a:pPr>
                <a:defRPr/>
              </a:pPr>
              <a:endParaRPr lang="zh-CN" altLang="en-US" sz="1350" kern="0" dirty="0">
                <a:solidFill>
                  <a:sysClr val="windowText" lastClr="000000"/>
                </a:solidFill>
              </a:endParaRPr>
            </a:p>
          </p:txBody>
        </p:sp>
        <p:sp>
          <p:nvSpPr>
            <p:cNvPr id="15" name="文本框 14"/>
            <p:cNvSpPr txBox="1"/>
            <p:nvPr>
              <p:custDataLst>
                <p:tags r:id="rId15"/>
              </p:custDataLst>
            </p:nvPr>
          </p:nvSpPr>
          <p:spPr>
            <a:xfrm>
              <a:off x="8038" y="7649"/>
              <a:ext cx="8165" cy="1608"/>
            </a:xfrm>
            <a:prstGeom prst="rect">
              <a:avLst/>
            </a:prstGeom>
            <a:noFill/>
          </p:spPr>
          <p:txBody>
            <a:bodyPr wrap="square" lIns="0" rIns="0">
              <a:normAutofit fontScale="85000" lnSpcReduction="10000"/>
            </a:bodyPr>
            <a:lstStyle/>
            <a:p>
              <a:pPr>
                <a:lnSpc>
                  <a:spcPct val="130000"/>
                </a:lnSpc>
                <a:spcBef>
                  <a:spcPts val="600"/>
                </a:spcBef>
                <a:defRPr/>
              </a:pPr>
              <a:r>
                <a:rPr dirty="0"/>
                <a:t>（4）编写脚本、画顺序图，分析对象在系统中的不同状态及状态之间的转换，建立动态模型。</a:t>
              </a:r>
            </a:p>
          </p:txBody>
        </p:sp>
        <p:sp>
          <p:nvSpPr>
            <p:cNvPr id="56" name="Oval 19"/>
            <p:cNvSpPr>
              <a:spLocks noChangeArrowheads="1"/>
            </p:cNvSpPr>
            <p:nvPr>
              <p:custDataLst>
                <p:tags r:id="rId16"/>
              </p:custDataLst>
            </p:nvPr>
          </p:nvSpPr>
          <p:spPr bwMode="gray">
            <a:xfrm>
              <a:off x="6172" y="8965"/>
              <a:ext cx="396" cy="396"/>
            </a:xfrm>
            <a:prstGeom prst="ellipse">
              <a:avLst/>
            </a:prstGeom>
            <a:solidFill>
              <a:srgbClr val="4F5A71"/>
            </a:solidFill>
            <a:ln w="12700">
              <a:solidFill>
                <a:srgbClr val="FFFFFF"/>
              </a:solidFill>
              <a:round/>
            </a:ln>
            <a:effectLst/>
          </p:spPr>
          <p:txBody>
            <a:bodyPr wrap="square" anchor="ctr">
              <a:normAutofit fontScale="40000" lnSpcReduction="20000"/>
            </a:bodyPr>
            <a:lstStyle/>
            <a:p>
              <a:pPr>
                <a:defRPr/>
              </a:pPr>
              <a:endParaRPr lang="zh-CN" altLang="en-US" sz="1350" kern="0" dirty="0">
                <a:solidFill>
                  <a:sysClr val="windowText" lastClr="000000"/>
                </a:solidFill>
              </a:endParaRPr>
            </a:p>
          </p:txBody>
        </p:sp>
        <p:sp>
          <p:nvSpPr>
            <p:cNvPr id="57" name="文本框 56"/>
            <p:cNvSpPr txBox="1"/>
            <p:nvPr>
              <p:custDataLst>
                <p:tags r:id="rId17"/>
              </p:custDataLst>
            </p:nvPr>
          </p:nvSpPr>
          <p:spPr>
            <a:xfrm>
              <a:off x="6936" y="9257"/>
              <a:ext cx="9297" cy="1294"/>
            </a:xfrm>
            <a:prstGeom prst="rect">
              <a:avLst/>
            </a:prstGeom>
            <a:noFill/>
          </p:spPr>
          <p:txBody>
            <a:bodyPr wrap="square" lIns="0" rIns="0">
              <a:normAutofit fontScale="92500" lnSpcReduction="10000"/>
            </a:bodyPr>
            <a:lstStyle/>
            <a:p>
              <a:pPr>
                <a:lnSpc>
                  <a:spcPct val="130000"/>
                </a:lnSpc>
                <a:spcBef>
                  <a:spcPts val="600"/>
                </a:spcBef>
                <a:defRPr/>
              </a:pPr>
              <a:r>
                <a:rPr lang="zh-CN" altLang="en-US" dirty="0"/>
                <a:t>（5）分析系统中数据之间的依赖关系及数据处理功能，建立功能模型。</a:t>
              </a:r>
            </a:p>
          </p:txBody>
        </p:sp>
      </p:grpSp>
      <p:grpSp>
        <p:nvGrpSpPr>
          <p:cNvPr id="18" name="组合 17"/>
          <p:cNvGrpSpPr/>
          <p:nvPr/>
        </p:nvGrpSpPr>
        <p:grpSpPr>
          <a:xfrm>
            <a:off x="819785" y="2466975"/>
            <a:ext cx="2809075" cy="3609975"/>
            <a:chOff x="881" y="2735"/>
            <a:chExt cx="3887" cy="5685"/>
          </a:xfrm>
        </p:grpSpPr>
        <p:sp>
          <p:nvSpPr>
            <p:cNvPr id="167" name="圆角矩形"/>
            <p:cNvSpPr/>
            <p:nvPr/>
          </p:nvSpPr>
          <p:spPr>
            <a:xfrm>
              <a:off x="1198" y="3071"/>
              <a:ext cx="3570" cy="5349"/>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26"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xmlns=""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48" name="文本框 47"/>
            <p:cNvSpPr txBox="1"/>
            <p:nvPr/>
          </p:nvSpPr>
          <p:spPr>
            <a:xfrm>
              <a:off x="1251" y="3304"/>
              <a:ext cx="3438" cy="4944"/>
            </a:xfrm>
            <a:prstGeom prst="rect">
              <a:avLst/>
            </a:prstGeom>
            <a:noFill/>
          </p:spPr>
          <p:txBody>
            <a:bodyPr wrap="square" rtlCol="0">
              <a:spAutoFit/>
            </a:bodyPr>
            <a:lstStyle/>
            <a:p>
              <a:pPr marL="0" indent="0" algn="l" fontAlgn="auto">
                <a:lnSpc>
                  <a:spcPct val="110000"/>
                </a:lnSpc>
              </a:pPr>
              <a:r>
                <a:rPr lang="en-US" altLang="zh-CN" sz="1600" dirty="0">
                  <a:solidFill>
                    <a:schemeClr val="bg2">
                      <a:lumMod val="50000"/>
                    </a:schemeClr>
                  </a:solidFill>
                  <a:sym typeface="+mn-ea"/>
                </a:rPr>
                <a:t>     </a:t>
              </a:r>
              <a:r>
                <a:rPr sz="1600" dirty="0">
                  <a:latin typeface="微软雅黑" panose="020B0503020204020204" charset="-122"/>
                  <a:ea typeface="微软雅黑" panose="020B0503020204020204" charset="-122"/>
                  <a:sym typeface="+mn-ea"/>
                </a:rPr>
                <a:t> </a:t>
              </a:r>
              <a:r>
                <a:rPr lang="en-US" sz="1600" dirty="0">
                  <a:latin typeface="微软雅黑" panose="020B0503020204020204" charset="-122"/>
                  <a:ea typeface="微软雅黑" panose="020B0503020204020204" charset="-122"/>
                  <a:sym typeface="+mn-ea"/>
                </a:rPr>
                <a:t> </a:t>
              </a:r>
              <a:r>
                <a:rPr dirty="0">
                  <a:solidFill>
                    <a:srgbClr val="00B050"/>
                  </a:solidFill>
                  <a:latin typeface="微软雅黑" panose="020B0503020204020204" charset="-122"/>
                  <a:ea typeface="微软雅黑" panose="020B0503020204020204" charset="-122"/>
                  <a:sym typeface="+mn-ea"/>
                </a:rPr>
                <a:t>面向对象分析就是收集和整理用户需求并建立问题域精确模型的过程。</a:t>
              </a:r>
              <a:r>
                <a:rPr dirty="0">
                  <a:solidFill>
                    <a:schemeClr val="tx1"/>
                  </a:solidFill>
                  <a:latin typeface="微软雅黑" panose="020B0503020204020204" charset="-122"/>
                  <a:ea typeface="微软雅黑" panose="020B0503020204020204" charset="-122"/>
                  <a:sym typeface="+mn-ea"/>
                </a:rPr>
                <a:t>分析工作主要包括理解、表达和验证系统。面向对象分析阶段要分析出软件系统中所含的所有对象及其相互之间的关系。</a:t>
              </a:r>
              <a:r>
                <a:rPr dirty="0" err="1" smtClean="0">
                  <a:solidFill>
                    <a:schemeClr val="tx1"/>
                  </a:solidFill>
                  <a:latin typeface="微软雅黑" panose="020B0503020204020204" charset="-122"/>
                  <a:ea typeface="微软雅黑" panose="020B0503020204020204" charset="-122"/>
                  <a:sym typeface="+mn-ea"/>
                </a:rPr>
                <a:t>面向对象分析阶段的步骤</a:t>
              </a:r>
              <a:r>
                <a:rPr lang="zh-CN" altLang="en-US" dirty="0" smtClean="0">
                  <a:solidFill>
                    <a:schemeClr val="tx1"/>
                  </a:solidFill>
                  <a:latin typeface="微软雅黑" panose="020B0503020204020204" charset="-122"/>
                  <a:ea typeface="微软雅黑" panose="020B0503020204020204" charset="-122"/>
                  <a:sym typeface="+mn-ea"/>
                </a:rPr>
                <a:t>为</a:t>
              </a:r>
              <a:r>
                <a:rPr dirty="0" smtClean="0">
                  <a:solidFill>
                    <a:schemeClr val="tx1"/>
                  </a:solidFill>
                  <a:latin typeface="微软雅黑" panose="020B0503020204020204" charset="-122"/>
                  <a:ea typeface="微软雅黑" panose="020B0503020204020204" charset="-122"/>
                  <a:sym typeface="+mn-ea"/>
                </a:rPr>
                <a:t>：</a:t>
              </a:r>
              <a:endParaRPr dirty="0">
                <a:solidFill>
                  <a:schemeClr val="tx1"/>
                </a:solidFill>
                <a:latin typeface="微软雅黑" panose="020B0503020204020204" charset="-122"/>
                <a:ea typeface="微软雅黑" panose="020B0503020204020204" charset="-122"/>
                <a:sym typeface="+mn-ea"/>
              </a:endParaRPr>
            </a:p>
          </p:txBody>
        </p:sp>
      </p:grpSp>
    </p:spTree>
    <p:custDataLst>
      <p:tags r:id="rId1"/>
    </p:custDataLst>
  </p:cSld>
  <p:clrMapOvr>
    <a:masterClrMapping/>
  </p:clrMapOvr>
  <p:transition>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p:cNvSpPr/>
          <p:nvPr/>
        </p:nvSpPr>
        <p:spPr>
          <a:xfrm>
            <a:off x="0" y="2510316"/>
            <a:ext cx="12192000" cy="3074035"/>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7.1.1 </a:t>
            </a:r>
            <a:r>
              <a:rPr lang="zh-CN" altLang="en-US" sz="2400" dirty="0" smtClean="0">
                <a:solidFill>
                  <a:schemeClr val="tx1"/>
                </a:solidFill>
              </a:rPr>
              <a:t>面向对象分析过程</a:t>
            </a:r>
          </a:p>
        </p:txBody>
      </p:sp>
      <p:sp>
        <p:nvSpPr>
          <p:cNvPr id="48" name="文本框 47"/>
          <p:cNvSpPr txBox="1"/>
          <p:nvPr/>
        </p:nvSpPr>
        <p:spPr>
          <a:xfrm>
            <a:off x="839528" y="3228340"/>
            <a:ext cx="6685222" cy="1920526"/>
          </a:xfrm>
          <a:prstGeom prst="rect">
            <a:avLst/>
          </a:prstGeom>
          <a:noFill/>
        </p:spPr>
        <p:txBody>
          <a:bodyPr wrap="square" rtlCol="0">
            <a:spAutoFit/>
          </a:bodyPr>
          <a:lstStyle/>
          <a:p>
            <a:pPr>
              <a:lnSpc>
                <a:spcPct val="110000"/>
              </a:lnSpc>
            </a:pPr>
            <a:r>
              <a:rPr lang="en-US" altLang="zh-CN" b="1" dirty="0">
                <a:solidFill>
                  <a:schemeClr val="bg1"/>
                </a:solidFill>
                <a:sym typeface="+mn-ea"/>
              </a:rPr>
              <a:t>     </a:t>
            </a:r>
            <a:r>
              <a:rPr b="1" dirty="0">
                <a:solidFill>
                  <a:schemeClr val="bg1"/>
                </a:solidFill>
                <a:latin typeface="微软雅黑" panose="020B0503020204020204" charset="-122"/>
                <a:ea typeface="微软雅黑" panose="020B0503020204020204" charset="-122"/>
                <a:sym typeface="+mn-ea"/>
              </a:rPr>
              <a:t> </a:t>
            </a:r>
            <a:r>
              <a:rPr lang="en-US" b="1" dirty="0">
                <a:solidFill>
                  <a:schemeClr val="bg1"/>
                </a:solidFill>
                <a:latin typeface="微软雅黑" panose="020B0503020204020204" charset="-122"/>
                <a:ea typeface="微软雅黑" panose="020B0503020204020204" charset="-122"/>
                <a:sym typeface="+mn-ea"/>
              </a:rPr>
              <a:t> </a:t>
            </a:r>
            <a:r>
              <a:rPr b="1" dirty="0">
                <a:solidFill>
                  <a:schemeClr val="bg1"/>
                </a:solidFill>
                <a:latin typeface="微软雅黑" panose="020B0503020204020204" charset="-122"/>
                <a:ea typeface="微软雅黑" panose="020B0503020204020204" charset="-122"/>
                <a:sym typeface="+mn-ea"/>
              </a:rPr>
              <a:t>通过以上分析，建立系统的3</a:t>
            </a:r>
            <a:r>
              <a:rPr b="1" dirty="0" smtClean="0">
                <a:solidFill>
                  <a:schemeClr val="bg1"/>
                </a:solidFill>
                <a:latin typeface="微软雅黑" panose="020B0503020204020204" charset="-122"/>
                <a:ea typeface="微软雅黑" panose="020B0503020204020204" charset="-122"/>
                <a:sym typeface="+mn-ea"/>
              </a:rPr>
              <a:t>种模型</a:t>
            </a:r>
            <a:r>
              <a:rPr lang="zh-CN" altLang="en-US" b="1" dirty="0" smtClean="0">
                <a:solidFill>
                  <a:schemeClr val="bg1"/>
                </a:solidFill>
                <a:latin typeface="微软雅黑" panose="020B0503020204020204" charset="-122"/>
                <a:ea typeface="微软雅黑" panose="020B0503020204020204" charset="-122"/>
                <a:sym typeface="+mn-ea"/>
              </a:rPr>
              <a:t>：</a:t>
            </a:r>
            <a:r>
              <a:rPr lang="en-US" altLang="zh-CN" b="1" dirty="0" smtClean="0">
                <a:solidFill>
                  <a:schemeClr val="bg1"/>
                </a:solidFill>
                <a:latin typeface="微软雅黑" panose="020B0503020204020204" charset="-122"/>
                <a:ea typeface="微软雅黑" panose="020B0503020204020204" charset="-122"/>
                <a:sym typeface="+mn-ea"/>
              </a:rPr>
              <a:t>① </a:t>
            </a:r>
            <a:r>
              <a:rPr lang="en-US" altLang="zh-CN" b="1" dirty="0" err="1" smtClean="0">
                <a:solidFill>
                  <a:schemeClr val="bg1"/>
                </a:solidFill>
                <a:latin typeface="微软雅黑" panose="020B0503020204020204" charset="-122"/>
                <a:ea typeface="微软雅黑" panose="020B0503020204020204" charset="-122"/>
                <a:sym typeface="+mn-ea"/>
              </a:rPr>
              <a:t>描述系统数据结构的对象模型</a:t>
            </a:r>
            <a:r>
              <a:rPr lang="en-US" altLang="zh-CN" b="1" dirty="0" smtClean="0">
                <a:solidFill>
                  <a:schemeClr val="bg1"/>
                </a:solidFill>
                <a:latin typeface="微软雅黑" panose="020B0503020204020204" charset="-122"/>
                <a:ea typeface="微软雅黑" panose="020B0503020204020204" charset="-122"/>
                <a:sym typeface="+mn-ea"/>
              </a:rPr>
              <a:t>；</a:t>
            </a:r>
            <a:r>
              <a:rPr lang="en-US" altLang="zh-CN" b="1" dirty="0" smtClean="0">
                <a:solidFill>
                  <a:schemeClr val="bg1"/>
                </a:solidFill>
                <a:latin typeface="微软雅黑" panose="020B0503020204020204" charset="-122"/>
                <a:ea typeface="微软雅黑" panose="020B0503020204020204" charset="-122"/>
              </a:rPr>
              <a:t>② </a:t>
            </a:r>
            <a:r>
              <a:rPr lang="en-US" altLang="zh-CN" b="1" dirty="0" err="1" smtClean="0">
                <a:solidFill>
                  <a:schemeClr val="bg1"/>
                </a:solidFill>
                <a:latin typeface="微软雅黑" panose="020B0503020204020204" charset="-122"/>
                <a:ea typeface="微软雅黑" panose="020B0503020204020204" charset="-122"/>
              </a:rPr>
              <a:t>描述系统控制结构的动态模型</a:t>
            </a:r>
            <a:r>
              <a:rPr lang="en-US" altLang="zh-CN" b="1" dirty="0" smtClean="0">
                <a:solidFill>
                  <a:schemeClr val="bg1"/>
                </a:solidFill>
                <a:latin typeface="微软雅黑" panose="020B0503020204020204" charset="-122"/>
                <a:ea typeface="微软雅黑" panose="020B0503020204020204" charset="-122"/>
              </a:rPr>
              <a:t>；</a:t>
            </a:r>
            <a:r>
              <a:rPr lang="zh-CN" altLang="en-US" b="1" dirty="0" smtClean="0">
                <a:solidFill>
                  <a:schemeClr val="bg1"/>
                </a:solidFill>
                <a:latin typeface="微软雅黑" panose="020B0503020204020204" charset="-122"/>
                <a:ea typeface="微软雅黑" panose="020B0503020204020204" charset="-122"/>
                <a:sym typeface="+mn-ea"/>
              </a:rPr>
              <a:t>③ 描述系统功能的功能模型。</a:t>
            </a:r>
            <a:endParaRPr lang="en-US" altLang="zh-CN" b="1" dirty="0" smtClean="0">
              <a:solidFill>
                <a:schemeClr val="bg1"/>
              </a:solidFill>
              <a:latin typeface="微软雅黑" panose="020B0503020204020204" charset="-122"/>
              <a:ea typeface="微软雅黑" panose="020B0503020204020204" charset="-122"/>
              <a:sym typeface="+mn-ea"/>
            </a:endParaRPr>
          </a:p>
          <a:p>
            <a:pPr marL="0" indent="0" algn="l" fontAlgn="auto">
              <a:lnSpc>
                <a:spcPct val="110000"/>
              </a:lnSpc>
            </a:pPr>
            <a:r>
              <a:rPr lang="en-US" altLang="zh-CN" b="1" dirty="0" smtClean="0">
                <a:solidFill>
                  <a:schemeClr val="bg1"/>
                </a:solidFill>
                <a:latin typeface="微软雅黑" panose="020B0503020204020204" charset="-122"/>
                <a:ea typeface="微软雅黑" panose="020B0503020204020204" charset="-122"/>
                <a:sym typeface="+mn-ea"/>
              </a:rPr>
              <a:t>       </a:t>
            </a:r>
            <a:r>
              <a:rPr lang="zh-CN" b="1" dirty="0" smtClean="0">
                <a:solidFill>
                  <a:schemeClr val="bg1"/>
                </a:solidFill>
                <a:latin typeface="微软雅黑" panose="020B0503020204020204" charset="-122"/>
                <a:ea typeface="微软雅黑" panose="020B0503020204020204" charset="-122"/>
                <a:sym typeface="+mn-ea"/>
              </a:rPr>
              <a:t>这</a:t>
            </a:r>
            <a:r>
              <a:rPr lang="zh-CN" b="1" dirty="0">
                <a:solidFill>
                  <a:schemeClr val="bg1"/>
                </a:solidFill>
                <a:latin typeface="微软雅黑" panose="020B0503020204020204" charset="-122"/>
                <a:ea typeface="微软雅黑" panose="020B0503020204020204" charset="-122"/>
                <a:sym typeface="+mn-ea"/>
              </a:rPr>
              <a:t>3种模型分别从不同的侧面反映了软件系统的内容，相互影响、相互制约、有机地结合在一起，能全面地表达对目标系统的需求。</a:t>
            </a:r>
          </a:p>
        </p:txBody>
      </p:sp>
      <p:pic>
        <p:nvPicPr>
          <p:cNvPr id="44" name="图片 43" descr="A000220150319G97PPIC.png"/>
          <p:cNvPicPr>
            <a:picLocks noChangeAspect="1"/>
          </p:cNvPicPr>
          <p:nvPr/>
        </p:nvPicPr>
        <p:blipFill>
          <a:blip r:embed="rId4" cstate="print"/>
          <a:stretch>
            <a:fillRect/>
          </a:stretch>
        </p:blipFill>
        <p:spPr>
          <a:xfrm>
            <a:off x="8064500" y="1587500"/>
            <a:ext cx="3919132" cy="4117975"/>
          </a:xfrm>
          <a:prstGeom prst="rect">
            <a:avLst/>
          </a:prstGeom>
        </p:spPr>
      </p:pic>
    </p:spTree>
    <p:custDataLst>
      <p:tags r:id="rId1"/>
    </p:custDataLst>
  </p:cSld>
  <p:clrMapOvr>
    <a:masterClrMapping/>
  </p:clrMapOvr>
  <p:transition>
    <p:zo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7.1.2 </a:t>
            </a:r>
            <a:r>
              <a:rPr lang="zh-CN" altLang="en-US" sz="2400" dirty="0" smtClean="0">
                <a:solidFill>
                  <a:schemeClr val="tx1"/>
                </a:solidFill>
              </a:rPr>
              <a:t>面向对象分析原则</a:t>
            </a:r>
          </a:p>
        </p:txBody>
      </p:sp>
      <p:grpSp>
        <p:nvGrpSpPr>
          <p:cNvPr id="8" name="组合 7"/>
          <p:cNvGrpSpPr/>
          <p:nvPr/>
        </p:nvGrpSpPr>
        <p:grpSpPr>
          <a:xfrm>
            <a:off x="518160" y="2317115"/>
            <a:ext cx="4783013" cy="2077085"/>
            <a:chOff x="1630" y="5726"/>
            <a:chExt cx="7566" cy="3271"/>
          </a:xfrm>
        </p:grpSpPr>
        <p:cxnSp>
          <p:nvCxnSpPr>
            <p:cNvPr id="9"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10"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1"/>
            <p:cNvSpPr txBox="1">
              <a:spLocks noChangeArrowheads="1"/>
            </p:cNvSpPr>
            <p:nvPr/>
          </p:nvSpPr>
          <p:spPr bwMode="auto">
            <a:xfrm>
              <a:off x="3283" y="6688"/>
              <a:ext cx="5913" cy="230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定义有实际意义的对象</a:t>
              </a:r>
            </a:p>
            <a:p>
              <a:pPr indent="457200" fontAlgn="auto">
                <a:lnSpc>
                  <a:spcPct val="120000"/>
                </a:lnSpc>
              </a:pPr>
              <a:r>
                <a:rPr dirty="0"/>
                <a:t>最重要的是，一定要把在应用领域中有意义的、与所要解决的问题有关系的所有事物作为对象。既不能遗漏所需的对象，也不能定义与问题无关的对象。</a:t>
              </a:r>
            </a:p>
          </p:txBody>
        </p:sp>
        <p:sp>
          <p:nvSpPr>
            <p:cNvPr id="12"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A8E7"/>
                  </a:solidFill>
                  <a:latin typeface="Agency FB" panose="020B0503020202020204" pitchFamily="34" charset="0"/>
                  <a:ea typeface="微软雅黑" panose="020B0503020204020204" charset="-122"/>
                </a:rPr>
                <a:t>1</a:t>
              </a:r>
            </a:p>
          </p:txBody>
        </p:sp>
      </p:grpSp>
      <p:grpSp>
        <p:nvGrpSpPr>
          <p:cNvPr id="3" name="组合 2"/>
          <p:cNvGrpSpPr/>
          <p:nvPr/>
        </p:nvGrpSpPr>
        <p:grpSpPr>
          <a:xfrm>
            <a:off x="5546006" y="2354464"/>
            <a:ext cx="5958840" cy="2094230"/>
            <a:chOff x="1630" y="5726"/>
            <a:chExt cx="9384" cy="3298"/>
          </a:xfrm>
        </p:grpSpPr>
        <p:cxnSp>
          <p:nvCxnSpPr>
            <p:cNvPr id="4"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6" name="MH_SubTitle_1"/>
            <p:cNvSpPr txBox="1">
              <a:spLocks noChangeArrowheads="1"/>
            </p:cNvSpPr>
            <p:nvPr/>
          </p:nvSpPr>
          <p:spPr bwMode="auto">
            <a:xfrm>
              <a:off x="3481" y="7147"/>
              <a:ext cx="7533" cy="1877"/>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强调实体的本质，忽略无关的属性，模型的描述要规范、准确</a:t>
              </a:r>
            </a:p>
            <a:p>
              <a:pPr indent="457200" fontAlgn="auto">
                <a:lnSpc>
                  <a:spcPct val="120000"/>
                </a:lnSpc>
              </a:pPr>
              <a:r>
                <a:rPr dirty="0"/>
                <a:t>例如，对象描述常用现在时态、陈述性语句，避免模糊的、有二义性的术语。在定义对象时，还应描述对象与其他对象的关系、背景信息等。</a:t>
              </a:r>
            </a:p>
            <a:p>
              <a:pPr indent="457200" fontAlgn="auto">
                <a:lnSpc>
                  <a:spcPct val="120000"/>
                </a:lnSpc>
              </a:pPr>
              <a:endParaRPr dirty="0"/>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A8E7"/>
                  </a:solidFill>
                  <a:latin typeface="Agency FB" panose="020B0503020202020204" pitchFamily="34" charset="0"/>
                  <a:ea typeface="微软雅黑" panose="020B0503020204020204" charset="-122"/>
                </a:rPr>
                <a:t>2</a:t>
              </a:r>
            </a:p>
          </p:txBody>
        </p:sp>
      </p:grpSp>
    </p:spTree>
    <p:custDataLst>
      <p:tags r:id="rId1"/>
    </p:custDataLst>
  </p:cSld>
  <p:clrMapOvr>
    <a:masterClrMapping/>
  </p:clrMapOvr>
  <p:transition>
    <p:zo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7.1.2 </a:t>
            </a:r>
            <a:r>
              <a:rPr lang="zh-CN" altLang="en-US" sz="2400" dirty="0" smtClean="0">
                <a:solidFill>
                  <a:schemeClr val="tx1"/>
                </a:solidFill>
              </a:rPr>
              <a:t>面向对象分析原则</a:t>
            </a:r>
          </a:p>
        </p:txBody>
      </p:sp>
      <p:grpSp>
        <p:nvGrpSpPr>
          <p:cNvPr id="10" name="组合 9"/>
          <p:cNvGrpSpPr/>
          <p:nvPr/>
        </p:nvGrpSpPr>
        <p:grpSpPr>
          <a:xfrm>
            <a:off x="1715135" y="2914015"/>
            <a:ext cx="8935085" cy="3418205"/>
            <a:chOff x="3606" y="3101"/>
            <a:chExt cx="14071" cy="5383"/>
          </a:xfrm>
        </p:grpSpPr>
        <p:sp>
          <p:nvSpPr>
            <p:cNvPr id="11" name="MH_Text_1"/>
            <p:cNvSpPr/>
            <p:nvPr>
              <p:custDataLst>
                <p:tags r:id="rId2"/>
              </p:custDataLst>
            </p:nvPr>
          </p:nvSpPr>
          <p:spPr bwMode="auto">
            <a:xfrm>
              <a:off x="3606" y="3101"/>
              <a:ext cx="12752" cy="2958"/>
            </a:xfrm>
            <a:custGeom>
              <a:avLst/>
              <a:gdLst>
                <a:gd name="T0" fmla="*/ 0 w 3882059"/>
                <a:gd name="T1" fmla="*/ 0 h 805263"/>
                <a:gd name="T2" fmla="*/ 18915162 w 3882059"/>
                <a:gd name="T3" fmla="*/ 0 h 805263"/>
                <a:gd name="T4" fmla="*/ 18915162 w 3882059"/>
                <a:gd name="T5" fmla="*/ 12673249 h 805263"/>
                <a:gd name="T6" fmla="*/ 0 w 3882059"/>
                <a:gd name="T7" fmla="*/ 12673249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108000" tIns="46800" rIns="108000" bIns="46800" anchor="ctr"/>
            <a:lstStyle/>
            <a:p>
              <a:pPr indent="457200">
                <a:lnSpc>
                  <a:spcPct val="120000"/>
                </a:lnSpc>
              </a:pPr>
              <a:r>
                <a:rPr sz="1600" dirty="0" smtClean="0">
                  <a:latin typeface="+mn-ea"/>
                </a:rPr>
                <a:t>在学校图书馆图书流通管理系统中，“学生”对象的属性可包含学号、姓名、性别、年龄、借书日期、图书编号、还书日期等。还可以定义“学生”类的属性——所属的“班级”。新生入学时，在读者数据库中，以班级为单位输入新生的信息；当这个班级的学生毕业时，可以从读者库中删除该班的所有学生。但是这个系统中，没有必要把学生的学习成绩、家庭情况等作为属性。</a:t>
              </a:r>
            </a:p>
          </p:txBody>
        </p:sp>
        <p:sp>
          <p:nvSpPr>
            <p:cNvPr id="12" name="MH_Text_2"/>
            <p:cNvSpPr/>
            <p:nvPr>
              <p:custDataLst>
                <p:tags r:id="rId3"/>
              </p:custDataLst>
            </p:nvPr>
          </p:nvSpPr>
          <p:spPr bwMode="auto">
            <a:xfrm>
              <a:off x="4707" y="6267"/>
              <a:ext cx="12970" cy="2217"/>
            </a:xfrm>
            <a:custGeom>
              <a:avLst/>
              <a:gdLst>
                <a:gd name="T0" fmla="*/ 0 w 3882059"/>
                <a:gd name="T1" fmla="*/ 0 h 805263"/>
                <a:gd name="T2" fmla="*/ 18915162 w 3882059"/>
                <a:gd name="T3" fmla="*/ 0 h 805263"/>
                <a:gd name="T4" fmla="*/ 18915162 w 3882059"/>
                <a:gd name="T5" fmla="*/ 12673192 h 805263"/>
                <a:gd name="T6" fmla="*/ 0 w 3882059"/>
                <a:gd name="T7" fmla="*/ 12673192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360000" tIns="180000" rIns="180000" bIns="180000" anchor="ctr"/>
            <a:lstStyle/>
            <a:p>
              <a:pPr indent="457200">
                <a:lnSpc>
                  <a:spcPct val="120000"/>
                </a:lnSpc>
              </a:pPr>
              <a:r>
                <a:rPr sz="1600" smtClean="0">
                  <a:latin typeface="+mn-ea"/>
                </a:rPr>
                <a:t>在学生学籍管理系统中，班级有班主任，各门课程有对应的任课教师、学分、学时等。班级有一定数量的学生，如果某位学生留级，就应安排到后一年进校、相同专业的班级中去等。某班的学生毕业了，该班就不存在了，但仍可作为学生档案中的信息备查。</a:t>
              </a:r>
            </a:p>
          </p:txBody>
        </p:sp>
      </p:grpSp>
      <p:grpSp>
        <p:nvGrpSpPr>
          <p:cNvPr id="18" name="组合 17"/>
          <p:cNvGrpSpPr/>
          <p:nvPr/>
        </p:nvGrpSpPr>
        <p:grpSpPr>
          <a:xfrm>
            <a:off x="847725" y="2012315"/>
            <a:ext cx="9905838" cy="929640"/>
            <a:chOff x="881" y="2735"/>
            <a:chExt cx="13707" cy="1464"/>
          </a:xfrm>
        </p:grpSpPr>
        <p:sp>
          <p:nvSpPr>
            <p:cNvPr id="167" name="圆角矩形"/>
            <p:cNvSpPr/>
            <p:nvPr/>
          </p:nvSpPr>
          <p:spPr>
            <a:xfrm>
              <a:off x="1251" y="3071"/>
              <a:ext cx="13337" cy="770"/>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26"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xmlns=""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48" name="文本框 47"/>
            <p:cNvSpPr txBox="1"/>
            <p:nvPr/>
          </p:nvSpPr>
          <p:spPr>
            <a:xfrm>
              <a:off x="1251" y="3094"/>
              <a:ext cx="13245" cy="1105"/>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a:t>
              </a:r>
              <a:r>
                <a:rPr lang="en-US" dirty="0">
                  <a:latin typeface="微软雅黑" panose="020B0503020204020204" charset="-122"/>
                  <a:ea typeface="微软雅黑" panose="020B0503020204020204" charset="-122"/>
                  <a:sym typeface="+mn-ea"/>
                </a:rPr>
                <a:t> </a:t>
              </a:r>
              <a:r>
                <a:rPr lang="zh-CN" altLang="en-US" dirty="0">
                  <a:latin typeface="微软雅黑" panose="020B0503020204020204" charset="-122"/>
                  <a:ea typeface="微软雅黑" panose="020B0503020204020204" charset="-122"/>
                  <a:sym typeface="+mn-ea"/>
                </a:rPr>
                <a:t>对于规则二：</a:t>
              </a:r>
              <a:r>
                <a:rPr lang="zh-CN" dirty="0">
                  <a:latin typeface="微软雅黑" panose="020B0503020204020204" charset="-122"/>
                  <a:ea typeface="微软雅黑" panose="020B0503020204020204" charset="-122"/>
                  <a:sym typeface="+mn-ea"/>
                </a:rPr>
                <a:t>强调实体的本质，忽略无关的属性，模型的描述要规范、准确。举例如下：</a:t>
              </a:r>
              <a:endParaRPr lang="zh-CN" dirty="0">
                <a:latin typeface="微软雅黑" panose="020B0503020204020204" charset="-122"/>
                <a:ea typeface="微软雅黑" panose="020B0503020204020204" charset="-122"/>
              </a:endParaRPr>
            </a:p>
            <a:p>
              <a:pPr marL="0" indent="0" algn="l" fontAlgn="auto">
                <a:lnSpc>
                  <a:spcPct val="110000"/>
                </a:lnSpc>
              </a:pPr>
              <a:endParaRPr lang="zh-CN" dirty="0">
                <a:latin typeface="微软雅黑" panose="020B0503020204020204" charset="-122"/>
                <a:ea typeface="微软雅黑" panose="020B0503020204020204" charset="-122"/>
                <a:sym typeface="+mn-ea"/>
              </a:endParaRPr>
            </a:p>
          </p:txBody>
        </p:sp>
      </p:grpSp>
    </p:spTree>
    <p:custDataLst>
      <p:tags r:id="rId1"/>
    </p:custDataLst>
  </p:cSld>
  <p:clrMapOvr>
    <a:masterClrMapping/>
  </p:clrMapOvr>
  <p:transition>
    <p:zo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7.1.2 </a:t>
            </a:r>
            <a:r>
              <a:rPr lang="zh-CN" altLang="en-US" sz="2400" dirty="0" smtClean="0">
                <a:solidFill>
                  <a:schemeClr val="tx1"/>
                </a:solidFill>
              </a:rPr>
              <a:t>面向对象分析原则</a:t>
            </a:r>
          </a:p>
        </p:txBody>
      </p:sp>
      <p:grpSp>
        <p:nvGrpSpPr>
          <p:cNvPr id="8" name="组合 7"/>
          <p:cNvGrpSpPr/>
          <p:nvPr/>
        </p:nvGrpSpPr>
        <p:grpSpPr>
          <a:xfrm>
            <a:off x="527685" y="1969770"/>
            <a:ext cx="10704568" cy="2273935"/>
            <a:chOff x="1630" y="5726"/>
            <a:chExt cx="16933" cy="3581"/>
          </a:xfrm>
        </p:grpSpPr>
        <p:cxnSp>
          <p:nvCxnSpPr>
            <p:cNvPr id="9"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10"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1"/>
            <p:cNvSpPr txBox="1">
              <a:spLocks noChangeArrowheads="1"/>
            </p:cNvSpPr>
            <p:nvPr/>
          </p:nvSpPr>
          <p:spPr bwMode="auto">
            <a:xfrm>
              <a:off x="3368" y="6207"/>
              <a:ext cx="15195" cy="3100"/>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共享性</a:t>
              </a:r>
            </a:p>
            <a:p>
              <a:pPr indent="457200" fontAlgn="auto">
                <a:lnSpc>
                  <a:spcPct val="120000"/>
                </a:lnSpc>
              </a:pPr>
              <a:r>
                <a:rPr dirty="0"/>
                <a:t>面向对象技术的共享有不同级别。例如，在同一类中共享属性和服务，子类继承父类的属性和服务；在同一应用中共享类及其继承性；通过类库实现在不同应用中的共享等。</a:t>
              </a:r>
            </a:p>
            <a:p>
              <a:pPr indent="457200" fontAlgn="auto">
                <a:lnSpc>
                  <a:spcPct val="120000"/>
                </a:lnSpc>
              </a:pPr>
              <a:r>
                <a:rPr dirty="0"/>
                <a:t>同一类的对象有相同的属性和服务。对不能抽象为某一类的对象实例，要明确地排斥。</a:t>
              </a:r>
            </a:p>
          </p:txBody>
        </p:sp>
        <p:sp>
          <p:nvSpPr>
            <p:cNvPr id="12"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A8E7"/>
                  </a:solidFill>
                  <a:latin typeface="Agency FB" panose="020B0503020202020204" pitchFamily="34" charset="0"/>
                  <a:ea typeface="微软雅黑" panose="020B0503020204020204" charset="-122"/>
                </a:rPr>
                <a:t>3</a:t>
              </a:r>
            </a:p>
          </p:txBody>
        </p:sp>
      </p:grpSp>
      <p:grpSp>
        <p:nvGrpSpPr>
          <p:cNvPr id="13" name="组合 12"/>
          <p:cNvGrpSpPr/>
          <p:nvPr/>
        </p:nvGrpSpPr>
        <p:grpSpPr>
          <a:xfrm>
            <a:off x="647065" y="4243705"/>
            <a:ext cx="10762728" cy="1450340"/>
            <a:chOff x="1630" y="5726"/>
            <a:chExt cx="17025" cy="2284"/>
          </a:xfrm>
        </p:grpSpPr>
        <p:cxnSp>
          <p:nvCxnSpPr>
            <p:cNvPr id="14"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1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6" name="MH_SubTitle_1"/>
            <p:cNvSpPr txBox="1">
              <a:spLocks noChangeArrowheads="1"/>
            </p:cNvSpPr>
            <p:nvPr/>
          </p:nvSpPr>
          <p:spPr bwMode="auto">
            <a:xfrm>
              <a:off x="3331" y="6277"/>
              <a:ext cx="15324" cy="1733"/>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封装性</a:t>
              </a:r>
            </a:p>
            <a:p>
              <a:pPr indent="457200" fontAlgn="auto">
                <a:lnSpc>
                  <a:spcPct val="120000"/>
                </a:lnSpc>
              </a:pPr>
              <a:r>
                <a:rPr dirty="0"/>
                <a:t>所有软件构件都有明确的范围及清楚的外部边界。每个软件构件的内部实现和界面接口分离。</a:t>
              </a:r>
            </a:p>
          </p:txBody>
        </p:sp>
        <p:sp>
          <p:nvSpPr>
            <p:cNvPr id="1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A8E7"/>
                  </a:solidFill>
                  <a:latin typeface="Agency FB" panose="020B0503020202020204" pitchFamily="34" charset="0"/>
                  <a:ea typeface="微软雅黑" panose="020B0503020204020204" charset="-122"/>
                </a:rPr>
                <a:t>4</a:t>
              </a:r>
            </a:p>
          </p:txBody>
        </p:sp>
      </p:grpSp>
    </p:spTree>
    <p:custDataLst>
      <p:tags r:id="rId1"/>
    </p:custDataLst>
  </p:cSld>
  <p:clrMapOvr>
    <a:masterClrMapping/>
  </p:clrMapOvr>
  <p:transition>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7.1.2 </a:t>
            </a:r>
            <a:r>
              <a:rPr lang="zh-CN" altLang="en-US" sz="2400" dirty="0" smtClean="0">
                <a:solidFill>
                  <a:schemeClr val="tx1"/>
                </a:solidFill>
              </a:rPr>
              <a:t>面向对象分析原则</a:t>
            </a:r>
          </a:p>
        </p:txBody>
      </p:sp>
      <p:sp>
        <p:nvSpPr>
          <p:cNvPr id="4" name="MH_Text_1"/>
          <p:cNvSpPr/>
          <p:nvPr>
            <p:custDataLst>
              <p:tags r:id="rId2"/>
            </p:custDataLst>
          </p:nvPr>
        </p:nvSpPr>
        <p:spPr bwMode="auto">
          <a:xfrm>
            <a:off x="2505710" y="3016250"/>
            <a:ext cx="8363585" cy="3024505"/>
          </a:xfrm>
          <a:custGeom>
            <a:avLst/>
            <a:gdLst>
              <a:gd name="T0" fmla="*/ 0 w 3882059"/>
              <a:gd name="T1" fmla="*/ 0 h 805263"/>
              <a:gd name="T2" fmla="*/ 18915162 w 3882059"/>
              <a:gd name="T3" fmla="*/ 0 h 805263"/>
              <a:gd name="T4" fmla="*/ 18915162 w 3882059"/>
              <a:gd name="T5" fmla="*/ 12673249 h 805263"/>
              <a:gd name="T6" fmla="*/ 0 w 3882059"/>
              <a:gd name="T7" fmla="*/ 12673249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108000" tIns="46800" rIns="108000" bIns="46800" anchor="ctr"/>
          <a:lstStyle/>
          <a:p>
            <a:pPr indent="457200">
              <a:lnSpc>
                <a:spcPct val="120000"/>
              </a:lnSpc>
            </a:pPr>
            <a:r>
              <a:rPr dirty="0" smtClean="0">
                <a:latin typeface="+mn-ea"/>
              </a:rPr>
              <a:t>例如，学生进校后，学校要把学生分为若干班级，“班级”是一种对象类，“班级”通常有编号。同一年进校，学习相同的专业，同时学习各门课程，一起参加各项活动的学生，有相同的班长、相同的班主任，班上学生按一定的顺序编排学号等。同一年进校，不同专业的学生不在同一班级。同一专业，不是同一年份进校的学生不在同一班级。有时一个专业，同一届学生人数较多，可分为几个班级，这时不同班级的编号不相同。例如，2015年入学的计算机系（代号01）计算机应用专业（代号02）的1班，用1501021作为班级号；2015年入学的计算机应用专业2班，用1501022作为班级号。</a:t>
            </a:r>
          </a:p>
        </p:txBody>
      </p:sp>
      <p:grpSp>
        <p:nvGrpSpPr>
          <p:cNvPr id="18" name="组合 17"/>
          <p:cNvGrpSpPr/>
          <p:nvPr/>
        </p:nvGrpSpPr>
        <p:grpSpPr>
          <a:xfrm>
            <a:off x="545465" y="2007870"/>
            <a:ext cx="5755460" cy="1065530"/>
            <a:chOff x="881" y="2735"/>
            <a:chExt cx="7964" cy="1678"/>
          </a:xfrm>
        </p:grpSpPr>
        <p:sp>
          <p:nvSpPr>
            <p:cNvPr id="167" name="圆角矩形"/>
            <p:cNvSpPr/>
            <p:nvPr/>
          </p:nvSpPr>
          <p:spPr>
            <a:xfrm>
              <a:off x="1251" y="3071"/>
              <a:ext cx="7593" cy="912"/>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26"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xmlns=""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48" name="文本框 47"/>
            <p:cNvSpPr txBox="1"/>
            <p:nvPr/>
          </p:nvSpPr>
          <p:spPr>
            <a:xfrm>
              <a:off x="1251" y="3319"/>
              <a:ext cx="7594" cy="1094"/>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a:t>
              </a:r>
              <a:r>
                <a:rPr lang="en-US" dirty="0">
                  <a:latin typeface="微软雅黑" panose="020B0503020204020204" charset="-122"/>
                  <a:ea typeface="微软雅黑" panose="020B0503020204020204" charset="-122"/>
                  <a:sym typeface="+mn-ea"/>
                </a:rPr>
                <a:t> </a:t>
              </a:r>
              <a:r>
                <a:rPr lang="zh-CN" altLang="en-US" dirty="0">
                  <a:latin typeface="微软雅黑" panose="020B0503020204020204" charset="-122"/>
                  <a:ea typeface="微软雅黑" panose="020B0503020204020204" charset="-122"/>
                  <a:sym typeface="+mn-ea"/>
                </a:rPr>
                <a:t>对于规则三：</a:t>
              </a:r>
              <a:r>
                <a:rPr lang="zh-CN" dirty="0">
                  <a:latin typeface="微软雅黑" panose="020B0503020204020204" charset="-122"/>
                  <a:ea typeface="微软雅黑" panose="020B0503020204020204" charset="-122"/>
                  <a:sym typeface="+mn-ea"/>
                </a:rPr>
                <a:t>共享性。举例如下：</a:t>
              </a:r>
              <a:endParaRPr lang="zh-CN" dirty="0">
                <a:latin typeface="微软雅黑" panose="020B0503020204020204" charset="-122"/>
                <a:ea typeface="微软雅黑" panose="020B0503020204020204" charset="-122"/>
              </a:endParaRPr>
            </a:p>
            <a:p>
              <a:pPr marL="0" indent="0" algn="l" fontAlgn="auto">
                <a:lnSpc>
                  <a:spcPct val="110000"/>
                </a:lnSpc>
              </a:pPr>
              <a:endParaRPr lang="zh-CN" dirty="0">
                <a:latin typeface="微软雅黑" panose="020B0503020204020204" charset="-122"/>
                <a:ea typeface="微软雅黑" panose="020B0503020204020204" charset="-122"/>
                <a:sym typeface="+mn-ea"/>
              </a:endParaRPr>
            </a:p>
          </p:txBody>
        </p:sp>
      </p:grpSp>
    </p:spTree>
    <p:custDataLst>
      <p:tags r:id="rId1"/>
    </p:custDataLst>
  </p:cSld>
  <p:clrMapOvr>
    <a:masterClrMapping/>
  </p:clrMapOvr>
  <p:transition>
    <p:zo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MH_Picture_1"/>
          <p:cNvSpPr/>
          <p:nvPr>
            <p:custDataLst>
              <p:tags r:id="rId2"/>
            </p:custDataLst>
          </p:nvPr>
        </p:nvSpPr>
        <p:spPr>
          <a:xfrm>
            <a:off x="7362824" y="1485900"/>
            <a:ext cx="4256405" cy="3255010"/>
          </a:xfrm>
          <a:prstGeom prst="rect">
            <a:avLst/>
          </a:prstGeom>
          <a:blipFill dpi="0" rotWithShape="1">
            <a:blip r:embed="rId7"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7.1.3 </a:t>
            </a:r>
            <a:r>
              <a:rPr lang="zh-CN" altLang="en-US" sz="2400" dirty="0" smtClean="0">
                <a:solidFill>
                  <a:schemeClr val="tx1"/>
                </a:solidFill>
              </a:rPr>
              <a:t>建立对象模型</a:t>
            </a:r>
          </a:p>
        </p:txBody>
      </p:sp>
      <p:grpSp>
        <p:nvGrpSpPr>
          <p:cNvPr id="6" name="组合 5"/>
          <p:cNvGrpSpPr/>
          <p:nvPr/>
        </p:nvGrpSpPr>
        <p:grpSpPr>
          <a:xfrm>
            <a:off x="0" y="2869565"/>
            <a:ext cx="11619230" cy="3405505"/>
            <a:chOff x="0" y="4519"/>
            <a:chExt cx="18298" cy="5363"/>
          </a:xfrm>
        </p:grpSpPr>
        <p:sp>
          <p:nvSpPr>
            <p:cNvPr id="4" name="MH_SubTitle_1"/>
            <p:cNvSpPr/>
            <p:nvPr>
              <p:custDataLst>
                <p:tags r:id="rId3"/>
              </p:custDataLst>
            </p:nvPr>
          </p:nvSpPr>
          <p:spPr>
            <a:xfrm>
              <a:off x="0" y="4519"/>
              <a:ext cx="11610" cy="2557"/>
            </a:xfrm>
            <a:prstGeom prst="rect">
              <a:avLst/>
            </a:prstGeom>
            <a:solidFill>
              <a:srgbClr val="FC8474">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anchor="ctr"/>
            <a:lstStyle/>
            <a:p>
              <a:pPr indent="457200">
                <a:lnSpc>
                  <a:spcPct val="120000"/>
                </a:lnSpc>
              </a:pPr>
              <a:r>
                <a:rPr lang="zh-CN" altLang="en-US" dirty="0" smtClean="0">
                  <a:solidFill>
                    <a:schemeClr val="tx2">
                      <a:lumMod val="50000"/>
                    </a:schemeClr>
                  </a:solidFill>
                </a:rPr>
                <a:t>对象模型是面向对象分析时所建立的3个模型中最关键的一个，它表示静态的、结构化的系统的“数据”性质。对象模型是对客观世界实体中对象及其相互之间关系的映射，描述了系统的静态结构。</a:t>
              </a:r>
            </a:p>
          </p:txBody>
        </p:sp>
        <p:sp>
          <p:nvSpPr>
            <p:cNvPr id="5" name="MH_Text_1"/>
            <p:cNvSpPr txBox="1"/>
            <p:nvPr>
              <p:custDataLst>
                <p:tags r:id="rId4"/>
              </p:custDataLst>
            </p:nvPr>
          </p:nvSpPr>
          <p:spPr>
            <a:xfrm>
              <a:off x="621" y="7680"/>
              <a:ext cx="17677" cy="2202"/>
            </a:xfrm>
            <a:prstGeom prst="rect">
              <a:avLst/>
            </a:prstGeom>
            <a:noFill/>
          </p:spPr>
          <p:txBody>
            <a:bodyPr lIns="0" tIns="0" rIns="0" bIns="0">
              <a:normAutofit/>
            </a:bodyPr>
            <a:lstStyle/>
            <a:p>
              <a:pPr indent="457200">
                <a:lnSpc>
                  <a:spcPct val="120000"/>
                </a:lnSpc>
              </a:pPr>
              <a:r>
                <a:rPr lang="zh-CN" altLang="en-US" dirty="0" smtClean="0"/>
                <a:t>建立对象模型时，首先要确定对象、类，然后分析对象的类及其相互关系。对象类与对象之间的关系可分为一般－特殊（继承或归纳）关系、聚集（组合）关系及关联关系。对象模型用类符号、类实例符号、类的继承关系、聚集关系和关联关系等表示。有些对象具有主动服务功能，称为主动对象。当系统较复杂时，可以划分主题，画出主题图，以利于对问题的理解。</a:t>
              </a:r>
            </a:p>
          </p:txBody>
        </p:sp>
      </p:grpSp>
    </p:spTree>
    <p:custDataLst>
      <p:tags r:id="rId1"/>
    </p:custDataLst>
  </p:cSld>
  <p:clrMapOvr>
    <a:masterClrMapping/>
  </p:clrMapOvr>
  <p:transition>
    <p:zo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7.1.3 </a:t>
            </a:r>
            <a:r>
              <a:rPr lang="zh-CN" altLang="en-US" sz="2400" dirty="0" smtClean="0">
                <a:solidFill>
                  <a:schemeClr val="tx1"/>
                </a:solidFill>
              </a:rPr>
              <a:t>建立对象模型</a:t>
            </a:r>
          </a:p>
        </p:txBody>
      </p:sp>
      <p:grpSp>
        <p:nvGrpSpPr>
          <p:cNvPr id="14" name="组合 13"/>
          <p:cNvGrpSpPr/>
          <p:nvPr/>
        </p:nvGrpSpPr>
        <p:grpSpPr>
          <a:xfrm>
            <a:off x="792480" y="2264669"/>
            <a:ext cx="10445115" cy="1303020"/>
            <a:chOff x="1188" y="3092"/>
            <a:chExt cx="16449" cy="2052"/>
          </a:xfrm>
        </p:grpSpPr>
        <p:grpSp>
          <p:nvGrpSpPr>
            <p:cNvPr id="7" name="组合 6"/>
            <p:cNvGrpSpPr/>
            <p:nvPr/>
          </p:nvGrpSpPr>
          <p:grpSpPr>
            <a:xfrm>
              <a:off x="1188" y="3092"/>
              <a:ext cx="4947" cy="930"/>
              <a:chOff x="508000" y="3196191"/>
              <a:chExt cx="3141314" cy="590550"/>
            </a:xfrm>
          </p:grpSpPr>
          <p:sp>
            <p:nvSpPr>
              <p:cNvPr id="21" name="TextBox 1"/>
              <p:cNvSpPr txBox="1">
                <a:spLocks noChangeArrowheads="1"/>
              </p:cNvSpPr>
              <p:nvPr/>
            </p:nvSpPr>
            <p:spPr bwMode="auto">
              <a:xfrm>
                <a:off x="508000" y="3196191"/>
                <a:ext cx="318132"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1</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搜集必要的资料</a:t>
                </a:r>
              </a:p>
            </p:txBody>
          </p:sp>
        </p:grpSp>
        <p:sp>
          <p:nvSpPr>
            <p:cNvPr id="24" name="矩形 8"/>
            <p:cNvSpPr>
              <a:spLocks noChangeArrowheads="1"/>
            </p:cNvSpPr>
            <p:nvPr/>
          </p:nvSpPr>
          <p:spPr bwMode="auto">
            <a:xfrm>
              <a:off x="1893" y="3848"/>
              <a:ext cx="15744" cy="1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代码是信息处理系统中使用的数字、文字等符号，用来代替自然语言，具有识别、分类和排序3项基本功能。代码设计应当遵循标准化、唯一性、可扩充性、简单性、规范化和适应性等原则。</a:t>
              </a:r>
            </a:p>
          </p:txBody>
        </p:sp>
      </p:grpSp>
      <p:grpSp>
        <p:nvGrpSpPr>
          <p:cNvPr id="3" name="组合 2"/>
          <p:cNvGrpSpPr/>
          <p:nvPr/>
        </p:nvGrpSpPr>
        <p:grpSpPr>
          <a:xfrm>
            <a:off x="792480" y="3685799"/>
            <a:ext cx="10513695" cy="1303020"/>
            <a:chOff x="1188" y="3092"/>
            <a:chExt cx="15947" cy="2052"/>
          </a:xfrm>
        </p:grpSpPr>
        <p:grpSp>
          <p:nvGrpSpPr>
            <p:cNvPr id="4" name="组合 3"/>
            <p:cNvGrpSpPr/>
            <p:nvPr/>
          </p:nvGrpSpPr>
          <p:grpSpPr>
            <a:xfrm>
              <a:off x="1188" y="3092"/>
              <a:ext cx="6338" cy="930"/>
              <a:chOff x="508000" y="3196191"/>
              <a:chExt cx="4024591" cy="590550"/>
            </a:xfrm>
          </p:grpSpPr>
          <p:sp>
            <p:nvSpPr>
              <p:cNvPr id="5" name="TextBox 1"/>
              <p:cNvSpPr txBox="1">
                <a:spLocks noChangeArrowheads="1"/>
              </p:cNvSpPr>
              <p:nvPr/>
            </p:nvSpPr>
            <p:spPr bwMode="auto">
              <a:xfrm>
                <a:off x="508000" y="3196191"/>
                <a:ext cx="36131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2</a:t>
                </a:r>
              </a:p>
            </p:txBody>
          </p:sp>
          <p:cxnSp>
            <p:nvCxnSpPr>
              <p:cNvPr id="6" name="直接连接符 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960751" y="3291441"/>
                <a:ext cx="3571840" cy="3012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访问用户并做好详细记录</a:t>
                </a:r>
              </a:p>
            </p:txBody>
          </p:sp>
        </p:grpSp>
        <p:sp>
          <p:nvSpPr>
            <p:cNvPr id="9" name="矩形 8"/>
            <p:cNvSpPr>
              <a:spLocks noChangeArrowheads="1"/>
            </p:cNvSpPr>
            <p:nvPr/>
          </p:nvSpPr>
          <p:spPr bwMode="auto">
            <a:xfrm>
              <a:off x="1893" y="3848"/>
              <a:ext cx="15242" cy="1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代码是信息处理系统中使用的数字、文字等符号，用来代替自然语言，具有识别、分类和排序3项基本功能。代码设计应当遵循标准化、唯一性、可扩充性、简单性、规范化和适应性等原则。</a:t>
              </a:r>
            </a:p>
          </p:txBody>
        </p:sp>
      </p:grpSp>
      <p:grpSp>
        <p:nvGrpSpPr>
          <p:cNvPr id="10" name="组合 9"/>
          <p:cNvGrpSpPr/>
          <p:nvPr/>
        </p:nvGrpSpPr>
        <p:grpSpPr>
          <a:xfrm>
            <a:off x="792479" y="4988819"/>
            <a:ext cx="10342245" cy="1303020"/>
            <a:chOff x="1188" y="3092"/>
            <a:chExt cx="15168" cy="2052"/>
          </a:xfrm>
        </p:grpSpPr>
        <p:grpSp>
          <p:nvGrpSpPr>
            <p:cNvPr id="11" name="组合 10"/>
            <p:cNvGrpSpPr/>
            <p:nvPr/>
          </p:nvGrpSpPr>
          <p:grpSpPr>
            <a:xfrm>
              <a:off x="1188" y="3092"/>
              <a:ext cx="4947" cy="930"/>
              <a:chOff x="508000" y="3196191"/>
              <a:chExt cx="3141314" cy="590550"/>
            </a:xfrm>
          </p:grpSpPr>
          <p:sp>
            <p:nvSpPr>
              <p:cNvPr id="1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3</a:t>
                </a:r>
              </a:p>
            </p:txBody>
          </p:sp>
          <p:cxnSp>
            <p:nvCxnSpPr>
              <p:cNvPr id="13" name="直接连接符 12"/>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5"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确定系统边界</a:t>
                </a:r>
              </a:p>
            </p:txBody>
          </p:sp>
        </p:grpSp>
        <p:sp>
          <p:nvSpPr>
            <p:cNvPr id="16" name="矩形 8"/>
            <p:cNvSpPr>
              <a:spLocks noChangeArrowheads="1"/>
            </p:cNvSpPr>
            <p:nvPr/>
          </p:nvSpPr>
          <p:spPr bwMode="auto">
            <a:xfrm>
              <a:off x="1893" y="3848"/>
              <a:ext cx="14463" cy="1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代码是信息处理系统中使用的数字、文字等符号，用来代替自然语言，具有识别、分类和排序3项基本功能。代码设计应当遵循标准化、唯一性、可扩充性、简单性、规范化和适应性等原则。</a:t>
              </a:r>
            </a:p>
          </p:txBody>
        </p:sp>
      </p:grpSp>
      <p:grpSp>
        <p:nvGrpSpPr>
          <p:cNvPr id="18" name="组合 17"/>
          <p:cNvGrpSpPr/>
          <p:nvPr/>
        </p:nvGrpSpPr>
        <p:grpSpPr>
          <a:xfrm>
            <a:off x="5127246" y="1012389"/>
            <a:ext cx="5754737" cy="1511300"/>
            <a:chOff x="881" y="2735"/>
            <a:chExt cx="7963" cy="2380"/>
          </a:xfrm>
        </p:grpSpPr>
        <p:sp>
          <p:nvSpPr>
            <p:cNvPr id="167" name="圆角矩形"/>
            <p:cNvSpPr/>
            <p:nvPr/>
          </p:nvSpPr>
          <p:spPr>
            <a:xfrm>
              <a:off x="1251" y="3071"/>
              <a:ext cx="7593" cy="2044"/>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26"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xmlns=""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48" name="文本框 47"/>
            <p:cNvSpPr txBox="1"/>
            <p:nvPr/>
          </p:nvSpPr>
          <p:spPr>
            <a:xfrm>
              <a:off x="1249" y="3071"/>
              <a:ext cx="7594" cy="2044"/>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a:t>
              </a:r>
              <a:r>
                <a:rPr lang="en-US" dirty="0">
                  <a:latin typeface="微软雅黑" panose="020B0503020204020204" charset="-122"/>
                  <a:ea typeface="微软雅黑" panose="020B0503020204020204" charset="-122"/>
                  <a:sym typeface="+mn-ea"/>
                </a:rPr>
                <a:t> </a:t>
              </a:r>
              <a:r>
                <a:rPr lang="zh-CN" b="1" dirty="0">
                  <a:solidFill>
                    <a:srgbClr val="00B050"/>
                  </a:solidFill>
                  <a:latin typeface="微软雅黑" panose="020B0503020204020204" charset="-122"/>
                  <a:ea typeface="微软雅黑" panose="020B0503020204020204" charset="-122"/>
                  <a:sym typeface="+mn-ea"/>
                </a:rPr>
                <a:t>需求分析调研</a:t>
              </a:r>
            </a:p>
            <a:p>
              <a:pPr marL="0" indent="0" algn="l" fontAlgn="auto">
                <a:lnSpc>
                  <a:spcPct val="110000"/>
                </a:lnSpc>
              </a:pPr>
              <a:r>
                <a:rPr lang="zh-CN" dirty="0">
                  <a:latin typeface="微软雅黑" panose="020B0503020204020204" charset="-122"/>
                  <a:ea typeface="微软雅黑" panose="020B0503020204020204" charset="-122"/>
                  <a:sym typeface="+mn-ea"/>
                </a:rPr>
                <a:t>      </a:t>
              </a:r>
              <a:r>
                <a:rPr lang="zh-CN" dirty="0">
                  <a:solidFill>
                    <a:schemeClr val="tx1">
                      <a:lumMod val="50000"/>
                    </a:schemeClr>
                  </a:solidFill>
                  <a:latin typeface="微软雅黑" panose="020B0503020204020204" charset="-122"/>
                  <a:ea typeface="微软雅黑" panose="020B0503020204020204" charset="-122"/>
                  <a:sym typeface="+mn-ea"/>
                </a:rPr>
                <a:t>要将所研究的问题转化为对象模型，首先要对所研究的现实问题有充分的理解，这就需要进行周密的调查研究。建议进行以下工作。</a:t>
              </a:r>
            </a:p>
          </p:txBody>
        </p:sp>
      </p:grpSp>
    </p:spTree>
    <p:custDataLst>
      <p:tags r:id="rId1"/>
    </p:custDataLst>
  </p:cSld>
  <p:clrMapOvr>
    <a:masterClrMapping/>
  </p:clrMapOvr>
  <p:transition>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7.1.3 </a:t>
            </a:r>
            <a:r>
              <a:rPr lang="zh-CN" altLang="en-US" sz="2400" dirty="0" smtClean="0">
                <a:solidFill>
                  <a:schemeClr val="tx1"/>
                </a:solidFill>
              </a:rPr>
              <a:t>建立对象模型</a:t>
            </a:r>
          </a:p>
        </p:txBody>
      </p:sp>
      <p:grpSp>
        <p:nvGrpSpPr>
          <p:cNvPr id="14" name="组合 13"/>
          <p:cNvGrpSpPr/>
          <p:nvPr/>
        </p:nvGrpSpPr>
        <p:grpSpPr>
          <a:xfrm>
            <a:off x="617220" y="2132965"/>
            <a:ext cx="5469890" cy="3964305"/>
            <a:chOff x="1188" y="2996"/>
            <a:chExt cx="8614" cy="6243"/>
          </a:xfrm>
        </p:grpSpPr>
        <p:grpSp>
          <p:nvGrpSpPr>
            <p:cNvPr id="7" name="组合 6"/>
            <p:cNvGrpSpPr/>
            <p:nvPr/>
          </p:nvGrpSpPr>
          <p:grpSpPr>
            <a:xfrm>
              <a:off x="1188" y="2996"/>
              <a:ext cx="5610" cy="1038"/>
              <a:chOff x="508000" y="3135231"/>
              <a:chExt cx="3562315" cy="659130"/>
            </a:xfrm>
          </p:grpSpPr>
          <p:sp>
            <p:nvSpPr>
              <p:cNvPr id="21" name="TextBox 1"/>
              <p:cNvSpPr txBox="1">
                <a:spLocks noChangeArrowheads="1"/>
              </p:cNvSpPr>
              <p:nvPr/>
            </p:nvSpPr>
            <p:spPr bwMode="auto">
              <a:xfrm>
                <a:off x="508000" y="3196191"/>
                <a:ext cx="318132"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1</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1311267" y="3135231"/>
                <a:ext cx="2759048" cy="6591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发现和定义系统中对象和类的属性及服务</a:t>
                </a:r>
              </a:p>
            </p:txBody>
          </p:sp>
        </p:grpSp>
        <p:sp>
          <p:nvSpPr>
            <p:cNvPr id="24" name="矩形 8"/>
            <p:cNvSpPr>
              <a:spLocks noChangeArrowheads="1"/>
            </p:cNvSpPr>
            <p:nvPr/>
          </p:nvSpPr>
          <p:spPr bwMode="auto">
            <a:xfrm>
              <a:off x="1688" y="3911"/>
              <a:ext cx="8114" cy="53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在调研中记录下来的名称可能是对象的名称，也可能是对象属性的名称，有时还会有同义词。要删除同义词，确定对象和属性，并进一步确定对象属于系统之内还是系统之外，在满足系统功能的前提下，使系统中的信息量或数据量最少。在定义对象和类的属性时，要分析是否有相似的、已开发的面向对象模型，尽可能复用同类对象的属性定义。在建立对象模型时，只能初步确定对象和类的服务，在建立对象的动态模型和功能模型后，才能确切地定义对象的服务。</a:t>
              </a:r>
            </a:p>
          </p:txBody>
        </p:sp>
      </p:grpSp>
      <p:grpSp>
        <p:nvGrpSpPr>
          <p:cNvPr id="3" name="组合 2"/>
          <p:cNvGrpSpPr/>
          <p:nvPr/>
        </p:nvGrpSpPr>
        <p:grpSpPr>
          <a:xfrm>
            <a:off x="6424930" y="3026442"/>
            <a:ext cx="5114290" cy="1668780"/>
            <a:chOff x="1188" y="3092"/>
            <a:chExt cx="8054" cy="2628"/>
          </a:xfrm>
        </p:grpSpPr>
        <p:grpSp>
          <p:nvGrpSpPr>
            <p:cNvPr id="4" name="组合 3"/>
            <p:cNvGrpSpPr/>
            <p:nvPr/>
          </p:nvGrpSpPr>
          <p:grpSpPr>
            <a:xfrm>
              <a:off x="1188" y="3092"/>
              <a:ext cx="6338" cy="930"/>
              <a:chOff x="508000" y="3196191"/>
              <a:chExt cx="4024591" cy="590550"/>
            </a:xfrm>
          </p:grpSpPr>
          <p:sp>
            <p:nvSpPr>
              <p:cNvPr id="5" name="TextBox 1"/>
              <p:cNvSpPr txBox="1">
                <a:spLocks noChangeArrowheads="1"/>
              </p:cNvSpPr>
              <p:nvPr/>
            </p:nvSpPr>
            <p:spPr bwMode="auto">
              <a:xfrm>
                <a:off x="508000" y="3196191"/>
                <a:ext cx="36131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2</a:t>
                </a:r>
              </a:p>
            </p:txBody>
          </p:sp>
          <p:cxnSp>
            <p:nvCxnSpPr>
              <p:cNvPr id="6" name="直接连接符 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960751" y="3291441"/>
                <a:ext cx="3571840" cy="3012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访问用户并做好详细记录</a:t>
                </a:r>
              </a:p>
            </p:txBody>
          </p:sp>
        </p:grpSp>
        <p:sp>
          <p:nvSpPr>
            <p:cNvPr id="9" name="矩形 8"/>
            <p:cNvSpPr>
              <a:spLocks noChangeArrowheads="1"/>
            </p:cNvSpPr>
            <p:nvPr/>
          </p:nvSpPr>
          <p:spPr bwMode="auto">
            <a:xfrm>
              <a:off x="1893" y="3848"/>
              <a:ext cx="7349" cy="18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定义系统中对象之间的关系。定义对象之间的一般－特殊（继承或归纳）关系、聚集（组合或整体－部分）关系、关联关系、消息传递、链接等。</a:t>
              </a:r>
            </a:p>
          </p:txBody>
        </p:sp>
      </p:grpSp>
      <p:grpSp>
        <p:nvGrpSpPr>
          <p:cNvPr id="10" name="组合 9"/>
          <p:cNvGrpSpPr/>
          <p:nvPr/>
        </p:nvGrpSpPr>
        <p:grpSpPr>
          <a:xfrm>
            <a:off x="6424930" y="4941674"/>
            <a:ext cx="4059284" cy="937260"/>
            <a:chOff x="1188" y="3092"/>
            <a:chExt cx="6293" cy="1476"/>
          </a:xfrm>
        </p:grpSpPr>
        <p:grpSp>
          <p:nvGrpSpPr>
            <p:cNvPr id="11" name="组合 10"/>
            <p:cNvGrpSpPr/>
            <p:nvPr/>
          </p:nvGrpSpPr>
          <p:grpSpPr>
            <a:xfrm>
              <a:off x="1188" y="3092"/>
              <a:ext cx="4947" cy="930"/>
              <a:chOff x="508000" y="3196191"/>
              <a:chExt cx="3141314" cy="590550"/>
            </a:xfrm>
          </p:grpSpPr>
          <p:sp>
            <p:nvSpPr>
              <p:cNvPr id="1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3</a:t>
                </a:r>
              </a:p>
            </p:txBody>
          </p:sp>
          <p:cxnSp>
            <p:nvCxnSpPr>
              <p:cNvPr id="13" name="直接连接符 12"/>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5"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确定系统边界</a:t>
                </a:r>
              </a:p>
            </p:txBody>
          </p:sp>
        </p:grpSp>
        <p:sp>
          <p:nvSpPr>
            <p:cNvPr id="16" name="矩形 8"/>
            <p:cNvSpPr>
              <a:spLocks noChangeArrowheads="1"/>
            </p:cNvSpPr>
            <p:nvPr/>
          </p:nvSpPr>
          <p:spPr bwMode="auto">
            <a:xfrm>
              <a:off x="1893" y="3848"/>
              <a:ext cx="5588" cy="7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确定系统的主题并画出主题图。</a:t>
              </a:r>
            </a:p>
          </p:txBody>
        </p:sp>
      </p:grpSp>
      <p:grpSp>
        <p:nvGrpSpPr>
          <p:cNvPr id="18" name="组合 17"/>
          <p:cNvGrpSpPr/>
          <p:nvPr/>
        </p:nvGrpSpPr>
        <p:grpSpPr>
          <a:xfrm>
            <a:off x="5954992" y="1031676"/>
            <a:ext cx="5754737" cy="1511300"/>
            <a:chOff x="881" y="2735"/>
            <a:chExt cx="7963" cy="2380"/>
          </a:xfrm>
        </p:grpSpPr>
        <p:sp>
          <p:nvSpPr>
            <p:cNvPr id="167" name="圆角矩形"/>
            <p:cNvSpPr/>
            <p:nvPr/>
          </p:nvSpPr>
          <p:spPr>
            <a:xfrm>
              <a:off x="1251" y="3071"/>
              <a:ext cx="7593" cy="2044"/>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26"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xmlns=""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48" name="文本框 47"/>
            <p:cNvSpPr txBox="1"/>
            <p:nvPr/>
          </p:nvSpPr>
          <p:spPr>
            <a:xfrm>
              <a:off x="1249" y="3071"/>
              <a:ext cx="7594" cy="2044"/>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a:t>
              </a:r>
              <a:r>
                <a:rPr lang="en-US" dirty="0">
                  <a:latin typeface="微软雅黑" panose="020B0503020204020204" charset="-122"/>
                  <a:ea typeface="微软雅黑" panose="020B0503020204020204" charset="-122"/>
                  <a:sym typeface="+mn-ea"/>
                </a:rPr>
                <a:t> </a:t>
              </a:r>
              <a:r>
                <a:rPr lang="zh-CN" b="1" dirty="0">
                  <a:solidFill>
                    <a:srgbClr val="00B050"/>
                  </a:solidFill>
                  <a:latin typeface="微软雅黑" panose="020B0503020204020204" charset="-122"/>
                  <a:ea typeface="微软雅黑" panose="020B0503020204020204" charset="-122"/>
                  <a:sym typeface="+mn-ea"/>
                </a:rPr>
                <a:t>建立系统的对象模型</a:t>
              </a:r>
            </a:p>
            <a:p>
              <a:pPr marL="0" indent="0" algn="l" fontAlgn="auto">
                <a:lnSpc>
                  <a:spcPct val="110000"/>
                </a:lnSpc>
              </a:pPr>
              <a:r>
                <a:rPr lang="zh-CN" dirty="0">
                  <a:solidFill>
                    <a:schemeClr val="tx1">
                      <a:lumMod val="50000"/>
                    </a:schemeClr>
                  </a:solidFill>
                  <a:latin typeface="微软雅黑" panose="020B0503020204020204" charset="-122"/>
                  <a:ea typeface="微软雅黑" panose="020B0503020204020204" charset="-122"/>
                  <a:sym typeface="+mn-ea"/>
                </a:rPr>
                <a:t>      在面向对象分析中，用对象模型描述系统的组成及各组成部分之间的关系。通常按以下步骤建立对象模型。</a:t>
              </a:r>
            </a:p>
          </p:txBody>
        </p:sp>
      </p:grpSp>
    </p:spTree>
    <p:custDataLst>
      <p:tags r:id="rId1"/>
    </p:custDataLst>
  </p:cSld>
  <p:clrMapOvr>
    <a:masterClrMapping/>
  </p:clrMapOvr>
  <p:transition>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7.1.3 </a:t>
            </a:r>
            <a:r>
              <a:rPr lang="zh-CN" altLang="en-US" sz="2400" dirty="0" smtClean="0">
                <a:solidFill>
                  <a:schemeClr val="tx1"/>
                </a:solidFill>
              </a:rPr>
              <a:t>建立对象模型</a:t>
            </a:r>
          </a:p>
        </p:txBody>
      </p:sp>
      <p:grpSp>
        <p:nvGrpSpPr>
          <p:cNvPr id="18" name="组合 17"/>
          <p:cNvGrpSpPr/>
          <p:nvPr/>
        </p:nvGrpSpPr>
        <p:grpSpPr>
          <a:xfrm>
            <a:off x="838200" y="2175510"/>
            <a:ext cx="10515600" cy="4464050"/>
            <a:chOff x="1218" y="3051"/>
            <a:chExt cx="16560" cy="7030"/>
          </a:xfrm>
        </p:grpSpPr>
        <p:grpSp>
          <p:nvGrpSpPr>
            <p:cNvPr id="19" name="组合 18"/>
            <p:cNvGrpSpPr/>
            <p:nvPr/>
          </p:nvGrpSpPr>
          <p:grpSpPr>
            <a:xfrm>
              <a:off x="6899" y="3375"/>
              <a:ext cx="4501" cy="4200"/>
              <a:chOff x="3529044" y="1886732"/>
              <a:chExt cx="4781534" cy="4078163"/>
            </a:xfrm>
          </p:grpSpPr>
          <p:sp>
            <p:nvSpPr>
              <p:cNvPr id="20" name="MH_SubTitle_1"/>
              <p:cNvSpPr/>
              <p:nvPr>
                <p:custDataLst>
                  <p:tags r:id="rId8"/>
                </p:custDataLst>
              </p:nvPr>
            </p:nvSpPr>
            <p:spPr bwMode="auto">
              <a:xfrm>
                <a:off x="3529044" y="1895601"/>
                <a:ext cx="2566956" cy="3084306"/>
              </a:xfrm>
              <a:custGeom>
                <a:avLst/>
                <a:gdLst>
                  <a:gd name="T0" fmla="*/ 2122 w 5400"/>
                  <a:gd name="T1" fmla="*/ 4573 h 5125"/>
                  <a:gd name="T2" fmla="*/ 1619 w 5400"/>
                  <a:gd name="T3" fmla="*/ 3375 h 5125"/>
                  <a:gd name="T4" fmla="*/ 4640 w 5400"/>
                  <a:gd name="T5" fmla="*/ 1079 h 5125"/>
                  <a:gd name="T6" fmla="*/ 5400 w 5400"/>
                  <a:gd name="T7" fmla="*/ 533 h 5125"/>
                  <a:gd name="T8" fmla="*/ 4660 w 5400"/>
                  <a:gd name="T9" fmla="*/ 0 h 5125"/>
                  <a:gd name="T10" fmla="*/ 0 w 5400"/>
                  <a:gd name="T11" fmla="*/ 3375 h 5125"/>
                  <a:gd name="T12" fmla="*/ 735 w 5400"/>
                  <a:gd name="T13" fmla="*/ 5125 h 5125"/>
                  <a:gd name="T14" fmla="*/ 1069 w 5400"/>
                  <a:gd name="T15" fmla="*/ 4417 h 5125"/>
                  <a:gd name="T16" fmla="*/ 2122 w 5400"/>
                  <a:gd name="T17" fmla="*/ 4573 h 5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00" h="5125">
                    <a:moveTo>
                      <a:pt x="2122" y="4573"/>
                    </a:moveTo>
                    <a:cubicBezTo>
                      <a:pt x="1803" y="4224"/>
                      <a:pt x="1619" y="3813"/>
                      <a:pt x="1619" y="3375"/>
                    </a:cubicBezTo>
                    <a:cubicBezTo>
                      <a:pt x="1619" y="2202"/>
                      <a:pt x="2934" y="1232"/>
                      <a:pt x="4640" y="1079"/>
                    </a:cubicBezTo>
                    <a:lnTo>
                      <a:pt x="5400" y="533"/>
                    </a:lnTo>
                    <a:lnTo>
                      <a:pt x="4660" y="0"/>
                    </a:lnTo>
                    <a:cubicBezTo>
                      <a:pt x="2048" y="152"/>
                      <a:pt x="0" y="1605"/>
                      <a:pt x="0" y="3375"/>
                    </a:cubicBezTo>
                    <a:cubicBezTo>
                      <a:pt x="0" y="4015"/>
                      <a:pt x="269" y="4614"/>
                      <a:pt x="735" y="5125"/>
                    </a:cubicBezTo>
                    <a:lnTo>
                      <a:pt x="1069" y="4417"/>
                    </a:lnTo>
                    <a:lnTo>
                      <a:pt x="2122" y="4573"/>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5" name="MH_SubTitle_3"/>
              <p:cNvSpPr/>
              <p:nvPr>
                <p:custDataLst>
                  <p:tags r:id="rId9"/>
                </p:custDataLst>
              </p:nvPr>
            </p:nvSpPr>
            <p:spPr bwMode="auto">
              <a:xfrm>
                <a:off x="3952860" y="4561024"/>
                <a:ext cx="4124636" cy="1368306"/>
              </a:xfrm>
              <a:custGeom>
                <a:avLst/>
                <a:gdLst>
                  <a:gd name="T0" fmla="*/ 7256 w 8680"/>
                  <a:gd name="T1" fmla="*/ 0 h 2272"/>
                  <a:gd name="T2" fmla="*/ 4190 w 8680"/>
                  <a:gd name="T3" fmla="*/ 1201 h 2272"/>
                  <a:gd name="T4" fmla="*/ 1420 w 8680"/>
                  <a:gd name="T5" fmla="*/ 298 h 2272"/>
                  <a:gd name="T6" fmla="*/ 326 w 8680"/>
                  <a:gd name="T7" fmla="*/ 136 h 2272"/>
                  <a:gd name="T8" fmla="*/ 0 w 8680"/>
                  <a:gd name="T9" fmla="*/ 827 h 2272"/>
                  <a:gd name="T10" fmla="*/ 4190 w 8680"/>
                  <a:gd name="T11" fmla="*/ 2272 h 2272"/>
                  <a:gd name="T12" fmla="*/ 8680 w 8680"/>
                  <a:gd name="T13" fmla="*/ 509 h 2272"/>
                  <a:gd name="T14" fmla="*/ 7574 w 8680"/>
                  <a:gd name="T15" fmla="*/ 673 h 2272"/>
                  <a:gd name="T16" fmla="*/ 7256 w 8680"/>
                  <a:gd name="T17" fmla="*/ 0 h 2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0" h="2272">
                    <a:moveTo>
                      <a:pt x="7256" y="0"/>
                    </a:moveTo>
                    <a:cubicBezTo>
                      <a:pt x="6662" y="716"/>
                      <a:pt x="5512" y="1201"/>
                      <a:pt x="4190" y="1201"/>
                    </a:cubicBezTo>
                    <a:cubicBezTo>
                      <a:pt x="3062" y="1201"/>
                      <a:pt x="2059" y="847"/>
                      <a:pt x="1420" y="298"/>
                    </a:cubicBezTo>
                    <a:lnTo>
                      <a:pt x="326" y="136"/>
                    </a:lnTo>
                    <a:lnTo>
                      <a:pt x="0" y="827"/>
                    </a:lnTo>
                    <a:cubicBezTo>
                      <a:pt x="925" y="1701"/>
                      <a:pt x="2457" y="2272"/>
                      <a:pt x="4190" y="2272"/>
                    </a:cubicBezTo>
                    <a:cubicBezTo>
                      <a:pt x="6126" y="2272"/>
                      <a:pt x="7811" y="1559"/>
                      <a:pt x="8680" y="509"/>
                    </a:cubicBezTo>
                    <a:lnTo>
                      <a:pt x="7574" y="673"/>
                    </a:lnTo>
                    <a:lnTo>
                      <a:pt x="7256" y="0"/>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7" name="MH_Other_1"/>
              <p:cNvSpPr/>
              <p:nvPr>
                <p:custDataLst>
                  <p:tags r:id="rId10"/>
                </p:custDataLst>
              </p:nvPr>
            </p:nvSpPr>
            <p:spPr bwMode="auto">
              <a:xfrm>
                <a:off x="5827579" y="1886732"/>
                <a:ext cx="2482999" cy="2992886"/>
              </a:xfrm>
              <a:custGeom>
                <a:avLst/>
                <a:gdLst>
                  <a:gd name="T0" fmla="*/ 3345 w 5225"/>
                  <a:gd name="T1" fmla="*/ 4269 h 4970"/>
                  <a:gd name="T2" fmla="*/ 3677 w 5225"/>
                  <a:gd name="T3" fmla="*/ 4970 h 4970"/>
                  <a:gd name="T4" fmla="*/ 4755 w 5225"/>
                  <a:gd name="T5" fmla="*/ 4809 h 4970"/>
                  <a:gd name="T6" fmla="*/ 5225 w 5225"/>
                  <a:gd name="T7" fmla="*/ 3389 h 4970"/>
                  <a:gd name="T8" fmla="*/ 109 w 5225"/>
                  <a:gd name="T9" fmla="*/ 0 h 4970"/>
                  <a:gd name="T10" fmla="*/ 0 w 5225"/>
                  <a:gd name="T11" fmla="*/ 1 h 4970"/>
                  <a:gd name="T12" fmla="*/ 758 w 5225"/>
                  <a:gd name="T13" fmla="*/ 547 h 4970"/>
                  <a:gd name="T14" fmla="*/ 27 w 5225"/>
                  <a:gd name="T15" fmla="*/ 1072 h 4970"/>
                  <a:gd name="T16" fmla="*/ 109 w 5225"/>
                  <a:gd name="T17" fmla="*/ 1071 h 4970"/>
                  <a:gd name="T18" fmla="*/ 3607 w 5225"/>
                  <a:gd name="T19" fmla="*/ 3389 h 4970"/>
                  <a:gd name="T20" fmla="*/ 3345 w 5225"/>
                  <a:gd name="T21" fmla="*/ 4269 h 4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5" h="4970">
                    <a:moveTo>
                      <a:pt x="3345" y="4269"/>
                    </a:moveTo>
                    <a:lnTo>
                      <a:pt x="3677" y="4970"/>
                    </a:lnTo>
                    <a:lnTo>
                      <a:pt x="4755" y="4809"/>
                    </a:lnTo>
                    <a:cubicBezTo>
                      <a:pt x="5057" y="4377"/>
                      <a:pt x="5225" y="3896"/>
                      <a:pt x="5225" y="3389"/>
                    </a:cubicBezTo>
                    <a:cubicBezTo>
                      <a:pt x="5225" y="1518"/>
                      <a:pt x="2935" y="0"/>
                      <a:pt x="109" y="0"/>
                    </a:cubicBezTo>
                    <a:cubicBezTo>
                      <a:pt x="73" y="0"/>
                      <a:pt x="36" y="1"/>
                      <a:pt x="0" y="1"/>
                    </a:cubicBezTo>
                    <a:lnTo>
                      <a:pt x="758" y="547"/>
                    </a:lnTo>
                    <a:lnTo>
                      <a:pt x="27" y="1072"/>
                    </a:lnTo>
                    <a:cubicBezTo>
                      <a:pt x="54" y="1072"/>
                      <a:pt x="82" y="1071"/>
                      <a:pt x="109" y="1071"/>
                    </a:cubicBezTo>
                    <a:cubicBezTo>
                      <a:pt x="2042" y="1071"/>
                      <a:pt x="3607" y="2109"/>
                      <a:pt x="3607" y="3389"/>
                    </a:cubicBezTo>
                    <a:cubicBezTo>
                      <a:pt x="3607" y="3700"/>
                      <a:pt x="3514" y="3998"/>
                      <a:pt x="3345" y="4269"/>
                    </a:cubicBez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grpSp>
            <p:nvGrpSpPr>
              <p:cNvPr id="28" name="组合 12"/>
              <p:cNvGrpSpPr/>
              <p:nvPr/>
            </p:nvGrpSpPr>
            <p:grpSpPr>
              <a:xfrm>
                <a:off x="3568838" y="2222360"/>
                <a:ext cx="4560555" cy="3742535"/>
                <a:chOff x="3568838" y="2222360"/>
                <a:chExt cx="4560555" cy="3742535"/>
              </a:xfrm>
            </p:grpSpPr>
            <p:sp>
              <p:nvSpPr>
                <p:cNvPr id="30" name="MH_SubTitle_2"/>
                <p:cNvSpPr/>
                <p:nvPr>
                  <p:custDataLst>
                    <p:tags r:id="rId12"/>
                  </p:custDataLst>
                </p:nvPr>
              </p:nvSpPr>
              <p:spPr>
                <a:xfrm rot="3733167">
                  <a:off x="3859969" y="1931229"/>
                  <a:ext cx="3742535" cy="4324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关系说明文档</a:t>
                  </a:r>
                </a:p>
              </p:txBody>
            </p:sp>
            <p:sp>
              <p:nvSpPr>
                <p:cNvPr id="31" name="MH_Other_2"/>
                <p:cNvSpPr/>
                <p:nvPr>
                  <p:custDataLst>
                    <p:tags r:id="rId13"/>
                  </p:custDataLst>
                </p:nvPr>
              </p:nvSpPr>
              <p:spPr>
                <a:xfrm rot="10873167">
                  <a:off x="3932989" y="2261238"/>
                  <a:ext cx="3919715" cy="32882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概要说明文档</a:t>
                  </a:r>
                </a:p>
              </p:txBody>
            </p:sp>
            <p:sp>
              <p:nvSpPr>
                <p:cNvPr id="32" name="MH_Other_3"/>
                <p:cNvSpPr/>
                <p:nvPr>
                  <p:custDataLst>
                    <p:tags r:id="rId14"/>
                  </p:custDataLst>
                </p:nvPr>
              </p:nvSpPr>
              <p:spPr>
                <a:xfrm rot="18073167">
                  <a:off x="4272288" y="1979262"/>
                  <a:ext cx="3528582" cy="41856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gd name="adj" fmla="val 10883097"/>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对象说明文档</a:t>
                  </a:r>
                </a:p>
              </p:txBody>
            </p:sp>
          </p:grpSp>
          <p:sp>
            <p:nvSpPr>
              <p:cNvPr id="33" name="MH_Title_1"/>
              <p:cNvSpPr/>
              <p:nvPr>
                <p:custDataLst>
                  <p:tags r:id="rId11"/>
                </p:custDataLst>
              </p:nvPr>
            </p:nvSpPr>
            <p:spPr>
              <a:xfrm>
                <a:off x="4473783" y="2682073"/>
                <a:ext cx="2940298" cy="2466846"/>
              </a:xfrm>
              <a:prstGeom prst="ellipse">
                <a:avLst/>
              </a:prstGeom>
              <a:solidFill>
                <a:srgbClr val="92D050"/>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algn="ctr">
                  <a:lnSpc>
                    <a:spcPct val="120000"/>
                  </a:lnSpc>
                  <a:spcBef>
                    <a:spcPts val="450"/>
                  </a:spcBef>
                  <a:spcAft>
                    <a:spcPts val="450"/>
                  </a:spcAft>
                  <a:defRPr/>
                </a:pPr>
                <a:r>
                  <a:rPr lang="zh-CN" altLang="en-US" sz="2800" b="1" dirty="0">
                    <a:solidFill>
                      <a:srgbClr val="FFFFFF"/>
                    </a:solidFill>
                    <a:latin typeface="微软雅黑" panose="020B0503020204020204" charset="-122"/>
                    <a:ea typeface="微软雅黑" panose="020B0503020204020204" charset="-122"/>
                  </a:rPr>
                  <a:t>系统说明文档</a:t>
                </a:r>
              </a:p>
            </p:txBody>
          </p:sp>
        </p:grpSp>
        <p:sp>
          <p:nvSpPr>
            <p:cNvPr id="34" name="MH_Other_2"/>
            <p:cNvSpPr/>
            <p:nvPr>
              <p:custDataLst>
                <p:tags r:id="rId2"/>
              </p:custDataLst>
            </p:nvPr>
          </p:nvSpPr>
          <p:spPr>
            <a:xfrm rot="16200000" flipH="1" flipV="1">
              <a:off x="10843" y="2941"/>
              <a:ext cx="494" cy="1067"/>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35" name="MH_SubTitle_4"/>
            <p:cNvSpPr txBox="1"/>
            <p:nvPr>
              <p:custDataLst>
                <p:tags r:id="rId3"/>
              </p:custDataLst>
            </p:nvPr>
          </p:nvSpPr>
          <p:spPr bwMode="auto">
            <a:xfrm>
              <a:off x="11794" y="3051"/>
              <a:ext cx="5984" cy="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30000"/>
                </a:lnSpc>
                <a:defRPr/>
              </a:pPr>
              <a:r>
                <a:rPr lang="zh-CN" altLang="en-US" sz="2000" b="1" dirty="0" smtClean="0">
                  <a:solidFill>
                    <a:srgbClr val="00B0F0"/>
                  </a:solidFill>
                  <a:latin typeface="微软雅黑" panose="020B0503020204020204" charset="-122"/>
                  <a:ea typeface="微软雅黑" panose="020B0503020204020204" charset="-122"/>
                </a:rPr>
                <a:t>关系说明文档</a:t>
              </a:r>
              <a:endParaRPr lang="en-US" altLang="zh-CN" sz="2000" dirty="0" smtClean="0"/>
            </a:p>
            <a:p>
              <a:pPr fontAlgn="auto">
                <a:lnSpc>
                  <a:spcPct val="130000"/>
                </a:lnSpc>
                <a:defRPr/>
              </a:pPr>
              <a:r>
                <a:rPr lang="zh-CN" altLang="en-US" sz="2000" dirty="0" smtClean="0"/>
                <a:t>         </a:t>
              </a:r>
              <a:r>
                <a:rPr lang="zh-CN" altLang="en-US" sz="2000" dirty="0" smtClean="0">
                  <a:sym typeface="+mn-ea"/>
                </a:rPr>
                <a:t>详细说明对象之间关系的条件、继承的内容、消息传递的内容等。关系说明文档和对象说明文档有时可合并在一起。</a:t>
              </a:r>
            </a:p>
          </p:txBody>
        </p:sp>
        <p:sp>
          <p:nvSpPr>
            <p:cNvPr id="36" name="MH_Other_2"/>
            <p:cNvSpPr/>
            <p:nvPr>
              <p:custDataLst>
                <p:tags r:id="rId4"/>
              </p:custDataLst>
            </p:nvPr>
          </p:nvSpPr>
          <p:spPr>
            <a:xfrm rot="5400000" flipV="1">
              <a:off x="6718" y="3182"/>
              <a:ext cx="620" cy="1094"/>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37" name="MH_SubTitle_4"/>
            <p:cNvSpPr txBox="1"/>
            <p:nvPr>
              <p:custDataLst>
                <p:tags r:id="rId5"/>
              </p:custDataLst>
            </p:nvPr>
          </p:nvSpPr>
          <p:spPr bwMode="auto">
            <a:xfrm>
              <a:off x="1218" y="3111"/>
              <a:ext cx="5282" cy="41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r">
                <a:lnSpc>
                  <a:spcPct val="130000"/>
                </a:lnSpc>
                <a:defRPr/>
              </a:pPr>
              <a:r>
                <a:rPr lang="zh-CN" altLang="en-US" sz="2000" b="1" dirty="0" smtClean="0">
                  <a:solidFill>
                    <a:srgbClr val="00B0F0"/>
                  </a:solidFill>
                  <a:latin typeface="微软雅黑" panose="020B0503020204020204" charset="-122"/>
                  <a:ea typeface="微软雅黑" panose="020B0503020204020204" charset="-122"/>
                </a:rPr>
                <a:t>对象说明文档</a:t>
              </a:r>
            </a:p>
            <a:p>
              <a:pPr algn="l">
                <a:lnSpc>
                  <a:spcPct val="130000"/>
                </a:lnSpc>
                <a:defRPr/>
              </a:pPr>
              <a:r>
                <a:rPr lang="zh-CN" altLang="en-US" sz="2000" dirty="0" smtClean="0"/>
                <a:t>         详细描述信息模型中每个对象的名称、属性、属性的值域、属性的作用，服务、服务所需的请求，状态及其转换等。</a:t>
              </a:r>
            </a:p>
          </p:txBody>
        </p:sp>
        <p:sp>
          <p:nvSpPr>
            <p:cNvPr id="38" name="MH_Other_2"/>
            <p:cNvSpPr/>
            <p:nvPr>
              <p:custDataLst>
                <p:tags r:id="rId6"/>
              </p:custDataLst>
            </p:nvPr>
          </p:nvSpPr>
          <p:spPr>
            <a:xfrm rot="16200000">
              <a:off x="6958" y="6393"/>
              <a:ext cx="338" cy="2138"/>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39" name="MH_SubTitle_4"/>
            <p:cNvSpPr txBox="1"/>
            <p:nvPr>
              <p:custDataLst>
                <p:tags r:id="rId7"/>
              </p:custDataLst>
            </p:nvPr>
          </p:nvSpPr>
          <p:spPr bwMode="auto">
            <a:xfrm>
              <a:off x="3581" y="7293"/>
              <a:ext cx="8978" cy="27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l">
                <a:lnSpc>
                  <a:spcPct val="130000"/>
                </a:lnSpc>
                <a:defRPr/>
              </a:pPr>
              <a:r>
                <a:rPr lang="en-US" altLang="zh-CN" sz="2000" b="1" dirty="0" smtClean="0">
                  <a:solidFill>
                    <a:srgbClr val="00B0F0"/>
                  </a:solidFill>
                  <a:latin typeface="微软雅黑" panose="020B0503020204020204" charset="-122"/>
                  <a:ea typeface="微软雅黑" panose="020B0503020204020204" charset="-122"/>
                </a:rPr>
                <a:t>                       </a:t>
              </a:r>
              <a:r>
                <a:rPr lang="zh-CN" altLang="en-US" sz="2000" b="1" dirty="0" smtClean="0">
                  <a:solidFill>
                    <a:srgbClr val="00B0F0"/>
                  </a:solidFill>
                  <a:latin typeface="微软雅黑" panose="020B0503020204020204" charset="-122"/>
                  <a:ea typeface="微软雅黑" panose="020B0503020204020204" charset="-122"/>
                </a:rPr>
                <a:t>概要说明文档</a:t>
              </a:r>
              <a:r>
                <a:rPr lang="zh-CN" altLang="en-US" sz="2000" dirty="0" smtClean="0"/>
                <a:t>         </a:t>
              </a:r>
            </a:p>
            <a:p>
              <a:pPr algn="l">
                <a:lnSpc>
                  <a:spcPct val="130000"/>
                </a:lnSpc>
                <a:defRPr/>
              </a:pPr>
              <a:r>
                <a:rPr lang="zh-CN" altLang="en-US" sz="2000" dirty="0" smtClean="0"/>
                <a:t>         以简短的形式将对象的区域、表格、属性及关系等综合在一起作说明，供系统设计员参考。</a:t>
              </a:r>
            </a:p>
          </p:txBody>
        </p:sp>
      </p:grpSp>
      <p:grpSp>
        <p:nvGrpSpPr>
          <p:cNvPr id="26" name="组合 25"/>
          <p:cNvGrpSpPr/>
          <p:nvPr/>
        </p:nvGrpSpPr>
        <p:grpSpPr>
          <a:xfrm>
            <a:off x="5791219" y="608595"/>
            <a:ext cx="5754737" cy="1301115"/>
            <a:chOff x="881" y="2735"/>
            <a:chExt cx="7963" cy="2049"/>
          </a:xfrm>
        </p:grpSpPr>
        <p:sp>
          <p:nvSpPr>
            <p:cNvPr id="167" name="圆角矩形"/>
            <p:cNvSpPr/>
            <p:nvPr/>
          </p:nvSpPr>
          <p:spPr>
            <a:xfrm>
              <a:off x="1251" y="3071"/>
              <a:ext cx="7593" cy="1713"/>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40"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xmlns=""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48" name="文本框 47"/>
            <p:cNvSpPr txBox="1"/>
            <p:nvPr/>
          </p:nvSpPr>
          <p:spPr>
            <a:xfrm>
              <a:off x="1249" y="3071"/>
              <a:ext cx="7594" cy="1569"/>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a:t>
              </a:r>
              <a:r>
                <a:rPr lang="en-US" dirty="0">
                  <a:latin typeface="微软雅黑" panose="020B0503020204020204" charset="-122"/>
                  <a:ea typeface="微软雅黑" panose="020B0503020204020204" charset="-122"/>
                  <a:sym typeface="+mn-ea"/>
                </a:rPr>
                <a:t> </a:t>
              </a:r>
              <a:r>
                <a:rPr lang="zh-CN" b="1" dirty="0">
                  <a:solidFill>
                    <a:srgbClr val="00B050"/>
                  </a:solidFill>
                  <a:latin typeface="微软雅黑" panose="020B0503020204020204" charset="-122"/>
                  <a:ea typeface="微软雅黑" panose="020B0503020204020204" charset="-122"/>
                  <a:sym typeface="+mn-ea"/>
                </a:rPr>
                <a:t>建立系统说明文档</a:t>
              </a:r>
            </a:p>
            <a:p>
              <a:pPr marL="0" indent="0" algn="l" fontAlgn="auto">
                <a:lnSpc>
                  <a:spcPct val="110000"/>
                </a:lnSpc>
              </a:pPr>
              <a:r>
                <a:rPr lang="zh-CN" b="1" dirty="0">
                  <a:solidFill>
                    <a:srgbClr val="00B050"/>
                  </a:solidFill>
                  <a:latin typeface="微软雅黑" panose="020B0503020204020204" charset="-122"/>
                  <a:ea typeface="微软雅黑" panose="020B0503020204020204" charset="-122"/>
                  <a:sym typeface="+mn-ea"/>
                </a:rPr>
                <a:t>       </a:t>
              </a:r>
              <a:r>
                <a:rPr lang="zh-CN" dirty="0">
                  <a:solidFill>
                    <a:schemeClr val="tx1">
                      <a:lumMod val="50000"/>
                    </a:schemeClr>
                  </a:solidFill>
                  <a:latin typeface="微软雅黑" panose="020B0503020204020204" charset="-122"/>
                  <a:ea typeface="微软雅黑" panose="020B0503020204020204" charset="-122"/>
                  <a:sym typeface="+mn-ea"/>
                </a:rPr>
                <a:t>系统说明文档用以补充对象模型，更完善有效地描述问题，主要包括以下几种。</a:t>
              </a:r>
            </a:p>
          </p:txBody>
        </p:sp>
      </p:grpSp>
    </p:spTree>
    <p:custDataLst>
      <p:tags r:id="rId1"/>
    </p:custDataLst>
  </p:cSld>
  <p:clrMapOvr>
    <a:masterClrMapping/>
  </p:clrMapOvr>
  <p:transition>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7.1.3 </a:t>
            </a:r>
            <a:r>
              <a:rPr lang="zh-CN" altLang="en-US" sz="2400" dirty="0" smtClean="0">
                <a:solidFill>
                  <a:schemeClr val="tx1"/>
                </a:solidFill>
              </a:rPr>
              <a:t>建立对象模型</a:t>
            </a:r>
          </a:p>
        </p:txBody>
      </p:sp>
      <p:grpSp>
        <p:nvGrpSpPr>
          <p:cNvPr id="19" name="组合 18"/>
          <p:cNvGrpSpPr/>
          <p:nvPr/>
        </p:nvGrpSpPr>
        <p:grpSpPr>
          <a:xfrm>
            <a:off x="1585595" y="2206625"/>
            <a:ext cx="9810115" cy="1579996"/>
            <a:chOff x="825" y="6582"/>
            <a:chExt cx="15449" cy="2350"/>
          </a:xfrm>
        </p:grpSpPr>
        <p:sp>
          <p:nvSpPr>
            <p:cNvPr id="34830" name="矩形 16"/>
            <p:cNvSpPr/>
            <p:nvPr/>
          </p:nvSpPr>
          <p:spPr>
            <a:xfrm>
              <a:off x="825" y="7188"/>
              <a:ext cx="15449" cy="1744"/>
            </a:xfrm>
            <a:prstGeom prst="rect">
              <a:avLst/>
            </a:prstGeom>
            <a:noFill/>
            <a:ln w="9525">
              <a:noFill/>
            </a:ln>
          </p:spPr>
          <p:txBody>
            <a:bodyPr wrap="square" anchor="t">
              <a:spAutoFit/>
            </a:bodyPr>
            <a:lstStyle/>
            <a:p>
              <a:pPr marL="0" indent="0" algn="l" fontAlgn="auto">
                <a:lnSpc>
                  <a:spcPct val="130000"/>
                </a:lnSpc>
              </a:pPr>
              <a:r>
                <a:rPr lang="en-US" dirty="0">
                  <a:solidFill>
                    <a:srgbClr val="C00000"/>
                  </a:solidFill>
                  <a:latin typeface="微软雅黑" panose="020B0503020204020204" charset="-122"/>
                  <a:ea typeface="微软雅黑" panose="020B0503020204020204" charset="-122"/>
                  <a:sym typeface="+mn-ea"/>
                </a:rPr>
                <a:t>       </a:t>
              </a:r>
              <a:r>
                <a:rPr dirty="0">
                  <a:latin typeface="微软雅黑" panose="020B0503020204020204" charset="-122"/>
                  <a:ea typeface="微软雅黑" panose="020B0503020204020204" charset="-122"/>
                  <a:sym typeface="+mn-ea"/>
                </a:rPr>
                <a:t>对象标识也就是对象的名字，有“外部标识”和“内部标识”之分。前者供对象的定义者或使用者用，后者供系统内部用作唯一识别对象。对象标识应符合以下条件：在一定的范围或领域中是唯一的；与对象实例的特征、状态及分类无关；在对象存在期间保持一致。</a:t>
              </a:r>
            </a:p>
          </p:txBody>
        </p:sp>
        <p:sp>
          <p:nvSpPr>
            <p:cNvPr id="34831" name="文本框 17"/>
            <p:cNvSpPr txBox="1"/>
            <p:nvPr/>
          </p:nvSpPr>
          <p:spPr>
            <a:xfrm>
              <a:off x="1233" y="6582"/>
              <a:ext cx="3263" cy="572"/>
            </a:xfrm>
            <a:prstGeom prst="rect">
              <a:avLst/>
            </a:prstGeom>
            <a:noFill/>
            <a:ln w="9525">
              <a:noFill/>
            </a:ln>
          </p:spPr>
          <p:txBody>
            <a:bodyPr anchor="t">
              <a:spAutoFit/>
            </a:bodyPr>
            <a:lstStyle/>
            <a:p>
              <a:pPr lvl="0" indent="0" eaLnBrk="1" hangingPunct="1">
                <a:buFont typeface="Arial" panose="020B0604020202020204" pitchFamily="34" charset="0"/>
                <a:buNone/>
              </a:pPr>
              <a:r>
                <a:rPr lang="zh-CN" altLang="en-US" b="1" dirty="0">
                  <a:solidFill>
                    <a:srgbClr val="58BDA8"/>
                  </a:solidFill>
                  <a:latin typeface="微软雅黑" panose="020B0503020204020204" charset="-122"/>
                  <a:ea typeface="微软雅黑" panose="020B0503020204020204" charset="-122"/>
                </a:rPr>
                <a:t>对象标识</a:t>
              </a:r>
            </a:p>
          </p:txBody>
        </p:sp>
      </p:grpSp>
      <p:grpSp>
        <p:nvGrpSpPr>
          <p:cNvPr id="20" name="组合 19"/>
          <p:cNvGrpSpPr/>
          <p:nvPr/>
        </p:nvGrpSpPr>
        <p:grpSpPr>
          <a:xfrm>
            <a:off x="1698625" y="3759835"/>
            <a:ext cx="9820430" cy="1557655"/>
            <a:chOff x="13583" y="2722"/>
            <a:chExt cx="13993" cy="2453"/>
          </a:xfrm>
        </p:grpSpPr>
        <p:sp>
          <p:nvSpPr>
            <p:cNvPr id="34832" name="矩形 18"/>
            <p:cNvSpPr/>
            <p:nvPr/>
          </p:nvSpPr>
          <p:spPr>
            <a:xfrm>
              <a:off x="13583" y="3328"/>
              <a:ext cx="13993" cy="1847"/>
            </a:xfrm>
            <a:prstGeom prst="rect">
              <a:avLst/>
            </a:prstGeom>
            <a:noFill/>
            <a:ln w="9525">
              <a:noFill/>
            </a:ln>
          </p:spPr>
          <p:txBody>
            <a:bodyPr wrap="square" anchor="t">
              <a:spAutoFit/>
            </a:bodyPr>
            <a:lstStyle/>
            <a:p>
              <a:pPr marL="0" indent="0" algn="l" fontAlgn="auto">
                <a:lnSpc>
                  <a:spcPct val="130000"/>
                </a:lnSpc>
              </a:pPr>
              <a:r>
                <a:rPr lang="en-US" dirty="0">
                  <a:solidFill>
                    <a:srgbClr val="0070C0"/>
                  </a:solidFill>
                  <a:latin typeface="微软雅黑" panose="020B0503020204020204" charset="-122"/>
                  <a:ea typeface="微软雅黑" panose="020B0503020204020204" charset="-122"/>
                  <a:sym typeface="+mn-ea"/>
                </a:rPr>
                <a:t>      </a:t>
              </a:r>
              <a:r>
                <a:rPr dirty="0">
                  <a:latin typeface="微软雅黑" panose="020B0503020204020204" charset="-122"/>
                  <a:ea typeface="微软雅黑" panose="020B0503020204020204" charset="-122"/>
                  <a:sym typeface="+mn-ea"/>
                </a:rPr>
                <a:t>属性是用来描述对象的静态特征的数据项。例如，在学生成绩管理系统中，可定义“学生”对象，其属性有学号、姓名、性别、系、专业等。学生学习的各门课程的考试成绩及总评分也是“学生”对象的属性。</a:t>
              </a:r>
            </a:p>
          </p:txBody>
        </p:sp>
        <p:sp>
          <p:nvSpPr>
            <p:cNvPr id="34833" name="文本框 19"/>
            <p:cNvSpPr txBox="1"/>
            <p:nvPr/>
          </p:nvSpPr>
          <p:spPr>
            <a:xfrm>
              <a:off x="13791" y="2722"/>
              <a:ext cx="3262" cy="606"/>
            </a:xfrm>
            <a:prstGeom prst="rect">
              <a:avLst/>
            </a:prstGeom>
            <a:noFill/>
            <a:ln w="9525">
              <a:noFill/>
            </a:ln>
          </p:spPr>
          <p:txBody>
            <a:bodyPr anchor="t">
              <a:spAutoFit/>
            </a:bodyPr>
            <a:lstStyle/>
            <a:p>
              <a:pPr lvl="0" indent="0" eaLnBrk="1" hangingPunct="1">
                <a:buFont typeface="Arial" panose="020B0604020202020204" pitchFamily="34" charset="0"/>
                <a:buNone/>
              </a:pPr>
              <a:r>
                <a:rPr lang="zh-CN" altLang="en-US" b="1" dirty="0">
                  <a:solidFill>
                    <a:srgbClr val="FBAD24"/>
                  </a:solidFill>
                  <a:latin typeface="微软雅黑" panose="020B0503020204020204" charset="-122"/>
                  <a:ea typeface="微软雅黑" panose="020B0503020204020204" charset="-122"/>
                </a:rPr>
                <a:t>属性</a:t>
              </a:r>
            </a:p>
          </p:txBody>
        </p:sp>
      </p:grpSp>
      <p:grpSp>
        <p:nvGrpSpPr>
          <p:cNvPr id="21" name="组合 20"/>
          <p:cNvGrpSpPr/>
          <p:nvPr/>
        </p:nvGrpSpPr>
        <p:grpSpPr>
          <a:xfrm>
            <a:off x="1585595" y="5293995"/>
            <a:ext cx="9649452" cy="1140460"/>
            <a:chOff x="13583" y="6030"/>
            <a:chExt cx="13873" cy="1796"/>
          </a:xfrm>
        </p:grpSpPr>
        <p:sp>
          <p:nvSpPr>
            <p:cNvPr id="34834" name="矩形 20"/>
            <p:cNvSpPr/>
            <p:nvPr/>
          </p:nvSpPr>
          <p:spPr>
            <a:xfrm>
              <a:off x="13583" y="6560"/>
              <a:ext cx="13873" cy="1266"/>
            </a:xfrm>
            <a:prstGeom prst="rect">
              <a:avLst/>
            </a:prstGeom>
            <a:noFill/>
            <a:ln w="9525">
              <a:noFill/>
            </a:ln>
          </p:spPr>
          <p:txBody>
            <a:bodyPr wrap="square" anchor="t">
              <a:spAutoFit/>
            </a:bodyPr>
            <a:lstStyle/>
            <a:p>
              <a:pPr marL="0" indent="0" algn="l" fontAlgn="auto">
                <a:lnSpc>
                  <a:spcPct val="130000"/>
                </a:lnSpc>
              </a:pPr>
              <a:r>
                <a:rPr lang="en-US">
                  <a:latin typeface="微软雅黑" panose="020B0503020204020204" charset="-122"/>
                  <a:ea typeface="微软雅黑" panose="020B0503020204020204" charset="-122"/>
                  <a:sym typeface="+mn-ea"/>
                </a:rPr>
                <a:t>       </a:t>
              </a:r>
              <a:r>
                <a:rPr>
                  <a:latin typeface="微软雅黑" panose="020B0503020204020204" charset="-122"/>
                  <a:ea typeface="微软雅黑" panose="020B0503020204020204" charset="-122"/>
                  <a:sym typeface="+mn-ea"/>
                </a:rPr>
                <a:t>服务（方法）是用来描述对象的动态特征（行为）的一系列操作。例如，在图书流通管理系统中，每个“读者”的服务可以有“借书”、“还书”等。</a:t>
              </a:r>
            </a:p>
          </p:txBody>
        </p:sp>
        <p:sp>
          <p:nvSpPr>
            <p:cNvPr id="34835" name="文本框 21"/>
            <p:cNvSpPr txBox="1"/>
            <p:nvPr/>
          </p:nvSpPr>
          <p:spPr>
            <a:xfrm>
              <a:off x="13956" y="6030"/>
              <a:ext cx="3262" cy="606"/>
            </a:xfrm>
            <a:prstGeom prst="rect">
              <a:avLst/>
            </a:prstGeom>
            <a:noFill/>
            <a:ln w="9525">
              <a:noFill/>
            </a:ln>
          </p:spPr>
          <p:txBody>
            <a:bodyPr anchor="t">
              <a:spAutoFit/>
            </a:bodyPr>
            <a:lstStyle/>
            <a:p>
              <a:pPr lvl="0" indent="0" eaLnBrk="1" hangingPunct="1">
                <a:buFont typeface="Arial" panose="020B0604020202020204" pitchFamily="34" charset="0"/>
                <a:buNone/>
              </a:pPr>
              <a:r>
                <a:rPr lang="zh-CN" altLang="en-US" b="1" dirty="0">
                  <a:solidFill>
                    <a:srgbClr val="EF4150"/>
                  </a:solidFill>
                  <a:latin typeface="微软雅黑" panose="020B0503020204020204" charset="-122"/>
                  <a:ea typeface="微软雅黑" panose="020B0503020204020204" charset="-122"/>
                </a:rPr>
                <a:t>服务</a:t>
              </a:r>
            </a:p>
          </p:txBody>
        </p:sp>
      </p:grpSp>
      <p:grpSp>
        <p:nvGrpSpPr>
          <p:cNvPr id="26" name="组合 25"/>
          <p:cNvGrpSpPr/>
          <p:nvPr/>
        </p:nvGrpSpPr>
        <p:grpSpPr>
          <a:xfrm>
            <a:off x="5654742" y="690482"/>
            <a:ext cx="5754737" cy="1620520"/>
            <a:chOff x="881" y="2735"/>
            <a:chExt cx="7963" cy="2552"/>
          </a:xfrm>
        </p:grpSpPr>
        <p:sp>
          <p:nvSpPr>
            <p:cNvPr id="167" name="圆角矩形"/>
            <p:cNvSpPr/>
            <p:nvPr/>
          </p:nvSpPr>
          <p:spPr>
            <a:xfrm>
              <a:off x="1251" y="3071"/>
              <a:ext cx="7593" cy="2216"/>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40"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xmlns=""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48" name="文本框 47"/>
            <p:cNvSpPr txBox="1"/>
            <p:nvPr/>
          </p:nvSpPr>
          <p:spPr>
            <a:xfrm>
              <a:off x="1249" y="3137"/>
              <a:ext cx="7594" cy="2044"/>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a:t>
              </a:r>
              <a:r>
                <a:rPr lang="en-US" dirty="0">
                  <a:latin typeface="微软雅黑" panose="020B0503020204020204" charset="-122"/>
                  <a:ea typeface="微软雅黑" panose="020B0503020204020204" charset="-122"/>
                  <a:sym typeface="+mn-ea"/>
                </a:rPr>
                <a:t> </a:t>
              </a:r>
              <a:r>
                <a:rPr lang="zh-CN" b="1" dirty="0">
                  <a:solidFill>
                    <a:srgbClr val="00B050"/>
                  </a:solidFill>
                  <a:latin typeface="微软雅黑" panose="020B0503020204020204" charset="-122"/>
                  <a:ea typeface="微软雅黑" panose="020B0503020204020204" charset="-122"/>
                  <a:sym typeface="+mn-ea"/>
                </a:rPr>
                <a:t>对象</a:t>
              </a:r>
            </a:p>
            <a:p>
              <a:pPr marL="0" indent="0" algn="l" fontAlgn="auto">
                <a:lnSpc>
                  <a:spcPct val="110000"/>
                </a:lnSpc>
              </a:pPr>
              <a:r>
                <a:rPr lang="zh-CN" dirty="0">
                  <a:solidFill>
                    <a:schemeClr val="tx1">
                      <a:lumMod val="50000"/>
                    </a:schemeClr>
                  </a:solidFill>
                  <a:latin typeface="微软雅黑" panose="020B0503020204020204" charset="-122"/>
                  <a:ea typeface="微软雅黑" panose="020B0503020204020204" charset="-122"/>
                  <a:sym typeface="+mn-ea"/>
                </a:rPr>
                <a:t>       对象是系统中用来描述客观事物的一个实体，是构成系统的一个基本单位，由一组属性和对这组属性进行操作的一组服务构成。</a:t>
              </a:r>
            </a:p>
          </p:txBody>
        </p:sp>
      </p:grpSp>
      <p:grpSp>
        <p:nvGrpSpPr>
          <p:cNvPr id="9" name="组合 8"/>
          <p:cNvGrpSpPr/>
          <p:nvPr/>
        </p:nvGrpSpPr>
        <p:grpSpPr>
          <a:xfrm>
            <a:off x="809625" y="2011680"/>
            <a:ext cx="775970" cy="774700"/>
            <a:chOff x="228" y="3283"/>
            <a:chExt cx="1222" cy="1220"/>
          </a:xfrm>
        </p:grpSpPr>
        <p:sp>
          <p:nvSpPr>
            <p:cNvPr id="22" name="Oval 5"/>
            <p:cNvSpPr/>
            <p:nvPr>
              <p:custDataLst>
                <p:tags r:id="rId6"/>
              </p:custDataLst>
            </p:nvPr>
          </p:nvSpPr>
          <p:spPr>
            <a:xfrm>
              <a:off x="228" y="3283"/>
              <a:ext cx="1222" cy="1220"/>
            </a:xfrm>
            <a:prstGeom prst="ellipse">
              <a:avLst/>
            </a:prstGeom>
            <a:solidFill>
              <a:schemeClr val="accent3"/>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23" name="Freeform 7"/>
            <p:cNvSpPr>
              <a:spLocks noEditPoints="1"/>
            </p:cNvSpPr>
            <p:nvPr>
              <p:custDataLst>
                <p:tags r:id="rId7"/>
              </p:custDataLst>
            </p:nvPr>
          </p:nvSpPr>
          <p:spPr bwMode="auto">
            <a:xfrm>
              <a:off x="520" y="3573"/>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grpSp>
      <p:grpSp>
        <p:nvGrpSpPr>
          <p:cNvPr id="24" name="组合 23"/>
          <p:cNvGrpSpPr/>
          <p:nvPr/>
        </p:nvGrpSpPr>
        <p:grpSpPr>
          <a:xfrm>
            <a:off x="809625" y="3564890"/>
            <a:ext cx="775970" cy="774700"/>
            <a:chOff x="228" y="3283"/>
            <a:chExt cx="1222" cy="1220"/>
          </a:xfrm>
        </p:grpSpPr>
        <p:sp>
          <p:nvSpPr>
            <p:cNvPr id="25" name="Oval 5"/>
            <p:cNvSpPr/>
            <p:nvPr>
              <p:custDataLst>
                <p:tags r:id="rId4"/>
              </p:custDataLst>
            </p:nvPr>
          </p:nvSpPr>
          <p:spPr>
            <a:xfrm>
              <a:off x="228" y="3283"/>
              <a:ext cx="1222" cy="1220"/>
            </a:xfrm>
            <a:prstGeom prst="ellipse">
              <a:avLst/>
            </a:prstGeom>
            <a:solidFill>
              <a:schemeClr val="accent2">
                <a:lumMod val="60000"/>
                <a:lumOff val="40000"/>
              </a:schemeClr>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27" name="Freeform 7"/>
            <p:cNvSpPr>
              <a:spLocks noEditPoints="1"/>
            </p:cNvSpPr>
            <p:nvPr>
              <p:custDataLst>
                <p:tags r:id="rId5"/>
              </p:custDataLst>
            </p:nvPr>
          </p:nvSpPr>
          <p:spPr bwMode="auto">
            <a:xfrm>
              <a:off x="520" y="3573"/>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grpSp>
      <p:grpSp>
        <p:nvGrpSpPr>
          <p:cNvPr id="28" name="组合 27"/>
          <p:cNvGrpSpPr/>
          <p:nvPr/>
        </p:nvGrpSpPr>
        <p:grpSpPr>
          <a:xfrm>
            <a:off x="809625" y="5109845"/>
            <a:ext cx="775970" cy="774700"/>
            <a:chOff x="228" y="3283"/>
            <a:chExt cx="1222" cy="1220"/>
          </a:xfrm>
        </p:grpSpPr>
        <p:sp>
          <p:nvSpPr>
            <p:cNvPr id="30" name="Oval 5"/>
            <p:cNvSpPr/>
            <p:nvPr>
              <p:custDataLst>
                <p:tags r:id="rId2"/>
              </p:custDataLst>
            </p:nvPr>
          </p:nvSpPr>
          <p:spPr>
            <a:xfrm>
              <a:off x="228" y="3283"/>
              <a:ext cx="1222" cy="1220"/>
            </a:xfrm>
            <a:prstGeom prst="ellipse">
              <a:avLst/>
            </a:prstGeom>
            <a:solidFill>
              <a:schemeClr val="accent6">
                <a:lumMod val="60000"/>
                <a:lumOff val="40000"/>
              </a:schemeClr>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31" name="Freeform 7"/>
            <p:cNvSpPr>
              <a:spLocks noEditPoints="1"/>
            </p:cNvSpPr>
            <p:nvPr>
              <p:custDataLst>
                <p:tags r:id="rId3"/>
              </p:custDataLst>
            </p:nvPr>
          </p:nvSpPr>
          <p:spPr bwMode="auto">
            <a:xfrm>
              <a:off x="520" y="3573"/>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grpSp>
    </p:spTree>
    <p:custDataLst>
      <p:tags r:id="rId1"/>
    </p:custDataLst>
  </p:cSld>
  <p:clrMapOvr>
    <a:masterClrMapping/>
  </p:clrMapOvr>
  <p:transition>
    <p:zo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7.1.3 </a:t>
            </a:r>
            <a:r>
              <a:rPr lang="zh-CN" altLang="en-US" sz="2400" dirty="0" smtClean="0">
                <a:solidFill>
                  <a:schemeClr val="tx1"/>
                </a:solidFill>
              </a:rPr>
              <a:t>建立对象模型</a:t>
            </a:r>
          </a:p>
        </p:txBody>
      </p:sp>
      <p:grpSp>
        <p:nvGrpSpPr>
          <p:cNvPr id="3" name="组合 2"/>
          <p:cNvGrpSpPr/>
          <p:nvPr/>
        </p:nvGrpSpPr>
        <p:grpSpPr>
          <a:xfrm>
            <a:off x="672965" y="3299608"/>
            <a:ext cx="7000590" cy="2754695"/>
            <a:chOff x="5146" y="5149"/>
            <a:chExt cx="11832" cy="5943"/>
          </a:xfrm>
        </p:grpSpPr>
        <p:sp>
          <p:nvSpPr>
            <p:cNvPr id="18" name="MH_Other_1"/>
            <p:cNvSpPr/>
            <p:nvPr/>
          </p:nvSpPr>
          <p:spPr>
            <a:xfrm>
              <a:off x="5146" y="6786"/>
              <a:ext cx="462" cy="227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dirty="0">
                <a:latin typeface="微软雅黑" panose="020B0503020204020204" charset="-122"/>
              </a:endParaRPr>
            </a:p>
          </p:txBody>
        </p:sp>
        <p:sp>
          <p:nvSpPr>
            <p:cNvPr id="15" name="MH_Other_3"/>
            <p:cNvSpPr/>
            <p:nvPr/>
          </p:nvSpPr>
          <p:spPr>
            <a:xfrm>
              <a:off x="5146" y="5149"/>
              <a:ext cx="11832" cy="5943"/>
            </a:xfrm>
            <a:prstGeom prst="rect">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dirty="0">
                <a:latin typeface="微软雅黑" panose="020B0503020204020204" charset="-122"/>
              </a:endParaRPr>
            </a:p>
          </p:txBody>
        </p:sp>
        <p:sp>
          <p:nvSpPr>
            <p:cNvPr id="5126" name="MH_Text_1"/>
            <p:cNvSpPr>
              <a:spLocks noChangeArrowheads="1"/>
            </p:cNvSpPr>
            <p:nvPr/>
          </p:nvSpPr>
          <p:spPr bwMode="auto">
            <a:xfrm>
              <a:off x="5954" y="6940"/>
              <a:ext cx="10611" cy="2360"/>
            </a:xfrm>
            <a:prstGeom prst="rect">
              <a:avLst/>
            </a:prstGeom>
            <a:noFill/>
            <a:ln w="9525">
              <a:noFill/>
              <a:miter lim="800000"/>
            </a:ln>
          </p:spPr>
          <p:txBody>
            <a:bodyPr lIns="90000" tIns="46800" rIns="90000" bIns="468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l" fontAlgn="auto">
                <a:lnSpc>
                  <a:spcPct val="120000"/>
                </a:lnSpc>
                <a:spcBef>
                  <a:spcPts val="600"/>
                </a:spcBef>
              </a:pPr>
              <a:r>
                <a:rPr lang="en-US" altLang="zh-CN">
                  <a:latin typeface="微软雅黑" panose="020B0503020204020204" charset="-122"/>
                  <a:ea typeface="微软雅黑" panose="020B0503020204020204" charset="-122"/>
                </a:rPr>
                <a:t>类的图形符号是一个矩形框，由两条横线把矩形分为3部分，上面是类的名称，中间是类的属性，下面列出类提供的服务（方法），如图7-1所示。读者类的属性有姓名、性别等，读者类的服务有借书、还书等。</a:t>
              </a:r>
            </a:p>
            <a:p>
              <a:pPr indent="457200" algn="l" fontAlgn="auto">
                <a:lnSpc>
                  <a:spcPct val="120000"/>
                </a:lnSpc>
                <a:spcBef>
                  <a:spcPts val="600"/>
                </a:spcBef>
              </a:pPr>
              <a:r>
                <a:rPr lang="en-US" altLang="zh-CN">
                  <a:latin typeface="微软雅黑" panose="020B0503020204020204" charset="-122"/>
                  <a:ea typeface="微软雅黑" panose="020B0503020204020204" charset="-122"/>
                </a:rPr>
                <a:t>一个对象是符合类定义的一个实体，又称类的一个实例。</a:t>
              </a:r>
            </a:p>
          </p:txBody>
        </p:sp>
      </p:grpSp>
      <p:pic>
        <p:nvPicPr>
          <p:cNvPr id="4" name="图片 3"/>
          <p:cNvPicPr>
            <a:picLocks noChangeAspect="1"/>
          </p:cNvPicPr>
          <p:nvPr/>
        </p:nvPicPr>
        <p:blipFill>
          <a:blip r:embed="rId4" cstate="print"/>
          <a:stretch>
            <a:fillRect/>
          </a:stretch>
        </p:blipFill>
        <p:spPr>
          <a:xfrm>
            <a:off x="8180724" y="3549413"/>
            <a:ext cx="2691130" cy="2392045"/>
          </a:xfrm>
          <a:prstGeom prst="rect">
            <a:avLst/>
          </a:prstGeom>
        </p:spPr>
      </p:pic>
      <p:grpSp>
        <p:nvGrpSpPr>
          <p:cNvPr id="26" name="组合 25"/>
          <p:cNvGrpSpPr/>
          <p:nvPr/>
        </p:nvGrpSpPr>
        <p:grpSpPr>
          <a:xfrm>
            <a:off x="646013" y="1987019"/>
            <a:ext cx="10436288" cy="1261745"/>
            <a:chOff x="881" y="2735"/>
            <a:chExt cx="14441" cy="1987"/>
          </a:xfrm>
        </p:grpSpPr>
        <p:sp>
          <p:nvSpPr>
            <p:cNvPr id="167" name="圆角矩形"/>
            <p:cNvSpPr/>
            <p:nvPr/>
          </p:nvSpPr>
          <p:spPr>
            <a:xfrm>
              <a:off x="1251" y="3071"/>
              <a:ext cx="14033" cy="1586"/>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40"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xmlns=""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48" name="文本框 47"/>
            <p:cNvSpPr txBox="1"/>
            <p:nvPr/>
          </p:nvSpPr>
          <p:spPr>
            <a:xfrm>
              <a:off x="1249" y="3137"/>
              <a:ext cx="14073" cy="1585"/>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a:t>
              </a:r>
              <a:r>
                <a:rPr lang="en-US" dirty="0">
                  <a:latin typeface="微软雅黑" panose="020B0503020204020204" charset="-122"/>
                  <a:ea typeface="微软雅黑" panose="020B0503020204020204" charset="-122"/>
                  <a:sym typeface="+mn-ea"/>
                </a:rPr>
                <a:t> </a:t>
              </a:r>
              <a:r>
                <a:rPr lang="zh-CN" b="1" dirty="0">
                  <a:solidFill>
                    <a:srgbClr val="00B050"/>
                  </a:solidFill>
                  <a:latin typeface="微软雅黑" panose="020B0503020204020204" charset="-122"/>
                  <a:ea typeface="微软雅黑" panose="020B0503020204020204" charset="-122"/>
                  <a:sym typeface="+mn-ea"/>
                </a:rPr>
                <a:t>类</a:t>
              </a:r>
            </a:p>
            <a:p>
              <a:pPr marL="0" indent="0" algn="l" fontAlgn="auto">
                <a:lnSpc>
                  <a:spcPct val="110000"/>
                </a:lnSpc>
              </a:pPr>
              <a:r>
                <a:rPr lang="zh-CN" b="1" dirty="0">
                  <a:solidFill>
                    <a:srgbClr val="00B050"/>
                  </a:solidFill>
                  <a:latin typeface="微软雅黑" panose="020B0503020204020204" charset="-122"/>
                  <a:ea typeface="微软雅黑" panose="020B0503020204020204" charset="-122"/>
                  <a:sym typeface="+mn-ea"/>
                </a:rPr>
                <a:t>       </a:t>
              </a:r>
              <a:r>
                <a:rPr lang="zh-CN" dirty="0">
                  <a:solidFill>
                    <a:schemeClr val="tx1">
                      <a:lumMod val="50000"/>
                    </a:schemeClr>
                  </a:solidFill>
                  <a:latin typeface="微软雅黑" panose="020B0503020204020204" charset="-122"/>
                  <a:ea typeface="微软雅黑" panose="020B0503020204020204" charset="-122"/>
                  <a:sym typeface="+mn-ea"/>
                </a:rPr>
                <a:t>类是具有相同属性和服务的一组对象的集合。类为属于它的全部对象提供了统一的抽象描述（属性和服务）。</a:t>
              </a:r>
            </a:p>
          </p:txBody>
        </p:sp>
      </p:grpSp>
    </p:spTree>
    <p:custDataLst>
      <p:tags r:id="rId1"/>
    </p:custDataLst>
  </p:cSld>
  <p:clrMapOvr>
    <a:masterClrMapping/>
  </p:clrMapOvr>
  <p:transition>
    <p:zo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7.1.3 </a:t>
            </a:r>
            <a:r>
              <a:rPr lang="zh-CN" altLang="en-US" sz="2400" dirty="0" smtClean="0">
                <a:solidFill>
                  <a:schemeClr val="tx1"/>
                </a:solidFill>
              </a:rPr>
              <a:t>建立对象模型</a:t>
            </a:r>
          </a:p>
        </p:txBody>
      </p:sp>
      <p:grpSp>
        <p:nvGrpSpPr>
          <p:cNvPr id="7" name="组合 6"/>
          <p:cNvGrpSpPr/>
          <p:nvPr/>
        </p:nvGrpSpPr>
        <p:grpSpPr>
          <a:xfrm>
            <a:off x="0" y="2320925"/>
            <a:ext cx="12192000" cy="3074035"/>
            <a:chOff x="0" y="3848"/>
            <a:chExt cx="19200" cy="4841"/>
          </a:xfrm>
        </p:grpSpPr>
        <p:sp>
          <p:nvSpPr>
            <p:cNvPr id="4" name="矩形 3"/>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745" y="4577"/>
              <a:ext cx="8730" cy="3384"/>
            </a:xfrm>
            <a:prstGeom prst="rect">
              <a:avLst/>
            </a:prstGeom>
          </p:spPr>
          <p:txBody>
            <a:bodyPr wrap="square">
              <a:spAutoFit/>
            </a:bodyPr>
            <a:lstStyle/>
            <a:p>
              <a:pPr indent="457200">
                <a:lnSpc>
                  <a:spcPct val="150000"/>
                </a:lnSpc>
                <a:defRPr/>
              </a:pP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rPr>
                <a:t>类与类之间的关系，可分为一般－特殊（继承或归纳）关系、聚集（组合）关系、关联关系等。有些对象具有主动服务功能，称为主动对象。在分析类的相互关系时，首先要借鉴以往同类问题的分析结果，发现可重用的软件成分。</a:t>
              </a:r>
            </a:p>
          </p:txBody>
        </p:sp>
      </p:grpSp>
      <p:pic>
        <p:nvPicPr>
          <p:cNvPr id="3" name="图片 2" descr="A000220150318F01PPIC"/>
          <p:cNvPicPr>
            <a:picLocks noChangeAspect="1"/>
          </p:cNvPicPr>
          <p:nvPr/>
        </p:nvPicPr>
        <p:blipFill>
          <a:blip r:embed="rId4" cstate="print"/>
          <a:stretch>
            <a:fillRect/>
          </a:stretch>
        </p:blipFill>
        <p:spPr>
          <a:xfrm>
            <a:off x="6016625" y="2452370"/>
            <a:ext cx="5706110" cy="2597150"/>
          </a:xfrm>
          <a:prstGeom prst="rect">
            <a:avLst/>
          </a:prstGeom>
        </p:spPr>
      </p:pic>
    </p:spTree>
    <p:custDataLst>
      <p:tags r:id="rId1"/>
    </p:custDataLst>
  </p:cSld>
  <p:clrMapOvr>
    <a:masterClrMapping/>
  </p:clrMapOvr>
  <p:transition>
    <p:zo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对象 9"/>
          <p:cNvGraphicFramePr>
            <a:graphicFrameLocks/>
          </p:cNvGraphicFramePr>
          <p:nvPr/>
        </p:nvGraphicFramePr>
        <p:xfrm>
          <a:off x="6806565" y="1863090"/>
          <a:ext cx="4895215" cy="5442585"/>
        </p:xfrm>
        <a:graphic>
          <a:graphicData uri="http://schemas.openxmlformats.org/presentationml/2006/ole">
            <p:oleObj spid="_x0000_s1025" r:id="rId5" imgW="2049294" imgH="2674280" progId="Word.Document.12">
              <p:embed/>
            </p:oleObj>
          </a:graphicData>
        </a:graphic>
      </p:graphicFrame>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一般</a:t>
            </a:r>
            <a:r>
              <a:rPr kumimoji="0" lang="en-US" altLang="zh-CN"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a:t>
            </a: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特殊关系</a:t>
            </a:r>
          </a:p>
        </p:txBody>
      </p:sp>
      <p:sp>
        <p:nvSpPr>
          <p:cNvPr id="7" name="文本框 6"/>
          <p:cNvSpPr txBox="1"/>
          <p:nvPr/>
        </p:nvSpPr>
        <p:spPr>
          <a:xfrm>
            <a:off x="768974" y="2476557"/>
            <a:ext cx="461665" cy="2487540"/>
          </a:xfrm>
          <a:prstGeom prst="rect">
            <a:avLst/>
          </a:prstGeom>
          <a:noFill/>
        </p:spPr>
        <p:txBody>
          <a:bodyPr vert="eaVert" wrap="none" rtlCol="0">
            <a:spAutoFit/>
          </a:bodyPr>
          <a:lstStyle/>
          <a:p>
            <a:r>
              <a:rPr lang="en-US" altLang="zh-CN" spc="160" dirty="0" smtClean="0">
                <a:solidFill>
                  <a:schemeClr val="bg1"/>
                </a:solidFill>
                <a:latin typeface="微软雅黑" panose="020B0503020204020204" charset="-122"/>
                <a:ea typeface="微软雅黑" panose="020B0503020204020204" charset="-122"/>
              </a:rPr>
              <a:t>7.1.3   </a:t>
            </a:r>
            <a:r>
              <a:rPr lang="zh-CN" altLang="en-US" spc="160" dirty="0" smtClean="0">
                <a:solidFill>
                  <a:schemeClr val="bg1"/>
                </a:solidFill>
                <a:latin typeface="微软雅黑" panose="020B0503020204020204" charset="-122"/>
                <a:ea typeface="微软雅黑" panose="020B0503020204020204" charset="-122"/>
              </a:rPr>
              <a:t>建立对象模型</a:t>
            </a:r>
          </a:p>
        </p:txBody>
      </p:sp>
      <p:sp>
        <p:nvSpPr>
          <p:cNvPr id="100" name="文本框 99"/>
          <p:cNvSpPr txBox="1"/>
          <p:nvPr/>
        </p:nvSpPr>
        <p:spPr>
          <a:xfrm>
            <a:off x="1508125" y="1958340"/>
            <a:ext cx="5298440" cy="2941320"/>
          </a:xfrm>
          <a:prstGeom prst="rect">
            <a:avLst/>
          </a:prstGeom>
          <a:noFill/>
          <a:ln w="9525">
            <a:noFill/>
          </a:ln>
        </p:spPr>
        <p:txBody>
          <a:bodyPr wrap="square">
            <a:spAutoFit/>
          </a:bodyPr>
          <a:lstStyle/>
          <a:p>
            <a:pPr marL="0" indent="0" algn="l" fontAlgn="auto">
              <a:lnSpc>
                <a:spcPct val="130000"/>
              </a:lnSpc>
            </a:pPr>
            <a:r>
              <a:rPr lang="en-US" altLang="zh-CN">
                <a:latin typeface="微软雅黑" panose="020B0503020204020204" charset="-122"/>
                <a:ea typeface="微软雅黑" panose="020B0503020204020204" charset="-122"/>
                <a:sym typeface="+mn-ea"/>
              </a:rPr>
              <a:t>       </a:t>
            </a:r>
            <a:r>
              <a:rPr lang="zh-CN" altLang="en-US">
                <a:latin typeface="微软雅黑" panose="020B0503020204020204" charset="-122"/>
                <a:ea typeface="微软雅黑" panose="020B0503020204020204" charset="-122"/>
                <a:sym typeface="+mn-ea"/>
              </a:rPr>
              <a:t>类与若干互不相容的子类之间的关系，称为一般－特殊关系，或称泛化关系、继承关系、归纳关系等。</a:t>
            </a:r>
          </a:p>
          <a:p>
            <a:pPr marL="0" indent="0" algn="l" fontAlgn="auto">
              <a:lnSpc>
                <a:spcPct val="130000"/>
              </a:lnSpc>
            </a:pPr>
            <a:r>
              <a:rPr lang="zh-CN" altLang="en-US">
                <a:latin typeface="微软雅黑" panose="020B0503020204020204" charset="-122"/>
                <a:ea typeface="微软雅黑" panose="020B0503020204020204" charset="-122"/>
                <a:sym typeface="+mn-ea"/>
              </a:rPr>
              <a:t>       事物往往既有共同性，又有特殊性。同样，一般类中有时也有特殊类，定义如下：</a:t>
            </a:r>
          </a:p>
          <a:p>
            <a:pPr marL="0" indent="0" algn="l" fontAlgn="auto">
              <a:lnSpc>
                <a:spcPct val="130000"/>
              </a:lnSpc>
            </a:pPr>
            <a:r>
              <a:rPr lang="zh-CN" altLang="en-US">
                <a:latin typeface="微软雅黑" panose="020B0503020204020204" charset="-122"/>
                <a:ea typeface="微软雅黑" panose="020B0503020204020204" charset="-122"/>
                <a:sym typeface="+mn-ea"/>
              </a:rPr>
              <a:t>      </a:t>
            </a:r>
            <a:r>
              <a:rPr lang="zh-CN" altLang="en-US">
                <a:solidFill>
                  <a:schemeClr val="accent1">
                    <a:lumMod val="50000"/>
                  </a:schemeClr>
                </a:solidFill>
                <a:latin typeface="微软雅黑" panose="020B0503020204020204" charset="-122"/>
                <a:ea typeface="微软雅黑" panose="020B0503020204020204" charset="-122"/>
                <a:sym typeface="+mn-ea"/>
              </a:rPr>
              <a:t>如果类B具有类A的全部属性和全部服务，而且具有自己的特性或服务，则B叫做A的特殊类，A叫做B的一般化类。</a:t>
            </a:r>
          </a:p>
        </p:txBody>
      </p:sp>
      <p:sp>
        <p:nvSpPr>
          <p:cNvPr id="4" name="文本框 3"/>
          <p:cNvSpPr txBox="1"/>
          <p:nvPr/>
        </p:nvSpPr>
        <p:spPr>
          <a:xfrm>
            <a:off x="1508125" y="4784725"/>
            <a:ext cx="10082530" cy="1160145"/>
          </a:xfrm>
          <a:prstGeom prst="rect">
            <a:avLst/>
          </a:prstGeom>
          <a:noFill/>
        </p:spPr>
        <p:txBody>
          <a:bodyPr wrap="square" rtlCol="0" anchor="t">
            <a:spAutoFit/>
          </a:bodyPr>
          <a:lstStyle/>
          <a:p>
            <a:pPr marL="0" indent="0" algn="l" fontAlgn="auto">
              <a:lnSpc>
                <a:spcPct val="130000"/>
              </a:lnSpc>
            </a:pPr>
            <a:r>
              <a:rPr lang="en-US" altLang="zh-CN">
                <a:latin typeface="微软雅黑" panose="020B0503020204020204" charset="-122"/>
                <a:ea typeface="微软雅黑" panose="020B0503020204020204" charset="-122"/>
                <a:sym typeface="+mn-ea"/>
              </a:rPr>
              <a:t>      </a:t>
            </a:r>
            <a:r>
              <a:rPr lang="zh-CN" altLang="en-US">
                <a:latin typeface="微软雅黑" panose="020B0503020204020204" charset="-122"/>
                <a:ea typeface="微软雅黑" panose="020B0503020204020204" charset="-122"/>
                <a:sym typeface="+mn-ea"/>
              </a:rPr>
              <a:t>类的一般－特殊关系的图形符号，如图7-2所示。图的上部是一个一般化类，下面是若干互不相容的子类。它们之间用三角形和直线连接，三角形的顶点指向一般化类，底部引出的直线连接特殊类。</a:t>
            </a:r>
            <a:endParaRPr lang="zh-CN" altLang="en-US"/>
          </a:p>
        </p:txBody>
      </p:sp>
      <p:sp>
        <p:nvSpPr>
          <p:cNvPr id="9" name="文本框 8"/>
          <p:cNvSpPr txBox="1"/>
          <p:nvPr/>
        </p:nvSpPr>
        <p:spPr>
          <a:xfrm>
            <a:off x="7579995" y="4137660"/>
            <a:ext cx="3348990" cy="365760"/>
          </a:xfrm>
          <a:prstGeom prst="rect">
            <a:avLst/>
          </a:prstGeom>
          <a:noFill/>
        </p:spPr>
        <p:txBody>
          <a:bodyPr wrap="square" rtlCol="0" anchor="t">
            <a:spAutoFit/>
          </a:bodyPr>
          <a:lstStyle/>
          <a:p>
            <a:r>
              <a:rPr lang="zh-CN" altLang="en-US"/>
              <a:t>图7-2  类的一般－特殊关系</a:t>
            </a:r>
          </a:p>
        </p:txBody>
      </p:sp>
    </p:spTree>
    <p:custDataLst>
      <p:tags r:id="rId2"/>
    </p:custDataLst>
  </p:cSld>
  <p:clrMapOvr>
    <a:masterClrMapping/>
  </p:clrMapOvr>
  <p:transition>
    <p:zo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7.1.3 </a:t>
            </a:r>
            <a:r>
              <a:rPr lang="zh-CN" altLang="en-US" sz="2400" dirty="0" smtClean="0">
                <a:solidFill>
                  <a:schemeClr val="tx1"/>
                </a:solidFill>
              </a:rPr>
              <a:t>建立对象模型</a:t>
            </a:r>
          </a:p>
        </p:txBody>
      </p:sp>
      <p:grpSp>
        <p:nvGrpSpPr>
          <p:cNvPr id="5" name="组合 4"/>
          <p:cNvGrpSpPr/>
          <p:nvPr/>
        </p:nvGrpSpPr>
        <p:grpSpPr>
          <a:xfrm>
            <a:off x="15240" y="2698750"/>
            <a:ext cx="12026265" cy="3043555"/>
            <a:chOff x="0" y="2130426"/>
            <a:chExt cx="21645385" cy="3649762"/>
          </a:xfrm>
        </p:grpSpPr>
        <p:sp>
          <p:nvSpPr>
            <p:cNvPr id="6" name="MH_Other_1"/>
            <p:cNvSpPr/>
            <p:nvPr>
              <p:custDataLst>
                <p:tags r:id="rId2"/>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3"/>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4"/>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Other_4"/>
            <p:cNvSpPr>
              <a:spLocks noChangeArrowheads="1"/>
            </p:cNvSpPr>
            <p:nvPr>
              <p:custDataLst>
                <p:tags r:id="rId5"/>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6"/>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7"/>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8"/>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9"/>
              </p:custDataLst>
            </p:nvPr>
          </p:nvSpPr>
          <p:spPr bwMode="auto">
            <a:xfrm>
              <a:off x="7659716" y="2780728"/>
              <a:ext cx="11957021" cy="1386651"/>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smtClean="0">
                  <a:solidFill>
                    <a:schemeClr val="accent1">
                      <a:lumMod val="50000"/>
                    </a:schemeClr>
                  </a:solidFill>
                  <a:latin typeface="微软雅黑" panose="020B0503020204020204" charset="-122"/>
                  <a:ea typeface="微软雅黑" panose="020B0503020204020204" charset="-122"/>
                </a:rPr>
                <a:t>特殊类的对象拥有其一般类的全部属性和服务，称为特殊类对一般类的继承。</a:t>
              </a:r>
              <a:r>
                <a:rPr lang="da-DK" altLang="zh-CN" dirty="0" smtClean="0">
                  <a:solidFill>
                    <a:schemeClr val="tx1"/>
                  </a:solidFill>
                  <a:latin typeface="微软雅黑" panose="020B0503020204020204" charset="-122"/>
                  <a:ea typeface="微软雅黑" panose="020B0503020204020204" charset="-122"/>
                </a:rPr>
                <a:t>继承就是“自动地拥有”，因而特殊类不必重新定义一般类中已定义过的属性和服务，只需要声明它是某个类的特殊类。特殊类要定义它自己特有的属性和服务。特殊类中可能还存在下一层的特殊类。</a:t>
              </a:r>
            </a:p>
          </p:txBody>
        </p:sp>
      </p:grpSp>
    </p:spTree>
    <p:custDataLst>
      <p:tags r:id="rId1"/>
    </p:custDataLst>
  </p:cSld>
  <p:clrMapOvr>
    <a:masterClrMapping/>
  </p:clrMapOvr>
  <p:transition>
    <p:zo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7.1.3 </a:t>
            </a:r>
            <a:r>
              <a:rPr lang="zh-CN" altLang="en-US" sz="2400" dirty="0" smtClean="0">
                <a:solidFill>
                  <a:schemeClr val="tx1"/>
                </a:solidFill>
              </a:rPr>
              <a:t>建立对象模型</a:t>
            </a:r>
          </a:p>
        </p:txBody>
      </p:sp>
      <p:grpSp>
        <p:nvGrpSpPr>
          <p:cNvPr id="5" name="组合 4"/>
          <p:cNvGrpSpPr/>
          <p:nvPr/>
        </p:nvGrpSpPr>
        <p:grpSpPr>
          <a:xfrm>
            <a:off x="15240" y="2698750"/>
            <a:ext cx="12026265" cy="3043555"/>
            <a:chOff x="0" y="2130426"/>
            <a:chExt cx="21645385" cy="3649762"/>
          </a:xfrm>
        </p:grpSpPr>
        <p:sp>
          <p:nvSpPr>
            <p:cNvPr id="6" name="MH_Other_1"/>
            <p:cNvSpPr/>
            <p:nvPr>
              <p:custDataLst>
                <p:tags r:id="rId2"/>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3"/>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4"/>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Other_4"/>
            <p:cNvSpPr>
              <a:spLocks noChangeArrowheads="1"/>
            </p:cNvSpPr>
            <p:nvPr>
              <p:custDataLst>
                <p:tags r:id="rId5"/>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6"/>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7"/>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8"/>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9"/>
              </p:custDataLst>
            </p:nvPr>
          </p:nvSpPr>
          <p:spPr bwMode="auto">
            <a:xfrm>
              <a:off x="7402564" y="2752554"/>
              <a:ext cx="13383360" cy="2319461"/>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smtClean="0">
                  <a:solidFill>
                    <a:schemeClr val="accent1">
                      <a:lumMod val="50000"/>
                    </a:schemeClr>
                  </a:solidFill>
                  <a:latin typeface="微软雅黑" panose="020B0503020204020204" charset="-122"/>
                  <a:ea typeface="微软雅黑" panose="020B0503020204020204" charset="-122"/>
                </a:rPr>
                <a:t>继承具有传递性</a:t>
              </a:r>
              <a:r>
                <a:rPr lang="da-DK" altLang="zh-CN" dirty="0" smtClean="0">
                  <a:solidFill>
                    <a:schemeClr val="tx1"/>
                  </a:solidFill>
                  <a:latin typeface="微软雅黑" panose="020B0503020204020204" charset="-122"/>
                  <a:ea typeface="微软雅黑" panose="020B0503020204020204" charset="-122"/>
                </a:rPr>
                <a:t>。例如，一个特殊类B既拥有从它的一般类A中继承下来的属性和服务，又有自己新定义的属性和服务。当这个特殊类B又被它更下层的特殊类C继承时，类B从类A继承来的和类B自己定义的属性及服务会被它的特殊类C继承下去。因而，类C拥有类A的属性和服务，同时拥有类B的属性和服务，还有类C特殊的属性和服务。</a:t>
              </a:r>
            </a:p>
          </p:txBody>
        </p:sp>
      </p:grpSp>
    </p:spTree>
    <p:custDataLst>
      <p:tags r:id="rId1"/>
    </p:custDataLst>
  </p:cSld>
  <p:clrMapOvr>
    <a:masterClrMapping/>
  </p:clrMapOvr>
  <p:transition>
    <p:zo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7.1.3 </a:t>
            </a:r>
            <a:r>
              <a:rPr lang="zh-CN" altLang="en-US" sz="2400" dirty="0" smtClean="0">
                <a:solidFill>
                  <a:schemeClr val="tx1"/>
                </a:solidFill>
              </a:rPr>
              <a:t>建立对象模型</a:t>
            </a:r>
          </a:p>
        </p:txBody>
      </p:sp>
      <p:grpSp>
        <p:nvGrpSpPr>
          <p:cNvPr id="5" name="组合 4"/>
          <p:cNvGrpSpPr/>
          <p:nvPr/>
        </p:nvGrpSpPr>
        <p:grpSpPr>
          <a:xfrm>
            <a:off x="867410" y="2220595"/>
            <a:ext cx="10432415" cy="3329940"/>
            <a:chOff x="1499" y="3150"/>
            <a:chExt cx="16429" cy="5244"/>
          </a:xfrm>
        </p:grpSpPr>
        <p:sp>
          <p:nvSpPr>
            <p:cNvPr id="22" name="TextBox 21"/>
            <p:cNvSpPr txBox="1"/>
            <p:nvPr/>
          </p:nvSpPr>
          <p:spPr>
            <a:xfrm>
              <a:off x="3431" y="3419"/>
              <a:ext cx="13522" cy="624"/>
            </a:xfrm>
            <a:prstGeom prst="rect">
              <a:avLst/>
            </a:prstGeom>
            <a:noFill/>
          </p:spPr>
          <p:txBody>
            <a:bodyPr wrap="square">
              <a:spAutoFit/>
            </a:bodyPr>
            <a:lstStyle/>
            <a:p>
              <a:r>
                <a:rPr lang="zh-CN" altLang="en-US" sz="2000">
                  <a:sym typeface="+mn-ea"/>
                </a:rPr>
                <a:t>类的继承关系</a:t>
              </a:r>
              <a:endParaRPr sz="2000" dirty="0" smtClean="0">
                <a:sym typeface="+mn-ea"/>
              </a:endParaRPr>
            </a:p>
          </p:txBody>
        </p:sp>
        <p:sp>
          <p:nvSpPr>
            <p:cNvPr id="24" name="矩形 23"/>
            <p:cNvSpPr>
              <a:spLocks noChangeAspect="1"/>
            </p:cNvSpPr>
            <p:nvPr/>
          </p:nvSpPr>
          <p:spPr>
            <a:xfrm>
              <a:off x="1499" y="4275"/>
              <a:ext cx="16429" cy="4119"/>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sz="2400" dirty="0" smtClean="0">
                    <a:solidFill>
                      <a:schemeClr val="bg1"/>
                    </a:solidFill>
                    <a:sym typeface="+mn-ea"/>
                  </a:rPr>
                  <a:t>图 </a:t>
                </a:r>
                <a:r>
                  <a:rPr lang="en-US" altLang="zh-CN" sz="2400" dirty="0" smtClean="0">
                    <a:solidFill>
                      <a:schemeClr val="bg1"/>
                    </a:solidFill>
                    <a:sym typeface="+mn-ea"/>
                  </a:rPr>
                  <a:t>7-3</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6" y="4595"/>
              <a:ext cx="15536" cy="3510"/>
            </a:xfrm>
            <a:prstGeom prst="rect">
              <a:avLst/>
            </a:prstGeom>
            <a:solidFill>
              <a:schemeClr val="bg1">
                <a:lumMod val="95000"/>
              </a:schemeClr>
            </a:solidFill>
          </p:spPr>
          <p:txBody>
            <a:bodyPr wrap="square">
              <a:spAutoFit/>
            </a:bodyPr>
            <a:lstStyle/>
            <a:p>
              <a:pPr fontAlgn="auto">
                <a:lnSpc>
                  <a:spcPct val="130000"/>
                </a:lnSpc>
              </a:pPr>
              <a:r>
                <a:rPr lang="en-US" altLang="en-US" dirty="0" smtClean="0">
                  <a:latin typeface="Times New Roman" panose="02020603050405020304" charset="0"/>
                  <a:ea typeface="宋体" panose="02010600030101010101" pitchFamily="2" charset="-122"/>
                </a:rPr>
                <a:t>        例如，学生就是一般化类，下面分为两个互不相容的子类本科生和研究生。本科生有不同的专业，研究生有不同的研究方向。学生类的属性可以有学号、姓名、性别、年龄等。本科生的属性可以有专业等，研究生的属性可以有研究方向等，如图7-3（a）所示。</a:t>
              </a:r>
            </a:p>
            <a:p>
              <a:pPr fontAlgn="auto">
                <a:lnSpc>
                  <a:spcPct val="130000"/>
                </a:lnSpc>
              </a:pPr>
              <a:r>
                <a:rPr lang="en-US" altLang="en-US" dirty="0" smtClean="0">
                  <a:latin typeface="Times New Roman" panose="02020603050405020304" charset="0"/>
                  <a:ea typeface="宋体" panose="02010600030101010101" pitchFamily="2" charset="-122"/>
                </a:rPr>
                <a:t>        在职研究生既继承了研究生的属性和服务，同时又继承了职工的属性和服务，称为多继承，如图7-3（b）所示。在职研究生既具有学号、姓名、性别、研究方向等研究生的属性和服务，又具有职工类的属性如工号、所属部门等，还可以有其本身的属性和服务。</a:t>
              </a:r>
            </a:p>
          </p:txBody>
        </p:sp>
      </p:grpSp>
      <p:grpSp>
        <p:nvGrpSpPr>
          <p:cNvPr id="3" name="组合 2"/>
          <p:cNvGrpSpPr/>
          <p:nvPr/>
        </p:nvGrpSpPr>
        <p:grpSpPr>
          <a:xfrm>
            <a:off x="5861685" y="718185"/>
            <a:ext cx="5754737" cy="1251585"/>
            <a:chOff x="881" y="2735"/>
            <a:chExt cx="7963" cy="1971"/>
          </a:xfrm>
        </p:grpSpPr>
        <p:sp>
          <p:nvSpPr>
            <p:cNvPr id="167" name="圆角矩形"/>
            <p:cNvSpPr/>
            <p:nvPr/>
          </p:nvSpPr>
          <p:spPr>
            <a:xfrm>
              <a:off x="1251" y="3071"/>
              <a:ext cx="7593" cy="1634"/>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40"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xmlns=""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48" name="文本框 47"/>
            <p:cNvSpPr txBox="1"/>
            <p:nvPr/>
          </p:nvSpPr>
          <p:spPr>
            <a:xfrm>
              <a:off x="1249" y="3137"/>
              <a:ext cx="7594" cy="1569"/>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a:t>
              </a:r>
              <a:r>
                <a:rPr lang="en-US" dirty="0">
                  <a:latin typeface="微软雅黑" panose="020B0503020204020204" charset="-122"/>
                  <a:ea typeface="微软雅黑" panose="020B0503020204020204" charset="-122"/>
                  <a:sym typeface="+mn-ea"/>
                </a:rPr>
                <a:t> </a:t>
              </a:r>
              <a:r>
                <a:rPr lang="zh-CN" dirty="0">
                  <a:solidFill>
                    <a:schemeClr val="tx1">
                      <a:lumMod val="50000"/>
                    </a:schemeClr>
                  </a:solidFill>
                  <a:latin typeface="微软雅黑" panose="020B0503020204020204" charset="-122"/>
                  <a:ea typeface="微软雅黑" panose="020B0503020204020204" charset="-122"/>
                  <a:sym typeface="+mn-ea"/>
                </a:rPr>
                <a:t>在研究系统数据结构时，单继承关系的类形成的结构是树型结构；多继承关系的类形成的结构是网络结构。</a:t>
              </a:r>
            </a:p>
          </p:txBody>
        </p:sp>
      </p:grpSp>
    </p:spTree>
    <p:custDataLst>
      <p:tags r:id="rId1"/>
    </p:custDataLst>
  </p:cSld>
  <p:clrMapOvr>
    <a:masterClrMapping/>
  </p:clrMapOvr>
  <p:transition>
    <p:zo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7.1.3 </a:t>
            </a:r>
            <a:r>
              <a:rPr lang="zh-CN" altLang="en-US" sz="2400" dirty="0" smtClean="0">
                <a:solidFill>
                  <a:schemeClr val="tx1"/>
                </a:solidFill>
              </a:rPr>
              <a:t>建立对象模型</a:t>
            </a:r>
          </a:p>
        </p:txBody>
      </p:sp>
      <p:grpSp>
        <p:nvGrpSpPr>
          <p:cNvPr id="5" name="组合 4"/>
          <p:cNvGrpSpPr/>
          <p:nvPr/>
        </p:nvGrpSpPr>
        <p:grpSpPr>
          <a:xfrm>
            <a:off x="880110" y="2220595"/>
            <a:ext cx="10146030" cy="3869690"/>
            <a:chOff x="1500" y="3150"/>
            <a:chExt cx="15978" cy="6094"/>
          </a:xfrm>
        </p:grpSpPr>
        <p:sp>
          <p:nvSpPr>
            <p:cNvPr id="22" name="TextBox 21"/>
            <p:cNvSpPr txBox="1"/>
            <p:nvPr/>
          </p:nvSpPr>
          <p:spPr>
            <a:xfrm>
              <a:off x="3431" y="3419"/>
              <a:ext cx="13522" cy="624"/>
            </a:xfrm>
            <a:prstGeom prst="rect">
              <a:avLst/>
            </a:prstGeom>
            <a:noFill/>
          </p:spPr>
          <p:txBody>
            <a:bodyPr wrap="square">
              <a:spAutoFit/>
            </a:bodyPr>
            <a:lstStyle/>
            <a:p>
              <a:r>
                <a:rPr lang="zh-CN" altLang="en-US" sz="2000">
                  <a:sym typeface="+mn-ea"/>
                </a:rPr>
                <a:t>类的继承关系</a:t>
              </a:r>
              <a:endParaRPr sz="2000" dirty="0" smtClean="0">
                <a:sym typeface="+mn-ea"/>
              </a:endParaRPr>
            </a:p>
          </p:txBody>
        </p:sp>
        <p:sp>
          <p:nvSpPr>
            <p:cNvPr id="24" name="矩形 23"/>
            <p:cNvSpPr>
              <a:spLocks noChangeAspect="1"/>
            </p:cNvSpPr>
            <p:nvPr/>
          </p:nvSpPr>
          <p:spPr>
            <a:xfrm>
              <a:off x="1632" y="4275"/>
              <a:ext cx="15846" cy="4969"/>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5"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sz="2400" dirty="0" smtClean="0">
                    <a:solidFill>
                      <a:schemeClr val="bg1"/>
                    </a:solidFill>
                    <a:sym typeface="+mn-ea"/>
                  </a:rPr>
                  <a:t>图 </a:t>
                </a:r>
                <a:r>
                  <a:rPr lang="en-US" altLang="zh-CN" sz="2400" dirty="0" smtClean="0">
                    <a:solidFill>
                      <a:schemeClr val="bg1"/>
                    </a:solidFill>
                    <a:sym typeface="+mn-ea"/>
                  </a:rPr>
                  <a:t>7-3</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6" y="4445"/>
              <a:ext cx="15007" cy="4632"/>
            </a:xfrm>
            <a:prstGeom prst="rect">
              <a:avLst/>
            </a:prstGeom>
            <a:solidFill>
              <a:schemeClr val="bg1">
                <a:lumMod val="95000"/>
              </a:schemeClr>
            </a:solidFill>
          </p:spPr>
          <p:txBody>
            <a:bodyPr wrap="square">
              <a:spAutoFit/>
            </a:bodyPr>
            <a:lstStyle/>
            <a:p>
              <a:pPr fontAlgn="auto">
                <a:lnSpc>
                  <a:spcPct val="130000"/>
                </a:lnSpc>
              </a:pPr>
              <a:endParaRPr lang="en-US" altLang="en-US" dirty="0" smtClean="0">
                <a:latin typeface="Times New Roman" panose="02020603050405020304" charset="0"/>
                <a:ea typeface="宋体" panose="02010600030101010101" pitchFamily="2" charset="-122"/>
              </a:endParaRPr>
            </a:p>
            <a:p>
              <a:pPr fontAlgn="auto">
                <a:lnSpc>
                  <a:spcPct val="130000"/>
                </a:lnSpc>
              </a:pPr>
              <a:endParaRPr lang="en-US" altLang="en-US" dirty="0" smtClean="0">
                <a:latin typeface="Times New Roman" panose="02020603050405020304" charset="0"/>
                <a:ea typeface="宋体" panose="02010600030101010101" pitchFamily="2" charset="-122"/>
              </a:endParaRPr>
            </a:p>
            <a:p>
              <a:pPr fontAlgn="auto">
                <a:lnSpc>
                  <a:spcPct val="130000"/>
                </a:lnSpc>
              </a:pPr>
              <a:endParaRPr lang="en-US" altLang="en-US" dirty="0" smtClean="0">
                <a:latin typeface="Times New Roman" panose="02020603050405020304" charset="0"/>
                <a:ea typeface="宋体" panose="02010600030101010101" pitchFamily="2" charset="-122"/>
              </a:endParaRPr>
            </a:p>
            <a:p>
              <a:pPr fontAlgn="auto">
                <a:lnSpc>
                  <a:spcPct val="130000"/>
                </a:lnSpc>
              </a:pPr>
              <a:endParaRPr lang="en-US" altLang="en-US" dirty="0" smtClean="0">
                <a:latin typeface="Times New Roman" panose="02020603050405020304" charset="0"/>
                <a:ea typeface="宋体" panose="02010600030101010101" pitchFamily="2" charset="-122"/>
              </a:endParaRPr>
            </a:p>
            <a:p>
              <a:pPr fontAlgn="auto">
                <a:lnSpc>
                  <a:spcPct val="130000"/>
                </a:lnSpc>
              </a:pPr>
              <a:endParaRPr lang="en-US" altLang="en-US" dirty="0" smtClean="0">
                <a:latin typeface="Times New Roman" panose="02020603050405020304" charset="0"/>
                <a:ea typeface="宋体" panose="02010600030101010101" pitchFamily="2" charset="-122"/>
              </a:endParaRPr>
            </a:p>
            <a:p>
              <a:pPr fontAlgn="auto">
                <a:lnSpc>
                  <a:spcPct val="130000"/>
                </a:lnSpc>
              </a:pPr>
              <a:endParaRPr lang="en-US" altLang="en-US" dirty="0" smtClean="0">
                <a:latin typeface="Times New Roman" panose="02020603050405020304" charset="0"/>
                <a:ea typeface="宋体" panose="02010600030101010101" pitchFamily="2" charset="-122"/>
              </a:endParaRPr>
            </a:p>
            <a:p>
              <a:pPr fontAlgn="auto">
                <a:lnSpc>
                  <a:spcPct val="130000"/>
                </a:lnSpc>
              </a:pPr>
              <a:endParaRPr lang="en-US" altLang="en-US" dirty="0" smtClean="0">
                <a:latin typeface="Times New Roman" panose="02020603050405020304" charset="0"/>
                <a:ea typeface="宋体" panose="02010600030101010101" pitchFamily="2" charset="-122"/>
              </a:endParaRPr>
            </a:p>
            <a:p>
              <a:pPr fontAlgn="auto">
                <a:lnSpc>
                  <a:spcPct val="130000"/>
                </a:lnSpc>
              </a:pPr>
              <a:endParaRPr lang="en-US" altLang="en-US" dirty="0" smtClean="0">
                <a:latin typeface="Times New Roman" panose="02020603050405020304" charset="0"/>
                <a:ea typeface="宋体" panose="02010600030101010101" pitchFamily="2" charset="-122"/>
              </a:endParaRPr>
            </a:p>
          </p:txBody>
        </p:sp>
      </p:grpSp>
      <p:grpSp>
        <p:nvGrpSpPr>
          <p:cNvPr id="3" name="组合 2"/>
          <p:cNvGrpSpPr/>
          <p:nvPr/>
        </p:nvGrpSpPr>
        <p:grpSpPr>
          <a:xfrm>
            <a:off x="5140581" y="1441516"/>
            <a:ext cx="5754737" cy="1251585"/>
            <a:chOff x="881" y="2735"/>
            <a:chExt cx="7963" cy="1971"/>
          </a:xfrm>
        </p:grpSpPr>
        <p:sp>
          <p:nvSpPr>
            <p:cNvPr id="167" name="圆角矩形"/>
            <p:cNvSpPr/>
            <p:nvPr/>
          </p:nvSpPr>
          <p:spPr>
            <a:xfrm>
              <a:off x="1251" y="3071"/>
              <a:ext cx="7593" cy="1634"/>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40"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xmlns=""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48" name="文本框 47"/>
            <p:cNvSpPr txBox="1"/>
            <p:nvPr/>
          </p:nvSpPr>
          <p:spPr>
            <a:xfrm>
              <a:off x="1249" y="3137"/>
              <a:ext cx="7594" cy="1569"/>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a:t>
              </a:r>
              <a:r>
                <a:rPr lang="en-US" dirty="0">
                  <a:latin typeface="微软雅黑" panose="020B0503020204020204" charset="-122"/>
                  <a:ea typeface="微软雅黑" panose="020B0503020204020204" charset="-122"/>
                  <a:sym typeface="+mn-ea"/>
                </a:rPr>
                <a:t> </a:t>
              </a:r>
              <a:r>
                <a:rPr lang="zh-CN" dirty="0">
                  <a:solidFill>
                    <a:schemeClr val="tx1">
                      <a:lumMod val="50000"/>
                    </a:schemeClr>
                  </a:solidFill>
                  <a:latin typeface="微软雅黑" panose="020B0503020204020204" charset="-122"/>
                  <a:ea typeface="微软雅黑" panose="020B0503020204020204" charset="-122"/>
                  <a:sym typeface="+mn-ea"/>
                </a:rPr>
                <a:t>在研究系统数据结构时，单继承关系的类形成的结构是树型结构；多继承关系的类形成的结构是网络结构。</a:t>
              </a:r>
            </a:p>
          </p:txBody>
        </p:sp>
      </p:grpSp>
      <p:graphicFrame>
        <p:nvGraphicFramePr>
          <p:cNvPr id="4" name="对象 3"/>
          <p:cNvGraphicFramePr>
            <a:graphicFrameLocks/>
          </p:cNvGraphicFramePr>
          <p:nvPr/>
        </p:nvGraphicFramePr>
        <p:xfrm>
          <a:off x="2882900" y="3042603"/>
          <a:ext cx="6426200" cy="6285865"/>
        </p:xfrm>
        <a:graphic>
          <a:graphicData uri="http://schemas.openxmlformats.org/presentationml/2006/ole">
            <p:oleObj spid="_x0000_s60417" r:id="rId6" imgW="3659916" imgH="3948877" progId="Word.Document.12">
              <p:embed/>
            </p:oleObj>
          </a:graphicData>
        </a:graphic>
      </p:graphicFrame>
      <p:sp>
        <p:nvSpPr>
          <p:cNvPr id="7" name="文本框 6"/>
          <p:cNvSpPr txBox="1"/>
          <p:nvPr/>
        </p:nvSpPr>
        <p:spPr>
          <a:xfrm>
            <a:off x="3954780" y="5450205"/>
            <a:ext cx="4889500" cy="640080"/>
          </a:xfrm>
          <a:prstGeom prst="rect">
            <a:avLst/>
          </a:prstGeom>
          <a:noFill/>
        </p:spPr>
        <p:txBody>
          <a:bodyPr wrap="square" rtlCol="0" anchor="t">
            <a:spAutoFit/>
          </a:bodyPr>
          <a:lstStyle/>
          <a:p>
            <a:r>
              <a:rPr lang="en-US" altLang="zh-CN"/>
              <a:t>     </a:t>
            </a:r>
            <a:r>
              <a:rPr lang="zh-CN" altLang="en-US"/>
              <a:t>（a）                                         （b）</a:t>
            </a:r>
          </a:p>
          <a:p>
            <a:r>
              <a:rPr lang="zh-CN" altLang="en-US"/>
              <a:t>                 图7-3  类的继承关系</a:t>
            </a:r>
          </a:p>
        </p:txBody>
      </p:sp>
    </p:spTree>
    <p:custDataLst>
      <p:tags r:id="rId2"/>
    </p:custDataLst>
  </p:cSld>
  <p:clrMapOvr>
    <a:masterClrMapping/>
  </p:clrMapOvr>
  <p:transition>
    <p:zo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p:cNvGraphicFramePr>
          <p:nvPr/>
        </p:nvGraphicFramePr>
        <p:xfrm>
          <a:off x="6877685" y="3225483"/>
          <a:ext cx="4506595" cy="4415155"/>
        </p:xfrm>
        <a:graphic>
          <a:graphicData uri="http://schemas.openxmlformats.org/presentationml/2006/ole">
            <p:oleObj spid="_x0000_s68609" r:id="rId5" imgW="1392007" imgH="1832457" progId="Word.Document.12">
              <p:embed/>
            </p:oleObj>
          </a:graphicData>
        </a:graphic>
      </p:graphicFrame>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聚集关系</a:t>
            </a:r>
          </a:p>
        </p:txBody>
      </p:sp>
      <p:sp>
        <p:nvSpPr>
          <p:cNvPr id="7" name="文本框 6"/>
          <p:cNvSpPr txBox="1"/>
          <p:nvPr/>
        </p:nvSpPr>
        <p:spPr>
          <a:xfrm>
            <a:off x="755324" y="2543412"/>
            <a:ext cx="461665" cy="2308645"/>
          </a:xfrm>
          <a:prstGeom prst="rect">
            <a:avLst/>
          </a:prstGeom>
          <a:noFill/>
        </p:spPr>
        <p:txBody>
          <a:bodyPr vert="eaVert" wrap="none" rtlCol="0">
            <a:spAutoFit/>
          </a:bodyPr>
          <a:lstStyle/>
          <a:p>
            <a:r>
              <a:rPr lang="en-US" altLang="zh-CN" spc="160" dirty="0" smtClean="0">
                <a:solidFill>
                  <a:schemeClr val="bg1"/>
                </a:solidFill>
                <a:latin typeface="微软雅黑" panose="020B0503020204020204" charset="-122"/>
                <a:ea typeface="微软雅黑" panose="020B0503020204020204" charset="-122"/>
              </a:rPr>
              <a:t>7.1.3 </a:t>
            </a:r>
            <a:r>
              <a:rPr lang="zh-CN" altLang="en-US" spc="160" dirty="0" smtClean="0">
                <a:solidFill>
                  <a:schemeClr val="bg1"/>
                </a:solidFill>
                <a:latin typeface="微软雅黑" panose="020B0503020204020204" charset="-122"/>
                <a:ea typeface="微软雅黑" panose="020B0503020204020204" charset="-122"/>
              </a:rPr>
              <a:t>建立对象模型</a:t>
            </a:r>
          </a:p>
        </p:txBody>
      </p:sp>
      <p:sp>
        <p:nvSpPr>
          <p:cNvPr id="100" name="文本框 99"/>
          <p:cNvSpPr txBox="1"/>
          <p:nvPr/>
        </p:nvSpPr>
        <p:spPr>
          <a:xfrm>
            <a:off x="1507490" y="2314575"/>
            <a:ext cx="5241290" cy="2228850"/>
          </a:xfrm>
          <a:prstGeom prst="rect">
            <a:avLst/>
          </a:prstGeom>
          <a:noFill/>
          <a:ln w="9525">
            <a:noFill/>
          </a:ln>
        </p:spPr>
        <p:txBody>
          <a:bodyPr wrap="square">
            <a:spAutoFit/>
          </a:bodyPr>
          <a:lstStyle/>
          <a:p>
            <a:pPr marL="0" indent="0" algn="l" fontAlgn="auto">
              <a:lnSpc>
                <a:spcPct val="130000"/>
              </a:lnSpc>
            </a:pPr>
            <a:r>
              <a:rPr lang="en-US" altLang="zh-CN">
                <a:latin typeface="微软雅黑" panose="020B0503020204020204" charset="-122"/>
                <a:ea typeface="微软雅黑" panose="020B0503020204020204" charset="-122"/>
                <a:sym typeface="+mn-ea"/>
              </a:rPr>
              <a:t>       </a:t>
            </a:r>
            <a:r>
              <a:rPr lang="zh-CN" altLang="en-US">
                <a:solidFill>
                  <a:schemeClr val="accent1">
                    <a:lumMod val="50000"/>
                  </a:schemeClr>
                </a:solidFill>
                <a:latin typeface="微软雅黑" panose="020B0503020204020204" charset="-122"/>
                <a:ea typeface="微软雅黑" panose="020B0503020204020204" charset="-122"/>
                <a:sym typeface="+mn-ea"/>
              </a:rPr>
              <a:t>聚集关系就是“整体－部分”关系，也称组合关系，它反映了对象之间的构成关系。</a:t>
            </a:r>
            <a:r>
              <a:rPr lang="zh-CN" altLang="en-US">
                <a:latin typeface="微软雅黑" panose="020B0503020204020204" charset="-122"/>
                <a:ea typeface="微软雅黑" panose="020B0503020204020204" charset="-122"/>
                <a:sym typeface="+mn-ea"/>
              </a:rPr>
              <a:t>聚集关系也称组合为关系。聚集关系最重要的性质是传递性。</a:t>
            </a:r>
          </a:p>
          <a:p>
            <a:pPr marL="0" indent="0" algn="l" fontAlgn="auto">
              <a:lnSpc>
                <a:spcPct val="130000"/>
              </a:lnSpc>
            </a:pPr>
            <a:r>
              <a:rPr lang="zh-CN" altLang="en-US">
                <a:latin typeface="微软雅黑" panose="020B0503020204020204" charset="-122"/>
                <a:ea typeface="微软雅黑" panose="020B0503020204020204" charset="-122"/>
                <a:sym typeface="+mn-ea"/>
              </a:rPr>
              <a:t>       当聚集关系有多个层次时，可以用一棵简单的聚集树来表示。</a:t>
            </a:r>
          </a:p>
          <a:p>
            <a:pPr marL="0" indent="0" algn="l" fontAlgn="auto">
              <a:lnSpc>
                <a:spcPct val="130000"/>
              </a:lnSpc>
            </a:pPr>
            <a:endParaRPr lang="zh-CN" altLang="en-US">
              <a:latin typeface="微软雅黑" panose="020B0503020204020204" charset="-122"/>
              <a:ea typeface="微软雅黑" panose="020B0503020204020204" charset="-122"/>
              <a:sym typeface="+mn-ea"/>
            </a:endParaRPr>
          </a:p>
        </p:txBody>
      </p:sp>
      <p:sp>
        <p:nvSpPr>
          <p:cNvPr id="4" name="文本框 3"/>
          <p:cNvSpPr txBox="1"/>
          <p:nvPr/>
        </p:nvSpPr>
        <p:spPr>
          <a:xfrm>
            <a:off x="1507490" y="4138295"/>
            <a:ext cx="10082530" cy="1516380"/>
          </a:xfrm>
          <a:prstGeom prst="rect">
            <a:avLst/>
          </a:prstGeom>
          <a:noFill/>
        </p:spPr>
        <p:txBody>
          <a:bodyPr wrap="square" rtlCol="0" anchor="t">
            <a:spAutoFit/>
          </a:bodyPr>
          <a:lstStyle/>
          <a:p>
            <a:pPr marL="0" indent="0" algn="l" fontAlgn="auto">
              <a:lnSpc>
                <a:spcPct val="130000"/>
              </a:lnSpc>
            </a:pPr>
            <a:r>
              <a:rPr lang="en-US" altLang="zh-CN">
                <a:latin typeface="微软雅黑" panose="020B0503020204020204" charset="-122"/>
                <a:ea typeface="微软雅黑" panose="020B0503020204020204" charset="-122"/>
                <a:sym typeface="+mn-ea"/>
              </a:rPr>
              <a:t>      </a:t>
            </a:r>
            <a:r>
              <a:rPr lang="zh-CN" altLang="en-US">
                <a:latin typeface="微软雅黑" panose="020B0503020204020204" charset="-122"/>
                <a:ea typeface="微软雅黑" panose="020B0503020204020204" charset="-122"/>
                <a:sym typeface="+mn-ea"/>
              </a:rPr>
              <a:t>图7-4是表示类的聚集关系的图形符号，左部</a:t>
            </a:r>
          </a:p>
          <a:p>
            <a:pPr marL="0" indent="0" algn="l" fontAlgn="auto">
              <a:lnSpc>
                <a:spcPct val="130000"/>
              </a:lnSpc>
            </a:pPr>
            <a:r>
              <a:rPr lang="zh-CN" altLang="en-US">
                <a:latin typeface="微软雅黑" panose="020B0503020204020204" charset="-122"/>
                <a:ea typeface="微软雅黑" panose="020B0503020204020204" charset="-122"/>
                <a:sym typeface="+mn-ea"/>
              </a:rPr>
              <a:t>是一个整体类，右部是组成整体类的部分类，相互之间用菱形框和直线连接。菱形的顶点指向整体对象，菱形的另一端画出的线连到部分对象。连线端点可以标出数值（或值的范围），表示该端对象的数量，当值为1时可以缺省。</a:t>
            </a:r>
            <a:endParaRPr lang="zh-CN" altLang="en-US"/>
          </a:p>
        </p:txBody>
      </p:sp>
      <p:sp>
        <p:nvSpPr>
          <p:cNvPr id="9" name="文本框 8"/>
          <p:cNvSpPr txBox="1"/>
          <p:nvPr/>
        </p:nvSpPr>
        <p:spPr>
          <a:xfrm>
            <a:off x="7456170" y="3947160"/>
            <a:ext cx="3348990" cy="365760"/>
          </a:xfrm>
          <a:prstGeom prst="rect">
            <a:avLst/>
          </a:prstGeom>
          <a:noFill/>
        </p:spPr>
        <p:txBody>
          <a:bodyPr wrap="square" rtlCol="0" anchor="t">
            <a:spAutoFit/>
          </a:bodyPr>
          <a:lstStyle/>
          <a:p>
            <a:r>
              <a:rPr lang="zh-CN" altLang="en-US"/>
              <a:t>图7-2  类的一般－特殊关系</a:t>
            </a:r>
          </a:p>
        </p:txBody>
      </p:sp>
    </p:spTree>
    <p:custDataLst>
      <p:tags r:id="rId2"/>
    </p:custDataLst>
  </p:cSld>
  <p:clrMapOvr>
    <a:masterClrMapping/>
  </p:clrMapOvr>
  <p:transition>
    <p:zo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7.1.3 </a:t>
            </a:r>
            <a:r>
              <a:rPr lang="zh-CN" altLang="en-US" sz="2400" dirty="0" smtClean="0">
                <a:solidFill>
                  <a:schemeClr val="tx1"/>
                </a:solidFill>
              </a:rPr>
              <a:t>建立对象模型</a:t>
            </a:r>
          </a:p>
        </p:txBody>
      </p:sp>
      <p:grpSp>
        <p:nvGrpSpPr>
          <p:cNvPr id="5" name="组合 4"/>
          <p:cNvGrpSpPr/>
          <p:nvPr/>
        </p:nvGrpSpPr>
        <p:grpSpPr>
          <a:xfrm>
            <a:off x="880110" y="2220595"/>
            <a:ext cx="4604385" cy="3934460"/>
            <a:chOff x="1500" y="3150"/>
            <a:chExt cx="7251" cy="6196"/>
          </a:xfrm>
        </p:grpSpPr>
        <p:sp>
          <p:nvSpPr>
            <p:cNvPr id="22" name="TextBox 21"/>
            <p:cNvSpPr txBox="1"/>
            <p:nvPr/>
          </p:nvSpPr>
          <p:spPr>
            <a:xfrm>
              <a:off x="3431" y="3419"/>
              <a:ext cx="4298" cy="624"/>
            </a:xfrm>
            <a:prstGeom prst="rect">
              <a:avLst/>
            </a:prstGeom>
            <a:noFill/>
          </p:spPr>
          <p:txBody>
            <a:bodyPr wrap="square">
              <a:spAutoFit/>
            </a:bodyPr>
            <a:lstStyle/>
            <a:p>
              <a:r>
                <a:rPr lang="zh-CN" altLang="en-US" sz="2000">
                  <a:sym typeface="+mn-ea"/>
                </a:rPr>
                <a:t>整体</a:t>
              </a:r>
              <a:r>
                <a:rPr lang="en-US" altLang="zh-CN" sz="2000">
                  <a:sym typeface="+mn-ea"/>
                </a:rPr>
                <a:t>-</a:t>
              </a:r>
              <a:r>
                <a:rPr lang="zh-CN" altLang="en-US" sz="2000">
                  <a:sym typeface="+mn-ea"/>
                </a:rPr>
                <a:t>部分关系</a:t>
              </a:r>
              <a:endParaRPr lang="zh-CN" altLang="en-US" sz="2000" dirty="0" smtClean="0">
                <a:sym typeface="+mn-ea"/>
              </a:endParaRPr>
            </a:p>
          </p:txBody>
        </p:sp>
        <p:sp>
          <p:nvSpPr>
            <p:cNvPr id="24" name="矩形 23"/>
            <p:cNvSpPr>
              <a:spLocks noChangeAspect="1"/>
            </p:cNvSpPr>
            <p:nvPr/>
          </p:nvSpPr>
          <p:spPr>
            <a:xfrm>
              <a:off x="1632" y="4275"/>
              <a:ext cx="7119" cy="5071"/>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5"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sz="2400" dirty="0" smtClean="0">
                    <a:solidFill>
                      <a:schemeClr val="bg1"/>
                    </a:solidFill>
                    <a:sym typeface="+mn-ea"/>
                  </a:rPr>
                  <a:t>图 </a:t>
                </a:r>
                <a:r>
                  <a:rPr lang="en-US" altLang="zh-CN" sz="2400" dirty="0" smtClean="0">
                    <a:solidFill>
                      <a:schemeClr val="bg1"/>
                    </a:solidFill>
                    <a:sym typeface="+mn-ea"/>
                  </a:rPr>
                  <a:t>7-5</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4" name="TextBox 33"/>
            <p:cNvSpPr txBox="1"/>
            <p:nvPr/>
          </p:nvSpPr>
          <p:spPr>
            <a:xfrm>
              <a:off x="1876" y="4445"/>
              <a:ext cx="6626" cy="4115"/>
            </a:xfrm>
            <a:prstGeom prst="rect">
              <a:avLst/>
            </a:prstGeom>
            <a:solidFill>
              <a:schemeClr val="bg1">
                <a:lumMod val="95000"/>
              </a:schemeClr>
            </a:solidFill>
          </p:spPr>
          <p:txBody>
            <a:bodyPr wrap="square">
              <a:spAutoFit/>
            </a:bodyPr>
            <a:lstStyle/>
            <a:p>
              <a:pPr fontAlgn="auto">
                <a:lnSpc>
                  <a:spcPct val="130000"/>
                </a:lnSpc>
              </a:pPr>
              <a:r>
                <a:rPr lang="en-US" altLang="en-US" dirty="0" smtClean="0">
                  <a:latin typeface="Times New Roman" panose="02020603050405020304" charset="0"/>
                  <a:ea typeface="宋体" panose="02010600030101010101" pitchFamily="2" charset="-122"/>
                </a:rPr>
                <a:t>       例如，一辆汽车由4或6个轮子和1个车厢组成。汽车一端数量是1，可以不标出数量；轮子一端可以标出数量4，6；车厢一端的数量是1，可以不标出数量，如图7-5所示。又如，一本教材由封面、前言、目录及若干章组成，每章由若干节和习题组成，如图7-6所示。</a:t>
              </a:r>
            </a:p>
          </p:txBody>
        </p:sp>
      </p:grpSp>
      <p:graphicFrame>
        <p:nvGraphicFramePr>
          <p:cNvPr id="8" name="对象 7"/>
          <p:cNvGraphicFramePr>
            <a:graphicFrameLocks/>
          </p:cNvGraphicFramePr>
          <p:nvPr/>
        </p:nvGraphicFramePr>
        <p:xfrm>
          <a:off x="6050280" y="579120"/>
          <a:ext cx="4728845" cy="3514090"/>
        </p:xfrm>
        <a:graphic>
          <a:graphicData uri="http://schemas.openxmlformats.org/presentationml/2006/ole">
            <p:oleObj spid="_x0000_s70658" r:id="rId6" imgW="2335258" imgH="2671764" progId="Word.Document.12">
              <p:embed/>
            </p:oleObj>
          </a:graphicData>
        </a:graphic>
      </p:graphicFrame>
      <p:graphicFrame>
        <p:nvGraphicFramePr>
          <p:cNvPr id="10" name="对象 9"/>
          <p:cNvGraphicFramePr>
            <a:graphicFrameLocks/>
          </p:cNvGraphicFramePr>
          <p:nvPr/>
        </p:nvGraphicFramePr>
        <p:xfrm>
          <a:off x="5993765" y="2787650"/>
          <a:ext cx="5189220" cy="9031605"/>
        </p:xfrm>
        <a:graphic>
          <a:graphicData uri="http://schemas.openxmlformats.org/presentationml/2006/ole">
            <p:oleObj spid="_x0000_s70657" r:id="rId7" imgW="2497329" imgH="6537250" progId="Word.Document.12">
              <p:embed/>
            </p:oleObj>
          </a:graphicData>
        </a:graphic>
      </p:graphicFrame>
      <p:sp>
        <p:nvSpPr>
          <p:cNvPr id="12" name="文本框 11"/>
          <p:cNvSpPr txBox="1"/>
          <p:nvPr/>
        </p:nvSpPr>
        <p:spPr>
          <a:xfrm>
            <a:off x="6794500" y="5628005"/>
            <a:ext cx="3588385" cy="365760"/>
          </a:xfrm>
          <a:prstGeom prst="rect">
            <a:avLst/>
          </a:prstGeom>
          <a:noFill/>
        </p:spPr>
        <p:txBody>
          <a:bodyPr wrap="square" rtlCol="0" anchor="t">
            <a:spAutoFit/>
          </a:bodyPr>
          <a:lstStyle/>
          <a:p>
            <a:r>
              <a:rPr lang="zh-CN" altLang="en-US"/>
              <a:t>图7-6  教材结构的聚集关系</a:t>
            </a:r>
          </a:p>
        </p:txBody>
      </p:sp>
      <p:sp>
        <p:nvSpPr>
          <p:cNvPr id="13" name="文本框 12"/>
          <p:cNvSpPr txBox="1"/>
          <p:nvPr/>
        </p:nvSpPr>
        <p:spPr>
          <a:xfrm>
            <a:off x="6793865" y="2421890"/>
            <a:ext cx="3985260" cy="365760"/>
          </a:xfrm>
          <a:prstGeom prst="rect">
            <a:avLst/>
          </a:prstGeom>
          <a:noFill/>
        </p:spPr>
        <p:txBody>
          <a:bodyPr wrap="square" rtlCol="0" anchor="t">
            <a:spAutoFit/>
          </a:bodyPr>
          <a:lstStyle/>
          <a:p>
            <a:r>
              <a:rPr lang="zh-CN" altLang="en-US"/>
              <a:t>图7-5  整体－部分关系表示法 </a:t>
            </a:r>
          </a:p>
        </p:txBody>
      </p:sp>
      <p:sp>
        <p:nvSpPr>
          <p:cNvPr id="14" name="矩形 13"/>
          <p:cNvSpPr>
            <a:spLocks noChangeAspect="1"/>
          </p:cNvSpPr>
          <p:nvPr/>
        </p:nvSpPr>
        <p:spPr>
          <a:xfrm>
            <a:off x="5838190" y="372110"/>
            <a:ext cx="5501640" cy="579628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Tree>
    <p:custDataLst>
      <p:tags r:id="rId2"/>
    </p:custDataLst>
  </p:cSld>
  <p:clrMapOvr>
    <a:masterClrMapping/>
  </p:clrMapOvr>
  <p:transition>
    <p:zo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关联关系</a:t>
            </a:r>
          </a:p>
        </p:txBody>
      </p:sp>
      <p:sp>
        <p:nvSpPr>
          <p:cNvPr id="7" name="文本框 6"/>
          <p:cNvSpPr txBox="1"/>
          <p:nvPr/>
        </p:nvSpPr>
        <p:spPr>
          <a:xfrm>
            <a:off x="741677" y="2516116"/>
            <a:ext cx="461665" cy="2308645"/>
          </a:xfrm>
          <a:prstGeom prst="rect">
            <a:avLst/>
          </a:prstGeom>
          <a:noFill/>
        </p:spPr>
        <p:txBody>
          <a:bodyPr vert="eaVert" wrap="none" rtlCol="0">
            <a:spAutoFit/>
          </a:bodyPr>
          <a:lstStyle/>
          <a:p>
            <a:r>
              <a:rPr lang="en-US" altLang="zh-CN" spc="160" dirty="0" smtClean="0">
                <a:solidFill>
                  <a:schemeClr val="bg1"/>
                </a:solidFill>
                <a:latin typeface="微软雅黑" panose="020B0503020204020204" charset="-122"/>
                <a:ea typeface="微软雅黑" panose="020B0503020204020204" charset="-122"/>
              </a:rPr>
              <a:t>7.1.3 </a:t>
            </a:r>
            <a:r>
              <a:rPr lang="zh-CN" altLang="en-US" spc="160" dirty="0" smtClean="0">
                <a:solidFill>
                  <a:schemeClr val="bg1"/>
                </a:solidFill>
                <a:latin typeface="微软雅黑" panose="020B0503020204020204" charset="-122"/>
                <a:ea typeface="微软雅黑" panose="020B0503020204020204" charset="-122"/>
              </a:rPr>
              <a:t>建立对象模型</a:t>
            </a:r>
          </a:p>
        </p:txBody>
      </p:sp>
      <p:sp>
        <p:nvSpPr>
          <p:cNvPr id="100" name="文本框 99"/>
          <p:cNvSpPr txBox="1"/>
          <p:nvPr/>
        </p:nvSpPr>
        <p:spPr>
          <a:xfrm>
            <a:off x="1507490" y="2397314"/>
            <a:ext cx="9847447" cy="1892826"/>
          </a:xfrm>
          <a:prstGeom prst="rect">
            <a:avLst/>
          </a:prstGeom>
          <a:noFill/>
          <a:ln w="9525">
            <a:noFill/>
          </a:ln>
        </p:spPr>
        <p:txBody>
          <a:bodyPr wrap="square">
            <a:spAutoFit/>
          </a:bodyPr>
          <a:lstStyle/>
          <a:p>
            <a:pPr marL="0" indent="0" algn="l" fontAlgn="auto">
              <a:lnSpc>
                <a:spcPct val="130000"/>
              </a:lnSpc>
            </a:pPr>
            <a:r>
              <a:rPr lang="en-US" altLang="zh-CN" dirty="0">
                <a:latin typeface="微软雅黑" panose="020B0503020204020204" charset="-122"/>
                <a:ea typeface="微软雅黑" panose="020B0503020204020204" charset="-122"/>
                <a:sym typeface="+mn-ea"/>
              </a:rPr>
              <a:t>       </a:t>
            </a:r>
            <a:r>
              <a:rPr lang="zh-CN" altLang="en-US" dirty="0">
                <a:latin typeface="微软雅黑" panose="020B0503020204020204" charset="-122"/>
                <a:ea typeface="微软雅黑" panose="020B0503020204020204" charset="-122"/>
                <a:sym typeface="+mn-ea"/>
              </a:rPr>
              <a:t>类的关联关系反映了对象之间相互依赖、相互作用的关系。</a:t>
            </a:r>
          </a:p>
          <a:p>
            <a:pPr marL="0" indent="0" algn="l" fontAlgn="auto">
              <a:lnSpc>
                <a:spcPct val="130000"/>
              </a:lnSpc>
            </a:pPr>
            <a:r>
              <a:rPr lang="zh-CN" altLang="en-US" dirty="0">
                <a:latin typeface="微软雅黑" panose="020B0503020204020204" charset="-122"/>
                <a:ea typeface="微软雅黑" panose="020B0503020204020204" charset="-122"/>
                <a:sym typeface="+mn-ea"/>
              </a:rPr>
              <a:t>通常把两个对象类之间的二元关系再细分为一对一（1∶1）、一对多（1∶M）和多对多（M∶N）3种基本类型。类型的划分依据参与关联的对象的数目。</a:t>
            </a:r>
          </a:p>
          <a:p>
            <a:pPr marL="0" indent="0" algn="l" fontAlgn="auto">
              <a:lnSpc>
                <a:spcPct val="130000"/>
              </a:lnSpc>
            </a:pPr>
            <a:r>
              <a:rPr lang="zh-CN" altLang="en-US" dirty="0" smtClean="0">
                <a:latin typeface="微软雅黑" panose="020B0503020204020204" charset="-122"/>
                <a:ea typeface="微软雅黑" panose="020B0503020204020204" charset="-122"/>
                <a:sym typeface="+mn-ea"/>
              </a:rPr>
              <a:t>       用</a:t>
            </a:r>
            <a:r>
              <a:rPr lang="zh-CN" altLang="en-US" dirty="0">
                <a:latin typeface="微软雅黑" panose="020B0503020204020204" charset="-122"/>
                <a:ea typeface="微软雅黑" panose="020B0503020204020204" charset="-122"/>
                <a:sym typeface="+mn-ea"/>
              </a:rPr>
              <a:t>连线表示两个对象类之间的关联关系。例如，学生学习课程，学生与课程之间存在关联关系，如图7-7（a）所示的类的关联关系。</a:t>
            </a:r>
          </a:p>
        </p:txBody>
      </p:sp>
      <p:sp>
        <p:nvSpPr>
          <p:cNvPr id="4" name="文本框 3"/>
          <p:cNvSpPr txBox="1"/>
          <p:nvPr/>
        </p:nvSpPr>
        <p:spPr>
          <a:xfrm>
            <a:off x="1507490" y="4138295"/>
            <a:ext cx="10082530" cy="1137106"/>
          </a:xfrm>
          <a:prstGeom prst="rect">
            <a:avLst/>
          </a:prstGeom>
          <a:noFill/>
        </p:spPr>
        <p:txBody>
          <a:bodyPr wrap="square" rtlCol="0" anchor="t">
            <a:spAutoFit/>
          </a:bodyPr>
          <a:lstStyle/>
          <a:p>
            <a:pPr marL="0" indent="0" algn="l" fontAlgn="auto">
              <a:lnSpc>
                <a:spcPct val="130000"/>
              </a:lnSpc>
            </a:pPr>
            <a:r>
              <a:rPr lang="en-US" altLang="zh-CN" dirty="0">
                <a:latin typeface="微软雅黑" panose="020B0503020204020204" charset="-122"/>
                <a:ea typeface="微软雅黑" panose="020B0503020204020204" charset="-122"/>
                <a:sym typeface="+mn-ea"/>
              </a:rPr>
              <a:t>    </a:t>
            </a:r>
            <a:r>
              <a:rPr lang="en-US" altLang="zh-CN" dirty="0" smtClean="0">
                <a:latin typeface="微软雅黑" panose="020B0503020204020204" charset="-122"/>
                <a:ea typeface="微软雅黑" panose="020B0503020204020204" charset="-122"/>
                <a:sym typeface="+mn-ea"/>
              </a:rPr>
              <a:t>   </a:t>
            </a:r>
            <a:r>
              <a:rPr lang="zh-CN" altLang="en-US" dirty="0">
                <a:latin typeface="微软雅黑" panose="020B0503020204020204" charset="-122"/>
                <a:ea typeface="微软雅黑" panose="020B0503020204020204" charset="-122"/>
                <a:sym typeface="+mn-ea"/>
              </a:rPr>
              <a:t>图7-4是表示类的聚集关系的图形符号，左</a:t>
            </a:r>
            <a:r>
              <a:rPr lang="zh-CN" altLang="en-US" dirty="0" smtClean="0">
                <a:latin typeface="微软雅黑" panose="020B0503020204020204" charset="-122"/>
                <a:ea typeface="微软雅黑" panose="020B0503020204020204" charset="-122"/>
                <a:sym typeface="+mn-ea"/>
              </a:rPr>
              <a:t>部是</a:t>
            </a:r>
            <a:r>
              <a:rPr lang="zh-CN" altLang="en-US" dirty="0">
                <a:latin typeface="微软雅黑" panose="020B0503020204020204" charset="-122"/>
                <a:ea typeface="微软雅黑" panose="020B0503020204020204" charset="-122"/>
                <a:sym typeface="+mn-ea"/>
              </a:rPr>
              <a:t>一个整体类，右部是组成整体类的部分类，相互之间用菱形框和直线连接。菱形的顶点指向整体对象，菱形的另一端画出的线连到部分对象。连线端点可以标出数值（或值的范围），表示该端对象的数量，当值为1时可以缺省。</a:t>
            </a:r>
            <a:endParaRPr lang="zh-CN" altLang="en-US" dirty="0"/>
          </a:p>
        </p:txBody>
      </p:sp>
    </p:spTree>
    <p:custDataLst>
      <p:tags r:id="rId1"/>
    </p:custDataLst>
  </p:cSld>
  <p:clrMapOvr>
    <a:masterClrMapping/>
  </p:clrMapOvr>
  <p:transition>
    <p:zo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7.1.3 </a:t>
            </a:r>
            <a:r>
              <a:rPr lang="zh-CN" altLang="en-US" sz="2400" dirty="0" smtClean="0">
                <a:solidFill>
                  <a:schemeClr val="tx1"/>
                </a:solidFill>
              </a:rPr>
              <a:t>建立对象模型</a:t>
            </a:r>
          </a:p>
        </p:txBody>
      </p:sp>
      <p:sp>
        <p:nvSpPr>
          <p:cNvPr id="8" name="MH_Desc_1"/>
          <p:cNvSpPr/>
          <p:nvPr>
            <p:custDataLst>
              <p:tags r:id="rId2"/>
            </p:custDataLst>
          </p:nvPr>
        </p:nvSpPr>
        <p:spPr>
          <a:xfrm>
            <a:off x="4462145" y="2415540"/>
            <a:ext cx="7220585" cy="341884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25400" cap="sq">
            <a:solidFill>
              <a:srgbClr val="008C33"/>
            </a:solidFill>
            <a:beve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oAutofit/>
          </a:bodyPr>
          <a:lstStyle/>
          <a:p>
            <a:pPr indent="457200">
              <a:lnSpc>
                <a:spcPct val="120000"/>
              </a:lnSpc>
            </a:pPr>
            <a:endParaRPr dirty="0" smtClean="0">
              <a:solidFill>
                <a:schemeClr val="tx1"/>
              </a:solidFill>
              <a:latin typeface="+mn-ea"/>
              <a:sym typeface="+mn-ea"/>
            </a:endParaRPr>
          </a:p>
          <a:p>
            <a:pPr indent="457200">
              <a:lnSpc>
                <a:spcPct val="120000"/>
              </a:lnSpc>
            </a:pPr>
            <a:endParaRPr dirty="0" smtClean="0">
              <a:solidFill>
                <a:schemeClr val="tx1"/>
              </a:solidFill>
              <a:latin typeface="+mn-ea"/>
              <a:sym typeface="+mn-ea"/>
            </a:endParaRPr>
          </a:p>
          <a:p>
            <a:pPr indent="457200">
              <a:lnSpc>
                <a:spcPct val="120000"/>
              </a:lnSpc>
            </a:pPr>
            <a:r>
              <a:rPr dirty="0" smtClean="0">
                <a:solidFill>
                  <a:schemeClr val="tx1"/>
                </a:solidFill>
                <a:latin typeface="+mn-ea"/>
                <a:sym typeface="+mn-ea"/>
              </a:rPr>
              <a:t>类的关联关系反映了对象之间相互依赖、相互作用的关系。</a:t>
            </a:r>
          </a:p>
          <a:p>
            <a:pPr indent="457200">
              <a:lnSpc>
                <a:spcPct val="120000"/>
              </a:lnSpc>
            </a:pPr>
            <a:r>
              <a:rPr dirty="0" smtClean="0">
                <a:solidFill>
                  <a:schemeClr val="tx1"/>
                </a:solidFill>
                <a:latin typeface="+mn-ea"/>
                <a:sym typeface="+mn-ea"/>
              </a:rPr>
              <a:t>通常把两个对象类之间的二元关系再细分为一对一（1∶1）、一对多（1∶M）和多对多（M∶N）3种基本类型。类型的划分依据参与关联的对象的数目。</a:t>
            </a:r>
          </a:p>
          <a:p>
            <a:pPr indent="457200">
              <a:lnSpc>
                <a:spcPct val="120000"/>
              </a:lnSpc>
            </a:pPr>
            <a:r>
              <a:rPr dirty="0" smtClean="0">
                <a:solidFill>
                  <a:schemeClr val="tx1"/>
                </a:solidFill>
                <a:latin typeface="+mn-ea"/>
                <a:sym typeface="+mn-ea"/>
              </a:rPr>
              <a:t>用连线表示两个对象类之间的关联关系。例如，学生学习课程，学生与课程之间存在关联关系，如图7-7（a）所示的类的关联关系。</a:t>
            </a:r>
          </a:p>
        </p:txBody>
      </p:sp>
      <p:pic>
        <p:nvPicPr>
          <p:cNvPr id="5" name="图片 4"/>
          <p:cNvPicPr>
            <a:picLocks noChangeAspect="1"/>
          </p:cNvPicPr>
          <p:nvPr/>
        </p:nvPicPr>
        <p:blipFill>
          <a:blip r:embed="rId5" cstate="print"/>
          <a:stretch>
            <a:fillRect/>
          </a:stretch>
        </p:blipFill>
        <p:spPr>
          <a:xfrm>
            <a:off x="495300" y="3234055"/>
            <a:ext cx="3771265" cy="1781175"/>
          </a:xfrm>
          <a:prstGeom prst="rect">
            <a:avLst/>
          </a:prstGeom>
        </p:spPr>
      </p:pic>
      <p:sp>
        <p:nvSpPr>
          <p:cNvPr id="6" name="文本框 5"/>
          <p:cNvSpPr txBox="1"/>
          <p:nvPr/>
        </p:nvSpPr>
        <p:spPr>
          <a:xfrm>
            <a:off x="754380" y="5126355"/>
            <a:ext cx="3889375" cy="365760"/>
          </a:xfrm>
          <a:prstGeom prst="rect">
            <a:avLst/>
          </a:prstGeom>
          <a:noFill/>
        </p:spPr>
        <p:txBody>
          <a:bodyPr wrap="square" rtlCol="0" anchor="t">
            <a:spAutoFit/>
          </a:bodyPr>
          <a:lstStyle/>
          <a:p>
            <a:r>
              <a:rPr lang="zh-CN" altLang="en-US"/>
              <a:t>图7-7（</a:t>
            </a:r>
            <a:r>
              <a:rPr lang="en-US" altLang="zh-CN"/>
              <a:t>a</a:t>
            </a:r>
            <a:r>
              <a:rPr lang="zh-CN" altLang="en-US"/>
              <a:t>）  关联关系和链属性</a:t>
            </a:r>
          </a:p>
        </p:txBody>
      </p:sp>
    </p:spTree>
    <p:custDataLst>
      <p:tags r:id="rId1"/>
    </p:custDataLst>
  </p:cSld>
  <p:clrMapOvr>
    <a:masterClrMapping/>
  </p:clrMapOvr>
  <p:transition>
    <p:zo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7.1.3 </a:t>
            </a:r>
            <a:r>
              <a:rPr lang="zh-CN" altLang="en-US" sz="2400" dirty="0" smtClean="0">
                <a:solidFill>
                  <a:schemeClr val="tx1"/>
                </a:solidFill>
              </a:rPr>
              <a:t>建立对象模型</a:t>
            </a:r>
          </a:p>
        </p:txBody>
      </p:sp>
      <p:sp>
        <p:nvSpPr>
          <p:cNvPr id="8" name="MH_Desc_1"/>
          <p:cNvSpPr/>
          <p:nvPr>
            <p:custDataLst>
              <p:tags r:id="rId2"/>
            </p:custDataLst>
          </p:nvPr>
        </p:nvSpPr>
        <p:spPr>
          <a:xfrm>
            <a:off x="4462145" y="2531110"/>
            <a:ext cx="7220585" cy="3187065"/>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25400" cap="sq">
            <a:solidFill>
              <a:srgbClr val="008C33"/>
            </a:solidFill>
            <a:beve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oAutofit/>
          </a:bodyPr>
          <a:lstStyle/>
          <a:p>
            <a:pPr indent="457200">
              <a:lnSpc>
                <a:spcPct val="120000"/>
              </a:lnSpc>
            </a:pPr>
            <a:endParaRPr dirty="0" smtClean="0">
              <a:solidFill>
                <a:schemeClr val="tx1"/>
              </a:solidFill>
              <a:latin typeface="+mn-ea"/>
              <a:sym typeface="+mn-ea"/>
            </a:endParaRPr>
          </a:p>
          <a:p>
            <a:pPr indent="457200">
              <a:lnSpc>
                <a:spcPct val="120000"/>
              </a:lnSpc>
            </a:pPr>
            <a:r>
              <a:rPr dirty="0" smtClean="0">
                <a:solidFill>
                  <a:schemeClr val="tx1"/>
                </a:solidFill>
                <a:latin typeface="+mn-ea"/>
                <a:sym typeface="+mn-ea"/>
              </a:rPr>
              <a:t>（1）阶。阶就是参与关联的对象的个数。阶数用标在连线端点的单个数字或数值区间表示。如图7-7（b）所示，用m，n表示学生与课程之间是多对多的关联关系。</a:t>
            </a:r>
          </a:p>
          <a:p>
            <a:pPr indent="457200">
              <a:lnSpc>
                <a:spcPct val="120000"/>
              </a:lnSpc>
            </a:pPr>
            <a:r>
              <a:rPr dirty="0" smtClean="0">
                <a:solidFill>
                  <a:schemeClr val="tx1"/>
                </a:solidFill>
                <a:latin typeface="+mn-ea"/>
                <a:sym typeface="+mn-ea"/>
              </a:rPr>
              <a:t>（2）链属性。链属性就是关联链的性质。例如，m位学生和所学的n门课程之间存在的关联就存在链属性“成绩”和“学分”。每个学生所学的每门课程都有学习成绩和学分，关联的链属性如图7-7（b）所示，链属性与关联之间用虚线连接。</a:t>
            </a:r>
          </a:p>
          <a:p>
            <a:pPr indent="457200">
              <a:lnSpc>
                <a:spcPct val="120000"/>
              </a:lnSpc>
            </a:pPr>
            <a:endParaRPr dirty="0" smtClean="0">
              <a:solidFill>
                <a:schemeClr val="tx1"/>
              </a:solidFill>
              <a:latin typeface="+mn-ea"/>
              <a:sym typeface="+mn-ea"/>
            </a:endParaRPr>
          </a:p>
        </p:txBody>
      </p:sp>
      <p:sp>
        <p:nvSpPr>
          <p:cNvPr id="6" name="文本框 5"/>
          <p:cNvSpPr txBox="1"/>
          <p:nvPr/>
        </p:nvSpPr>
        <p:spPr>
          <a:xfrm>
            <a:off x="754380" y="5126355"/>
            <a:ext cx="3889375" cy="365760"/>
          </a:xfrm>
          <a:prstGeom prst="rect">
            <a:avLst/>
          </a:prstGeom>
          <a:noFill/>
        </p:spPr>
        <p:txBody>
          <a:bodyPr wrap="square" rtlCol="0" anchor="t">
            <a:spAutoFit/>
          </a:bodyPr>
          <a:lstStyle/>
          <a:p>
            <a:r>
              <a:rPr lang="zh-CN" altLang="en-US"/>
              <a:t>图7-7（</a:t>
            </a:r>
            <a:r>
              <a:rPr lang="en-US" altLang="zh-CN"/>
              <a:t>b</a:t>
            </a:r>
            <a:r>
              <a:rPr lang="zh-CN" altLang="en-US"/>
              <a:t>）  关联关系和链属性</a:t>
            </a:r>
          </a:p>
        </p:txBody>
      </p:sp>
      <p:pic>
        <p:nvPicPr>
          <p:cNvPr id="3" name="图片 178"/>
          <p:cNvPicPr>
            <a:picLocks noChangeAspect="1"/>
          </p:cNvPicPr>
          <p:nvPr/>
        </p:nvPicPr>
        <p:blipFill>
          <a:blip r:embed="rId5" cstate="print"/>
          <a:srcRect l="46205"/>
          <a:stretch>
            <a:fillRect/>
          </a:stretch>
        </p:blipFill>
        <p:spPr>
          <a:xfrm>
            <a:off x="507365" y="3211830"/>
            <a:ext cx="3641090" cy="1825625"/>
          </a:xfrm>
          <a:prstGeom prst="rect">
            <a:avLst/>
          </a:prstGeom>
          <a:noFill/>
          <a:ln w="9525">
            <a:noFill/>
          </a:ln>
        </p:spPr>
      </p:pic>
    </p:spTree>
    <p:custDataLst>
      <p:tags r:id="rId1"/>
    </p:custDataLst>
  </p:cSld>
  <p:clrMapOvr>
    <a:masterClrMapping/>
  </p:clrMapOvr>
  <p:transition>
    <p:zo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7.1.3 </a:t>
            </a:r>
            <a:r>
              <a:rPr lang="zh-CN" altLang="en-US" sz="2400" dirty="0" smtClean="0">
                <a:solidFill>
                  <a:schemeClr val="tx1"/>
                </a:solidFill>
              </a:rPr>
              <a:t>建立对象模型</a:t>
            </a:r>
          </a:p>
        </p:txBody>
      </p:sp>
      <p:sp>
        <p:nvSpPr>
          <p:cNvPr id="8" name="MH_Desc_1"/>
          <p:cNvSpPr/>
          <p:nvPr>
            <p:custDataLst>
              <p:tags r:id="rId2"/>
            </p:custDataLst>
          </p:nvPr>
        </p:nvSpPr>
        <p:spPr>
          <a:xfrm>
            <a:off x="4462145" y="2531110"/>
            <a:ext cx="7220585" cy="3187065"/>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25400" cap="sq">
            <a:solidFill>
              <a:srgbClr val="008C33"/>
            </a:solidFill>
            <a:beve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oAutofit/>
          </a:bodyPr>
          <a:lstStyle/>
          <a:p>
            <a:pPr indent="457200">
              <a:lnSpc>
                <a:spcPct val="120000"/>
              </a:lnSpc>
            </a:pPr>
            <a:endParaRPr dirty="0" smtClean="0">
              <a:solidFill>
                <a:schemeClr val="tx1"/>
              </a:solidFill>
              <a:latin typeface="+mn-ea"/>
              <a:sym typeface="+mn-ea"/>
            </a:endParaRPr>
          </a:p>
          <a:p>
            <a:pPr indent="457200">
              <a:lnSpc>
                <a:spcPct val="120000"/>
              </a:lnSpc>
            </a:pPr>
            <a:endParaRPr dirty="0" smtClean="0">
              <a:solidFill>
                <a:schemeClr val="tx1"/>
              </a:solidFill>
              <a:latin typeface="+mn-ea"/>
              <a:sym typeface="+mn-ea"/>
            </a:endParaRPr>
          </a:p>
          <a:p>
            <a:pPr indent="457200">
              <a:lnSpc>
                <a:spcPct val="120000"/>
              </a:lnSpc>
            </a:pPr>
            <a:r>
              <a:rPr dirty="0" smtClean="0">
                <a:solidFill>
                  <a:schemeClr val="tx1"/>
                </a:solidFill>
                <a:latin typeface="+mn-ea"/>
                <a:sym typeface="+mn-ea"/>
              </a:rPr>
              <a:t>（3）限定。限定用来对关联的含义做某种约束，利用限定词通常能有效地减少关联的阶数。例如，在某计算机的一个目录下有很多文件，一个文件仅属于一个目录，在一个目录下文件名可确定唯一的文件。图7-8利用限定词“文件名”，把目录和文件的一对多关系，简化为一对一的关系。</a:t>
            </a:r>
          </a:p>
        </p:txBody>
      </p:sp>
      <p:pic>
        <p:nvPicPr>
          <p:cNvPr id="4" name="图片 3"/>
          <p:cNvPicPr>
            <a:picLocks noChangeAspect="1"/>
          </p:cNvPicPr>
          <p:nvPr/>
        </p:nvPicPr>
        <p:blipFill>
          <a:blip r:embed="rId5" cstate="print"/>
          <a:stretch>
            <a:fillRect/>
          </a:stretch>
        </p:blipFill>
        <p:spPr>
          <a:xfrm>
            <a:off x="809625" y="3865880"/>
            <a:ext cx="3169920" cy="518160"/>
          </a:xfrm>
          <a:prstGeom prst="rect">
            <a:avLst/>
          </a:prstGeom>
        </p:spPr>
      </p:pic>
      <p:sp>
        <p:nvSpPr>
          <p:cNvPr id="5" name="文本框 4"/>
          <p:cNvSpPr txBox="1"/>
          <p:nvPr/>
        </p:nvSpPr>
        <p:spPr>
          <a:xfrm>
            <a:off x="1124585" y="4500880"/>
            <a:ext cx="2540000" cy="365760"/>
          </a:xfrm>
          <a:prstGeom prst="rect">
            <a:avLst/>
          </a:prstGeom>
          <a:noFill/>
        </p:spPr>
        <p:txBody>
          <a:bodyPr wrap="square" rtlCol="0" anchor="t">
            <a:spAutoFit/>
          </a:bodyPr>
          <a:lstStyle/>
          <a:p>
            <a:r>
              <a:rPr lang="zh-CN" altLang="en-US"/>
              <a:t>图7-8  限定的关联关系</a:t>
            </a:r>
          </a:p>
        </p:txBody>
      </p:sp>
    </p:spTree>
    <p:custDataLst>
      <p:tags r:id="rId1"/>
    </p:custDataLst>
  </p:cSld>
  <p:clrMapOvr>
    <a:masterClrMapping/>
  </p:clrMapOvr>
  <p:transition>
    <p:zo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smtClean="0">
                <a:solidFill>
                  <a:schemeClr val="tx1"/>
                </a:solidFill>
              </a:rPr>
              <a:t>案例</a:t>
            </a:r>
          </a:p>
        </p:txBody>
      </p:sp>
      <p:grpSp>
        <p:nvGrpSpPr>
          <p:cNvPr id="5" name="组合 4"/>
          <p:cNvGrpSpPr/>
          <p:nvPr/>
        </p:nvGrpSpPr>
        <p:grpSpPr>
          <a:xfrm>
            <a:off x="867410" y="2220595"/>
            <a:ext cx="10432415" cy="3630930"/>
            <a:chOff x="1499" y="3150"/>
            <a:chExt cx="16429" cy="5718"/>
          </a:xfrm>
        </p:grpSpPr>
        <p:sp>
          <p:nvSpPr>
            <p:cNvPr id="22" name="TextBox 21"/>
            <p:cNvSpPr txBox="1"/>
            <p:nvPr/>
          </p:nvSpPr>
          <p:spPr>
            <a:xfrm>
              <a:off x="3431" y="3419"/>
              <a:ext cx="9871" cy="624"/>
            </a:xfrm>
            <a:prstGeom prst="rect">
              <a:avLst/>
            </a:prstGeom>
            <a:noFill/>
          </p:spPr>
          <p:txBody>
            <a:bodyPr wrap="square">
              <a:spAutoFit/>
            </a:bodyPr>
            <a:lstStyle/>
            <a:p>
              <a:r>
                <a:rPr lang="zh-CN" altLang="en-US" sz="2000">
                  <a:sym typeface="+mn-ea"/>
                </a:rPr>
                <a:t>教师指导学生毕业设计，多对多关联的分解。</a:t>
              </a:r>
            </a:p>
          </p:txBody>
        </p:sp>
        <p:sp>
          <p:nvSpPr>
            <p:cNvPr id="24" name="矩形 23"/>
            <p:cNvSpPr>
              <a:spLocks noChangeAspect="1"/>
            </p:cNvSpPr>
            <p:nvPr/>
          </p:nvSpPr>
          <p:spPr>
            <a:xfrm>
              <a:off x="1499" y="4275"/>
              <a:ext cx="16429" cy="4593"/>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sz="2400" dirty="0" smtClean="0">
                    <a:solidFill>
                      <a:schemeClr val="bg1"/>
                    </a:solidFill>
                    <a:sym typeface="+mn-ea"/>
                  </a:rPr>
                  <a:t>例 </a:t>
                </a:r>
                <a:r>
                  <a:rPr lang="en-US" altLang="zh-CN" sz="2400" dirty="0" smtClean="0">
                    <a:solidFill>
                      <a:schemeClr val="bg1"/>
                    </a:solidFill>
                    <a:sym typeface="+mn-ea"/>
                  </a:rPr>
                  <a:t>7-1</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6" y="4595"/>
              <a:ext cx="15536" cy="4071"/>
            </a:xfrm>
            <a:prstGeom prst="rect">
              <a:avLst/>
            </a:prstGeom>
            <a:solidFill>
              <a:schemeClr val="bg1">
                <a:lumMod val="95000"/>
              </a:schemeClr>
            </a:solidFill>
          </p:spPr>
          <p:txBody>
            <a:bodyPr wrap="square">
              <a:spAutoFit/>
            </a:bodyPr>
            <a:lstStyle/>
            <a:p>
              <a:pPr fontAlgn="auto">
                <a:lnSpc>
                  <a:spcPct val="130000"/>
                </a:lnSpc>
              </a:pPr>
              <a:r>
                <a:rPr lang="en-US" altLang="en-US" dirty="0" smtClean="0">
                  <a:latin typeface="Times New Roman" panose="02020603050405020304" charset="0"/>
                  <a:ea typeface="宋体" panose="02010600030101010101" pitchFamily="2" charset="-122"/>
                </a:rPr>
                <a:t>        m位教师指导n名学生进行毕业设计，其中，每位教师指导若干名学生，每位学生由一位教师指导。教师给学生出毕业设计题目，每位学生做一个毕业设计题目，设计结束时给每位学生评定成绩。这是多对多的关联，可用图7-9（a）表示。关联的链属性是毕业设计题目和成绩。</a:t>
              </a:r>
            </a:p>
            <a:p>
              <a:pPr fontAlgn="auto">
                <a:lnSpc>
                  <a:spcPct val="130000"/>
                </a:lnSpc>
              </a:pPr>
              <a:r>
                <a:rPr lang="en-US" altLang="en-US" dirty="0" smtClean="0">
                  <a:latin typeface="Times New Roman" panose="02020603050405020304" charset="0"/>
                  <a:ea typeface="宋体" panose="02010600030101010101" pitchFamily="2" charset="-122"/>
                </a:rPr>
                <a:t>        本例也可将“毕业设计”定义为一个对象类。每位教师指导多个毕业设计课题，每个学生完成一个毕业设计课题。教师类与毕业设计类变为相对简单的一对多（1∶k）的关联关系。毕业设计与学生是一对一（1∶1）的关联，因而可表示为图7-9（b）。这样，虽然多定义一个对象类，但却避免了复杂的多对多的关联。</a:t>
              </a:r>
            </a:p>
          </p:txBody>
        </p:sp>
      </p:grpSp>
    </p:spTree>
    <p:custDataLst>
      <p:tags r:id="rId1"/>
    </p:custDataLst>
  </p:cSld>
  <p:clrMapOvr>
    <a:masterClrMapping/>
  </p:clrMapOvr>
  <p:transition>
    <p:zo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smtClean="0">
                <a:solidFill>
                  <a:schemeClr val="tx1"/>
                </a:solidFill>
              </a:rPr>
              <a:t>案例</a:t>
            </a:r>
            <a:endParaRPr lang="en-US" sz="2400" dirty="0" smtClean="0">
              <a:solidFill>
                <a:schemeClr val="tx1"/>
              </a:solidFill>
            </a:endParaRPr>
          </a:p>
        </p:txBody>
      </p:sp>
      <p:grpSp>
        <p:nvGrpSpPr>
          <p:cNvPr id="5" name="组合 4"/>
          <p:cNvGrpSpPr/>
          <p:nvPr/>
        </p:nvGrpSpPr>
        <p:grpSpPr>
          <a:xfrm>
            <a:off x="915670" y="2220595"/>
            <a:ext cx="10162540" cy="4011930"/>
            <a:chOff x="1500" y="3150"/>
            <a:chExt cx="16004" cy="6318"/>
          </a:xfrm>
        </p:grpSpPr>
        <p:sp>
          <p:nvSpPr>
            <p:cNvPr id="22" name="TextBox 21"/>
            <p:cNvSpPr txBox="1"/>
            <p:nvPr/>
          </p:nvSpPr>
          <p:spPr>
            <a:xfrm>
              <a:off x="3431" y="3419"/>
              <a:ext cx="9871" cy="624"/>
            </a:xfrm>
            <a:prstGeom prst="rect">
              <a:avLst/>
            </a:prstGeom>
            <a:noFill/>
          </p:spPr>
          <p:txBody>
            <a:bodyPr wrap="square">
              <a:spAutoFit/>
            </a:bodyPr>
            <a:lstStyle/>
            <a:p>
              <a:r>
                <a:rPr lang="zh-CN" altLang="en-US" sz="2000">
                  <a:sym typeface="+mn-ea"/>
                </a:rPr>
                <a:t>教师指导学生毕业设计，多对多关联的分解。</a:t>
              </a:r>
            </a:p>
          </p:txBody>
        </p:sp>
        <p:sp>
          <p:nvSpPr>
            <p:cNvPr id="24" name="矩形 23"/>
            <p:cNvSpPr>
              <a:spLocks noChangeAspect="1"/>
            </p:cNvSpPr>
            <p:nvPr/>
          </p:nvSpPr>
          <p:spPr>
            <a:xfrm>
              <a:off x="1501" y="4275"/>
              <a:ext cx="16003" cy="5193"/>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sz="2400" dirty="0" smtClean="0">
                    <a:solidFill>
                      <a:schemeClr val="bg1"/>
                    </a:solidFill>
                    <a:sym typeface="+mn-ea"/>
                  </a:rPr>
                  <a:t>例 </a:t>
                </a:r>
                <a:r>
                  <a:rPr lang="en-US" altLang="zh-CN" sz="2400" dirty="0" smtClean="0">
                    <a:solidFill>
                      <a:schemeClr val="bg1"/>
                    </a:solidFill>
                    <a:sym typeface="+mn-ea"/>
                  </a:rPr>
                  <a:t>7-1</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grpSp>
      <p:pic>
        <p:nvPicPr>
          <p:cNvPr id="3" name="图片 -2147482347"/>
          <p:cNvPicPr>
            <a:picLocks noChangeAspect="1"/>
          </p:cNvPicPr>
          <p:nvPr/>
        </p:nvPicPr>
        <p:blipFill>
          <a:blip r:embed="rId5" cstate="print"/>
          <a:stretch>
            <a:fillRect/>
          </a:stretch>
        </p:blipFill>
        <p:spPr>
          <a:xfrm>
            <a:off x="984885" y="3113405"/>
            <a:ext cx="10012045" cy="2160905"/>
          </a:xfrm>
          <a:prstGeom prst="rect">
            <a:avLst/>
          </a:prstGeom>
          <a:noFill/>
          <a:ln w="9525">
            <a:noFill/>
          </a:ln>
        </p:spPr>
      </p:pic>
      <p:sp>
        <p:nvSpPr>
          <p:cNvPr id="4" name="文本框 3"/>
          <p:cNvSpPr txBox="1"/>
          <p:nvPr/>
        </p:nvSpPr>
        <p:spPr>
          <a:xfrm>
            <a:off x="1553210" y="5274310"/>
            <a:ext cx="9443085" cy="640080"/>
          </a:xfrm>
          <a:prstGeom prst="rect">
            <a:avLst/>
          </a:prstGeom>
          <a:noFill/>
        </p:spPr>
        <p:txBody>
          <a:bodyPr wrap="square" rtlCol="0" anchor="t">
            <a:spAutoFit/>
          </a:bodyPr>
          <a:lstStyle/>
          <a:p>
            <a:r>
              <a:rPr lang="en-US" altLang="zh-CN"/>
              <a:t>                </a:t>
            </a:r>
            <a:r>
              <a:rPr lang="zh-CN" altLang="en-US"/>
              <a:t>（a）                                                                           （b）</a:t>
            </a:r>
          </a:p>
          <a:p>
            <a:r>
              <a:rPr lang="zh-CN" altLang="en-US"/>
              <a:t>                                     图7-9  教师与学生的关联关系</a:t>
            </a:r>
          </a:p>
        </p:txBody>
      </p:sp>
    </p:spTree>
    <p:custDataLst>
      <p:tags r:id="rId1"/>
    </p:custDataLst>
  </p:cSld>
  <p:clrMapOvr>
    <a:masterClrMapping/>
  </p:clrMapOvr>
  <p:transition>
    <p:zo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7.1.3 </a:t>
            </a:r>
            <a:r>
              <a:rPr lang="zh-CN" altLang="en-US" sz="2400" dirty="0" smtClean="0">
                <a:solidFill>
                  <a:schemeClr val="tx1"/>
                </a:solidFill>
              </a:rPr>
              <a:t>建立对象模型</a:t>
            </a:r>
          </a:p>
        </p:txBody>
      </p:sp>
      <p:grpSp>
        <p:nvGrpSpPr>
          <p:cNvPr id="23" name="组合 22"/>
          <p:cNvGrpSpPr/>
          <p:nvPr/>
        </p:nvGrpSpPr>
        <p:grpSpPr>
          <a:xfrm>
            <a:off x="574040" y="2690387"/>
            <a:ext cx="5283526" cy="1513840"/>
            <a:chOff x="1923" y="3755"/>
            <a:chExt cx="7985" cy="2384"/>
          </a:xfrm>
        </p:grpSpPr>
        <p:sp>
          <p:nvSpPr>
            <p:cNvPr id="6" name="MH_Other_1"/>
            <p:cNvSpPr>
              <a:spLocks noChangeArrowheads="1"/>
            </p:cNvSpPr>
            <p:nvPr>
              <p:custDataLst>
                <p:tags r:id="rId17"/>
              </p:custDataLst>
            </p:nvPr>
          </p:nvSpPr>
          <p:spPr bwMode="auto">
            <a:xfrm>
              <a:off x="1923" y="3755"/>
              <a:ext cx="1119" cy="779"/>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7" name="MH_Other_2"/>
            <p:cNvSpPr>
              <a:spLocks noChangeArrowheads="1"/>
            </p:cNvSpPr>
            <p:nvPr>
              <p:custDataLst>
                <p:tags r:id="rId18"/>
              </p:custDataLst>
            </p:nvPr>
          </p:nvSpPr>
          <p:spPr bwMode="auto">
            <a:xfrm>
              <a:off x="3105" y="3917"/>
              <a:ext cx="887" cy="617"/>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 name="MH_Other_3"/>
            <p:cNvSpPr>
              <a:spLocks noChangeArrowheads="1"/>
            </p:cNvSpPr>
            <p:nvPr>
              <p:custDataLst>
                <p:tags r:id="rId19"/>
              </p:custDataLst>
            </p:nvPr>
          </p:nvSpPr>
          <p:spPr bwMode="auto">
            <a:xfrm>
              <a:off x="2176" y="4578"/>
              <a:ext cx="866" cy="603"/>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 name="MH_Other_4"/>
            <p:cNvSpPr>
              <a:spLocks noChangeArrowheads="1"/>
            </p:cNvSpPr>
            <p:nvPr>
              <p:custDataLst>
                <p:tags r:id="rId20"/>
              </p:custDataLst>
            </p:nvPr>
          </p:nvSpPr>
          <p:spPr bwMode="auto">
            <a:xfrm>
              <a:off x="3105" y="4578"/>
              <a:ext cx="1119" cy="514"/>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SubTitle_1"/>
            <p:cNvSpPr/>
            <p:nvPr>
              <p:custDataLst>
                <p:tags r:id="rId21"/>
              </p:custDataLst>
            </p:nvPr>
          </p:nvSpPr>
          <p:spPr>
            <a:xfrm>
              <a:off x="4723" y="3838"/>
              <a:ext cx="5185" cy="2301"/>
            </a:xfrm>
            <a:prstGeom prst="rect">
              <a:avLst/>
            </a:prstGeom>
          </p:spPr>
          <p:txBody>
            <a:bodyPr lIns="0" tIns="0" rIns="0" bIns="0" anchor="ctr">
              <a:noAutofit/>
            </a:bodyPr>
            <a:lstStyle/>
            <a:p>
              <a:pPr>
                <a:lnSpc>
                  <a:spcPct val="140000"/>
                </a:lnSpc>
                <a:defRPr/>
              </a:pPr>
              <a:r>
                <a:rPr lang="zh-CN" altLang="en-US" sz="1600" dirty="0" smtClean="0">
                  <a:solidFill>
                    <a:srgbClr val="000000"/>
                  </a:solidFill>
                  <a:latin typeface="微软雅黑" panose="020B0503020204020204" charset="-122"/>
                  <a:ea typeface="微软雅黑" panose="020B0503020204020204" charset="-122"/>
                  <a:sym typeface="+mn-ea"/>
                </a:rPr>
                <a:t>        </a:t>
              </a:r>
              <a:r>
                <a:rPr lang="zh-CN" altLang="en-US" dirty="0" smtClean="0">
                  <a:solidFill>
                    <a:srgbClr val="000000"/>
                  </a:solidFill>
                  <a:latin typeface="微软雅黑" panose="020B0503020204020204" charset="-122"/>
                  <a:ea typeface="微软雅黑" panose="020B0503020204020204" charset="-122"/>
                  <a:sym typeface="+mn-ea"/>
                </a:rPr>
                <a:t>主动对象的概念、作用和意义近些年逐渐受到重视。按照通常理解，对象的每个服务是在消息的驱动下执行的操作。所有这样的对象都是被动对象。</a:t>
              </a:r>
            </a:p>
          </p:txBody>
        </p:sp>
      </p:grpSp>
      <p:grpSp>
        <p:nvGrpSpPr>
          <p:cNvPr id="22" name="组合 21"/>
          <p:cNvGrpSpPr/>
          <p:nvPr/>
        </p:nvGrpSpPr>
        <p:grpSpPr>
          <a:xfrm>
            <a:off x="6377305" y="2612541"/>
            <a:ext cx="5263515" cy="1604010"/>
            <a:chOff x="7484" y="7360"/>
            <a:chExt cx="8289" cy="2526"/>
          </a:xfrm>
        </p:grpSpPr>
        <p:sp>
          <p:nvSpPr>
            <p:cNvPr id="11" name="MH_Other_5"/>
            <p:cNvSpPr>
              <a:spLocks noChangeArrowheads="1"/>
            </p:cNvSpPr>
            <p:nvPr>
              <p:custDataLst>
                <p:tags r:id="rId12"/>
              </p:custDataLst>
            </p:nvPr>
          </p:nvSpPr>
          <p:spPr bwMode="auto">
            <a:xfrm>
              <a:off x="7484" y="7718"/>
              <a:ext cx="1119" cy="779"/>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2" name="MH_Other_6"/>
            <p:cNvSpPr>
              <a:spLocks noChangeArrowheads="1"/>
            </p:cNvSpPr>
            <p:nvPr>
              <p:custDataLst>
                <p:tags r:id="rId13"/>
              </p:custDataLst>
            </p:nvPr>
          </p:nvSpPr>
          <p:spPr bwMode="auto">
            <a:xfrm>
              <a:off x="8666" y="7880"/>
              <a:ext cx="887" cy="617"/>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7"/>
            <p:cNvSpPr>
              <a:spLocks noChangeArrowheads="1"/>
            </p:cNvSpPr>
            <p:nvPr>
              <p:custDataLst>
                <p:tags r:id="rId14"/>
              </p:custDataLst>
            </p:nvPr>
          </p:nvSpPr>
          <p:spPr bwMode="auto">
            <a:xfrm>
              <a:off x="7737" y="8541"/>
              <a:ext cx="866" cy="603"/>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4" name="MH_Other_8"/>
            <p:cNvSpPr>
              <a:spLocks noChangeArrowheads="1"/>
            </p:cNvSpPr>
            <p:nvPr>
              <p:custDataLst>
                <p:tags r:id="rId15"/>
              </p:custDataLst>
            </p:nvPr>
          </p:nvSpPr>
          <p:spPr bwMode="auto">
            <a:xfrm>
              <a:off x="8666" y="8541"/>
              <a:ext cx="1119" cy="514"/>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SubTitle_3"/>
            <p:cNvSpPr/>
            <p:nvPr>
              <p:custDataLst>
                <p:tags r:id="rId16"/>
              </p:custDataLst>
            </p:nvPr>
          </p:nvSpPr>
          <p:spPr>
            <a:xfrm>
              <a:off x="10226" y="7360"/>
              <a:ext cx="5547" cy="2526"/>
            </a:xfrm>
            <a:prstGeom prst="rect">
              <a:avLst/>
            </a:prstGeom>
          </p:spPr>
          <p:txBody>
            <a:bodyPr lIns="0" tIns="0" rIns="0" bIns="0" anchor="ctr">
              <a:noAutofit/>
            </a:bodyPr>
            <a:lstStyle/>
            <a:p>
              <a:pPr>
                <a:lnSpc>
                  <a:spcPct val="130000"/>
                </a:lnSpc>
                <a:defRPr/>
              </a:pPr>
              <a:r>
                <a:rPr lang="en-US" altLang="zh-CN" dirty="0" smtClean="0">
                  <a:solidFill>
                    <a:srgbClr val="000000"/>
                  </a:solidFill>
                  <a:latin typeface="微软雅黑" panose="020B0503020204020204" charset="-122"/>
                  <a:ea typeface="微软雅黑" panose="020B0503020204020204" charset="-122"/>
                  <a:sym typeface="+mn-ea"/>
                </a:rPr>
                <a:t>       </a:t>
              </a:r>
              <a:r>
                <a:rPr lang="zh-CN" altLang="en-US" dirty="0" smtClean="0">
                  <a:solidFill>
                    <a:srgbClr val="000000"/>
                  </a:solidFill>
                  <a:latin typeface="微软雅黑" panose="020B0503020204020204" charset="-122"/>
                  <a:ea typeface="微软雅黑" panose="020B0503020204020204" charset="-122"/>
                  <a:sym typeface="+mn-ea"/>
                </a:rPr>
                <a:t>主动对象的定义是：主动对象是一组属性和一组服务的封装体，其中至少有一个服务不需要接收消息就能主动执行（称为主动服务）。</a:t>
              </a:r>
            </a:p>
          </p:txBody>
        </p:sp>
      </p:grpSp>
      <p:grpSp>
        <p:nvGrpSpPr>
          <p:cNvPr id="21" name="组合 20"/>
          <p:cNvGrpSpPr/>
          <p:nvPr/>
        </p:nvGrpSpPr>
        <p:grpSpPr>
          <a:xfrm>
            <a:off x="574040" y="4540831"/>
            <a:ext cx="5283200" cy="1642110"/>
            <a:chOff x="4731" y="5756"/>
            <a:chExt cx="8320" cy="2586"/>
          </a:xfrm>
        </p:grpSpPr>
        <p:sp>
          <p:nvSpPr>
            <p:cNvPr id="16" name="MH_Other_9"/>
            <p:cNvSpPr>
              <a:spLocks noChangeArrowheads="1"/>
            </p:cNvSpPr>
            <p:nvPr>
              <p:custDataLst>
                <p:tags r:id="rId7"/>
              </p:custDataLst>
            </p:nvPr>
          </p:nvSpPr>
          <p:spPr bwMode="auto">
            <a:xfrm>
              <a:off x="4731" y="5756"/>
              <a:ext cx="1119" cy="779"/>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17" name="MH_Other_10"/>
            <p:cNvSpPr>
              <a:spLocks noChangeArrowheads="1"/>
            </p:cNvSpPr>
            <p:nvPr>
              <p:custDataLst>
                <p:tags r:id="rId8"/>
              </p:custDataLst>
            </p:nvPr>
          </p:nvSpPr>
          <p:spPr bwMode="auto">
            <a:xfrm>
              <a:off x="5914" y="5918"/>
              <a:ext cx="887" cy="617"/>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8" name="MH_Other_11"/>
            <p:cNvSpPr>
              <a:spLocks noChangeArrowheads="1"/>
            </p:cNvSpPr>
            <p:nvPr>
              <p:custDataLst>
                <p:tags r:id="rId9"/>
              </p:custDataLst>
            </p:nvPr>
          </p:nvSpPr>
          <p:spPr bwMode="auto">
            <a:xfrm>
              <a:off x="4985" y="6579"/>
              <a:ext cx="866" cy="603"/>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Other_12"/>
            <p:cNvSpPr>
              <a:spLocks noChangeArrowheads="1"/>
            </p:cNvSpPr>
            <p:nvPr>
              <p:custDataLst>
                <p:tags r:id="rId10"/>
              </p:custDataLst>
            </p:nvPr>
          </p:nvSpPr>
          <p:spPr bwMode="auto">
            <a:xfrm>
              <a:off x="5914" y="6579"/>
              <a:ext cx="1119" cy="514"/>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SubTitle_2"/>
            <p:cNvSpPr/>
            <p:nvPr>
              <p:custDataLst>
                <p:tags r:id="rId11"/>
              </p:custDataLst>
            </p:nvPr>
          </p:nvSpPr>
          <p:spPr>
            <a:xfrm>
              <a:off x="7560" y="5839"/>
              <a:ext cx="5491" cy="2503"/>
            </a:xfrm>
            <a:prstGeom prst="rect">
              <a:avLst/>
            </a:prstGeom>
          </p:spPr>
          <p:txBody>
            <a:bodyPr lIns="0" tIns="0" rIns="0" bIns="0" anchor="ctr">
              <a:noAutofit/>
            </a:bodyPr>
            <a:lstStyle/>
            <a:p>
              <a:pPr lvl="0" algn="just">
                <a:lnSpc>
                  <a:spcPct val="120000"/>
                </a:lnSpc>
                <a:spcBef>
                  <a:spcPct val="0"/>
                </a:spcBef>
              </a:pPr>
              <a:r>
                <a:rPr lang="en-US" altLang="zh-CN" dirty="0" smtClean="0">
                  <a:solidFill>
                    <a:srgbClr val="000000"/>
                  </a:solidFill>
                  <a:latin typeface="微软雅黑" panose="020B0503020204020204" charset="-122"/>
                  <a:ea typeface="微软雅黑" panose="020B0503020204020204" charset="-122"/>
                  <a:sym typeface="+mn-ea"/>
                </a:rPr>
                <a:t>       </a:t>
              </a:r>
              <a:r>
                <a:rPr lang="zh-CN" altLang="en-US" dirty="0" smtClean="0">
                  <a:solidFill>
                    <a:srgbClr val="000000"/>
                  </a:solidFill>
                  <a:latin typeface="微软雅黑" panose="020B0503020204020204" charset="-122"/>
                  <a:ea typeface="微软雅黑" panose="020B0503020204020204" charset="-122"/>
                  <a:sym typeface="+mn-ea"/>
                </a:rPr>
                <a:t>在现实世界中，具有主动行为的事物并不罕见，如交通控制系统中的信号灯，军队中向全军发号施令的司令部和发现情况要及时报告的哨兵等。</a:t>
              </a:r>
            </a:p>
          </p:txBody>
        </p:sp>
      </p:grpSp>
      <p:grpSp>
        <p:nvGrpSpPr>
          <p:cNvPr id="24" name="组合 23"/>
          <p:cNvGrpSpPr/>
          <p:nvPr/>
        </p:nvGrpSpPr>
        <p:grpSpPr>
          <a:xfrm>
            <a:off x="6377305" y="4490666"/>
            <a:ext cx="5262880" cy="1642110"/>
            <a:chOff x="7484" y="7718"/>
            <a:chExt cx="8288" cy="2586"/>
          </a:xfrm>
        </p:grpSpPr>
        <p:sp>
          <p:nvSpPr>
            <p:cNvPr id="25" name="MH_Other_5"/>
            <p:cNvSpPr>
              <a:spLocks noChangeArrowheads="1"/>
            </p:cNvSpPr>
            <p:nvPr>
              <p:custDataLst>
                <p:tags r:id="rId2"/>
              </p:custDataLst>
            </p:nvPr>
          </p:nvSpPr>
          <p:spPr bwMode="auto">
            <a:xfrm>
              <a:off x="7484" y="7718"/>
              <a:ext cx="1119" cy="779"/>
            </a:xfrm>
            <a:prstGeom prst="rect">
              <a:avLst/>
            </a:prstGeom>
            <a:solidFill>
              <a:schemeClr val="accent6">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a:t>
              </a:r>
              <a:r>
                <a:rPr lang="en-US" sz="2400" b="1">
                  <a:solidFill>
                    <a:srgbClr val="FFFFFF"/>
                  </a:solidFill>
                  <a:ea typeface="微软雅黑" panose="020B0503020204020204" charset="-122"/>
                </a:rPr>
                <a:t>4</a:t>
              </a:r>
            </a:p>
          </p:txBody>
        </p:sp>
        <p:sp>
          <p:nvSpPr>
            <p:cNvPr id="26" name="MH_Other_6"/>
            <p:cNvSpPr>
              <a:spLocks noChangeArrowheads="1"/>
            </p:cNvSpPr>
            <p:nvPr>
              <p:custDataLst>
                <p:tags r:id="rId3"/>
              </p:custDataLst>
            </p:nvPr>
          </p:nvSpPr>
          <p:spPr bwMode="auto">
            <a:xfrm>
              <a:off x="8666" y="7880"/>
              <a:ext cx="887" cy="617"/>
            </a:xfrm>
            <a:prstGeom prst="rect">
              <a:avLst/>
            </a:prstGeom>
            <a:solidFill>
              <a:schemeClr val="accent6">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7"/>
            <p:cNvSpPr>
              <a:spLocks noChangeArrowheads="1"/>
            </p:cNvSpPr>
            <p:nvPr>
              <p:custDataLst>
                <p:tags r:id="rId4"/>
              </p:custDataLst>
            </p:nvPr>
          </p:nvSpPr>
          <p:spPr bwMode="auto">
            <a:xfrm>
              <a:off x="7737" y="8541"/>
              <a:ext cx="866" cy="603"/>
            </a:xfrm>
            <a:prstGeom prst="rect">
              <a:avLst/>
            </a:prstGeom>
            <a:solidFill>
              <a:schemeClr val="accent6">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8"/>
            <p:cNvSpPr>
              <a:spLocks noChangeArrowheads="1"/>
            </p:cNvSpPr>
            <p:nvPr>
              <p:custDataLst>
                <p:tags r:id="rId5"/>
              </p:custDataLst>
            </p:nvPr>
          </p:nvSpPr>
          <p:spPr bwMode="auto">
            <a:xfrm>
              <a:off x="8666" y="8541"/>
              <a:ext cx="1119" cy="514"/>
            </a:xfrm>
            <a:prstGeom prst="rect">
              <a:avLst/>
            </a:prstGeom>
            <a:solidFill>
              <a:schemeClr val="accent6">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4" name="MH_SubTitle_3"/>
            <p:cNvSpPr/>
            <p:nvPr>
              <p:custDataLst>
                <p:tags r:id="rId6"/>
              </p:custDataLst>
            </p:nvPr>
          </p:nvSpPr>
          <p:spPr>
            <a:xfrm>
              <a:off x="10226" y="7879"/>
              <a:ext cx="5546" cy="2425"/>
            </a:xfrm>
            <a:prstGeom prst="rect">
              <a:avLst/>
            </a:prstGeom>
          </p:spPr>
          <p:txBody>
            <a:bodyPr lIns="0" tIns="0" rIns="0" bIns="0" anchor="ctr">
              <a:noAutofit/>
            </a:bodyPr>
            <a:lstStyle/>
            <a:p>
              <a:pPr>
                <a:lnSpc>
                  <a:spcPct val="130000"/>
                </a:lnSpc>
                <a:defRPr/>
              </a:pPr>
              <a:r>
                <a:rPr lang="en-US" altLang="zh-CN" dirty="0" smtClean="0">
                  <a:solidFill>
                    <a:srgbClr val="000000"/>
                  </a:solidFill>
                  <a:latin typeface="微软雅黑" panose="020B0503020204020204" charset="-122"/>
                  <a:ea typeface="微软雅黑" panose="020B0503020204020204" charset="-122"/>
                  <a:sym typeface="+mn-ea"/>
                </a:rPr>
                <a:t>       </a:t>
              </a:r>
              <a:r>
                <a:rPr lang="zh-CN" altLang="en-US" dirty="0" smtClean="0">
                  <a:solidFill>
                    <a:srgbClr val="000000"/>
                  </a:solidFill>
                  <a:latin typeface="微软雅黑" panose="020B0503020204020204" charset="-122"/>
                  <a:ea typeface="微软雅黑" panose="020B0503020204020204" charset="-122"/>
                  <a:sym typeface="+mn-ea"/>
                </a:rPr>
                <a:t>主动对象或主动服务可以用名称前加“@”来表示。在UML中，主动对象用加粗的边框表示，如图7-10（a）所示，收款员就是主动对象。</a:t>
              </a:r>
            </a:p>
          </p:txBody>
        </p:sp>
      </p:grpSp>
      <p:sp>
        <p:nvSpPr>
          <p:cNvPr id="30" name="TextBox 6"/>
          <p:cNvSpPr txBox="1"/>
          <p:nvPr/>
        </p:nvSpPr>
        <p:spPr>
          <a:xfrm>
            <a:off x="921081" y="2047072"/>
            <a:ext cx="5777230" cy="4534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dirty="0" smtClean="0"/>
              <a:t>主动对象：</a:t>
            </a:r>
            <a:endParaRPr lang="zh-CN" altLang="en-US" dirty="0" smtClean="0">
              <a:solidFill>
                <a:schemeClr val="tx1"/>
              </a:solidFill>
            </a:endParaRPr>
          </a:p>
        </p:txBody>
      </p:sp>
    </p:spTree>
    <p:custDataLst>
      <p:tags r:id="rId1"/>
    </p:custDataLst>
  </p:cSld>
  <p:clrMapOvr>
    <a:masterClrMapping/>
  </p:clrMapOvr>
  <p:transition>
    <p:zo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754380" y="1387475"/>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7.1.3 </a:t>
            </a:r>
            <a:r>
              <a:rPr lang="zh-CN" altLang="en-US" sz="2400" dirty="0" smtClean="0">
                <a:solidFill>
                  <a:schemeClr val="tx1"/>
                </a:solidFill>
              </a:rPr>
              <a:t>建立对象模型</a:t>
            </a:r>
          </a:p>
        </p:txBody>
      </p:sp>
      <p:grpSp>
        <p:nvGrpSpPr>
          <p:cNvPr id="3" name="组合 2"/>
          <p:cNvGrpSpPr/>
          <p:nvPr/>
        </p:nvGrpSpPr>
        <p:grpSpPr>
          <a:xfrm>
            <a:off x="1539240" y="2545080"/>
            <a:ext cx="9660255" cy="2865120"/>
            <a:chOff x="1951" y="5649"/>
            <a:chExt cx="15213" cy="4512"/>
          </a:xfrm>
        </p:grpSpPr>
        <p:grpSp>
          <p:nvGrpSpPr>
            <p:cNvPr id="5" name="组合 4"/>
            <p:cNvGrpSpPr/>
            <p:nvPr/>
          </p:nvGrpSpPr>
          <p:grpSpPr>
            <a:xfrm>
              <a:off x="1951" y="5649"/>
              <a:ext cx="4029" cy="4365"/>
              <a:chOff x="1240438" y="3586908"/>
              <a:chExt cx="2558316" cy="2772170"/>
            </a:xfrm>
          </p:grpSpPr>
          <p:sp>
            <p:nvSpPr>
              <p:cNvPr id="30" name="圆角矩形 29"/>
              <p:cNvSpPr/>
              <p:nvPr/>
            </p:nvSpPr>
            <p:spPr>
              <a:xfrm>
                <a:off x="1240438" y="3586908"/>
                <a:ext cx="2376713" cy="2772170"/>
              </a:xfrm>
              <a:prstGeom prst="roundRect">
                <a:avLst>
                  <a:gd name="adj" fmla="val 1589"/>
                </a:avLst>
              </a:prstGeom>
              <a:solidFill>
                <a:srgbClr val="E67819"/>
              </a:solidFill>
              <a:ln>
                <a:noFill/>
              </a:ln>
              <a:effectLst>
                <a:reflection blurRad="6350" stA="46000" endPos="1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等腰三角形 30"/>
              <p:cNvSpPr/>
              <p:nvPr/>
            </p:nvSpPr>
            <p:spPr>
              <a:xfrm rot="5400000">
                <a:off x="3578137" y="3928463"/>
                <a:ext cx="259860" cy="181374"/>
              </a:xfrm>
              <a:prstGeom prst="triangle">
                <a:avLst>
                  <a:gd name="adj" fmla="val 47166"/>
                </a:avLst>
              </a:prstGeom>
              <a:solidFill>
                <a:srgbClr val="E678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p:cNvGrpSpPr/>
            <p:nvPr/>
          </p:nvGrpSpPr>
          <p:grpSpPr>
            <a:xfrm>
              <a:off x="5980" y="5649"/>
              <a:ext cx="5408" cy="4364"/>
              <a:chOff x="1088044" y="3586659"/>
              <a:chExt cx="3433947" cy="2771107"/>
            </a:xfrm>
          </p:grpSpPr>
          <p:sp>
            <p:nvSpPr>
              <p:cNvPr id="33" name="圆角矩形 32"/>
              <p:cNvSpPr/>
              <p:nvPr/>
            </p:nvSpPr>
            <p:spPr>
              <a:xfrm>
                <a:off x="1088044" y="3586659"/>
                <a:ext cx="3252344" cy="2771107"/>
              </a:xfrm>
              <a:prstGeom prst="roundRect">
                <a:avLst>
                  <a:gd name="adj" fmla="val 1589"/>
                </a:avLst>
              </a:prstGeom>
              <a:solidFill>
                <a:srgbClr val="E67819"/>
              </a:solidFill>
              <a:ln>
                <a:noFill/>
              </a:ln>
              <a:effectLst>
                <a:reflection blurRad="6350" stA="46000" endPos="1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rot="5400000">
                <a:off x="4301374" y="3928463"/>
                <a:ext cx="259860" cy="181374"/>
              </a:xfrm>
              <a:prstGeom prst="triangle">
                <a:avLst>
                  <a:gd name="adj" fmla="val 47166"/>
                </a:avLst>
              </a:prstGeom>
              <a:solidFill>
                <a:srgbClr val="E678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7" name="TextBox 8"/>
            <p:cNvSpPr txBox="1"/>
            <p:nvPr/>
          </p:nvSpPr>
          <p:spPr>
            <a:xfrm>
              <a:off x="1951" y="6125"/>
              <a:ext cx="3543" cy="2276"/>
            </a:xfrm>
            <a:prstGeom prst="rect">
              <a:avLst/>
            </a:prstGeom>
            <a:noFill/>
          </p:spPr>
          <p:txBody>
            <a:bodyPr wrap="square" rtlCol="0" anchor="ctr">
              <a:spAutoFit/>
            </a:bodyPr>
            <a:lstStyle/>
            <a:p>
              <a:pPr>
                <a:lnSpc>
                  <a:spcPct val="139000"/>
                </a:lnSpc>
              </a:pPr>
              <a:r>
                <a:rPr lang="en-US" altLang="zh-CN" sz="1600" dirty="0">
                  <a:solidFill>
                    <a:schemeClr val="bg1"/>
                  </a:solidFill>
                  <a:latin typeface="Impact" panose="020B0806030902050204" pitchFamily="34" charset="0"/>
                  <a:ea typeface="微软雅黑" panose="020B0503020204020204" charset="-122"/>
                </a:rPr>
                <a:t>           </a:t>
              </a:r>
              <a:r>
                <a:rPr lang="zh-CN" altLang="en-US" sz="1600" dirty="0">
                  <a:solidFill>
                    <a:schemeClr val="bg1"/>
                  </a:solidFill>
                  <a:latin typeface="Impact" panose="020B0806030902050204" pitchFamily="34" charset="0"/>
                  <a:ea typeface="微软雅黑" panose="020B0503020204020204" charset="-122"/>
                </a:rPr>
                <a:t>除了含有主动服务外，主动对象中也可以有一些在消息的驱动下执行的一般服务。</a:t>
              </a:r>
            </a:p>
          </p:txBody>
        </p:sp>
        <p:sp>
          <p:nvSpPr>
            <p:cNvPr id="38" name="TextBox 8"/>
            <p:cNvSpPr txBox="1"/>
            <p:nvPr/>
          </p:nvSpPr>
          <p:spPr>
            <a:xfrm>
              <a:off x="6123" y="5894"/>
              <a:ext cx="4835" cy="3875"/>
            </a:xfrm>
            <a:prstGeom prst="rect">
              <a:avLst/>
            </a:prstGeom>
            <a:noFill/>
          </p:spPr>
          <p:txBody>
            <a:bodyPr wrap="square" rtlCol="0" anchor="ctr">
              <a:spAutoFit/>
            </a:bodyPr>
            <a:lstStyle/>
            <a:p>
              <a:pPr>
                <a:lnSpc>
                  <a:spcPct val="139000"/>
                </a:lnSpc>
              </a:pPr>
              <a:r>
                <a:rPr lang="en-US" altLang="zh-CN" sz="1600" dirty="0">
                  <a:solidFill>
                    <a:schemeClr val="bg1"/>
                  </a:solidFill>
                  <a:latin typeface="Impact" panose="020B0806030902050204" pitchFamily="34" charset="0"/>
                  <a:ea typeface="微软雅黑" panose="020B0503020204020204" charset="-122"/>
                </a:rPr>
                <a:t>           </a:t>
              </a:r>
              <a:r>
                <a:rPr lang="zh-CN" altLang="en-US" sz="1600" dirty="0">
                  <a:solidFill>
                    <a:schemeClr val="bg1"/>
                  </a:solidFill>
                  <a:latin typeface="Impact" panose="020B0806030902050204" pitchFamily="34" charset="0"/>
                  <a:ea typeface="微软雅黑" panose="020B0503020204020204" charset="-122"/>
                </a:rPr>
                <a:t>主动对象的作用是描述问题域中具有主动行为的事物，以及在系统设计时识别的任务，它的主动服务描述相应的任务所完成的操作。它在系统实现阶段应成为一个能并发执行的、主动的程序单位，如进程或线程。</a:t>
              </a:r>
            </a:p>
          </p:txBody>
        </p:sp>
        <p:sp>
          <p:nvSpPr>
            <p:cNvPr id="39" name="TextBox 6"/>
            <p:cNvSpPr txBox="1"/>
            <p:nvPr/>
          </p:nvSpPr>
          <p:spPr>
            <a:xfrm>
              <a:off x="11587" y="5649"/>
              <a:ext cx="5577" cy="4512"/>
            </a:xfrm>
            <a:prstGeom prst="rect">
              <a:avLst/>
            </a:prstGeom>
            <a:noFill/>
          </p:spPr>
          <p:txBody>
            <a:bodyPr wrap="square" rtlCol="0">
              <a:spAutoFit/>
            </a:bodyPr>
            <a:lstStyle/>
            <a:p>
              <a:pPr>
                <a:lnSpc>
                  <a:spcPct val="130000"/>
                </a:lnSpc>
              </a:pPr>
              <a:r>
                <a:rPr lang="en-US" sz="1600" dirty="0">
                  <a:solidFill>
                    <a:srgbClr val="5F5E5C"/>
                  </a:solidFill>
                  <a:latin typeface="微软雅黑" panose="020B0503020204020204" charset="-122"/>
                  <a:ea typeface="微软雅黑" panose="020B0503020204020204" charset="-122"/>
                </a:rPr>
                <a:t>     </a:t>
              </a:r>
              <a:r>
                <a:rPr lang="en-US" sz="2000" dirty="0">
                  <a:solidFill>
                    <a:srgbClr val="5F5E5C"/>
                  </a:solidFill>
                  <a:latin typeface="微软雅黑" panose="020B0503020204020204" charset="-122"/>
                  <a:ea typeface="微软雅黑" panose="020B0503020204020204" charset="-122"/>
                </a:rPr>
                <a:t>  </a:t>
              </a:r>
              <a:r>
                <a:rPr sz="2000" dirty="0">
                  <a:solidFill>
                    <a:srgbClr val="5F5E5C"/>
                  </a:solidFill>
                  <a:latin typeface="微软雅黑" panose="020B0503020204020204" charset="-122"/>
                  <a:ea typeface="微软雅黑" panose="020B0503020204020204" charset="-122"/>
                </a:rPr>
                <a:t>例如，在商品销售管理系统中，收款员就是一个主动对象，他的主动服务是登录、销售等，如图7-10（a）所示。商场销售的上级领导也是主动对象，他可以对商场各部门发送消息，进行各种管理。</a:t>
              </a:r>
            </a:p>
          </p:txBody>
        </p:sp>
      </p:grpSp>
    </p:spTree>
    <p:custDataLst>
      <p:tags r:id="rId1"/>
    </p:custDataLst>
  </p:cSld>
  <p:clrMapOvr>
    <a:masterClrMapping/>
  </p:clrMapOvr>
  <p:transition>
    <p:zo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7.1.3 </a:t>
            </a:r>
            <a:r>
              <a:rPr lang="zh-CN" altLang="en-US" sz="2400" dirty="0" smtClean="0">
                <a:solidFill>
                  <a:schemeClr val="tx1"/>
                </a:solidFill>
              </a:rPr>
              <a:t>建立对象模型</a:t>
            </a:r>
          </a:p>
        </p:txBody>
      </p:sp>
      <p:grpSp>
        <p:nvGrpSpPr>
          <p:cNvPr id="30" name="组合 29"/>
          <p:cNvGrpSpPr/>
          <p:nvPr/>
        </p:nvGrpSpPr>
        <p:grpSpPr>
          <a:xfrm>
            <a:off x="0" y="2320925"/>
            <a:ext cx="12192000" cy="3074035"/>
            <a:chOff x="0" y="3848"/>
            <a:chExt cx="19200" cy="4841"/>
          </a:xfrm>
        </p:grpSpPr>
        <p:sp>
          <p:nvSpPr>
            <p:cNvPr id="31" name="矩形 30"/>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395" y="4253"/>
              <a:ext cx="11804" cy="4032"/>
            </a:xfrm>
            <a:prstGeom prst="rect">
              <a:avLst/>
            </a:prstGeom>
          </p:spPr>
          <p:txBody>
            <a:bodyPr wrap="square">
              <a:spAutoFit/>
            </a:bodyPr>
            <a:lstStyle/>
            <a:p>
              <a:pPr indent="457200">
                <a:lnSpc>
                  <a:spcPct val="150000"/>
                </a:lnSpc>
                <a:defRPr/>
              </a:pP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rPr>
                <a:t>人类在认识复杂事物时，往往从宏观到微观分层次地进行；当考虑各部分的细节时，围绕一个主题进行微观的思考。在开发一个软件系统时，通常会有较大数量的类。面对几十个类，以及类之间错综复杂的关系，会使人难以理解、无从下手。可将所有的类划分为一个个主题，分别研究每个主题中的对象的关系及其内部的属性和服务，使得复杂问题分解为一个个较为简单的问题，容易理解，易于解决问题。</a:t>
              </a:r>
            </a:p>
          </p:txBody>
        </p:sp>
      </p:grpSp>
      <p:pic>
        <p:nvPicPr>
          <p:cNvPr id="33" name="图片 32" descr="A000220150821C39PPIC"/>
          <p:cNvPicPr>
            <a:picLocks noChangeAspect="1"/>
          </p:cNvPicPr>
          <p:nvPr/>
        </p:nvPicPr>
        <p:blipFill>
          <a:blip r:embed="rId4" cstate="print"/>
          <a:stretch>
            <a:fillRect/>
          </a:stretch>
        </p:blipFill>
        <p:spPr>
          <a:xfrm>
            <a:off x="7874000" y="2524125"/>
            <a:ext cx="3968750" cy="2667000"/>
          </a:xfrm>
          <a:prstGeom prst="rect">
            <a:avLst/>
          </a:prstGeom>
        </p:spPr>
      </p:pic>
    </p:spTree>
    <p:custDataLst>
      <p:tags r:id="rId1"/>
    </p:custDataLst>
  </p:cSld>
  <p:clrMapOvr>
    <a:masterClrMapping/>
  </p:clrMapOvr>
  <p:transition>
    <p:zo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7.1.3 </a:t>
            </a:r>
            <a:r>
              <a:rPr lang="zh-CN" altLang="en-US" sz="2400" dirty="0" smtClean="0">
                <a:solidFill>
                  <a:schemeClr val="tx1"/>
                </a:solidFill>
              </a:rPr>
              <a:t>建立对象模型</a:t>
            </a:r>
          </a:p>
        </p:txBody>
      </p:sp>
      <p:sp>
        <p:nvSpPr>
          <p:cNvPr id="10" name="文本框 9"/>
          <p:cNvSpPr txBox="1"/>
          <p:nvPr>
            <p:custDataLst>
              <p:tags r:id="rId2"/>
            </p:custDataLst>
          </p:nvPr>
        </p:nvSpPr>
        <p:spPr>
          <a:xfrm>
            <a:off x="1529562" y="4724058"/>
            <a:ext cx="8985614" cy="11722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normAutofit/>
          </a:bodyPr>
          <a:lstStyle>
            <a:defPPr>
              <a:defRPr lang="zh-CN"/>
            </a:defPPr>
            <a:lvl1pPr algn="ctr">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l" fontAlgn="auto">
              <a:lnSpc>
                <a:spcPct val="130000"/>
              </a:lnSpc>
            </a:pPr>
            <a:r>
              <a:rPr lang="zh-CN" altLang="en-US" dirty="0"/>
              <a:t>（3）主题的划分有一定的灵活性。强调的重点不同可以得到不同的主题划分。</a:t>
            </a:r>
          </a:p>
          <a:p>
            <a:pPr algn="l"/>
            <a:endParaRPr lang="zh-CN" altLang="en-US" dirty="0"/>
          </a:p>
        </p:txBody>
      </p:sp>
      <p:sp>
        <p:nvSpPr>
          <p:cNvPr id="12" name="文本框 11"/>
          <p:cNvSpPr txBox="1"/>
          <p:nvPr>
            <p:custDataLst>
              <p:tags r:id="rId3"/>
            </p:custDataLst>
          </p:nvPr>
        </p:nvSpPr>
        <p:spPr>
          <a:xfrm>
            <a:off x="1536175" y="4282151"/>
            <a:ext cx="9417689" cy="11195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normAutofit/>
          </a:bodyPr>
          <a:lstStyle>
            <a:defPPr>
              <a:defRPr lang="zh-CN"/>
            </a:defPPr>
            <a:lvl1pPr algn="ctr">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l" fontAlgn="auto">
              <a:lnSpc>
                <a:spcPct val="130000"/>
              </a:lnSpc>
            </a:pPr>
            <a:r>
              <a:rPr lang="zh-CN" altLang="en-US" dirty="0"/>
              <a:t>（2）一个主题内部的对象具有某种意义上的内在联系。</a:t>
            </a:r>
          </a:p>
        </p:txBody>
      </p:sp>
      <p:sp>
        <p:nvSpPr>
          <p:cNvPr id="13" name="文本框 12"/>
          <p:cNvSpPr txBox="1"/>
          <p:nvPr>
            <p:custDataLst>
              <p:tags r:id="rId4"/>
            </p:custDataLst>
          </p:nvPr>
        </p:nvSpPr>
        <p:spPr>
          <a:xfrm>
            <a:off x="1515003" y="3764635"/>
            <a:ext cx="8475155" cy="116014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normAutofit/>
          </a:bodyPr>
          <a:lstStyle>
            <a:defPPr>
              <a:defRPr lang="zh-CN"/>
            </a:defPPr>
            <a:lvl1pPr algn="ctr">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l" fontAlgn="auto">
              <a:lnSpc>
                <a:spcPct val="130000"/>
              </a:lnSpc>
            </a:pPr>
            <a:r>
              <a:rPr lang="zh-CN" altLang="en-US" dirty="0"/>
              <a:t>（1）主题是由一组类构成的集合，但其本身不是一个类。</a:t>
            </a:r>
          </a:p>
        </p:txBody>
      </p:sp>
      <p:grpSp>
        <p:nvGrpSpPr>
          <p:cNvPr id="14" name="组合 13"/>
          <p:cNvGrpSpPr/>
          <p:nvPr/>
        </p:nvGrpSpPr>
        <p:grpSpPr>
          <a:xfrm>
            <a:off x="513364" y="2522049"/>
            <a:ext cx="10118306" cy="949960"/>
            <a:chOff x="881" y="2735"/>
            <a:chExt cx="14001" cy="1496"/>
          </a:xfrm>
        </p:grpSpPr>
        <p:sp>
          <p:nvSpPr>
            <p:cNvPr id="167" name="圆角矩形"/>
            <p:cNvSpPr/>
            <p:nvPr/>
          </p:nvSpPr>
          <p:spPr>
            <a:xfrm>
              <a:off x="1251" y="3071"/>
              <a:ext cx="13631" cy="1160"/>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15"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xmlns=""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48" name="文本框 47"/>
            <p:cNvSpPr txBox="1"/>
            <p:nvPr/>
          </p:nvSpPr>
          <p:spPr>
            <a:xfrm>
              <a:off x="1249" y="3330"/>
              <a:ext cx="13387" cy="625"/>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主题是把一组具有较强联系的类组织在一起而得到的类的集合，它有以下几个特点：</a:t>
              </a:r>
            </a:p>
          </p:txBody>
        </p:sp>
      </p:grpSp>
      <p:sp>
        <p:nvSpPr>
          <p:cNvPr id="23" name="TextBox 6"/>
          <p:cNvSpPr txBox="1"/>
          <p:nvPr/>
        </p:nvSpPr>
        <p:spPr>
          <a:xfrm>
            <a:off x="921081" y="2047072"/>
            <a:ext cx="5777230" cy="4534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dirty="0" smtClean="0"/>
              <a:t>划分主题：</a:t>
            </a:r>
            <a:endParaRPr lang="zh-CN" altLang="en-US" dirty="0" smtClean="0">
              <a:solidFill>
                <a:schemeClr val="tx1"/>
              </a:solidFill>
            </a:endParaRPr>
          </a:p>
        </p:txBody>
      </p:sp>
    </p:spTree>
    <p:custDataLst>
      <p:tags r:id="rId1"/>
    </p:custDataLst>
  </p:cSld>
  <p:clrMapOvr>
    <a:masterClrMapping/>
  </p:clrMapOvr>
  <p:transition>
    <p:zo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7.1.3 </a:t>
            </a:r>
            <a:r>
              <a:rPr lang="zh-CN" altLang="en-US" sz="2400" dirty="0" smtClean="0">
                <a:solidFill>
                  <a:schemeClr val="tx1"/>
                </a:solidFill>
              </a:rPr>
              <a:t>建立对象模型</a:t>
            </a:r>
          </a:p>
        </p:txBody>
      </p:sp>
      <p:grpSp>
        <p:nvGrpSpPr>
          <p:cNvPr id="15" name="组合 14"/>
          <p:cNvGrpSpPr/>
          <p:nvPr/>
        </p:nvGrpSpPr>
        <p:grpSpPr>
          <a:xfrm>
            <a:off x="685165" y="796290"/>
            <a:ext cx="10821670" cy="5264785"/>
            <a:chOff x="440" y="1310"/>
            <a:chExt cx="17042" cy="7242"/>
          </a:xfrm>
        </p:grpSpPr>
        <p:grpSp>
          <p:nvGrpSpPr>
            <p:cNvPr id="9" name="组合 8"/>
            <p:cNvGrpSpPr/>
            <p:nvPr/>
          </p:nvGrpSpPr>
          <p:grpSpPr>
            <a:xfrm>
              <a:off x="440" y="1310"/>
              <a:ext cx="17042" cy="7242"/>
              <a:chOff x="878336" y="1099955"/>
              <a:chExt cx="10821611" cy="4598538"/>
            </a:xfrm>
          </p:grpSpPr>
          <p:sp>
            <p:nvSpPr>
              <p:cNvPr id="10" name="MH_Other_1"/>
              <p:cNvSpPr/>
              <p:nvPr>
                <p:custDataLst>
                  <p:tags r:id="rId2"/>
                </p:custDataLst>
              </p:nvPr>
            </p:nvSpPr>
            <p:spPr>
              <a:xfrm rot="15013344" flipH="1">
                <a:off x="5732000" y="3022522"/>
                <a:ext cx="3272539" cy="2079403"/>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079403"/>
                  <a:gd name="connsiteX1-123" fmla="*/ 1785607 w 4358007"/>
                  <a:gd name="connsiteY1-124" fmla="*/ 21009 h 2079403"/>
                  <a:gd name="connsiteX2-125" fmla="*/ 4075532 w 4358007"/>
                  <a:gd name="connsiteY2-126" fmla="*/ 1498040 h 2079403"/>
                  <a:gd name="connsiteX3-127" fmla="*/ 4358007 w 4358007"/>
                  <a:gd name="connsiteY3-128" fmla="*/ 1498039 h 2079403"/>
                  <a:gd name="connsiteX4-129" fmla="*/ 3268305 w 4358007"/>
                  <a:gd name="connsiteY4-130" fmla="*/ 1683987 h 2079403"/>
                  <a:gd name="connsiteX5-131" fmla="*/ 3169875 w 4358007"/>
                  <a:gd name="connsiteY5-132" fmla="*/ 1498039 h 2079403"/>
                  <a:gd name="connsiteX6-133" fmla="*/ 3445881 w 4358007"/>
                  <a:gd name="connsiteY6-134" fmla="*/ 1498039 h 2079403"/>
                  <a:gd name="connsiteX7-135" fmla="*/ 1535436 w 4358007"/>
                  <a:gd name="connsiteY7-136" fmla="*/ 463531 h 2079403"/>
                  <a:gd name="connsiteX8-137" fmla="*/ 25655 w 4358007"/>
                  <a:gd name="connsiteY8-138" fmla="*/ 2067046 h 2079403"/>
                  <a:gd name="connsiteX9-139" fmla="*/ 0 w 4358007"/>
                  <a:gd name="connsiteY9-140" fmla="*/ 2079403 h 2079403"/>
                  <a:gd name="connsiteX0-141" fmla="*/ 0 w 4358007"/>
                  <a:gd name="connsiteY0-142" fmla="*/ 2079403 h 2079403"/>
                  <a:gd name="connsiteX1-143" fmla="*/ 1785607 w 4358007"/>
                  <a:gd name="connsiteY1-144" fmla="*/ 21009 h 2079403"/>
                  <a:gd name="connsiteX2-145" fmla="*/ 4075532 w 4358007"/>
                  <a:gd name="connsiteY2-146" fmla="*/ 1498040 h 2079403"/>
                  <a:gd name="connsiteX3-147" fmla="*/ 4358007 w 4358007"/>
                  <a:gd name="connsiteY3-148" fmla="*/ 1498039 h 2079403"/>
                  <a:gd name="connsiteX4-149" fmla="*/ 3268305 w 4358007"/>
                  <a:gd name="connsiteY4-150" fmla="*/ 1683987 h 2079403"/>
                  <a:gd name="connsiteX5-151" fmla="*/ 3251241 w 4358007"/>
                  <a:gd name="connsiteY5-152" fmla="*/ 1673622 h 2079403"/>
                  <a:gd name="connsiteX6-153" fmla="*/ 3169875 w 4358007"/>
                  <a:gd name="connsiteY6-154" fmla="*/ 1498039 h 2079403"/>
                  <a:gd name="connsiteX7-155" fmla="*/ 3445881 w 4358007"/>
                  <a:gd name="connsiteY7-156" fmla="*/ 1498039 h 2079403"/>
                  <a:gd name="connsiteX8-157" fmla="*/ 1535436 w 4358007"/>
                  <a:gd name="connsiteY8-158" fmla="*/ 463531 h 2079403"/>
                  <a:gd name="connsiteX9-159" fmla="*/ 25655 w 4358007"/>
                  <a:gd name="connsiteY9-160" fmla="*/ 2067046 h 2079403"/>
                  <a:gd name="connsiteX10" fmla="*/ 0 w 4358007"/>
                  <a:gd name="connsiteY10" fmla="*/ 2079403 h 2079403"/>
                  <a:gd name="connsiteX0-161" fmla="*/ 0 w 4358007"/>
                  <a:gd name="connsiteY0-162" fmla="*/ 2079403 h 2079403"/>
                  <a:gd name="connsiteX1-163" fmla="*/ 1785607 w 4358007"/>
                  <a:gd name="connsiteY1-164" fmla="*/ 21009 h 2079403"/>
                  <a:gd name="connsiteX2-165" fmla="*/ 4075532 w 4358007"/>
                  <a:gd name="connsiteY2-166" fmla="*/ 1498040 h 2079403"/>
                  <a:gd name="connsiteX3-167" fmla="*/ 4358007 w 4358007"/>
                  <a:gd name="connsiteY3-168" fmla="*/ 1498039 h 2079403"/>
                  <a:gd name="connsiteX4-169" fmla="*/ 3268305 w 4358007"/>
                  <a:gd name="connsiteY4-170" fmla="*/ 1683987 h 2079403"/>
                  <a:gd name="connsiteX5-171" fmla="*/ 3115316 w 4358007"/>
                  <a:gd name="connsiteY5-172" fmla="*/ 1661266 h 2079403"/>
                  <a:gd name="connsiteX6-173" fmla="*/ 3169875 w 4358007"/>
                  <a:gd name="connsiteY6-174" fmla="*/ 1498039 h 2079403"/>
                  <a:gd name="connsiteX7-175" fmla="*/ 3445881 w 4358007"/>
                  <a:gd name="connsiteY7-176" fmla="*/ 1498039 h 2079403"/>
                  <a:gd name="connsiteX8-177" fmla="*/ 1535436 w 4358007"/>
                  <a:gd name="connsiteY8-178" fmla="*/ 463531 h 2079403"/>
                  <a:gd name="connsiteX9-179" fmla="*/ 25655 w 4358007"/>
                  <a:gd name="connsiteY9-180" fmla="*/ 2067046 h 2079403"/>
                  <a:gd name="connsiteX10-181" fmla="*/ 0 w 4358007"/>
                  <a:gd name="connsiteY10-182" fmla="*/ 2079403 h 2079403"/>
                  <a:gd name="connsiteX0-183" fmla="*/ 0 w 4358007"/>
                  <a:gd name="connsiteY0-184" fmla="*/ 2079403 h 2079403"/>
                  <a:gd name="connsiteX1-185" fmla="*/ 1785607 w 4358007"/>
                  <a:gd name="connsiteY1-186" fmla="*/ 21009 h 2079403"/>
                  <a:gd name="connsiteX2-187" fmla="*/ 4075532 w 4358007"/>
                  <a:gd name="connsiteY2-188" fmla="*/ 1498040 h 2079403"/>
                  <a:gd name="connsiteX3-189" fmla="*/ 4358007 w 4358007"/>
                  <a:gd name="connsiteY3-190" fmla="*/ 1498039 h 2079403"/>
                  <a:gd name="connsiteX4-191" fmla="*/ 4355700 w 4358007"/>
                  <a:gd name="connsiteY4-192" fmla="*/ 1683987 h 2079403"/>
                  <a:gd name="connsiteX5-193" fmla="*/ 3115316 w 4358007"/>
                  <a:gd name="connsiteY5-194" fmla="*/ 1661266 h 2079403"/>
                  <a:gd name="connsiteX6-195" fmla="*/ 3169875 w 4358007"/>
                  <a:gd name="connsiteY6-196" fmla="*/ 1498039 h 2079403"/>
                  <a:gd name="connsiteX7-197" fmla="*/ 3445881 w 4358007"/>
                  <a:gd name="connsiteY7-198" fmla="*/ 1498039 h 2079403"/>
                  <a:gd name="connsiteX8-199" fmla="*/ 1535436 w 4358007"/>
                  <a:gd name="connsiteY8-200" fmla="*/ 463531 h 2079403"/>
                  <a:gd name="connsiteX9-201" fmla="*/ 25655 w 4358007"/>
                  <a:gd name="connsiteY9-202" fmla="*/ 2067046 h 2079403"/>
                  <a:gd name="connsiteX10-203" fmla="*/ 0 w 4358007"/>
                  <a:gd name="connsiteY10-204" fmla="*/ 2079403 h 2079403"/>
                  <a:gd name="connsiteX0-205" fmla="*/ 0 w 4358007"/>
                  <a:gd name="connsiteY0-206" fmla="*/ 2079403 h 2079403"/>
                  <a:gd name="connsiteX1-207" fmla="*/ 1785607 w 4358007"/>
                  <a:gd name="connsiteY1-208" fmla="*/ 21009 h 2079403"/>
                  <a:gd name="connsiteX2-209" fmla="*/ 4075532 w 4358007"/>
                  <a:gd name="connsiteY2-210" fmla="*/ 1498040 h 2079403"/>
                  <a:gd name="connsiteX3-211" fmla="*/ 4358007 w 4358007"/>
                  <a:gd name="connsiteY3-212" fmla="*/ 1498039 h 2079403"/>
                  <a:gd name="connsiteX4-213" fmla="*/ 4355700 w 4358007"/>
                  <a:gd name="connsiteY4-214" fmla="*/ 1683987 h 2079403"/>
                  <a:gd name="connsiteX5-215" fmla="*/ 3152386 w 4358007"/>
                  <a:gd name="connsiteY5-216" fmla="*/ 1636552 h 2079403"/>
                  <a:gd name="connsiteX6-217" fmla="*/ 3169875 w 4358007"/>
                  <a:gd name="connsiteY6-218" fmla="*/ 1498039 h 2079403"/>
                  <a:gd name="connsiteX7-219" fmla="*/ 3445881 w 4358007"/>
                  <a:gd name="connsiteY7-220" fmla="*/ 1498039 h 2079403"/>
                  <a:gd name="connsiteX8-221" fmla="*/ 1535436 w 4358007"/>
                  <a:gd name="connsiteY8-222" fmla="*/ 463531 h 2079403"/>
                  <a:gd name="connsiteX9-223" fmla="*/ 25655 w 4358007"/>
                  <a:gd name="connsiteY9-224" fmla="*/ 2067046 h 2079403"/>
                  <a:gd name="connsiteX10-225" fmla="*/ 0 w 4358007"/>
                  <a:gd name="connsiteY10-226" fmla="*/ 2079403 h 2079403"/>
                  <a:gd name="connsiteX0-227" fmla="*/ 0 w 4358007"/>
                  <a:gd name="connsiteY0-228" fmla="*/ 2079403 h 2079403"/>
                  <a:gd name="connsiteX1-229" fmla="*/ 1785607 w 4358007"/>
                  <a:gd name="connsiteY1-230" fmla="*/ 21009 h 2079403"/>
                  <a:gd name="connsiteX2-231" fmla="*/ 4075532 w 4358007"/>
                  <a:gd name="connsiteY2-232" fmla="*/ 1498040 h 2079403"/>
                  <a:gd name="connsiteX3-233" fmla="*/ 4358007 w 4358007"/>
                  <a:gd name="connsiteY3-234" fmla="*/ 1498039 h 2079403"/>
                  <a:gd name="connsiteX4-235" fmla="*/ 4355700 w 4358007"/>
                  <a:gd name="connsiteY4-236" fmla="*/ 1683987 h 2079403"/>
                  <a:gd name="connsiteX5-237" fmla="*/ 3190806 w 4358007"/>
                  <a:gd name="connsiteY5-238" fmla="*/ 1636552 h 2079403"/>
                  <a:gd name="connsiteX6-239" fmla="*/ 3169875 w 4358007"/>
                  <a:gd name="connsiteY6-240" fmla="*/ 1498039 h 2079403"/>
                  <a:gd name="connsiteX7-241" fmla="*/ 3445881 w 4358007"/>
                  <a:gd name="connsiteY7-242" fmla="*/ 1498039 h 2079403"/>
                  <a:gd name="connsiteX8-243" fmla="*/ 1535436 w 4358007"/>
                  <a:gd name="connsiteY8-244" fmla="*/ 463531 h 2079403"/>
                  <a:gd name="connsiteX9-245" fmla="*/ 25655 w 4358007"/>
                  <a:gd name="connsiteY9-246" fmla="*/ 2067046 h 2079403"/>
                  <a:gd name="connsiteX10-247" fmla="*/ 0 w 4358007"/>
                  <a:gd name="connsiteY10-248" fmla="*/ 2079403 h 2079403"/>
                  <a:gd name="connsiteX0-249" fmla="*/ 0 w 4358007"/>
                  <a:gd name="connsiteY0-250" fmla="*/ 2079403 h 2079403"/>
                  <a:gd name="connsiteX1-251" fmla="*/ 1785607 w 4358007"/>
                  <a:gd name="connsiteY1-252" fmla="*/ 21009 h 2079403"/>
                  <a:gd name="connsiteX2-253" fmla="*/ 4075532 w 4358007"/>
                  <a:gd name="connsiteY2-254" fmla="*/ 1498040 h 2079403"/>
                  <a:gd name="connsiteX3-255" fmla="*/ 4358007 w 4358007"/>
                  <a:gd name="connsiteY3-256" fmla="*/ 1498039 h 2079403"/>
                  <a:gd name="connsiteX4-257" fmla="*/ 4340332 w 4358007"/>
                  <a:gd name="connsiteY4-258" fmla="*/ 1614830 h 2079403"/>
                  <a:gd name="connsiteX5-259" fmla="*/ 3190806 w 4358007"/>
                  <a:gd name="connsiteY5-260" fmla="*/ 1636552 h 2079403"/>
                  <a:gd name="connsiteX6-261" fmla="*/ 3169875 w 4358007"/>
                  <a:gd name="connsiteY6-262" fmla="*/ 1498039 h 2079403"/>
                  <a:gd name="connsiteX7-263" fmla="*/ 3445881 w 4358007"/>
                  <a:gd name="connsiteY7-264" fmla="*/ 1498039 h 2079403"/>
                  <a:gd name="connsiteX8-265" fmla="*/ 1535436 w 4358007"/>
                  <a:gd name="connsiteY8-266" fmla="*/ 463531 h 2079403"/>
                  <a:gd name="connsiteX9-267" fmla="*/ 25655 w 4358007"/>
                  <a:gd name="connsiteY9-268" fmla="*/ 2067046 h 2079403"/>
                  <a:gd name="connsiteX10-269" fmla="*/ 0 w 4358007"/>
                  <a:gd name="connsiteY10-270" fmla="*/ 2079403 h 2079403"/>
                  <a:gd name="connsiteX0-271" fmla="*/ 0 w 4358007"/>
                  <a:gd name="connsiteY0-272" fmla="*/ 2079403 h 2079403"/>
                  <a:gd name="connsiteX1-273" fmla="*/ 1785607 w 4358007"/>
                  <a:gd name="connsiteY1-274" fmla="*/ 21009 h 2079403"/>
                  <a:gd name="connsiteX2-275" fmla="*/ 4075532 w 4358007"/>
                  <a:gd name="connsiteY2-276" fmla="*/ 1498040 h 2079403"/>
                  <a:gd name="connsiteX3-277" fmla="*/ 4358007 w 4358007"/>
                  <a:gd name="connsiteY3-278" fmla="*/ 1498039 h 2079403"/>
                  <a:gd name="connsiteX4-279" fmla="*/ 4340332 w 4358007"/>
                  <a:gd name="connsiteY4-280" fmla="*/ 1614830 h 2079403"/>
                  <a:gd name="connsiteX5-281" fmla="*/ 3190806 w 4358007"/>
                  <a:gd name="connsiteY5-282" fmla="*/ 1621184 h 2079403"/>
                  <a:gd name="connsiteX6-283" fmla="*/ 3169875 w 4358007"/>
                  <a:gd name="connsiteY6-284" fmla="*/ 1498039 h 2079403"/>
                  <a:gd name="connsiteX7-285" fmla="*/ 3445881 w 4358007"/>
                  <a:gd name="connsiteY7-286" fmla="*/ 1498039 h 2079403"/>
                  <a:gd name="connsiteX8-287" fmla="*/ 1535436 w 4358007"/>
                  <a:gd name="connsiteY8-288" fmla="*/ 463531 h 2079403"/>
                  <a:gd name="connsiteX9-289" fmla="*/ 25655 w 4358007"/>
                  <a:gd name="connsiteY9-290" fmla="*/ 2067046 h 2079403"/>
                  <a:gd name="connsiteX10-291" fmla="*/ 0 w 4358007"/>
                  <a:gd name="connsiteY10-292" fmla="*/ 2079403 h 2079403"/>
                  <a:gd name="connsiteX0-293" fmla="*/ 0 w 4363385"/>
                  <a:gd name="connsiteY0-294" fmla="*/ 2079403 h 2079403"/>
                  <a:gd name="connsiteX1-295" fmla="*/ 1785607 w 4363385"/>
                  <a:gd name="connsiteY1-296" fmla="*/ 21009 h 2079403"/>
                  <a:gd name="connsiteX2-297" fmla="*/ 4075532 w 4363385"/>
                  <a:gd name="connsiteY2-298" fmla="*/ 1498040 h 2079403"/>
                  <a:gd name="connsiteX3-299" fmla="*/ 4358007 w 4363385"/>
                  <a:gd name="connsiteY3-300" fmla="*/ 1498039 h 2079403"/>
                  <a:gd name="connsiteX4-301" fmla="*/ 4363385 w 4363385"/>
                  <a:gd name="connsiteY4-302" fmla="*/ 1614830 h 2079403"/>
                  <a:gd name="connsiteX5-303" fmla="*/ 3190806 w 4363385"/>
                  <a:gd name="connsiteY5-304" fmla="*/ 1621184 h 2079403"/>
                  <a:gd name="connsiteX6-305" fmla="*/ 3169875 w 4363385"/>
                  <a:gd name="connsiteY6-306" fmla="*/ 1498039 h 2079403"/>
                  <a:gd name="connsiteX7-307" fmla="*/ 3445881 w 4363385"/>
                  <a:gd name="connsiteY7-308" fmla="*/ 1498039 h 2079403"/>
                  <a:gd name="connsiteX8-309" fmla="*/ 1535436 w 4363385"/>
                  <a:gd name="connsiteY8-310" fmla="*/ 463531 h 2079403"/>
                  <a:gd name="connsiteX9-311" fmla="*/ 25655 w 4363385"/>
                  <a:gd name="connsiteY9-312" fmla="*/ 2067046 h 2079403"/>
                  <a:gd name="connsiteX10-313" fmla="*/ 0 w 4363385"/>
                  <a:gd name="connsiteY10-314" fmla="*/ 2079403 h 207940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181" y="connsiteY10-182"/>
                  </a:cxn>
                </a:cxnLst>
                <a:rect l="l" t="t" r="r" b="b"/>
                <a:pathLst>
                  <a:path w="4363385" h="2079403">
                    <a:moveTo>
                      <a:pt x="0" y="2079403"/>
                    </a:moveTo>
                    <a:cubicBezTo>
                      <a:pt x="0" y="1044510"/>
                      <a:pt x="761085" y="167154"/>
                      <a:pt x="1785607" y="21009"/>
                    </a:cubicBezTo>
                    <a:cubicBezTo>
                      <a:pt x="2810128" y="-125136"/>
                      <a:pt x="3786171" y="504424"/>
                      <a:pt x="4075532" y="1498040"/>
                    </a:cubicBezTo>
                    <a:lnTo>
                      <a:pt x="4358007" y="1498039"/>
                    </a:lnTo>
                    <a:lnTo>
                      <a:pt x="4363385" y="1614830"/>
                    </a:lnTo>
                    <a:lnTo>
                      <a:pt x="3190806" y="1621184"/>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flip="none" rotWithShape="1">
                <a:gsLst>
                  <a:gs pos="43000">
                    <a:schemeClr val="tx1">
                      <a:lumMod val="95000"/>
                      <a:lumOff val="5000"/>
                    </a:schemeClr>
                  </a:gs>
                  <a:gs pos="14000">
                    <a:schemeClr val="tx1">
                      <a:lumMod val="50000"/>
                      <a:lumOff val="50000"/>
                    </a:schemeClr>
                  </a:gs>
                  <a:gs pos="100000">
                    <a:schemeClr val="tx1">
                      <a:lumMod val="50000"/>
                      <a:lumOff val="50000"/>
                    </a:schemeClr>
                  </a:gs>
                </a:gsLst>
                <a:lin ang="2700000" scaled="1"/>
                <a:tileRect/>
              </a:gradFill>
              <a:ln>
                <a:noFill/>
              </a:ln>
              <a:effectLst/>
              <a:scene3d>
                <a:camera prst="orthographicFront"/>
                <a:lightRig rig="flat" dir="t">
                  <a:rot lat="0" lon="0" rev="11400000"/>
                </a:lightRig>
              </a:scene3d>
              <a:sp3d extrusionH="1270000" contourW="12700" prstMaterial="softEdge">
                <a:bevelB h="107950"/>
                <a:extrusionClr>
                  <a:schemeClr val="accent2">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chemeClr val="tx1"/>
                  </a:solidFill>
                  <a:latin typeface="+mn-ea"/>
                </a:endParaRPr>
              </a:p>
            </p:txBody>
          </p:sp>
          <p:sp>
            <p:nvSpPr>
              <p:cNvPr id="11" name="MH_Other_2"/>
              <p:cNvSpPr/>
              <p:nvPr>
                <p:custDataLst>
                  <p:tags r:id="rId3"/>
                </p:custDataLst>
              </p:nvPr>
            </p:nvSpPr>
            <p:spPr>
              <a:xfrm rot="15013344" flipH="1">
                <a:off x="5923809" y="2890569"/>
                <a:ext cx="3268505" cy="2252397"/>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0000">
                    <a:schemeClr val="accent2">
                      <a:lumMod val="40000"/>
                      <a:lumOff val="60000"/>
                    </a:schemeClr>
                  </a:gs>
                  <a:gs pos="0">
                    <a:schemeClr val="accent2">
                      <a:lumMod val="75000"/>
                    </a:schemeClr>
                  </a:gs>
                  <a:gs pos="100000">
                    <a:schemeClr val="accent2"/>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12" name="MH_Other_3"/>
              <p:cNvSpPr/>
              <p:nvPr>
                <p:custDataLst>
                  <p:tags r:id="rId4"/>
                </p:custDataLst>
              </p:nvPr>
            </p:nvSpPr>
            <p:spPr>
              <a:xfrm rot="14847505" flipV="1">
                <a:off x="3091614" y="2746901"/>
                <a:ext cx="3340388" cy="2442932"/>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 name="connsiteX0-141" fmla="*/ 0 w 4358007"/>
                  <a:gd name="connsiteY0-142" fmla="*/ 2079403 h 2386491"/>
                  <a:gd name="connsiteX1-143" fmla="*/ 1785607 w 4358007"/>
                  <a:gd name="connsiteY1-144" fmla="*/ 21009 h 2386491"/>
                  <a:gd name="connsiteX2-145" fmla="*/ 4075532 w 4358007"/>
                  <a:gd name="connsiteY2-146" fmla="*/ 1498040 h 2386491"/>
                  <a:gd name="connsiteX3-147" fmla="*/ 4358007 w 4358007"/>
                  <a:gd name="connsiteY3-148" fmla="*/ 1498039 h 2386491"/>
                  <a:gd name="connsiteX4-149" fmla="*/ 3782879 w 4358007"/>
                  <a:gd name="connsiteY4-150" fmla="*/ 2386491 h 2386491"/>
                  <a:gd name="connsiteX5-151" fmla="*/ 3169875 w 4358007"/>
                  <a:gd name="connsiteY5-152" fmla="*/ 1498039 h 2386491"/>
                  <a:gd name="connsiteX6-153" fmla="*/ 3445881 w 4358007"/>
                  <a:gd name="connsiteY6-154" fmla="*/ 1498039 h 2386491"/>
                  <a:gd name="connsiteX7-155" fmla="*/ 1535436 w 4358007"/>
                  <a:gd name="connsiteY7-156" fmla="*/ 463531 h 2386491"/>
                  <a:gd name="connsiteX8-157" fmla="*/ 25655 w 4358007"/>
                  <a:gd name="connsiteY8-158" fmla="*/ 2067046 h 2386491"/>
                  <a:gd name="connsiteX9-159" fmla="*/ 0 w 4358007"/>
                  <a:gd name="connsiteY9-160" fmla="*/ 2079403 h 2386491"/>
                  <a:gd name="connsiteX0-161" fmla="*/ 0 w 4401150"/>
                  <a:gd name="connsiteY0-162" fmla="*/ 2079403 h 2386491"/>
                  <a:gd name="connsiteX1-163" fmla="*/ 1785607 w 4401150"/>
                  <a:gd name="connsiteY1-164" fmla="*/ 21009 h 2386491"/>
                  <a:gd name="connsiteX2-165" fmla="*/ 4075532 w 4401150"/>
                  <a:gd name="connsiteY2-166" fmla="*/ 1498040 h 2386491"/>
                  <a:gd name="connsiteX3-167" fmla="*/ 4401150 w 4401150"/>
                  <a:gd name="connsiteY3-168" fmla="*/ 1601982 h 2386491"/>
                  <a:gd name="connsiteX4-169" fmla="*/ 3782879 w 4401150"/>
                  <a:gd name="connsiteY4-170" fmla="*/ 2386491 h 2386491"/>
                  <a:gd name="connsiteX5-171" fmla="*/ 3169875 w 4401150"/>
                  <a:gd name="connsiteY5-172" fmla="*/ 1498039 h 2386491"/>
                  <a:gd name="connsiteX6-173" fmla="*/ 3445881 w 4401150"/>
                  <a:gd name="connsiteY6-174" fmla="*/ 1498039 h 2386491"/>
                  <a:gd name="connsiteX7-175" fmla="*/ 1535436 w 4401150"/>
                  <a:gd name="connsiteY7-176" fmla="*/ 463531 h 2386491"/>
                  <a:gd name="connsiteX8-177" fmla="*/ 25655 w 4401150"/>
                  <a:gd name="connsiteY8-178" fmla="*/ 2067046 h 2386491"/>
                  <a:gd name="connsiteX9-179" fmla="*/ 0 w 4401150"/>
                  <a:gd name="connsiteY9-180" fmla="*/ 2079403 h 2386491"/>
                  <a:gd name="connsiteX0-181" fmla="*/ 0 w 4401150"/>
                  <a:gd name="connsiteY0-182" fmla="*/ 2063451 h 2370539"/>
                  <a:gd name="connsiteX1-183" fmla="*/ 1785607 w 4401150"/>
                  <a:gd name="connsiteY1-184" fmla="*/ 5057 h 2370539"/>
                  <a:gd name="connsiteX2-185" fmla="*/ 4046111 w 4401150"/>
                  <a:gd name="connsiteY2-186" fmla="*/ 1631382 h 2370539"/>
                  <a:gd name="connsiteX3-187" fmla="*/ 4401150 w 4401150"/>
                  <a:gd name="connsiteY3-188" fmla="*/ 1586030 h 2370539"/>
                  <a:gd name="connsiteX4-189" fmla="*/ 3782879 w 4401150"/>
                  <a:gd name="connsiteY4-190" fmla="*/ 2370539 h 2370539"/>
                  <a:gd name="connsiteX5-191" fmla="*/ 3169875 w 4401150"/>
                  <a:gd name="connsiteY5-192" fmla="*/ 1482087 h 2370539"/>
                  <a:gd name="connsiteX6-193" fmla="*/ 3445881 w 4401150"/>
                  <a:gd name="connsiteY6-194" fmla="*/ 1482087 h 2370539"/>
                  <a:gd name="connsiteX7-195" fmla="*/ 1535436 w 4401150"/>
                  <a:gd name="connsiteY7-196" fmla="*/ 447579 h 2370539"/>
                  <a:gd name="connsiteX8-197" fmla="*/ 25655 w 4401150"/>
                  <a:gd name="connsiteY8-198" fmla="*/ 2051094 h 2370539"/>
                  <a:gd name="connsiteX9-199" fmla="*/ 0 w 4401150"/>
                  <a:gd name="connsiteY9-200" fmla="*/ 2063451 h 2370539"/>
                  <a:gd name="connsiteX0-201" fmla="*/ 0 w 4401150"/>
                  <a:gd name="connsiteY0-202" fmla="*/ 2063451 h 2370539"/>
                  <a:gd name="connsiteX1-203" fmla="*/ 1785607 w 4401150"/>
                  <a:gd name="connsiteY1-204" fmla="*/ 5057 h 2370539"/>
                  <a:gd name="connsiteX2-205" fmla="*/ 4046111 w 4401150"/>
                  <a:gd name="connsiteY2-206" fmla="*/ 1631382 h 2370539"/>
                  <a:gd name="connsiteX3-207" fmla="*/ 4401150 w 4401150"/>
                  <a:gd name="connsiteY3-208" fmla="*/ 1586030 h 2370539"/>
                  <a:gd name="connsiteX4-209" fmla="*/ 3782879 w 4401150"/>
                  <a:gd name="connsiteY4-210" fmla="*/ 2370539 h 2370539"/>
                  <a:gd name="connsiteX5-211" fmla="*/ 3186053 w 4401150"/>
                  <a:gd name="connsiteY5-212" fmla="*/ 1521066 h 2370539"/>
                  <a:gd name="connsiteX6-213" fmla="*/ 3445881 w 4401150"/>
                  <a:gd name="connsiteY6-214" fmla="*/ 1482087 h 2370539"/>
                  <a:gd name="connsiteX7-215" fmla="*/ 1535436 w 4401150"/>
                  <a:gd name="connsiteY7-216" fmla="*/ 447579 h 2370539"/>
                  <a:gd name="connsiteX8-217" fmla="*/ 25655 w 4401150"/>
                  <a:gd name="connsiteY8-218" fmla="*/ 2051094 h 2370539"/>
                  <a:gd name="connsiteX9-219" fmla="*/ 0 w 4401150"/>
                  <a:gd name="connsiteY9-220" fmla="*/ 2063451 h 2370539"/>
                  <a:gd name="connsiteX0-221" fmla="*/ 0 w 4401150"/>
                  <a:gd name="connsiteY0-222" fmla="*/ 2063451 h 2444082"/>
                  <a:gd name="connsiteX1-223" fmla="*/ 1785607 w 4401150"/>
                  <a:gd name="connsiteY1-224" fmla="*/ 5057 h 2444082"/>
                  <a:gd name="connsiteX2-225" fmla="*/ 4046111 w 4401150"/>
                  <a:gd name="connsiteY2-226" fmla="*/ 1631382 h 2444082"/>
                  <a:gd name="connsiteX3-227" fmla="*/ 4401150 w 4401150"/>
                  <a:gd name="connsiteY3-228" fmla="*/ 1586030 h 2444082"/>
                  <a:gd name="connsiteX4-229" fmla="*/ 3752478 w 4401150"/>
                  <a:gd name="connsiteY4-230" fmla="*/ 2444082 h 2444082"/>
                  <a:gd name="connsiteX5-231" fmla="*/ 3186053 w 4401150"/>
                  <a:gd name="connsiteY5-232" fmla="*/ 1521066 h 2444082"/>
                  <a:gd name="connsiteX6-233" fmla="*/ 3445881 w 4401150"/>
                  <a:gd name="connsiteY6-234" fmla="*/ 1482087 h 2444082"/>
                  <a:gd name="connsiteX7-235" fmla="*/ 1535436 w 4401150"/>
                  <a:gd name="connsiteY7-236" fmla="*/ 447579 h 2444082"/>
                  <a:gd name="connsiteX8-237" fmla="*/ 25655 w 4401150"/>
                  <a:gd name="connsiteY8-238" fmla="*/ 2051094 h 2444082"/>
                  <a:gd name="connsiteX9-239" fmla="*/ 0 w 4401150"/>
                  <a:gd name="connsiteY9-240" fmla="*/ 2063451 h 2444082"/>
                  <a:gd name="connsiteX0-241" fmla="*/ 0 w 4401150"/>
                  <a:gd name="connsiteY0-242" fmla="*/ 2063451 h 2444082"/>
                  <a:gd name="connsiteX1-243" fmla="*/ 1785607 w 4401150"/>
                  <a:gd name="connsiteY1-244" fmla="*/ 5057 h 2444082"/>
                  <a:gd name="connsiteX2-245" fmla="*/ 4046111 w 4401150"/>
                  <a:gd name="connsiteY2-246" fmla="*/ 1631382 h 2444082"/>
                  <a:gd name="connsiteX3-247" fmla="*/ 4401150 w 4401150"/>
                  <a:gd name="connsiteY3-248" fmla="*/ 1586030 h 2444082"/>
                  <a:gd name="connsiteX4-249" fmla="*/ 3752478 w 4401150"/>
                  <a:gd name="connsiteY4-250" fmla="*/ 2444082 h 2444082"/>
                  <a:gd name="connsiteX5-251" fmla="*/ 3186053 w 4401150"/>
                  <a:gd name="connsiteY5-252" fmla="*/ 1521066 h 2444082"/>
                  <a:gd name="connsiteX6-253" fmla="*/ 3445881 w 4401150"/>
                  <a:gd name="connsiteY6-254" fmla="*/ 1482087 h 2444082"/>
                  <a:gd name="connsiteX7-255" fmla="*/ 1535436 w 4401150"/>
                  <a:gd name="connsiteY7-256" fmla="*/ 447579 h 2444082"/>
                  <a:gd name="connsiteX8-257" fmla="*/ 25655 w 4401150"/>
                  <a:gd name="connsiteY8-258" fmla="*/ 2051094 h 2444082"/>
                  <a:gd name="connsiteX9-259" fmla="*/ 0 w 4401150"/>
                  <a:gd name="connsiteY9-260" fmla="*/ 2063451 h 2444082"/>
                  <a:gd name="connsiteX0-261" fmla="*/ 0 w 4401150"/>
                  <a:gd name="connsiteY0-262" fmla="*/ 2063451 h 2444082"/>
                  <a:gd name="connsiteX1-263" fmla="*/ 1785607 w 4401150"/>
                  <a:gd name="connsiteY1-264" fmla="*/ 5057 h 2444082"/>
                  <a:gd name="connsiteX2-265" fmla="*/ 4046111 w 4401150"/>
                  <a:gd name="connsiteY2-266" fmla="*/ 1631382 h 2444082"/>
                  <a:gd name="connsiteX3-267" fmla="*/ 4401150 w 4401150"/>
                  <a:gd name="connsiteY3-268" fmla="*/ 1586030 h 2444082"/>
                  <a:gd name="connsiteX4-269" fmla="*/ 3752478 w 4401150"/>
                  <a:gd name="connsiteY4-270" fmla="*/ 2444082 h 2444082"/>
                  <a:gd name="connsiteX5-271" fmla="*/ 3115695 w 4401150"/>
                  <a:gd name="connsiteY5-272" fmla="*/ 1535038 h 2444082"/>
                  <a:gd name="connsiteX6-273" fmla="*/ 3445881 w 4401150"/>
                  <a:gd name="connsiteY6-274" fmla="*/ 1482087 h 2444082"/>
                  <a:gd name="connsiteX7-275" fmla="*/ 1535436 w 4401150"/>
                  <a:gd name="connsiteY7-276" fmla="*/ 447579 h 2444082"/>
                  <a:gd name="connsiteX8-277" fmla="*/ 25655 w 4401150"/>
                  <a:gd name="connsiteY8-278" fmla="*/ 2051094 h 2444082"/>
                  <a:gd name="connsiteX9-279" fmla="*/ 0 w 4401150"/>
                  <a:gd name="connsiteY9-280" fmla="*/ 2063451 h 2444082"/>
                  <a:gd name="connsiteX0-281" fmla="*/ 0 w 4401150"/>
                  <a:gd name="connsiteY0-282" fmla="*/ 2071635 h 2452266"/>
                  <a:gd name="connsiteX1-283" fmla="*/ 1785607 w 4401150"/>
                  <a:gd name="connsiteY1-284" fmla="*/ 13241 h 2452266"/>
                  <a:gd name="connsiteX2-285" fmla="*/ 4046111 w 4401150"/>
                  <a:gd name="connsiteY2-286" fmla="*/ 1639566 h 2452266"/>
                  <a:gd name="connsiteX3-287" fmla="*/ 4401150 w 4401150"/>
                  <a:gd name="connsiteY3-288" fmla="*/ 1594214 h 2452266"/>
                  <a:gd name="connsiteX4-289" fmla="*/ 3752478 w 4401150"/>
                  <a:gd name="connsiteY4-290" fmla="*/ 2452266 h 2452266"/>
                  <a:gd name="connsiteX5-291" fmla="*/ 3115695 w 4401150"/>
                  <a:gd name="connsiteY5-292" fmla="*/ 1543222 h 2452266"/>
                  <a:gd name="connsiteX6-293" fmla="*/ 3445881 w 4401150"/>
                  <a:gd name="connsiteY6-294" fmla="*/ 1490271 h 2452266"/>
                  <a:gd name="connsiteX7-295" fmla="*/ 1535436 w 4401150"/>
                  <a:gd name="connsiteY7-296" fmla="*/ 455763 h 2452266"/>
                  <a:gd name="connsiteX8-297" fmla="*/ 25655 w 4401150"/>
                  <a:gd name="connsiteY8-298" fmla="*/ 2059278 h 2452266"/>
                  <a:gd name="connsiteX9-299" fmla="*/ 0 w 4401150"/>
                  <a:gd name="connsiteY9-300" fmla="*/ 2071635 h 2452266"/>
                  <a:gd name="connsiteX0-301" fmla="*/ 0 w 4444293"/>
                  <a:gd name="connsiteY0-302" fmla="*/ 1963235 h 2447810"/>
                  <a:gd name="connsiteX1-303" fmla="*/ 1828750 w 4444293"/>
                  <a:gd name="connsiteY1-304" fmla="*/ 8785 h 2447810"/>
                  <a:gd name="connsiteX2-305" fmla="*/ 4089254 w 4444293"/>
                  <a:gd name="connsiteY2-306" fmla="*/ 1635110 h 2447810"/>
                  <a:gd name="connsiteX3-307" fmla="*/ 4444293 w 4444293"/>
                  <a:gd name="connsiteY3-308" fmla="*/ 1589758 h 2447810"/>
                  <a:gd name="connsiteX4-309" fmla="*/ 3795621 w 4444293"/>
                  <a:gd name="connsiteY4-310" fmla="*/ 2447810 h 2447810"/>
                  <a:gd name="connsiteX5-311" fmla="*/ 3158838 w 4444293"/>
                  <a:gd name="connsiteY5-312" fmla="*/ 1538766 h 2447810"/>
                  <a:gd name="connsiteX6-313" fmla="*/ 3489024 w 4444293"/>
                  <a:gd name="connsiteY6-314" fmla="*/ 1485815 h 2447810"/>
                  <a:gd name="connsiteX7-315" fmla="*/ 1578579 w 4444293"/>
                  <a:gd name="connsiteY7-316" fmla="*/ 451307 h 2447810"/>
                  <a:gd name="connsiteX8-317" fmla="*/ 68798 w 4444293"/>
                  <a:gd name="connsiteY8-318" fmla="*/ 2054822 h 2447810"/>
                  <a:gd name="connsiteX9-319" fmla="*/ 0 w 4444293"/>
                  <a:gd name="connsiteY9-320" fmla="*/ 1963235 h 2447810"/>
                  <a:gd name="connsiteX0-321" fmla="*/ 0 w 4444293"/>
                  <a:gd name="connsiteY0-322" fmla="*/ 1963235 h 2447810"/>
                  <a:gd name="connsiteX1-323" fmla="*/ 1828750 w 4444293"/>
                  <a:gd name="connsiteY1-324" fmla="*/ 8785 h 2447810"/>
                  <a:gd name="connsiteX2-325" fmla="*/ 4089254 w 4444293"/>
                  <a:gd name="connsiteY2-326" fmla="*/ 1635110 h 2447810"/>
                  <a:gd name="connsiteX3-327" fmla="*/ 4444293 w 4444293"/>
                  <a:gd name="connsiteY3-328" fmla="*/ 1589758 h 2447810"/>
                  <a:gd name="connsiteX4-329" fmla="*/ 3795621 w 4444293"/>
                  <a:gd name="connsiteY4-330" fmla="*/ 2447810 h 2447810"/>
                  <a:gd name="connsiteX5-331" fmla="*/ 3158838 w 4444293"/>
                  <a:gd name="connsiteY5-332" fmla="*/ 1538766 h 2447810"/>
                  <a:gd name="connsiteX6-333" fmla="*/ 3489024 w 4444293"/>
                  <a:gd name="connsiteY6-334" fmla="*/ 1485815 h 2447810"/>
                  <a:gd name="connsiteX7-335" fmla="*/ 1578579 w 4444293"/>
                  <a:gd name="connsiteY7-336" fmla="*/ 451307 h 2447810"/>
                  <a:gd name="connsiteX8-337" fmla="*/ 21240 w 4444293"/>
                  <a:gd name="connsiteY8-338" fmla="*/ 2013636 h 2447810"/>
                  <a:gd name="connsiteX9-339" fmla="*/ 0 w 4444293"/>
                  <a:gd name="connsiteY9-340" fmla="*/ 1963235 h 2447810"/>
                  <a:gd name="connsiteX0-341" fmla="*/ 0 w 4453850"/>
                  <a:gd name="connsiteY0-342" fmla="*/ 1825241 h 2442932"/>
                  <a:gd name="connsiteX1-343" fmla="*/ 1838307 w 4453850"/>
                  <a:gd name="connsiteY1-344" fmla="*/ 3907 h 2442932"/>
                  <a:gd name="connsiteX2-345" fmla="*/ 4098811 w 4453850"/>
                  <a:gd name="connsiteY2-346" fmla="*/ 1630232 h 2442932"/>
                  <a:gd name="connsiteX3-347" fmla="*/ 4453850 w 4453850"/>
                  <a:gd name="connsiteY3-348" fmla="*/ 1584880 h 2442932"/>
                  <a:gd name="connsiteX4-349" fmla="*/ 3805178 w 4453850"/>
                  <a:gd name="connsiteY4-350" fmla="*/ 2442932 h 2442932"/>
                  <a:gd name="connsiteX5-351" fmla="*/ 3168395 w 4453850"/>
                  <a:gd name="connsiteY5-352" fmla="*/ 1533888 h 2442932"/>
                  <a:gd name="connsiteX6-353" fmla="*/ 3498581 w 4453850"/>
                  <a:gd name="connsiteY6-354" fmla="*/ 1480937 h 2442932"/>
                  <a:gd name="connsiteX7-355" fmla="*/ 1588136 w 4453850"/>
                  <a:gd name="connsiteY7-356" fmla="*/ 446429 h 2442932"/>
                  <a:gd name="connsiteX8-357" fmla="*/ 30797 w 4453850"/>
                  <a:gd name="connsiteY8-358" fmla="*/ 2008758 h 2442932"/>
                  <a:gd name="connsiteX9-359" fmla="*/ 0 w 4453850"/>
                  <a:gd name="connsiteY9-360" fmla="*/ 1825241 h 24429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453850" h="2442932">
                    <a:moveTo>
                      <a:pt x="0" y="1825241"/>
                    </a:moveTo>
                    <a:cubicBezTo>
                      <a:pt x="0" y="790348"/>
                      <a:pt x="1155172" y="36408"/>
                      <a:pt x="1838307" y="3907"/>
                    </a:cubicBezTo>
                    <a:cubicBezTo>
                      <a:pt x="2521442" y="-28594"/>
                      <a:pt x="3682478" y="110528"/>
                      <a:pt x="4098811" y="1630232"/>
                    </a:cubicBezTo>
                    <a:lnTo>
                      <a:pt x="4453850" y="1584880"/>
                    </a:lnTo>
                    <a:lnTo>
                      <a:pt x="3805178" y="2442932"/>
                    </a:lnTo>
                    <a:cubicBezTo>
                      <a:pt x="3456541" y="1896972"/>
                      <a:pt x="3357203" y="1841560"/>
                      <a:pt x="3168395" y="1533888"/>
                    </a:cubicBezTo>
                    <a:lnTo>
                      <a:pt x="3498581" y="1480937"/>
                    </a:lnTo>
                    <a:cubicBezTo>
                      <a:pt x="3222266" y="831385"/>
                      <a:pt x="2279792" y="305430"/>
                      <a:pt x="1588136" y="446429"/>
                    </a:cubicBezTo>
                    <a:cubicBezTo>
                      <a:pt x="896480" y="587428"/>
                      <a:pt x="30797" y="1302876"/>
                      <a:pt x="30797" y="2008758"/>
                    </a:cubicBezTo>
                    <a:lnTo>
                      <a:pt x="0" y="1825241"/>
                    </a:lnTo>
                    <a:close/>
                  </a:path>
                </a:pathLst>
              </a:custGeom>
              <a:gradFill>
                <a:gsLst>
                  <a:gs pos="56000">
                    <a:schemeClr val="tx1">
                      <a:lumMod val="50000"/>
                      <a:lumOff val="50000"/>
                    </a:schemeClr>
                  </a:gs>
                  <a:gs pos="0">
                    <a:schemeClr val="tx1">
                      <a:lumMod val="95000"/>
                      <a:lumOff val="5000"/>
                    </a:schemeClr>
                  </a:gs>
                  <a:gs pos="100000">
                    <a:schemeClr val="tx1">
                      <a:lumMod val="95000"/>
                      <a:lumOff val="5000"/>
                    </a:schemeClr>
                  </a:gs>
                </a:gsLst>
                <a:lin ang="0" scaled="1"/>
              </a:gradFill>
              <a:ln w="6350">
                <a:noFill/>
              </a:ln>
              <a:scene3d>
                <a:camera prst="orthographicFront"/>
                <a:lightRig rig="flat" dir="t">
                  <a:rot lat="0" lon="0" rev="11400000"/>
                </a:lightRig>
              </a:scene3d>
              <a:sp3d extrusionH="1270000" contourW="12700" prstMaterial="softEdge">
                <a:bevelB h="107950"/>
                <a:extrusionClr>
                  <a:schemeClr val="accent1">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13" name="MH_Other_4"/>
              <p:cNvSpPr/>
              <p:nvPr>
                <p:custDataLst>
                  <p:tags r:id="rId5"/>
                </p:custDataLst>
              </p:nvPr>
            </p:nvSpPr>
            <p:spPr>
              <a:xfrm rot="14528313" flipV="1">
                <a:off x="3309772" y="2755420"/>
                <a:ext cx="3268505" cy="2252399"/>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6000">
                    <a:schemeClr val="accent1">
                      <a:lumMod val="40000"/>
                      <a:lumOff val="60000"/>
                    </a:schemeClr>
                  </a:gs>
                  <a:gs pos="0">
                    <a:schemeClr val="accent1">
                      <a:lumMod val="75000"/>
                    </a:schemeClr>
                  </a:gs>
                  <a:gs pos="100000">
                    <a:schemeClr val="accent1"/>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cxnSp>
            <p:nvCxnSpPr>
              <p:cNvPr id="14" name="MH_Other_6"/>
              <p:cNvCxnSpPr/>
              <p:nvPr>
                <p:custDataLst>
                  <p:tags r:id="rId6"/>
                </p:custDataLst>
              </p:nvPr>
            </p:nvCxnSpPr>
            <p:spPr>
              <a:xfrm>
                <a:off x="7497540" y="2874094"/>
                <a:ext cx="2908284" cy="14605"/>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MH_Text_2"/>
              <p:cNvSpPr txBox="1">
                <a:spLocks noChangeArrowheads="1"/>
              </p:cNvSpPr>
              <p:nvPr>
                <p:custDataLst>
                  <p:tags r:id="rId7"/>
                </p:custDataLst>
              </p:nvPr>
            </p:nvSpPr>
            <p:spPr bwMode="auto">
              <a:xfrm>
                <a:off x="7379431" y="2888698"/>
                <a:ext cx="4320516" cy="13715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a:solidFill>
                      <a:schemeClr val="accent2">
                        <a:lumMod val="50000"/>
                      </a:schemeClr>
                    </a:solidFill>
                    <a:latin typeface="微软雅黑" panose="020B0503020204020204" charset="-122"/>
                    <a:ea typeface="微软雅黑" panose="020B0503020204020204" charset="-122"/>
                    <a:sym typeface="+mn-ea"/>
                  </a:rPr>
                  <a:t>自底向上</a:t>
                </a:r>
                <a:r>
                  <a:rPr>
                    <a:latin typeface="微软雅黑" panose="020B0503020204020204" charset="-122"/>
                    <a:ea typeface="微软雅黑" panose="020B0503020204020204" charset="-122"/>
                    <a:sym typeface="+mn-ea"/>
                  </a:rPr>
                  <a:t>：先建立对象类，然后把对象类中关系较密切的类组织为一个主题。如果主题数量仍太多，则再进一步把联系较强的小主题组织为大主题，直到系统中最上层主题数不超过7个。这种方式适合于小型系统或中型系统。</a:t>
                </a:r>
              </a:p>
            </p:txBody>
          </p:sp>
          <p:sp>
            <p:nvSpPr>
              <p:cNvPr id="17" name="MH_SubTitle_2"/>
              <p:cNvSpPr txBox="1">
                <a:spLocks noChangeArrowheads="1"/>
              </p:cNvSpPr>
              <p:nvPr>
                <p:custDataLst>
                  <p:tags r:id="rId8"/>
                </p:custDataLst>
              </p:nvPr>
            </p:nvSpPr>
            <p:spPr bwMode="auto">
              <a:xfrm>
                <a:off x="8189687" y="1099955"/>
                <a:ext cx="2371712" cy="758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8" name="MH_Other_7"/>
              <p:cNvSpPr txBox="1">
                <a:spLocks noChangeArrowheads="1"/>
              </p:cNvSpPr>
              <p:nvPr>
                <p:custDataLst>
                  <p:tags r:id="rId9"/>
                </p:custDataLst>
              </p:nvPr>
            </p:nvSpPr>
            <p:spPr bwMode="auto">
              <a:xfrm>
                <a:off x="7379430" y="2426328"/>
                <a:ext cx="486833"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sz="3000" dirty="0" smtClean="0">
                    <a:solidFill>
                      <a:schemeClr val="accent2">
                        <a:lumMod val="75000"/>
                      </a:schemeClr>
                    </a:solidFill>
                    <a:latin typeface="微软雅黑" panose="020B0503020204020204" charset="-122"/>
                    <a:ea typeface="微软雅黑" panose="020B0503020204020204" charset="-122"/>
                  </a:rPr>
                  <a:t>1</a:t>
                </a:r>
              </a:p>
            </p:txBody>
          </p:sp>
          <p:sp>
            <p:nvSpPr>
              <p:cNvPr id="19" name="MH_Text_1"/>
              <p:cNvSpPr txBox="1">
                <a:spLocks noChangeArrowheads="1"/>
              </p:cNvSpPr>
              <p:nvPr>
                <p:custDataLst>
                  <p:tags r:id="rId10"/>
                </p:custDataLst>
              </p:nvPr>
            </p:nvSpPr>
            <p:spPr bwMode="auto">
              <a:xfrm>
                <a:off x="878336" y="3941941"/>
                <a:ext cx="4364484" cy="15208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gn="l" fontAlgn="auto">
                  <a:lnSpc>
                    <a:spcPct val="120000"/>
                  </a:lnSpc>
                </a:pPr>
                <a:r>
                  <a:rPr lang="en-US" dirty="0">
                    <a:latin typeface="微软雅黑" panose="020B0503020204020204" charset="-122"/>
                    <a:ea typeface="微软雅黑" panose="020B0503020204020204" charset="-122"/>
                    <a:sym typeface="+mn-ea"/>
                  </a:rPr>
                  <a:t>       </a:t>
                </a:r>
                <a:r>
                  <a:rPr dirty="0">
                    <a:solidFill>
                      <a:schemeClr val="accent1">
                        <a:lumMod val="50000"/>
                      </a:schemeClr>
                    </a:solidFill>
                    <a:latin typeface="微软雅黑" panose="020B0503020204020204" charset="-122"/>
                    <a:ea typeface="微软雅黑" panose="020B0503020204020204" charset="-122"/>
                    <a:sym typeface="+mn-ea"/>
                  </a:rPr>
                  <a:t>自顶向下</a:t>
                </a:r>
                <a:r>
                  <a:rPr dirty="0">
                    <a:latin typeface="微软雅黑" panose="020B0503020204020204" charset="-122"/>
                    <a:ea typeface="微软雅黑" panose="020B0503020204020204" charset="-122"/>
                    <a:sym typeface="+mn-ea"/>
                  </a:rPr>
                  <a:t>：先分析系统，确定几个大的主题，每个主题相当于一个子系统。按这些子系统分别进行面向对象分析，建立各个子系统中的对象类。最后再将子系统合并为大的系统。</a:t>
                </a:r>
              </a:p>
            </p:txBody>
          </p:sp>
          <p:sp>
            <p:nvSpPr>
              <p:cNvPr id="20" name="MH_SubTitle_1"/>
              <p:cNvSpPr txBox="1">
                <a:spLocks noChangeArrowheads="1"/>
              </p:cNvSpPr>
              <p:nvPr>
                <p:custDataLst>
                  <p:tags r:id="rId11"/>
                </p:custDataLst>
              </p:nvPr>
            </p:nvSpPr>
            <p:spPr bwMode="auto">
              <a:xfrm>
                <a:off x="2187577" y="3388044"/>
                <a:ext cx="2565400" cy="7588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21" name="MH_Other_8"/>
              <p:cNvSpPr txBox="1">
                <a:spLocks noChangeArrowheads="1"/>
              </p:cNvSpPr>
              <p:nvPr>
                <p:custDataLst>
                  <p:tags r:id="rId12"/>
                </p:custDataLst>
              </p:nvPr>
            </p:nvSpPr>
            <p:spPr bwMode="auto">
              <a:xfrm>
                <a:off x="1894206" y="3387735"/>
                <a:ext cx="486833" cy="554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altLang="zh-CN" sz="3000" dirty="0" smtClean="0">
                    <a:solidFill>
                      <a:schemeClr val="accent1">
                        <a:lumMod val="75000"/>
                      </a:schemeClr>
                    </a:solidFill>
                    <a:latin typeface="微软雅黑" panose="020B0503020204020204" charset="-122"/>
                    <a:ea typeface="微软雅黑" panose="020B0503020204020204" charset="-122"/>
                  </a:rPr>
                  <a:t>2</a:t>
                </a:r>
                <a:endParaRPr lang="zh-CN" altLang="en-US" sz="3000" dirty="0" smtClean="0">
                  <a:solidFill>
                    <a:schemeClr val="accent1">
                      <a:lumMod val="75000"/>
                    </a:schemeClr>
                  </a:solidFill>
                  <a:latin typeface="微软雅黑" panose="020B0503020204020204" charset="-122"/>
                  <a:ea typeface="微软雅黑" panose="020B0503020204020204" charset="-122"/>
                </a:endParaRPr>
              </a:p>
            </p:txBody>
          </p:sp>
          <p:cxnSp>
            <p:nvCxnSpPr>
              <p:cNvPr id="22" name="MH_Other_5"/>
              <p:cNvCxnSpPr/>
              <p:nvPr>
                <p:custDataLst>
                  <p:tags r:id="rId13"/>
                </p:custDataLst>
              </p:nvPr>
            </p:nvCxnSpPr>
            <p:spPr>
              <a:xfrm>
                <a:off x="1993901" y="3881128"/>
                <a:ext cx="295275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75457" name="Rectangle 1"/>
            <p:cNvSpPr>
              <a:spLocks noChangeArrowheads="1"/>
            </p:cNvSpPr>
            <p:nvPr/>
          </p:nvSpPr>
          <p:spPr bwMode="auto">
            <a:xfrm>
              <a:off x="6139" y="2380"/>
              <a:ext cx="5815" cy="575"/>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269875" algn="l" defTabSz="914400" rtl="0" eaLnBrk="1" fontAlgn="base" latinLnBrk="0" hangingPunct="1">
                <a:lnSpc>
                  <a:spcPct val="100000"/>
                </a:lnSpc>
                <a:spcBef>
                  <a:spcPct val="0"/>
                </a:spcBef>
                <a:spcAft>
                  <a:spcPct val="0"/>
                </a:spcAft>
                <a:buClrTx/>
                <a:buSzTx/>
                <a:buFontTx/>
                <a:buNone/>
              </a:pPr>
              <a:r>
                <a:rPr lang="zh-CN" altLang="en-US" sz="2000" b="1">
                  <a:solidFill>
                    <a:schemeClr val="tx1"/>
                  </a:solidFill>
                  <a:latin typeface="微软雅黑" panose="020B0503020204020204" charset="-122"/>
                  <a:ea typeface="微软雅黑" panose="020B0503020204020204" charset="-122"/>
                  <a:sym typeface="+mn-ea"/>
                </a:rPr>
                <a:t>主题的划分有两种方式</a:t>
              </a:r>
              <a:r>
                <a:rPr lang="en-US" sz="2000" b="1">
                  <a:solidFill>
                    <a:schemeClr val="tx1"/>
                  </a:solidFill>
                  <a:latin typeface="微软雅黑" panose="020B0503020204020204" charset="-122"/>
                  <a:ea typeface="微软雅黑" panose="020B0503020204020204" charset="-122"/>
                  <a:sym typeface="+mn-ea"/>
                </a:rPr>
                <a:t>:</a:t>
              </a:r>
              <a:endParaRPr kumimoji="0" lang="en-US" sz="2000" b="1"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宋体" panose="02010600030101010101" pitchFamily="2" charset="-122"/>
                <a:sym typeface="+mn-ea"/>
              </a:endParaRPr>
            </a:p>
          </p:txBody>
        </p:sp>
      </p:grpSp>
    </p:spTree>
    <p:custDataLst>
      <p:tags r:id="rId1"/>
    </p:custDataLst>
  </p:cSld>
  <p:clrMapOvr>
    <a:masterClrMapping/>
  </p:clrMapOvr>
  <p:transition>
    <p:zo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7.1.3 </a:t>
            </a:r>
            <a:r>
              <a:rPr lang="zh-CN" altLang="en-US" sz="2400" dirty="0" smtClean="0">
                <a:solidFill>
                  <a:schemeClr val="tx1"/>
                </a:solidFill>
              </a:rPr>
              <a:t>建立对象模型</a:t>
            </a:r>
          </a:p>
        </p:txBody>
      </p:sp>
      <p:grpSp>
        <p:nvGrpSpPr>
          <p:cNvPr id="6" name="组合 5"/>
          <p:cNvGrpSpPr/>
          <p:nvPr/>
        </p:nvGrpSpPr>
        <p:grpSpPr>
          <a:xfrm>
            <a:off x="809625" y="2474595"/>
            <a:ext cx="10917555" cy="3615690"/>
            <a:chOff x="1188" y="3449"/>
            <a:chExt cx="17193" cy="5694"/>
          </a:xfrm>
        </p:grpSpPr>
        <p:grpSp>
          <p:nvGrpSpPr>
            <p:cNvPr id="8" name="组合 7"/>
            <p:cNvGrpSpPr/>
            <p:nvPr/>
          </p:nvGrpSpPr>
          <p:grpSpPr>
            <a:xfrm>
              <a:off x="1188" y="3449"/>
              <a:ext cx="14472" cy="1545"/>
              <a:chOff x="1923" y="3755"/>
              <a:chExt cx="14472" cy="1545"/>
            </a:xfrm>
          </p:grpSpPr>
          <p:sp>
            <p:nvSpPr>
              <p:cNvPr id="9" name="MH_Other_1"/>
              <p:cNvSpPr>
                <a:spLocks noChangeArrowheads="1"/>
              </p:cNvSpPr>
              <p:nvPr>
                <p:custDataLst>
                  <p:tags r:id="rId12"/>
                </p:custDataLst>
              </p:nvPr>
            </p:nvSpPr>
            <p:spPr bwMode="auto">
              <a:xfrm>
                <a:off x="1923" y="3755"/>
                <a:ext cx="1119" cy="779"/>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10" name="MH_Other_2"/>
              <p:cNvSpPr>
                <a:spLocks noChangeArrowheads="1"/>
              </p:cNvSpPr>
              <p:nvPr>
                <p:custDataLst>
                  <p:tags r:id="rId13"/>
                </p:custDataLst>
              </p:nvPr>
            </p:nvSpPr>
            <p:spPr bwMode="auto">
              <a:xfrm>
                <a:off x="3105" y="3917"/>
                <a:ext cx="887" cy="617"/>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1" name="MH_Other_3"/>
              <p:cNvSpPr>
                <a:spLocks noChangeArrowheads="1"/>
              </p:cNvSpPr>
              <p:nvPr>
                <p:custDataLst>
                  <p:tags r:id="rId14"/>
                </p:custDataLst>
              </p:nvPr>
            </p:nvSpPr>
            <p:spPr bwMode="auto">
              <a:xfrm>
                <a:off x="2176" y="4578"/>
                <a:ext cx="866" cy="603"/>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2" name="MH_Other_4"/>
              <p:cNvSpPr>
                <a:spLocks noChangeArrowheads="1"/>
              </p:cNvSpPr>
              <p:nvPr>
                <p:custDataLst>
                  <p:tags r:id="rId15"/>
                </p:custDataLst>
              </p:nvPr>
            </p:nvSpPr>
            <p:spPr bwMode="auto">
              <a:xfrm>
                <a:off x="3105" y="4578"/>
                <a:ext cx="1119" cy="514"/>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SubTitle_1"/>
              <p:cNvSpPr/>
              <p:nvPr>
                <p:custDataLst>
                  <p:tags r:id="rId16"/>
                </p:custDataLst>
              </p:nvPr>
            </p:nvSpPr>
            <p:spPr>
              <a:xfrm>
                <a:off x="4768" y="3755"/>
                <a:ext cx="11627" cy="1545"/>
              </a:xfrm>
              <a:prstGeom prst="rect">
                <a:avLst/>
              </a:prstGeom>
            </p:spPr>
            <p:txBody>
              <a:bodyPr lIns="0" tIns="0" rIns="0" bIns="0" anchor="ctr">
                <a:noAutofit/>
              </a:bodyPr>
              <a:lstStyle/>
              <a:p>
                <a:pPr>
                  <a:lnSpc>
                    <a:spcPct val="140000"/>
                  </a:lnSpc>
                  <a:defRPr/>
                </a:pPr>
                <a:r>
                  <a:rPr lang="zh-CN" altLang="en-US">
                    <a:latin typeface="微软雅黑" panose="020B0503020204020204" charset="-122"/>
                    <a:ea typeface="微软雅黑" panose="020B0503020204020204" charset="-122"/>
                    <a:sym typeface="+mn-ea"/>
                  </a:rPr>
                  <a:t>       把关系较密切的对象画在一个框内，框的每个角处标上主题号，框内是详细的对象类图，标出每个类的属性和服务以及类之间的详细关系，就可得到展开方式的主题图。</a:t>
                </a:r>
              </a:p>
            </p:txBody>
          </p:sp>
        </p:grpSp>
        <p:grpSp>
          <p:nvGrpSpPr>
            <p:cNvPr id="22" name="组合 21"/>
            <p:cNvGrpSpPr/>
            <p:nvPr/>
          </p:nvGrpSpPr>
          <p:grpSpPr>
            <a:xfrm>
              <a:off x="4554" y="7717"/>
              <a:ext cx="13827" cy="1426"/>
              <a:chOff x="7484" y="7718"/>
              <a:chExt cx="13827" cy="1426"/>
            </a:xfrm>
          </p:grpSpPr>
          <p:sp>
            <p:nvSpPr>
              <p:cNvPr id="18" name="MH_Other_5"/>
              <p:cNvSpPr>
                <a:spLocks noChangeArrowheads="1"/>
              </p:cNvSpPr>
              <p:nvPr>
                <p:custDataLst>
                  <p:tags r:id="rId7"/>
                </p:custDataLst>
              </p:nvPr>
            </p:nvSpPr>
            <p:spPr bwMode="auto">
              <a:xfrm>
                <a:off x="7484" y="7718"/>
                <a:ext cx="1119" cy="779"/>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27" name="MH_Other_6"/>
              <p:cNvSpPr>
                <a:spLocks noChangeArrowheads="1"/>
              </p:cNvSpPr>
              <p:nvPr>
                <p:custDataLst>
                  <p:tags r:id="rId8"/>
                </p:custDataLst>
              </p:nvPr>
            </p:nvSpPr>
            <p:spPr bwMode="auto">
              <a:xfrm>
                <a:off x="8666" y="7880"/>
                <a:ext cx="887" cy="617"/>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7"/>
              <p:cNvSpPr>
                <a:spLocks noChangeArrowheads="1"/>
              </p:cNvSpPr>
              <p:nvPr>
                <p:custDataLst>
                  <p:tags r:id="rId9"/>
                </p:custDataLst>
              </p:nvPr>
            </p:nvSpPr>
            <p:spPr bwMode="auto">
              <a:xfrm>
                <a:off x="7737" y="8541"/>
                <a:ext cx="866" cy="603"/>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0" name="MH_Other_8"/>
              <p:cNvSpPr>
                <a:spLocks noChangeArrowheads="1"/>
              </p:cNvSpPr>
              <p:nvPr>
                <p:custDataLst>
                  <p:tags r:id="rId10"/>
                </p:custDataLst>
              </p:nvPr>
            </p:nvSpPr>
            <p:spPr bwMode="auto">
              <a:xfrm>
                <a:off x="8666" y="8541"/>
                <a:ext cx="1119" cy="514"/>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1" name="MH_SubTitle_3"/>
              <p:cNvSpPr/>
              <p:nvPr>
                <p:custDataLst>
                  <p:tags r:id="rId11"/>
                </p:custDataLst>
              </p:nvPr>
            </p:nvSpPr>
            <p:spPr>
              <a:xfrm>
                <a:off x="10226" y="7718"/>
                <a:ext cx="11085" cy="1254"/>
              </a:xfrm>
              <a:prstGeom prst="rect">
                <a:avLst/>
              </a:prstGeom>
            </p:spPr>
            <p:txBody>
              <a:bodyPr lIns="0" tIns="0" rIns="0" bIns="0" anchor="ctr">
                <a:noAutofit/>
              </a:bodyPr>
              <a:lstStyle/>
              <a:p>
                <a:pPr indent="0" fontAlgn="auto">
                  <a:lnSpc>
                    <a:spcPct val="130000"/>
                  </a:lnSpc>
                  <a:buClrTx/>
                  <a:buNone/>
                </a:pPr>
                <a:r>
                  <a:rPr lang="en-US" altLang="zh-CN">
                    <a:latin typeface="微软雅黑" panose="020B0503020204020204" charset="-122"/>
                    <a:ea typeface="微软雅黑" panose="020B0503020204020204" charset="-122"/>
                    <a:sym typeface="+mn-ea"/>
                  </a:rPr>
                  <a:t>       </a:t>
                </a:r>
                <a:r>
                  <a:rPr lang="zh-CN" altLang="en-US">
                    <a:latin typeface="微软雅黑" panose="020B0503020204020204" charset="-122"/>
                    <a:ea typeface="微软雅黑" panose="020B0503020204020204" charset="-122"/>
                    <a:sym typeface="+mn-ea"/>
                  </a:rPr>
                  <a:t>每个框内将主题号、主题名及该主题中所含的类全部列出，就是半展开主题图。</a:t>
                </a:r>
              </a:p>
            </p:txBody>
          </p:sp>
        </p:grpSp>
        <p:grpSp>
          <p:nvGrpSpPr>
            <p:cNvPr id="32" name="组合 31"/>
            <p:cNvGrpSpPr/>
            <p:nvPr/>
          </p:nvGrpSpPr>
          <p:grpSpPr>
            <a:xfrm>
              <a:off x="2647" y="5671"/>
              <a:ext cx="14409" cy="1426"/>
              <a:chOff x="4731" y="5756"/>
              <a:chExt cx="14409" cy="1426"/>
            </a:xfrm>
          </p:grpSpPr>
          <p:sp>
            <p:nvSpPr>
              <p:cNvPr id="33" name="MH_Other_9"/>
              <p:cNvSpPr>
                <a:spLocks noChangeArrowheads="1"/>
              </p:cNvSpPr>
              <p:nvPr>
                <p:custDataLst>
                  <p:tags r:id="rId2"/>
                </p:custDataLst>
              </p:nvPr>
            </p:nvSpPr>
            <p:spPr bwMode="auto">
              <a:xfrm>
                <a:off x="4731" y="5756"/>
                <a:ext cx="1119" cy="779"/>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34" name="MH_Other_10"/>
              <p:cNvSpPr>
                <a:spLocks noChangeArrowheads="1"/>
              </p:cNvSpPr>
              <p:nvPr>
                <p:custDataLst>
                  <p:tags r:id="rId3"/>
                </p:custDataLst>
              </p:nvPr>
            </p:nvSpPr>
            <p:spPr bwMode="auto">
              <a:xfrm>
                <a:off x="5914" y="5918"/>
                <a:ext cx="887" cy="617"/>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5" name="MH_Other_11"/>
              <p:cNvSpPr>
                <a:spLocks noChangeArrowheads="1"/>
              </p:cNvSpPr>
              <p:nvPr>
                <p:custDataLst>
                  <p:tags r:id="rId4"/>
                </p:custDataLst>
              </p:nvPr>
            </p:nvSpPr>
            <p:spPr bwMode="auto">
              <a:xfrm>
                <a:off x="4985" y="6579"/>
                <a:ext cx="866" cy="603"/>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6" name="MH_Other_12"/>
              <p:cNvSpPr>
                <a:spLocks noChangeArrowheads="1"/>
              </p:cNvSpPr>
              <p:nvPr>
                <p:custDataLst>
                  <p:tags r:id="rId5"/>
                </p:custDataLst>
              </p:nvPr>
            </p:nvSpPr>
            <p:spPr bwMode="auto">
              <a:xfrm>
                <a:off x="5914" y="6579"/>
                <a:ext cx="1119" cy="514"/>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7" name="MH_SubTitle_2"/>
              <p:cNvSpPr/>
              <p:nvPr>
                <p:custDataLst>
                  <p:tags r:id="rId6"/>
                </p:custDataLst>
              </p:nvPr>
            </p:nvSpPr>
            <p:spPr>
              <a:xfrm>
                <a:off x="7445" y="5798"/>
                <a:ext cx="11695" cy="1254"/>
              </a:xfrm>
              <a:prstGeom prst="rect">
                <a:avLst/>
              </a:prstGeom>
            </p:spPr>
            <p:txBody>
              <a:bodyPr lIns="0" tIns="0" rIns="0" bIns="0" anchor="ctr">
                <a:noAutofit/>
              </a:bodyPr>
              <a:lstStyle/>
              <a:p>
                <a:pPr lvl="0" algn="just">
                  <a:lnSpc>
                    <a:spcPct val="120000"/>
                  </a:lnSpc>
                  <a:spcBef>
                    <a:spcPct val="0"/>
                  </a:spcBef>
                </a:pPr>
                <a:r>
                  <a:rPr lang="zh-CN" altLang="en-US">
                    <a:latin typeface="微软雅黑" panose="020B0503020204020204" charset="-122"/>
                    <a:ea typeface="微软雅黑" panose="020B0503020204020204" charset="-122"/>
                    <a:sym typeface="+mn-ea"/>
                  </a:rPr>
                  <a:t>         如果将每个主题号及主题名分别写在一个框内，就可得到压缩方式的主题图。</a:t>
                </a:r>
              </a:p>
            </p:txBody>
          </p:sp>
        </p:grpSp>
      </p:grpSp>
      <p:grpSp>
        <p:nvGrpSpPr>
          <p:cNvPr id="14" name="组合 13"/>
          <p:cNvGrpSpPr/>
          <p:nvPr/>
        </p:nvGrpSpPr>
        <p:grpSpPr>
          <a:xfrm>
            <a:off x="5749290" y="718185"/>
            <a:ext cx="5754737" cy="1249045"/>
            <a:chOff x="881" y="2735"/>
            <a:chExt cx="7963" cy="1967"/>
          </a:xfrm>
        </p:grpSpPr>
        <p:sp>
          <p:nvSpPr>
            <p:cNvPr id="167" name="圆角矩形"/>
            <p:cNvSpPr/>
            <p:nvPr/>
          </p:nvSpPr>
          <p:spPr>
            <a:xfrm>
              <a:off x="1251" y="3071"/>
              <a:ext cx="7593" cy="163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15"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xmlns=""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48" name="文本框 47"/>
            <p:cNvSpPr txBox="1"/>
            <p:nvPr/>
          </p:nvSpPr>
          <p:spPr>
            <a:xfrm>
              <a:off x="1249" y="3071"/>
              <a:ext cx="7594" cy="1569"/>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面向对象分析时，可将问题域中的类图划分成若干个主题。主题的划分最终结果都是：一个完整的对象类图和一个主题图。</a:t>
              </a:r>
              <a:r>
                <a:rPr lang="zh-CN" dirty="0">
                  <a:latin typeface="微软雅黑" panose="020B0503020204020204" charset="-122"/>
                  <a:ea typeface="微软雅黑" panose="020B0503020204020204" charset="-122"/>
                  <a:sym typeface="+mn-ea"/>
                </a:rPr>
                <a:t>主题图有以下三种表达方式：</a:t>
              </a:r>
            </a:p>
          </p:txBody>
        </p:sp>
      </p:grpSp>
    </p:spTree>
    <p:custDataLst>
      <p:tags r:id="rId1"/>
    </p:custDataLst>
  </p:cSld>
  <p:clrMapOvr>
    <a:masterClrMapping/>
  </p:clrMapOvr>
  <p:transition>
    <p:zo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smtClean="0">
                <a:solidFill>
                  <a:schemeClr val="tx1"/>
                </a:solidFill>
              </a:rPr>
              <a:t>案例</a:t>
            </a:r>
          </a:p>
        </p:txBody>
      </p:sp>
      <p:grpSp>
        <p:nvGrpSpPr>
          <p:cNvPr id="5" name="组合 4"/>
          <p:cNvGrpSpPr/>
          <p:nvPr/>
        </p:nvGrpSpPr>
        <p:grpSpPr>
          <a:xfrm>
            <a:off x="880110" y="2065020"/>
            <a:ext cx="10432415" cy="4234815"/>
            <a:chOff x="1499" y="3150"/>
            <a:chExt cx="16429" cy="6669"/>
          </a:xfrm>
        </p:grpSpPr>
        <p:sp>
          <p:nvSpPr>
            <p:cNvPr id="22" name="TextBox 21"/>
            <p:cNvSpPr txBox="1"/>
            <p:nvPr/>
          </p:nvSpPr>
          <p:spPr>
            <a:xfrm>
              <a:off x="3431" y="3419"/>
              <a:ext cx="9871" cy="624"/>
            </a:xfrm>
            <a:prstGeom prst="rect">
              <a:avLst/>
            </a:prstGeom>
            <a:noFill/>
          </p:spPr>
          <p:txBody>
            <a:bodyPr wrap="square">
              <a:spAutoFit/>
            </a:bodyPr>
            <a:lstStyle/>
            <a:p>
              <a:r>
                <a:rPr lang="zh-CN" altLang="en-US" sz="2000">
                  <a:sym typeface="+mn-ea"/>
                </a:rPr>
                <a:t>画出商品销售管理系统的主题图。</a:t>
              </a:r>
            </a:p>
          </p:txBody>
        </p:sp>
        <p:sp>
          <p:nvSpPr>
            <p:cNvPr id="24" name="矩形 23"/>
            <p:cNvSpPr>
              <a:spLocks noChangeAspect="1"/>
            </p:cNvSpPr>
            <p:nvPr/>
          </p:nvSpPr>
          <p:spPr>
            <a:xfrm>
              <a:off x="1499" y="4275"/>
              <a:ext cx="16429" cy="5544"/>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sz="2400" dirty="0" smtClean="0">
                    <a:solidFill>
                      <a:schemeClr val="bg1"/>
                    </a:solidFill>
                    <a:sym typeface="+mn-ea"/>
                  </a:rPr>
                  <a:t>例 </a:t>
                </a:r>
                <a:r>
                  <a:rPr lang="en-US" altLang="zh-CN" sz="2400" dirty="0" smtClean="0">
                    <a:solidFill>
                      <a:schemeClr val="bg1"/>
                    </a:solidFill>
                    <a:sym typeface="+mn-ea"/>
                  </a:rPr>
                  <a:t>7-2</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65" y="4450"/>
              <a:ext cx="15536" cy="5193"/>
            </a:xfrm>
            <a:prstGeom prst="rect">
              <a:avLst/>
            </a:prstGeom>
            <a:solidFill>
              <a:schemeClr val="bg1">
                <a:lumMod val="95000"/>
              </a:schemeClr>
            </a:solidFill>
          </p:spPr>
          <p:txBody>
            <a:bodyPr wrap="square">
              <a:spAutoFit/>
            </a:bodyPr>
            <a:lstStyle/>
            <a:p>
              <a:pPr fontAlgn="auto">
                <a:lnSpc>
                  <a:spcPct val="130000"/>
                </a:lnSpc>
              </a:pPr>
              <a:r>
                <a:rPr lang="en-US" altLang="en-US" dirty="0" smtClean="0">
                  <a:latin typeface="Times New Roman" panose="02020603050405020304" charset="0"/>
                  <a:ea typeface="宋体" panose="02010600030101010101" pitchFamily="2" charset="-122"/>
                </a:rPr>
                <a:t>        商品销售管理系统是商场管理的一个子系统，要求有以下功能：</a:t>
              </a:r>
            </a:p>
            <a:p>
              <a:pPr fontAlgn="auto">
                <a:lnSpc>
                  <a:spcPct val="130000"/>
                </a:lnSpc>
              </a:pPr>
              <a:r>
                <a:rPr lang="en-US" altLang="en-US" dirty="0" smtClean="0">
                  <a:latin typeface="Times New Roman" panose="02020603050405020304" charset="0"/>
                  <a:ea typeface="宋体" panose="02010600030101010101" pitchFamily="2" charset="-122"/>
                </a:rPr>
                <a:t>为每种商品编号，记录商品的名称、单价、数量、库存的下限等；收款员接班后要登录、售货，为顾客选购的商品输入购物清单、商品计价、收费，并打印清单及应收款；交班时结账、交款。</a:t>
              </a:r>
            </a:p>
            <a:p>
              <a:pPr fontAlgn="auto">
                <a:lnSpc>
                  <a:spcPct val="130000"/>
                </a:lnSpc>
              </a:pPr>
              <a:r>
                <a:rPr lang="en-US" altLang="en-US" dirty="0" smtClean="0">
                  <a:latin typeface="Times New Roman" panose="02020603050405020304" charset="0"/>
                  <a:ea typeface="宋体" panose="02010600030101010101" pitchFamily="2" charset="-122"/>
                </a:rPr>
                <a:t>       系统帮助供货员发现哪些商品的数量到达库存量的下限、即将脱销，需要进行缺货登记、及时供货；统计商场商品的销售量、进货量及库存量，结算资金账册以向上级报告；上级可以发送消息，要求查账、报账、增删商品种类或变更商品价格等。</a:t>
              </a:r>
            </a:p>
            <a:p>
              <a:pPr fontAlgn="auto">
                <a:lnSpc>
                  <a:spcPct val="130000"/>
                </a:lnSpc>
              </a:pPr>
              <a:r>
                <a:rPr lang="en-US" altLang="en-US" dirty="0" smtClean="0">
                  <a:latin typeface="Times New Roman" panose="02020603050405020304" charset="0"/>
                  <a:ea typeface="宋体" panose="02010600030101010101" pitchFamily="2" charset="-122"/>
                </a:rPr>
                <a:t>（1）通过分析可建立如下对象：</a:t>
              </a:r>
            </a:p>
            <a:p>
              <a:pPr fontAlgn="auto">
                <a:lnSpc>
                  <a:spcPct val="130000"/>
                </a:lnSpc>
              </a:pPr>
              <a:r>
                <a:rPr lang="en-US" altLang="en-US" dirty="0" smtClean="0">
                  <a:latin typeface="Times New Roman" panose="02020603050405020304" charset="0"/>
                  <a:ea typeface="宋体" panose="02010600030101010101" pitchFamily="2" charset="-122"/>
                </a:rPr>
                <a:t>        收款员、销售事件、账册、商品目录、商品、供货员、上级系统接口等，并将它们的属性和服务标注在图中。这些对象之间的所有关系也在图中标出，可得一个完整的类图。</a:t>
              </a:r>
            </a:p>
          </p:txBody>
        </p:sp>
      </p:grpSp>
    </p:spTree>
    <p:custDataLst>
      <p:tags r:id="rId1"/>
    </p:custDataLst>
  </p:cSld>
  <p:clrMapOvr>
    <a:masterClrMapping/>
  </p:clrMapOvr>
  <p:transition>
    <p:zo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smtClean="0">
                <a:solidFill>
                  <a:schemeClr val="tx1"/>
                </a:solidFill>
              </a:rPr>
              <a:t>案例</a:t>
            </a:r>
          </a:p>
        </p:txBody>
      </p:sp>
      <p:grpSp>
        <p:nvGrpSpPr>
          <p:cNvPr id="5" name="组合 4"/>
          <p:cNvGrpSpPr/>
          <p:nvPr/>
        </p:nvGrpSpPr>
        <p:grpSpPr>
          <a:xfrm>
            <a:off x="880110" y="2065020"/>
            <a:ext cx="10432415" cy="3893185"/>
            <a:chOff x="1499" y="3150"/>
            <a:chExt cx="16429" cy="6131"/>
          </a:xfrm>
        </p:grpSpPr>
        <p:sp>
          <p:nvSpPr>
            <p:cNvPr id="22" name="TextBox 21"/>
            <p:cNvSpPr txBox="1"/>
            <p:nvPr/>
          </p:nvSpPr>
          <p:spPr>
            <a:xfrm>
              <a:off x="3431" y="3419"/>
              <a:ext cx="9871" cy="624"/>
            </a:xfrm>
            <a:prstGeom prst="rect">
              <a:avLst/>
            </a:prstGeom>
            <a:noFill/>
          </p:spPr>
          <p:txBody>
            <a:bodyPr wrap="square">
              <a:spAutoFit/>
            </a:bodyPr>
            <a:lstStyle/>
            <a:p>
              <a:r>
                <a:rPr lang="zh-CN" altLang="en-US" sz="2000">
                  <a:sym typeface="+mn-ea"/>
                </a:rPr>
                <a:t>画出商品销售管理系统的主题图。</a:t>
              </a:r>
            </a:p>
          </p:txBody>
        </p:sp>
        <p:sp>
          <p:nvSpPr>
            <p:cNvPr id="24" name="矩形 23"/>
            <p:cNvSpPr>
              <a:spLocks noChangeAspect="1"/>
            </p:cNvSpPr>
            <p:nvPr/>
          </p:nvSpPr>
          <p:spPr>
            <a:xfrm>
              <a:off x="1499" y="4275"/>
              <a:ext cx="16429" cy="5006"/>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sz="2400" dirty="0" smtClean="0">
                    <a:solidFill>
                      <a:schemeClr val="bg1"/>
                    </a:solidFill>
                    <a:sym typeface="+mn-ea"/>
                  </a:rPr>
                  <a:t>例 </a:t>
                </a:r>
                <a:r>
                  <a:rPr lang="en-US" altLang="zh-CN" sz="2400" dirty="0" smtClean="0">
                    <a:solidFill>
                      <a:schemeClr val="bg1"/>
                    </a:solidFill>
                    <a:sym typeface="+mn-ea"/>
                  </a:rPr>
                  <a:t>7-2</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789" y="4450"/>
              <a:ext cx="15819" cy="4682"/>
            </a:xfrm>
            <a:prstGeom prst="rect">
              <a:avLst/>
            </a:prstGeom>
            <a:solidFill>
              <a:schemeClr val="bg1">
                <a:lumMod val="95000"/>
              </a:schemeClr>
            </a:solidFill>
          </p:spPr>
          <p:txBody>
            <a:bodyPr wrap="square">
              <a:spAutoFit/>
            </a:bodyPr>
            <a:lstStyle/>
            <a:p>
              <a:pPr fontAlgn="auto">
                <a:lnSpc>
                  <a:spcPct val="130000"/>
                </a:lnSpc>
              </a:pPr>
              <a:r>
                <a:rPr lang="en-US" altLang="en-US" dirty="0" smtClean="0">
                  <a:latin typeface="Times New Roman" panose="02020603050405020304" charset="0"/>
                  <a:ea typeface="宋体" panose="02010600030101010101" pitchFamily="2" charset="-122"/>
                </a:rPr>
                <a:t>        （2）分析该系统中对象之间的关系：</a:t>
              </a:r>
            </a:p>
            <a:p>
              <a:pPr fontAlgn="auto">
                <a:lnSpc>
                  <a:spcPct val="130000"/>
                </a:lnSpc>
              </a:pPr>
              <a:r>
                <a:rPr lang="en-US" altLang="en-US" dirty="0" smtClean="0">
                  <a:latin typeface="Times New Roman" panose="02020603050405020304" charset="0"/>
                  <a:ea typeface="宋体" panose="02010600030101010101" pitchFamily="2" charset="-122"/>
                </a:rPr>
                <a:t>        收款员、销售事件、账册之间关系比较密切；商品、商品目录之间关系比较密切；供货员与销售之间没有直接关系，供货情况要报账，要与上级系统接口通信。</a:t>
              </a:r>
            </a:p>
            <a:p>
              <a:pPr fontAlgn="auto">
                <a:lnSpc>
                  <a:spcPct val="130000"/>
                </a:lnSpc>
              </a:pPr>
              <a:r>
                <a:rPr lang="en-US" altLang="en-US" dirty="0" smtClean="0">
                  <a:latin typeface="Times New Roman" panose="02020603050405020304" charset="0"/>
                  <a:ea typeface="宋体" panose="02010600030101010101" pitchFamily="2" charset="-122"/>
                </a:rPr>
                <a:t>        把关系较密切的对象画在一个框内，框的每个角处标上主题号，就可得到展开方式的主题图，如图7-10（a）所示。</a:t>
              </a:r>
            </a:p>
            <a:p>
              <a:pPr fontAlgn="auto">
                <a:lnSpc>
                  <a:spcPct val="130000"/>
                </a:lnSpc>
              </a:pPr>
              <a:r>
                <a:rPr lang="en-US" altLang="en-US" dirty="0" smtClean="0">
                  <a:latin typeface="Times New Roman" panose="02020603050405020304" charset="0"/>
                  <a:ea typeface="宋体" panose="02010600030101010101" pitchFamily="2" charset="-122"/>
                </a:rPr>
                <a:t>        如果将每个主题号及主题名分别写在一个框内，就可得到压缩方式的主题图，如图7-10（b）所示。</a:t>
              </a:r>
            </a:p>
            <a:p>
              <a:pPr fontAlgn="auto">
                <a:lnSpc>
                  <a:spcPct val="130000"/>
                </a:lnSpc>
              </a:pPr>
              <a:r>
                <a:rPr lang="en-US" altLang="en-US" dirty="0" smtClean="0">
                  <a:latin typeface="Times New Roman" panose="02020603050405020304" charset="0"/>
                  <a:ea typeface="宋体" panose="02010600030101010101" pitchFamily="2" charset="-122"/>
                </a:rPr>
                <a:t>        将主题号、主题名及该主题中所含的类全部列出，就是半展开主题图，如图7-10（c）所示。</a:t>
              </a:r>
            </a:p>
          </p:txBody>
        </p:sp>
      </p:grpSp>
    </p:spTree>
    <p:custDataLst>
      <p:tags r:id="rId1"/>
    </p:custDataLst>
  </p:cSld>
  <p:clrMapOvr>
    <a:masterClrMapping/>
  </p:clrMapOvr>
  <p:transition>
    <p:zo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smtClean="0">
                <a:solidFill>
                  <a:schemeClr val="tx1"/>
                </a:solidFill>
              </a:rPr>
              <a:t>案例</a:t>
            </a:r>
          </a:p>
        </p:txBody>
      </p:sp>
      <p:grpSp>
        <p:nvGrpSpPr>
          <p:cNvPr id="5" name="组合 4"/>
          <p:cNvGrpSpPr/>
          <p:nvPr/>
        </p:nvGrpSpPr>
        <p:grpSpPr>
          <a:xfrm>
            <a:off x="880110" y="2065020"/>
            <a:ext cx="8729980" cy="4253865"/>
            <a:chOff x="1499" y="3150"/>
            <a:chExt cx="13748" cy="6699"/>
          </a:xfrm>
        </p:grpSpPr>
        <p:sp>
          <p:nvSpPr>
            <p:cNvPr id="22" name="TextBox 21"/>
            <p:cNvSpPr txBox="1"/>
            <p:nvPr/>
          </p:nvSpPr>
          <p:spPr>
            <a:xfrm>
              <a:off x="3431" y="3419"/>
              <a:ext cx="9871" cy="624"/>
            </a:xfrm>
            <a:prstGeom prst="rect">
              <a:avLst/>
            </a:prstGeom>
            <a:noFill/>
          </p:spPr>
          <p:txBody>
            <a:bodyPr wrap="square">
              <a:spAutoFit/>
            </a:bodyPr>
            <a:lstStyle/>
            <a:p>
              <a:r>
                <a:rPr lang="zh-CN" altLang="en-US" sz="2000">
                  <a:sym typeface="+mn-ea"/>
                </a:rPr>
                <a:t>画出商品销售管理系统的主题图。</a:t>
              </a:r>
            </a:p>
          </p:txBody>
        </p:sp>
        <p:sp>
          <p:nvSpPr>
            <p:cNvPr id="24" name="矩形 23"/>
            <p:cNvSpPr>
              <a:spLocks noChangeAspect="1"/>
            </p:cNvSpPr>
            <p:nvPr/>
          </p:nvSpPr>
          <p:spPr>
            <a:xfrm>
              <a:off x="1499" y="4275"/>
              <a:ext cx="8350" cy="5574"/>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sz="2400" dirty="0" smtClean="0">
                    <a:solidFill>
                      <a:schemeClr val="bg1"/>
                    </a:solidFill>
                    <a:sym typeface="+mn-ea"/>
                  </a:rPr>
                  <a:t>例 </a:t>
                </a:r>
                <a:r>
                  <a:rPr lang="en-US" altLang="zh-CN" sz="2400" dirty="0" smtClean="0">
                    <a:solidFill>
                      <a:schemeClr val="bg1"/>
                    </a:solidFill>
                    <a:sym typeface="+mn-ea"/>
                  </a:rPr>
                  <a:t>7-2</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grpSp>
      <p:pic>
        <p:nvPicPr>
          <p:cNvPr id="72706" name="图片 181"/>
          <p:cNvPicPr>
            <a:picLocks noChangeAspect="1" noChangeArrowheads="1"/>
          </p:cNvPicPr>
          <p:nvPr/>
        </p:nvPicPr>
        <p:blipFill>
          <a:blip r:embed="rId5" cstate="print"/>
          <a:srcRect/>
          <a:stretch>
            <a:fillRect/>
          </a:stretch>
        </p:blipFill>
        <p:spPr bwMode="auto">
          <a:xfrm>
            <a:off x="6629662" y="978861"/>
            <a:ext cx="4813679" cy="4944170"/>
          </a:xfrm>
          <a:prstGeom prst="rect">
            <a:avLst/>
          </a:prstGeom>
          <a:noFill/>
          <a:ln w="9525">
            <a:noFill/>
            <a:miter lim="800000"/>
            <a:headEnd/>
            <a:tailEnd/>
          </a:ln>
        </p:spPr>
      </p:pic>
      <p:pic>
        <p:nvPicPr>
          <p:cNvPr id="72708" name="图片 182"/>
          <p:cNvPicPr>
            <a:picLocks noChangeAspect="1" noChangeArrowheads="1"/>
          </p:cNvPicPr>
          <p:nvPr/>
        </p:nvPicPr>
        <p:blipFill>
          <a:blip r:embed="rId6" cstate="print"/>
          <a:srcRect/>
          <a:stretch>
            <a:fillRect/>
          </a:stretch>
        </p:blipFill>
        <p:spPr bwMode="auto">
          <a:xfrm>
            <a:off x="1145153" y="3272480"/>
            <a:ext cx="4825906" cy="472466"/>
          </a:xfrm>
          <a:prstGeom prst="rect">
            <a:avLst/>
          </a:prstGeom>
          <a:noFill/>
        </p:spPr>
      </p:pic>
      <p:pic>
        <p:nvPicPr>
          <p:cNvPr id="72707" name="Picture 15" descr="7-10c"/>
          <p:cNvPicPr>
            <a:picLocks noChangeAspect="1" noChangeArrowheads="1"/>
          </p:cNvPicPr>
          <p:nvPr/>
        </p:nvPicPr>
        <p:blipFill>
          <a:blip r:embed="rId7" cstate="print"/>
          <a:srcRect/>
          <a:stretch>
            <a:fillRect/>
          </a:stretch>
        </p:blipFill>
        <p:spPr bwMode="auto">
          <a:xfrm>
            <a:off x="1079917" y="4590101"/>
            <a:ext cx="4925845" cy="1135449"/>
          </a:xfrm>
          <a:prstGeom prst="rect">
            <a:avLst/>
          </a:prstGeom>
          <a:noFill/>
        </p:spPr>
      </p:pic>
      <p:sp>
        <p:nvSpPr>
          <p:cNvPr id="72709" name="Rectangle 5"/>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72710" name="Rectangle 6"/>
          <p:cNvSpPr>
            <a:spLocks noChangeArrowheads="1"/>
          </p:cNvSpPr>
          <p:nvPr/>
        </p:nvSpPr>
        <p:spPr bwMode="auto">
          <a:xfrm>
            <a:off x="2508250" y="3803045"/>
            <a:ext cx="1685077" cy="646331"/>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dirty="0" smtClean="0">
                <a:ln>
                  <a:noFill/>
                </a:ln>
                <a:solidFill>
                  <a:srgbClr val="E4007F"/>
                </a:solidFill>
                <a:effectLst/>
                <a:latin typeface="Times New Roman" panose="02020603050405020304" charset="0"/>
                <a:ea typeface="宋体" panose="02010600030101010101" pitchFamily="2" charset="-122"/>
                <a:cs typeface="Times New Roman" panose="02020603050405020304" charset="0"/>
              </a:rPr>
              <a:t>（</a:t>
            </a:r>
            <a:r>
              <a:rPr kumimoji="0" lang="en-US" altLang="zh-CN" b="0" i="0" u="none" strike="noStrike" cap="none" normalizeH="0" baseline="0" dirty="0" smtClean="0">
                <a:ln>
                  <a:noFill/>
                </a:ln>
                <a:solidFill>
                  <a:srgbClr val="E4007F"/>
                </a:solidFill>
                <a:effectLst/>
                <a:latin typeface="Times New Roman" panose="02020603050405020304" charset="0"/>
                <a:ea typeface="宋体" panose="02010600030101010101" pitchFamily="2" charset="-122"/>
                <a:cs typeface="Times New Roman" panose="02020603050405020304" charset="0"/>
              </a:rPr>
              <a:t>b</a:t>
            </a:r>
            <a:r>
              <a:rPr kumimoji="0" lang="zh-CN" altLang="en-US" b="0" i="0" u="none" strike="noStrike" cap="none" normalizeH="0" baseline="0" dirty="0" smtClean="0">
                <a:ln>
                  <a:noFill/>
                </a:ln>
                <a:solidFill>
                  <a:srgbClr val="E4007F"/>
                </a:solidFill>
                <a:effectLst/>
                <a:latin typeface="Times New Roman" panose="02020603050405020304" charset="0"/>
                <a:ea typeface="宋体" panose="02010600030101010101" pitchFamily="2" charset="-122"/>
                <a:cs typeface="Times New Roman" panose="02020603050405020304" charset="0"/>
              </a:rPr>
              <a:t>）压缩方式</a:t>
            </a:r>
            <a:endParaRPr kumimoji="0" lang="zh-CN" altLang="en-US"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72711" name="Rectangle 7"/>
          <p:cNvSpPr>
            <a:spLocks noChangeArrowheads="1"/>
          </p:cNvSpPr>
          <p:nvPr/>
        </p:nvSpPr>
        <p:spPr bwMode="auto">
          <a:xfrm>
            <a:off x="2475914" y="5767754"/>
            <a:ext cx="1903085" cy="369332"/>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dirty="0" smtClean="0">
                <a:ln>
                  <a:noFill/>
                </a:ln>
                <a:solidFill>
                  <a:srgbClr val="E4007F"/>
                </a:solidFill>
                <a:effectLst/>
                <a:latin typeface="Times New Roman" panose="02020603050405020304" charset="0"/>
                <a:ea typeface="宋体" panose="02010600030101010101" pitchFamily="2" charset="-122"/>
                <a:cs typeface="Times New Roman" panose="02020603050405020304" charset="0"/>
              </a:rPr>
              <a:t>（</a:t>
            </a:r>
            <a:r>
              <a:rPr kumimoji="0" lang="en-US" altLang="zh-CN" b="0" i="0" u="none" strike="noStrike" cap="none" normalizeH="0" baseline="0" dirty="0" smtClean="0">
                <a:ln>
                  <a:noFill/>
                </a:ln>
                <a:solidFill>
                  <a:srgbClr val="E4007F"/>
                </a:solidFill>
                <a:effectLst/>
                <a:latin typeface="Times New Roman" panose="02020603050405020304" charset="0"/>
                <a:ea typeface="宋体" panose="02010600030101010101" pitchFamily="2" charset="-122"/>
                <a:cs typeface="Times New Roman" panose="02020603050405020304" charset="0"/>
              </a:rPr>
              <a:t>c</a:t>
            </a:r>
            <a:r>
              <a:rPr kumimoji="0" lang="zh-CN" altLang="en-US" b="0" i="0" u="none" strike="noStrike" cap="none" normalizeH="0" baseline="0" dirty="0" smtClean="0">
                <a:ln>
                  <a:noFill/>
                </a:ln>
                <a:solidFill>
                  <a:srgbClr val="E4007F"/>
                </a:solidFill>
                <a:effectLst/>
                <a:latin typeface="Times New Roman" panose="02020603050405020304" charset="0"/>
                <a:ea typeface="宋体" panose="02010600030101010101" pitchFamily="2" charset="-122"/>
                <a:cs typeface="Times New Roman" panose="02020603050405020304" charset="0"/>
              </a:rPr>
              <a:t>）半展开方式</a:t>
            </a:r>
            <a:endParaRPr kumimoji="0" lang="zh-CN" altLang="en-US"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8" name="矩形 17"/>
          <p:cNvSpPr>
            <a:spLocks noChangeAspect="1"/>
          </p:cNvSpPr>
          <p:nvPr/>
        </p:nvSpPr>
        <p:spPr>
          <a:xfrm>
            <a:off x="6518801" y="864053"/>
            <a:ext cx="5092504" cy="539628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19" name="矩形 18"/>
          <p:cNvSpPr/>
          <p:nvPr/>
        </p:nvSpPr>
        <p:spPr>
          <a:xfrm>
            <a:off x="8360629" y="5874783"/>
            <a:ext cx="1697901" cy="369332"/>
          </a:xfrm>
          <a:prstGeom prst="rect">
            <a:avLst/>
          </a:prstGeom>
        </p:spPr>
        <p:txBody>
          <a:bodyPr wrap="none">
            <a:spAutoFit/>
          </a:bodyPr>
          <a:lstStyle/>
          <a:p>
            <a:r>
              <a:rPr lang="zh-CN" altLang="en-US" dirty="0" smtClean="0">
                <a:solidFill>
                  <a:srgbClr val="E4007F"/>
                </a:solidFill>
                <a:latin typeface="Times New Roman" panose="02020603050405020304" charset="0"/>
                <a:ea typeface="宋体" panose="02010600030101010101" pitchFamily="2" charset="-122"/>
                <a:cs typeface="Times New Roman" panose="02020603050405020304" charset="0"/>
              </a:rPr>
              <a:t>（</a:t>
            </a:r>
            <a:r>
              <a:rPr lang="en-US" altLang="en-US" dirty="0" smtClean="0">
                <a:solidFill>
                  <a:srgbClr val="E4007F"/>
                </a:solidFill>
                <a:latin typeface="Times New Roman" panose="02020603050405020304" charset="0"/>
                <a:ea typeface="宋体" panose="02010600030101010101" pitchFamily="2" charset="-122"/>
                <a:cs typeface="Times New Roman" panose="02020603050405020304" charset="0"/>
              </a:rPr>
              <a:t>a</a:t>
            </a:r>
            <a:r>
              <a:rPr lang="zh-CN" altLang="en-US" dirty="0" smtClean="0">
                <a:solidFill>
                  <a:srgbClr val="E4007F"/>
                </a:solidFill>
                <a:latin typeface="Times New Roman" panose="02020603050405020304" charset="0"/>
                <a:ea typeface="宋体" panose="02010600030101010101" pitchFamily="2" charset="-122"/>
                <a:cs typeface="Times New Roman" panose="02020603050405020304" charset="0"/>
              </a:rPr>
              <a:t>）展开方式</a:t>
            </a:r>
          </a:p>
        </p:txBody>
      </p:sp>
    </p:spTree>
    <p:custDataLst>
      <p:tags r:id="rId1"/>
    </p:custDataLst>
  </p:cSld>
  <p:clrMapOvr>
    <a:masterClrMapping/>
  </p:clrMapOvr>
  <p:transition>
    <p:zoom/>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7.1.4 </a:t>
            </a:r>
            <a:r>
              <a:rPr lang="zh-CN" altLang="en-US" sz="2400" dirty="0" smtClean="0">
                <a:solidFill>
                  <a:schemeClr val="tx1"/>
                </a:solidFill>
              </a:rPr>
              <a:t>建立动态模型</a:t>
            </a:r>
          </a:p>
        </p:txBody>
      </p:sp>
      <p:grpSp>
        <p:nvGrpSpPr>
          <p:cNvPr id="7" name="组合 6"/>
          <p:cNvGrpSpPr/>
          <p:nvPr/>
        </p:nvGrpSpPr>
        <p:grpSpPr>
          <a:xfrm>
            <a:off x="0" y="2320925"/>
            <a:ext cx="12192000" cy="3074035"/>
            <a:chOff x="0" y="3848"/>
            <a:chExt cx="19200" cy="4841"/>
          </a:xfrm>
        </p:grpSpPr>
        <p:sp>
          <p:nvSpPr>
            <p:cNvPr id="4" name="矩形 3"/>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188" y="4901"/>
              <a:ext cx="11529" cy="2736"/>
            </a:xfrm>
            <a:prstGeom prst="rect">
              <a:avLst/>
            </a:prstGeom>
          </p:spPr>
          <p:txBody>
            <a:bodyPr wrap="square">
              <a:spAutoFit/>
            </a:bodyPr>
            <a:lstStyle/>
            <a:p>
              <a:pPr indent="457200">
                <a:lnSpc>
                  <a:spcPct val="150000"/>
                </a:lnSpc>
                <a:defRPr/>
              </a:pP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rPr>
                <a:t>对象模型建立后，需要考察对象和关系的动态变化情况。面向对象分析确定的对象和关系都具有生存周期。生存周期由许多阶段组成，每个阶段都有一系列的运行规律和规则，用来调节和管理对象的行为。对象和关系的生存周期用动态模型来描述。</a:t>
              </a:r>
            </a:p>
          </p:txBody>
        </p:sp>
      </p:grpSp>
      <p:pic>
        <p:nvPicPr>
          <p:cNvPr id="5" name="图片 4" descr="A000220150320B53PPIC"/>
          <p:cNvPicPr>
            <a:picLocks noChangeAspect="1"/>
          </p:cNvPicPr>
          <p:nvPr/>
        </p:nvPicPr>
        <p:blipFill>
          <a:blip r:embed="rId4" cstate="print"/>
          <a:stretch>
            <a:fillRect/>
          </a:stretch>
        </p:blipFill>
        <p:spPr>
          <a:xfrm>
            <a:off x="8075295" y="905510"/>
            <a:ext cx="3051175" cy="4380230"/>
          </a:xfrm>
          <a:prstGeom prst="rect">
            <a:avLst/>
          </a:prstGeom>
        </p:spPr>
      </p:pic>
    </p:spTree>
    <p:custDataLst>
      <p:tags r:id="rId1"/>
    </p:custDataLst>
  </p:cSld>
  <p:clrMapOvr>
    <a:masterClrMapping/>
  </p:clrMapOvr>
  <p:transition>
    <p:zoom/>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7.1.4 </a:t>
            </a:r>
            <a:r>
              <a:rPr lang="zh-CN" altLang="en-US" sz="2400" dirty="0" smtClean="0">
                <a:solidFill>
                  <a:schemeClr val="tx1"/>
                </a:solidFill>
              </a:rPr>
              <a:t>建立动态模型</a:t>
            </a:r>
          </a:p>
        </p:txBody>
      </p:sp>
      <p:grpSp>
        <p:nvGrpSpPr>
          <p:cNvPr id="8" name="组合 7"/>
          <p:cNvGrpSpPr/>
          <p:nvPr/>
        </p:nvGrpSpPr>
        <p:grpSpPr>
          <a:xfrm>
            <a:off x="563880" y="2630231"/>
            <a:ext cx="10894219" cy="1777365"/>
            <a:chOff x="1630" y="5726"/>
            <a:chExt cx="17233" cy="2799"/>
          </a:xfrm>
        </p:grpSpPr>
        <p:cxnSp>
          <p:nvCxnSpPr>
            <p:cNvPr id="9"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10"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1"/>
            <p:cNvSpPr txBox="1">
              <a:spLocks noChangeArrowheads="1"/>
            </p:cNvSpPr>
            <p:nvPr/>
          </p:nvSpPr>
          <p:spPr bwMode="auto">
            <a:xfrm>
              <a:off x="3368" y="6106"/>
              <a:ext cx="15495" cy="241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状态</a:t>
              </a:r>
            </a:p>
            <a:p>
              <a:pPr indent="457200" fontAlgn="auto">
                <a:lnSpc>
                  <a:spcPct val="120000"/>
                </a:lnSpc>
              </a:pPr>
              <a:r>
                <a:rPr dirty="0"/>
                <a:t>即对象在其生存周期中的某个特定阶段所具有的行为模式。状态是对影响对象行为的属性值的一种抽象，它规定了对象对输入事件的响应方式。对象对输入事件的响应，既可以执行一个或一系列的动作，也可仅仅改变对象本身的状态。</a:t>
              </a:r>
            </a:p>
          </p:txBody>
        </p:sp>
        <p:sp>
          <p:nvSpPr>
            <p:cNvPr id="12"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A8E7"/>
                  </a:solidFill>
                  <a:latin typeface="Agency FB" panose="020B0503020202020204" pitchFamily="34" charset="0"/>
                  <a:ea typeface="微软雅黑" panose="020B0503020204020204" charset="-122"/>
                </a:rPr>
                <a:t>1</a:t>
              </a:r>
            </a:p>
          </p:txBody>
        </p:sp>
      </p:grpSp>
      <p:grpSp>
        <p:nvGrpSpPr>
          <p:cNvPr id="3" name="组合 2"/>
          <p:cNvGrpSpPr/>
          <p:nvPr/>
        </p:nvGrpSpPr>
        <p:grpSpPr>
          <a:xfrm>
            <a:off x="588010" y="4037508"/>
            <a:ext cx="10869564" cy="1603375"/>
            <a:chOff x="1630" y="5726"/>
            <a:chExt cx="17194" cy="2525"/>
          </a:xfrm>
        </p:grpSpPr>
        <p:cxnSp>
          <p:nvCxnSpPr>
            <p:cNvPr id="5"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6"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3" name="MH_SubTitle_1"/>
            <p:cNvSpPr txBox="1">
              <a:spLocks noChangeArrowheads="1"/>
            </p:cNvSpPr>
            <p:nvPr/>
          </p:nvSpPr>
          <p:spPr bwMode="auto">
            <a:xfrm>
              <a:off x="3292" y="5726"/>
              <a:ext cx="15532" cy="2525"/>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事件</a:t>
              </a:r>
            </a:p>
            <a:p>
              <a:pPr indent="457200" fontAlgn="auto">
                <a:lnSpc>
                  <a:spcPct val="120000"/>
                </a:lnSpc>
              </a:pPr>
              <a:r>
                <a:rPr dirty="0"/>
                <a:t>即引起对象状态转换的控制信息。事件是某个特定时刻所发生的事情，是引起对象从一种状态转换到另一种状态的事情抽象。事件没有持续时间，是瞬间完成的。</a:t>
              </a:r>
            </a:p>
          </p:txBody>
        </p:sp>
        <p:sp>
          <p:nvSpPr>
            <p:cNvPr id="14"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A8E7"/>
                  </a:solidFill>
                  <a:latin typeface="Agency FB" panose="020B0503020202020204" pitchFamily="34" charset="0"/>
                  <a:ea typeface="微软雅黑" panose="020B0503020204020204" charset="-122"/>
                </a:rPr>
                <a:t>2</a:t>
              </a:r>
            </a:p>
          </p:txBody>
        </p:sp>
      </p:grpSp>
      <p:grpSp>
        <p:nvGrpSpPr>
          <p:cNvPr id="15" name="组合 14"/>
          <p:cNvGrpSpPr/>
          <p:nvPr/>
        </p:nvGrpSpPr>
        <p:grpSpPr>
          <a:xfrm>
            <a:off x="636270" y="5086010"/>
            <a:ext cx="11088295" cy="1603375"/>
            <a:chOff x="1630" y="5726"/>
            <a:chExt cx="17540" cy="2525"/>
          </a:xfrm>
        </p:grpSpPr>
        <p:cxnSp>
          <p:nvCxnSpPr>
            <p:cNvPr id="16"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17"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8" name="MH_SubTitle_1"/>
            <p:cNvSpPr txBox="1">
              <a:spLocks noChangeArrowheads="1"/>
            </p:cNvSpPr>
            <p:nvPr/>
          </p:nvSpPr>
          <p:spPr bwMode="auto">
            <a:xfrm>
              <a:off x="3292" y="5726"/>
              <a:ext cx="15878" cy="2525"/>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服务</a:t>
              </a:r>
            </a:p>
            <a:p>
              <a:pPr indent="457200" fontAlgn="auto">
                <a:lnSpc>
                  <a:spcPct val="120000"/>
                </a:lnSpc>
              </a:pPr>
              <a:r>
                <a:rPr dirty="0"/>
                <a:t>也称行为，是对象在某种状态下所发生的一系列处理操作。行为是需要消耗时间的。</a:t>
              </a:r>
            </a:p>
          </p:txBody>
        </p:sp>
        <p:sp>
          <p:nvSpPr>
            <p:cNvPr id="20"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A8E7"/>
                  </a:solidFill>
                  <a:latin typeface="Agency FB" panose="020B0503020202020204" pitchFamily="34" charset="0"/>
                  <a:ea typeface="微软雅黑" panose="020B0503020204020204" charset="-122"/>
                </a:rPr>
                <a:t>3</a:t>
              </a:r>
            </a:p>
          </p:txBody>
        </p:sp>
      </p:grpSp>
      <p:grpSp>
        <p:nvGrpSpPr>
          <p:cNvPr id="21" name="组合 20"/>
          <p:cNvGrpSpPr/>
          <p:nvPr/>
        </p:nvGrpSpPr>
        <p:grpSpPr>
          <a:xfrm>
            <a:off x="804057" y="1913239"/>
            <a:ext cx="6129088" cy="915035"/>
            <a:chOff x="881" y="2735"/>
            <a:chExt cx="8481" cy="1441"/>
          </a:xfrm>
        </p:grpSpPr>
        <p:sp>
          <p:nvSpPr>
            <p:cNvPr id="167" name="圆角矩形"/>
            <p:cNvSpPr/>
            <p:nvPr/>
          </p:nvSpPr>
          <p:spPr>
            <a:xfrm>
              <a:off x="1251" y="3071"/>
              <a:ext cx="8111" cy="1094"/>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22"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xmlns=""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48" name="文本框 47"/>
            <p:cNvSpPr txBox="1"/>
            <p:nvPr/>
          </p:nvSpPr>
          <p:spPr>
            <a:xfrm>
              <a:off x="1249" y="3071"/>
              <a:ext cx="7924" cy="1105"/>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动态模型描述对象和关系的状态、状态转换的触发事件、对象的服务（行为）。</a:t>
              </a:r>
            </a:p>
          </p:txBody>
        </p:sp>
      </p:grpSp>
      <p:sp>
        <p:nvSpPr>
          <p:cNvPr id="24" name="MH_SubTitle_2"/>
          <p:cNvSpPr/>
          <p:nvPr>
            <p:custDataLst>
              <p:tags r:id="rId2"/>
            </p:custDataLst>
          </p:nvPr>
        </p:nvSpPr>
        <p:spPr>
          <a:xfrm flipH="1">
            <a:off x="7193915" y="1849191"/>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t>动态模型的基本内容</a:t>
            </a:r>
            <a:endPar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endParaRPr>
          </a:p>
        </p:txBody>
      </p:sp>
      <p:sp>
        <p:nvSpPr>
          <p:cNvPr id="25" name="MH_Other_5"/>
          <p:cNvSpPr/>
          <p:nvPr>
            <p:custDataLst>
              <p:tags r:id="rId3"/>
            </p:custDataLst>
          </p:nvPr>
        </p:nvSpPr>
        <p:spPr>
          <a:xfrm flipH="1">
            <a:off x="11200669" y="172751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a:t>
            </a:r>
            <a:r>
              <a:rPr lang="en-US" sz="3200" dirty="0" smtClean="0">
                <a:solidFill>
                  <a:srgbClr val="FFFFFF"/>
                </a:solidFill>
                <a:latin typeface="Impact" panose="020B0806030902050204" pitchFamily="34" charset="0"/>
                <a:ea typeface="微软雅黑" panose="020B0503020204020204" charset="-122"/>
              </a:rPr>
              <a:t>1</a:t>
            </a:r>
            <a:endParaRPr lang="en-US" sz="3200" dirty="0">
              <a:solidFill>
                <a:srgbClr val="FFFFFF"/>
              </a:solidFill>
              <a:latin typeface="Impact" panose="020B0806030902050204" pitchFamily="34" charset="0"/>
              <a:ea typeface="微软雅黑" panose="020B0503020204020204" charset="-122"/>
            </a:endParaRPr>
          </a:p>
        </p:txBody>
      </p:sp>
      <p:sp>
        <p:nvSpPr>
          <p:cNvPr id="26" name="MH_Other_6"/>
          <p:cNvSpPr/>
          <p:nvPr>
            <p:custDataLst>
              <p:tags r:id="rId4"/>
            </p:custDataLst>
          </p:nvPr>
        </p:nvSpPr>
        <p:spPr>
          <a:xfrm flipH="1">
            <a:off x="10703596" y="172593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Tree>
    <p:custDataLst>
      <p:tags r:id="rId1"/>
    </p:custDataLst>
  </p:cSld>
  <p:clrMapOvr>
    <a:masterClrMapping/>
  </p:clrMapOvr>
  <p:transition>
    <p:zoom/>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7.1.4 </a:t>
            </a:r>
            <a:r>
              <a:rPr lang="zh-CN" altLang="en-US" sz="2400" dirty="0" smtClean="0">
                <a:solidFill>
                  <a:schemeClr val="tx1"/>
                </a:solidFill>
              </a:rPr>
              <a:t>建立动态模型</a:t>
            </a:r>
          </a:p>
        </p:txBody>
      </p:sp>
      <p:grpSp>
        <p:nvGrpSpPr>
          <p:cNvPr id="3" name="组合 2"/>
          <p:cNvGrpSpPr/>
          <p:nvPr/>
        </p:nvGrpSpPr>
        <p:grpSpPr>
          <a:xfrm>
            <a:off x="949960" y="2080895"/>
            <a:ext cx="6457950" cy="3884295"/>
            <a:chOff x="1760" y="3388"/>
            <a:chExt cx="10170" cy="5855"/>
          </a:xfrm>
        </p:grpSpPr>
        <p:cxnSp>
          <p:nvCxnSpPr>
            <p:cNvPr id="40" name="MH_Other_5"/>
            <p:cNvCxnSpPr/>
            <p:nvPr/>
          </p:nvCxnSpPr>
          <p:spPr>
            <a:xfrm>
              <a:off x="1760" y="3540"/>
              <a:ext cx="3737" cy="0"/>
            </a:xfrm>
            <a:prstGeom prst="line">
              <a:avLst/>
            </a:prstGeom>
            <a:ln w="3175">
              <a:solidFill>
                <a:srgbClr val="3CC2F2"/>
              </a:solidFill>
              <a:prstDash val="sysDash"/>
              <a:headEnd type="diamond" w="sm" len="sm"/>
              <a:tailEnd type="diamond" w="sm" len="sm"/>
            </a:ln>
          </p:spPr>
          <p:style>
            <a:lnRef idx="1">
              <a:schemeClr val="accent6"/>
            </a:lnRef>
            <a:fillRef idx="0">
              <a:schemeClr val="accent6"/>
            </a:fillRef>
            <a:effectRef idx="0">
              <a:schemeClr val="accent6"/>
            </a:effectRef>
            <a:fontRef idx="minor">
              <a:schemeClr val="tx1"/>
            </a:fontRef>
          </p:style>
        </p:cxnSp>
        <p:cxnSp>
          <p:nvCxnSpPr>
            <p:cNvPr id="43" name="MH_Other_6"/>
            <p:cNvCxnSpPr/>
            <p:nvPr/>
          </p:nvCxnSpPr>
          <p:spPr>
            <a:xfrm>
              <a:off x="1760" y="3847"/>
              <a:ext cx="0" cy="1168"/>
            </a:xfrm>
            <a:prstGeom prst="line">
              <a:avLst/>
            </a:prstGeom>
            <a:ln w="3175">
              <a:solidFill>
                <a:srgbClr val="3CC2F2"/>
              </a:solidFill>
              <a:prstDash val="sysDash"/>
              <a:headEnd type="diamond" w="sm" len="sm"/>
              <a:tailEnd type="diamond" w="sm" len="sm"/>
            </a:ln>
          </p:spPr>
          <p:style>
            <a:lnRef idx="1">
              <a:schemeClr val="accent6"/>
            </a:lnRef>
            <a:fillRef idx="0">
              <a:schemeClr val="accent6"/>
            </a:fillRef>
            <a:effectRef idx="0">
              <a:schemeClr val="accent6"/>
            </a:effectRef>
            <a:fontRef idx="minor">
              <a:schemeClr val="tx1"/>
            </a:fontRef>
          </p:style>
        </p:cxnSp>
        <p:cxnSp>
          <p:nvCxnSpPr>
            <p:cNvPr id="53" name="MH_Other_7"/>
            <p:cNvCxnSpPr/>
            <p:nvPr/>
          </p:nvCxnSpPr>
          <p:spPr>
            <a:xfrm rot="10800000">
              <a:off x="8195" y="9243"/>
              <a:ext cx="3735" cy="0"/>
            </a:xfrm>
            <a:prstGeom prst="line">
              <a:avLst/>
            </a:prstGeom>
            <a:ln w="3175">
              <a:solidFill>
                <a:srgbClr val="3CC2F2"/>
              </a:solidFill>
              <a:prstDash val="sysDash"/>
              <a:headEnd type="diamond" w="sm" len="sm"/>
              <a:tailEnd type="diamond" w="sm" len="sm"/>
            </a:ln>
          </p:spPr>
          <p:style>
            <a:lnRef idx="1">
              <a:schemeClr val="accent6"/>
            </a:lnRef>
            <a:fillRef idx="0">
              <a:schemeClr val="accent6"/>
            </a:fillRef>
            <a:effectRef idx="0">
              <a:schemeClr val="accent6"/>
            </a:effectRef>
            <a:fontRef idx="minor">
              <a:schemeClr val="tx1"/>
            </a:fontRef>
          </p:style>
        </p:cxnSp>
        <p:cxnSp>
          <p:nvCxnSpPr>
            <p:cNvPr id="54" name="MH_Other_8"/>
            <p:cNvCxnSpPr/>
            <p:nvPr/>
          </p:nvCxnSpPr>
          <p:spPr>
            <a:xfrm rot="10800000">
              <a:off x="11928" y="7765"/>
              <a:ext cx="0" cy="1167"/>
            </a:xfrm>
            <a:prstGeom prst="line">
              <a:avLst/>
            </a:prstGeom>
            <a:ln w="3175">
              <a:solidFill>
                <a:srgbClr val="3CC2F2"/>
              </a:solidFill>
              <a:prstDash val="sysDash"/>
              <a:headEnd type="diamond" w="sm" len="sm"/>
              <a:tailEnd type="diamond" w="sm" len="sm"/>
            </a:ln>
          </p:spPr>
          <p:style>
            <a:lnRef idx="1">
              <a:schemeClr val="accent6"/>
            </a:lnRef>
            <a:fillRef idx="0">
              <a:schemeClr val="accent6"/>
            </a:fillRef>
            <a:effectRef idx="0">
              <a:schemeClr val="accent6"/>
            </a:effectRef>
            <a:fontRef idx="minor">
              <a:schemeClr val="tx1"/>
            </a:fontRef>
          </p:style>
        </p:cxnSp>
        <p:sp>
          <p:nvSpPr>
            <p:cNvPr id="5135" name="MH_Desc_1"/>
            <p:cNvSpPr txBox="1">
              <a:spLocks noChangeArrowheads="1"/>
            </p:cNvSpPr>
            <p:nvPr/>
          </p:nvSpPr>
          <p:spPr bwMode="auto">
            <a:xfrm>
              <a:off x="1953" y="3388"/>
              <a:ext cx="9904" cy="5855"/>
            </a:xfrm>
            <a:prstGeom prst="rect">
              <a:avLst/>
            </a:prstGeom>
            <a:noFill/>
            <a:ln w="9525">
              <a:noFill/>
              <a:miter lim="800000"/>
            </a:ln>
          </p:spPr>
          <p:txBody>
            <a:bodyPr lIns="90000" tIns="90000" rIns="90000" bIns="90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l" fontAlgn="auto">
                <a:lnSpc>
                  <a:spcPct val="130000"/>
                </a:lnSpc>
                <a:spcBef>
                  <a:spcPts val="600"/>
                </a:spcBef>
                <a:spcAft>
                  <a:spcPts val="600"/>
                </a:spcAft>
              </a:pPr>
              <a:r>
                <a:rPr dirty="0">
                  <a:latin typeface="微软雅黑" panose="020B0503020204020204" charset="-122"/>
                  <a:ea typeface="微软雅黑" panose="020B0503020204020204" charset="-122"/>
                </a:rPr>
                <a:t>例如，分析对象“班级”的状态。某个“班级”的学生学习一年后，有的升级，有的留级，班级人数会有变动，“学年”对班级的状态有控制作用，是“事件”。班级当前处于第几学年，就是“状态”。学习期满时，这个班级的绝大多数学生毕业，班级就不再存在，即使有学生留级，也应安排到另一个班级去了。每学期一个班级的学习课程、任课教师、课程表都有变化，因此“学期”也是事件。班级处于第几学年、第几学期是“状态”。每学期每个学生的各门课的成绩统计、计算成绩总分、班上的学生按成绩排名次等一系列处理，是“行为”。</a:t>
              </a:r>
            </a:p>
          </p:txBody>
        </p:sp>
      </p:grpSp>
      <p:pic>
        <p:nvPicPr>
          <p:cNvPr id="6" name="图片 5" descr="A000220150322C72PPIC.png"/>
          <p:cNvPicPr>
            <a:picLocks noChangeAspect="1"/>
          </p:cNvPicPr>
          <p:nvPr/>
        </p:nvPicPr>
        <p:blipFill>
          <a:blip r:embed="rId4" cstate="print"/>
          <a:stretch>
            <a:fillRect/>
          </a:stretch>
        </p:blipFill>
        <p:spPr>
          <a:xfrm>
            <a:off x="7538720" y="1969770"/>
            <a:ext cx="4288790" cy="3708400"/>
          </a:xfrm>
          <a:prstGeom prst="rect">
            <a:avLst/>
          </a:prstGeom>
        </p:spPr>
      </p:pic>
    </p:spTree>
    <p:custDataLst>
      <p:tags r:id="rId1"/>
    </p:custDataLst>
  </p:cSld>
  <p:clrMapOvr>
    <a:masterClrMapping/>
  </p:clrMapOvr>
  <p:transition>
    <p:zoom/>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7.1.4 </a:t>
            </a:r>
            <a:r>
              <a:rPr lang="zh-CN" altLang="en-US" sz="2400" dirty="0" smtClean="0">
                <a:solidFill>
                  <a:schemeClr val="tx1"/>
                </a:solidFill>
              </a:rPr>
              <a:t>建立动态模型</a:t>
            </a:r>
          </a:p>
        </p:txBody>
      </p:sp>
      <p:grpSp>
        <p:nvGrpSpPr>
          <p:cNvPr id="3" name="组合 2"/>
          <p:cNvGrpSpPr/>
          <p:nvPr/>
        </p:nvGrpSpPr>
        <p:grpSpPr>
          <a:xfrm>
            <a:off x="0" y="2454910"/>
            <a:ext cx="11047095" cy="2753995"/>
            <a:chOff x="0" y="3866"/>
            <a:chExt cx="17397" cy="4337"/>
          </a:xfrm>
        </p:grpSpPr>
        <p:sp>
          <p:nvSpPr>
            <p:cNvPr id="26" name="MH_Other_1"/>
            <p:cNvSpPr/>
            <p:nvPr>
              <p:custDataLst>
                <p:tags r:id="rId2"/>
              </p:custDataLst>
            </p:nvPr>
          </p:nvSpPr>
          <p:spPr>
            <a:xfrm>
              <a:off x="10207" y="3866"/>
              <a:ext cx="7190" cy="272"/>
            </a:xfrm>
            <a:prstGeom prst="rect">
              <a:avLst/>
            </a:prstGeom>
            <a:solidFill>
              <a:srgbClr val="4981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7" name="MH_Picture_1"/>
            <p:cNvSpPr/>
            <p:nvPr>
              <p:custDataLst>
                <p:tags r:id="rId3"/>
              </p:custDataLst>
            </p:nvPr>
          </p:nvSpPr>
          <p:spPr>
            <a:xfrm>
              <a:off x="10207" y="4139"/>
              <a:ext cx="7190" cy="3703"/>
            </a:xfrm>
            <a:prstGeom prst="rect">
              <a:avLst/>
            </a:prstGeom>
            <a:blipFill dpi="0" rotWithShape="1">
              <a:blip r:embed="rId10"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MH_Other_2"/>
            <p:cNvSpPr/>
            <p:nvPr>
              <p:custDataLst>
                <p:tags r:id="rId4"/>
              </p:custDataLst>
            </p:nvPr>
          </p:nvSpPr>
          <p:spPr>
            <a:xfrm>
              <a:off x="10207" y="7841"/>
              <a:ext cx="7190" cy="275"/>
            </a:xfrm>
            <a:prstGeom prst="rect">
              <a:avLst/>
            </a:prstGeom>
            <a:solidFill>
              <a:srgbClr val="4981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cxnSp>
          <p:nvCxnSpPr>
            <p:cNvPr id="30" name="MH_Other_3"/>
            <p:cNvCxnSpPr/>
            <p:nvPr>
              <p:custDataLst>
                <p:tags r:id="rId5"/>
              </p:custDataLst>
            </p:nvPr>
          </p:nvCxnSpPr>
          <p:spPr>
            <a:xfrm>
              <a:off x="9526" y="3941"/>
              <a:ext cx="0" cy="4262"/>
            </a:xfrm>
            <a:prstGeom prst="line">
              <a:avLst/>
            </a:prstGeom>
            <a:ln w="19050">
              <a:solidFill>
                <a:srgbClr val="DDDDDD"/>
              </a:solidFill>
            </a:ln>
          </p:spPr>
          <p:style>
            <a:lnRef idx="1">
              <a:schemeClr val="accent1"/>
            </a:lnRef>
            <a:fillRef idx="0">
              <a:schemeClr val="accent1"/>
            </a:fillRef>
            <a:effectRef idx="0">
              <a:schemeClr val="accent1"/>
            </a:effectRef>
            <a:fontRef idx="minor">
              <a:schemeClr val="tx1"/>
            </a:fontRef>
          </p:style>
        </p:cxnSp>
        <p:sp>
          <p:nvSpPr>
            <p:cNvPr id="37" name="MH_Desc_1"/>
            <p:cNvSpPr txBox="1"/>
            <p:nvPr>
              <p:custDataLst>
                <p:tags r:id="rId6"/>
              </p:custDataLst>
            </p:nvPr>
          </p:nvSpPr>
          <p:spPr>
            <a:xfrm>
              <a:off x="1567" y="4653"/>
              <a:ext cx="7761" cy="2040"/>
            </a:xfrm>
            <a:prstGeom prst="rect">
              <a:avLst/>
            </a:prstGeom>
            <a:noFill/>
          </p:spPr>
          <p:txBody>
            <a:bodyPr lIns="0" tIns="0" rIns="0" bIns="0"/>
            <a:lstStyle/>
            <a:p>
              <a:pPr indent="457200">
                <a:lnSpc>
                  <a:spcPct val="120000"/>
                </a:lnSpc>
              </a:pPr>
              <a:r>
                <a:rPr lang="en-US" altLang="zh-CN" sz="2000" smtClean="0">
                  <a:latin typeface="微软雅黑" panose="020B0503020204020204" charset="-122"/>
                  <a:ea typeface="微软雅黑" panose="020B0503020204020204" charset="-122"/>
                </a:rPr>
                <a:t>建立动态模型首先要</a:t>
              </a:r>
              <a:r>
                <a:rPr lang="en-US" altLang="zh-CN" sz="2400" b="1" smtClean="0">
                  <a:solidFill>
                    <a:srgbClr val="00B050"/>
                  </a:solidFill>
                  <a:latin typeface="微软雅黑" panose="020B0503020204020204" charset="-122"/>
                  <a:ea typeface="微软雅黑" panose="020B0503020204020204" charset="-122"/>
                </a:rPr>
                <a:t>编写脚本</a:t>
              </a:r>
              <a:r>
                <a:rPr lang="en-US" altLang="zh-CN" sz="2000" smtClean="0">
                  <a:latin typeface="微软雅黑" panose="020B0503020204020204" charset="-122"/>
                  <a:ea typeface="微软雅黑" panose="020B0503020204020204" charset="-122"/>
                </a:rPr>
                <a:t>，从脚本中</a:t>
              </a:r>
              <a:r>
                <a:rPr lang="en-US" altLang="zh-CN" sz="2400" b="1" smtClean="0">
                  <a:solidFill>
                    <a:srgbClr val="00B050"/>
                  </a:solidFill>
                  <a:latin typeface="微软雅黑" panose="020B0503020204020204" charset="-122"/>
                  <a:ea typeface="微软雅黑" panose="020B0503020204020204" charset="-122"/>
                </a:rPr>
                <a:t>提取事件</a:t>
              </a:r>
              <a:r>
                <a:rPr lang="en-US" altLang="zh-CN" sz="2000" smtClean="0">
                  <a:latin typeface="微软雅黑" panose="020B0503020204020204" charset="-122"/>
                  <a:ea typeface="微软雅黑" panose="020B0503020204020204" charset="-122"/>
                </a:rPr>
                <a:t>，然后画出UML图的</a:t>
              </a:r>
              <a:r>
                <a:rPr lang="en-US" altLang="zh-CN" sz="2400" b="1" smtClean="0">
                  <a:solidFill>
                    <a:srgbClr val="00B050"/>
                  </a:solidFill>
                  <a:latin typeface="微软雅黑" panose="020B0503020204020204" charset="-122"/>
                  <a:ea typeface="微软雅黑" panose="020B0503020204020204" charset="-122"/>
                </a:rPr>
                <a:t>顺序图</a:t>
              </a:r>
              <a:r>
                <a:rPr lang="en-US" altLang="zh-CN" sz="2000" smtClean="0">
                  <a:latin typeface="微软雅黑" panose="020B0503020204020204" charset="-122"/>
                  <a:ea typeface="微软雅黑" panose="020B0503020204020204" charset="-122"/>
                </a:rPr>
                <a:t>（也称事件跟踪图），最后画出对象的</a:t>
              </a:r>
              <a:r>
                <a:rPr lang="en-US" altLang="zh-CN" sz="2400" b="1" smtClean="0">
                  <a:solidFill>
                    <a:srgbClr val="00B050"/>
                  </a:solidFill>
                  <a:latin typeface="微软雅黑" panose="020B0503020204020204" charset="-122"/>
                  <a:ea typeface="微软雅黑" panose="020B0503020204020204" charset="-122"/>
                </a:rPr>
                <a:t>状态转换图</a:t>
              </a:r>
              <a:r>
                <a:rPr lang="en-US" altLang="zh-CN" sz="2000" smtClean="0">
                  <a:latin typeface="微软雅黑" panose="020B0503020204020204" charset="-122"/>
                  <a:ea typeface="微软雅黑" panose="020B0503020204020204" charset="-122"/>
                </a:rPr>
                <a:t>。在面向对象分析阶段，要快速建立</a:t>
              </a:r>
              <a:r>
                <a:rPr lang="en-US" altLang="zh-CN" sz="2400" b="1" smtClean="0">
                  <a:solidFill>
                    <a:srgbClr val="00B050"/>
                  </a:solidFill>
                  <a:latin typeface="微软雅黑" panose="020B0503020204020204" charset="-122"/>
                  <a:ea typeface="微软雅黑" panose="020B0503020204020204" charset="-122"/>
                </a:rPr>
                <a:t>用户界面原型</a:t>
              </a:r>
              <a:r>
                <a:rPr lang="en-US" altLang="zh-CN" sz="2000" smtClean="0">
                  <a:latin typeface="微软雅黑" panose="020B0503020204020204" charset="-122"/>
                  <a:ea typeface="微软雅黑" panose="020B0503020204020204" charset="-122"/>
                </a:rPr>
                <a:t>，供用户试用、评价。</a:t>
              </a:r>
            </a:p>
          </p:txBody>
        </p:sp>
        <p:sp>
          <p:nvSpPr>
            <p:cNvPr id="38" name="MH_Other_4"/>
            <p:cNvSpPr/>
            <p:nvPr>
              <p:custDataLst>
                <p:tags r:id="rId7"/>
              </p:custDataLst>
            </p:nvPr>
          </p:nvSpPr>
          <p:spPr>
            <a:xfrm>
              <a:off x="0" y="4518"/>
              <a:ext cx="1370" cy="755"/>
            </a:xfrm>
            <a:prstGeom prst="rect">
              <a:avLst/>
            </a:prstGeom>
            <a:solidFill>
              <a:srgbClr val="4981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Tree>
    <p:custDataLst>
      <p:tags r:id="rId1"/>
    </p:custDataLst>
  </p:cSld>
  <p:clrMapOvr>
    <a:masterClrMapping/>
  </p:clrMapOvr>
  <p:transition>
    <p:zoom/>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7.1.4 </a:t>
            </a:r>
            <a:r>
              <a:rPr lang="zh-CN" altLang="en-US" sz="2400" dirty="0" smtClean="0">
                <a:solidFill>
                  <a:schemeClr val="tx1"/>
                </a:solidFill>
              </a:rPr>
              <a:t>建立动态模型</a:t>
            </a:r>
          </a:p>
        </p:txBody>
      </p:sp>
      <p:grpSp>
        <p:nvGrpSpPr>
          <p:cNvPr id="15" name="组合 14"/>
          <p:cNvGrpSpPr/>
          <p:nvPr/>
        </p:nvGrpSpPr>
        <p:grpSpPr>
          <a:xfrm>
            <a:off x="769620" y="1725930"/>
            <a:ext cx="11437620" cy="4409440"/>
            <a:chOff x="1188" y="2742"/>
            <a:chExt cx="18012" cy="6944"/>
          </a:xfrm>
        </p:grpSpPr>
        <p:grpSp>
          <p:nvGrpSpPr>
            <p:cNvPr id="16" name="组合 15"/>
            <p:cNvGrpSpPr/>
            <p:nvPr/>
          </p:nvGrpSpPr>
          <p:grpSpPr>
            <a:xfrm flipH="1">
              <a:off x="11305" y="2742"/>
              <a:ext cx="7895" cy="1533"/>
              <a:chOff x="1" y="3428100"/>
              <a:chExt cx="5013433" cy="973302"/>
            </a:xfrm>
          </p:grpSpPr>
          <p:sp>
            <p:nvSpPr>
              <p:cNvPr id="6" name="MH_SubTitle_2"/>
              <p:cNvSpPr/>
              <p:nvPr>
                <p:custDataLst>
                  <p:tags r:id="rId3"/>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编写脚本</a:t>
                </a:r>
              </a:p>
            </p:txBody>
          </p:sp>
          <p:sp>
            <p:nvSpPr>
              <p:cNvPr id="8" name="MH_Other_5"/>
              <p:cNvSpPr/>
              <p:nvPr>
                <p:custDataLst>
                  <p:tags r:id="rId4"/>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2</a:t>
                </a:r>
              </a:p>
            </p:txBody>
          </p:sp>
          <p:sp>
            <p:nvSpPr>
              <p:cNvPr id="21" name="MH_Other_6"/>
              <p:cNvSpPr/>
              <p:nvPr>
                <p:custDataLst>
                  <p:tags r:id="rId5"/>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2" name="MH_Desc_1"/>
            <p:cNvSpPr/>
            <p:nvPr>
              <p:custDataLst>
                <p:tags r:id="rId2"/>
              </p:custDataLst>
            </p:nvPr>
          </p:nvSpPr>
          <p:spPr>
            <a:xfrm>
              <a:off x="1188" y="3625"/>
              <a:ext cx="9795" cy="6061"/>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在建立动态模型过程中，脚本是系统执行某个功能的一系列事件。</a:t>
              </a:r>
            </a:p>
            <a:p>
              <a:pPr indent="457200">
                <a:lnSpc>
                  <a:spcPct val="120000"/>
                </a:lnSpc>
              </a:pPr>
              <a:r>
                <a:rPr dirty="0" smtClean="0">
                  <a:solidFill>
                    <a:schemeClr val="tx1"/>
                  </a:solidFill>
                  <a:latin typeface="微软雅黑" panose="020B0503020204020204" charset="-122"/>
                  <a:ea typeface="微软雅黑" panose="020B0503020204020204" charset="-122"/>
                </a:rPr>
                <a:t>脚本通常起始于一个系统外部的输入事件，结束于一个系统外部的输出事件，它可以包括这个期间发生的所有的系统内部事件。编写脚本，可以从寻找事件开始，确定各对象的可能事件的顺序。事件包括所有用户的交互信息、与外部设备的交互信息等。使用脚本可以发现正常事件，但不要遗漏条件和异常事件。</a:t>
              </a:r>
            </a:p>
            <a:p>
              <a:pPr indent="457200">
                <a:lnSpc>
                  <a:spcPct val="120000"/>
                </a:lnSpc>
              </a:pPr>
              <a:r>
                <a:rPr dirty="0" smtClean="0">
                  <a:solidFill>
                    <a:schemeClr val="tx1"/>
                  </a:solidFill>
                  <a:latin typeface="微软雅黑" panose="020B0503020204020204" charset="-122"/>
                  <a:ea typeface="微软雅黑" panose="020B0503020204020204" charset="-122"/>
                </a:rPr>
                <a:t>编写脚本的目的是确定事件、保证不遗漏系统功能中重要的交互步骤，有助于确保整个交互过程的正确性和清晰性。此时，暂不考虑算法的问题。</a:t>
              </a:r>
            </a:p>
          </p:txBody>
        </p:sp>
      </p:grpSp>
      <p:pic>
        <p:nvPicPr>
          <p:cNvPr id="3" name="图片 2" descr="A000220150821C52PPIC"/>
          <p:cNvPicPr>
            <a:picLocks noChangeAspect="1"/>
          </p:cNvPicPr>
          <p:nvPr/>
        </p:nvPicPr>
        <p:blipFill>
          <a:blip r:embed="rId8" cstate="print"/>
          <a:stretch>
            <a:fillRect/>
          </a:stretch>
        </p:blipFill>
        <p:spPr>
          <a:xfrm>
            <a:off x="7496810" y="2994025"/>
            <a:ext cx="4159885" cy="2774315"/>
          </a:xfrm>
          <a:prstGeom prst="rect">
            <a:avLst/>
          </a:prstGeom>
        </p:spPr>
      </p:pic>
    </p:spTree>
    <p:custDataLst>
      <p:tags r:id="rId1"/>
    </p:custDataLst>
  </p:cSld>
  <p:clrMapOvr>
    <a:masterClrMapping/>
  </p:clrMapOvr>
  <p:transition>
    <p:zoom/>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smtClean="0">
                <a:solidFill>
                  <a:schemeClr val="tx1"/>
                </a:solidFill>
              </a:rPr>
              <a:t>案例</a:t>
            </a:r>
          </a:p>
        </p:txBody>
      </p:sp>
      <p:grpSp>
        <p:nvGrpSpPr>
          <p:cNvPr id="5" name="组合 4"/>
          <p:cNvGrpSpPr/>
          <p:nvPr/>
        </p:nvGrpSpPr>
        <p:grpSpPr>
          <a:xfrm>
            <a:off x="880110" y="2065020"/>
            <a:ext cx="10432415" cy="4242435"/>
            <a:chOff x="1499" y="3150"/>
            <a:chExt cx="16429" cy="6681"/>
          </a:xfrm>
        </p:grpSpPr>
        <p:sp>
          <p:nvSpPr>
            <p:cNvPr id="22" name="TextBox 21"/>
            <p:cNvSpPr txBox="1"/>
            <p:nvPr/>
          </p:nvSpPr>
          <p:spPr>
            <a:xfrm>
              <a:off x="3431" y="3419"/>
              <a:ext cx="9871" cy="624"/>
            </a:xfrm>
            <a:prstGeom prst="rect">
              <a:avLst/>
            </a:prstGeom>
            <a:noFill/>
          </p:spPr>
          <p:txBody>
            <a:bodyPr wrap="square">
              <a:spAutoFit/>
            </a:bodyPr>
            <a:lstStyle/>
            <a:p>
              <a:r>
                <a:rPr lang="zh-CN" altLang="en-US" sz="2000">
                  <a:sym typeface="+mn-ea"/>
                </a:rPr>
                <a:t>编写打电话、通话过程的脚本。</a:t>
              </a:r>
            </a:p>
          </p:txBody>
        </p:sp>
        <p:sp>
          <p:nvSpPr>
            <p:cNvPr id="24" name="矩形 23"/>
            <p:cNvSpPr>
              <a:spLocks noChangeAspect="1"/>
            </p:cNvSpPr>
            <p:nvPr/>
          </p:nvSpPr>
          <p:spPr>
            <a:xfrm>
              <a:off x="1499" y="4275"/>
              <a:ext cx="16429" cy="5556"/>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sz="2400" dirty="0" smtClean="0">
                    <a:solidFill>
                      <a:schemeClr val="bg1"/>
                    </a:solidFill>
                    <a:sym typeface="+mn-ea"/>
                  </a:rPr>
                  <a:t>例 </a:t>
                </a:r>
                <a:r>
                  <a:rPr lang="en-US" altLang="zh-CN" sz="2400" dirty="0" smtClean="0">
                    <a:solidFill>
                      <a:schemeClr val="bg1"/>
                    </a:solidFill>
                    <a:sym typeface="+mn-ea"/>
                  </a:rPr>
                  <a:t>7-3</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65" y="4450"/>
              <a:ext cx="15536" cy="5193"/>
            </a:xfrm>
            <a:prstGeom prst="rect">
              <a:avLst/>
            </a:prstGeom>
            <a:solidFill>
              <a:schemeClr val="bg1">
                <a:lumMod val="95000"/>
              </a:schemeClr>
            </a:solidFill>
          </p:spPr>
          <p:txBody>
            <a:bodyPr wrap="square">
              <a:spAutoFit/>
            </a:bodyPr>
            <a:lstStyle/>
            <a:p>
              <a:pPr fontAlgn="auto">
                <a:lnSpc>
                  <a:spcPct val="130000"/>
                </a:lnSpc>
              </a:pPr>
              <a:r>
                <a:rPr lang="en-US" altLang="en-US" dirty="0" smtClean="0">
                  <a:latin typeface="Times New Roman" panose="02020603050405020304" charset="0"/>
                  <a:ea typeface="宋体" panose="02010600030101010101" pitchFamily="2" charset="-122"/>
                </a:rPr>
                <a:t>        打电话、通话过程的一系列事件如下：</a:t>
              </a:r>
            </a:p>
            <a:p>
              <a:pPr marL="285750" indent="-285750" fontAlgn="auto">
                <a:lnSpc>
                  <a:spcPct val="130000"/>
                </a:lnSpc>
                <a:buFont typeface="Wingdings" panose="05000000000000000000" charset="0"/>
                <a:buChar char="Ø"/>
              </a:pPr>
              <a:r>
                <a:rPr lang="en-US" altLang="en-US" dirty="0" smtClean="0">
                  <a:latin typeface="Times New Roman" panose="02020603050405020304" charset="0"/>
                  <a:ea typeface="宋体" panose="02010600030101010101" pitchFamily="2" charset="-122"/>
                </a:rPr>
                <a:t>打电话者拿起电话受话器；</a:t>
              </a:r>
            </a:p>
            <a:p>
              <a:pPr marL="285750" indent="-285750" fontAlgn="auto">
                <a:lnSpc>
                  <a:spcPct val="130000"/>
                </a:lnSpc>
                <a:buFont typeface="Wingdings" panose="05000000000000000000" charset="0"/>
                <a:buChar char="Ø"/>
              </a:pPr>
              <a:r>
                <a:rPr lang="en-US" altLang="en-US" dirty="0" smtClean="0">
                  <a:latin typeface="Times New Roman" panose="02020603050405020304" charset="0"/>
                  <a:ea typeface="宋体" panose="02010600030101010101" pitchFamily="2" charset="-122"/>
                </a:rPr>
                <a:t>电话拨号音开始；</a:t>
              </a:r>
            </a:p>
            <a:p>
              <a:pPr marL="285750" indent="-285750" fontAlgn="auto">
                <a:lnSpc>
                  <a:spcPct val="130000"/>
                </a:lnSpc>
                <a:buFont typeface="Wingdings" panose="05000000000000000000" charset="0"/>
                <a:buChar char="Ø"/>
              </a:pPr>
              <a:r>
                <a:rPr lang="en-US" altLang="en-US" dirty="0" smtClean="0">
                  <a:latin typeface="Times New Roman" panose="02020603050405020304" charset="0"/>
                  <a:ea typeface="宋体" panose="02010600030101010101" pitchFamily="2" charset="-122"/>
                </a:rPr>
                <a:t>打电话者拨一个数字；</a:t>
              </a:r>
            </a:p>
            <a:p>
              <a:pPr marL="285750" indent="-285750" fontAlgn="auto">
                <a:lnSpc>
                  <a:spcPct val="130000"/>
                </a:lnSpc>
                <a:buFont typeface="Wingdings" panose="05000000000000000000" charset="0"/>
                <a:buChar char="Ø"/>
              </a:pPr>
              <a:r>
                <a:rPr lang="en-US" altLang="en-US" dirty="0" smtClean="0">
                  <a:latin typeface="Times New Roman" panose="02020603050405020304" charset="0"/>
                  <a:ea typeface="宋体" panose="02010600030101010101" pitchFamily="2" charset="-122"/>
                </a:rPr>
                <a:t>电话拨号音结束；</a:t>
              </a:r>
            </a:p>
            <a:p>
              <a:pPr marL="285750" indent="-285750" fontAlgn="auto">
                <a:lnSpc>
                  <a:spcPct val="130000"/>
                </a:lnSpc>
                <a:buFont typeface="Wingdings" panose="05000000000000000000" charset="0"/>
                <a:buChar char="Ø"/>
              </a:pPr>
              <a:r>
                <a:rPr lang="en-US" altLang="en-US" dirty="0" smtClean="0">
                  <a:latin typeface="Times New Roman" panose="02020603050405020304" charset="0"/>
                  <a:ea typeface="宋体" panose="02010600030101010101" pitchFamily="2" charset="-122"/>
                </a:rPr>
                <a:t>打电话者拨其他数字……</a:t>
              </a:r>
            </a:p>
            <a:p>
              <a:pPr marL="285750" indent="-285750" fontAlgn="auto">
                <a:lnSpc>
                  <a:spcPct val="130000"/>
                </a:lnSpc>
                <a:buFont typeface="Wingdings" panose="05000000000000000000" charset="0"/>
                <a:buChar char="Ø"/>
              </a:pPr>
              <a:r>
                <a:rPr lang="en-US" altLang="en-US" dirty="0" smtClean="0">
                  <a:latin typeface="Times New Roman" panose="02020603050405020304" charset="0"/>
                  <a:ea typeface="宋体" panose="02010600030101010101" pitchFamily="2" charset="-122"/>
                </a:rPr>
                <a:t>打电话者拨最后一个数字；</a:t>
              </a:r>
            </a:p>
            <a:p>
              <a:pPr marL="285750" indent="-285750" fontAlgn="auto">
                <a:lnSpc>
                  <a:spcPct val="130000"/>
                </a:lnSpc>
                <a:buFont typeface="Wingdings" panose="05000000000000000000" charset="0"/>
                <a:buChar char="Ø"/>
              </a:pPr>
              <a:r>
                <a:rPr lang="en-US" altLang="en-US" dirty="0" smtClean="0">
                  <a:latin typeface="Times New Roman" panose="02020603050405020304" charset="0"/>
                  <a:ea typeface="宋体" panose="02010600030101010101" pitchFamily="2" charset="-122"/>
                </a:rPr>
                <a:t>如果电话号码拨错，交换机提示出错信息；如果号码正确，且对方空闲，则接电话者的电话开始振铃；</a:t>
              </a:r>
            </a:p>
          </p:txBody>
        </p:sp>
      </p:grpSp>
    </p:spTree>
    <p:custDataLst>
      <p:tags r:id="rId1"/>
    </p:custDataLst>
  </p:cSld>
  <p:clrMapOvr>
    <a:masterClrMapping/>
  </p:clrMapOvr>
  <p:transition>
    <p:zoom/>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smtClean="0">
                <a:solidFill>
                  <a:schemeClr val="tx1"/>
                </a:solidFill>
              </a:rPr>
              <a:t>案例</a:t>
            </a:r>
          </a:p>
        </p:txBody>
      </p:sp>
      <p:grpSp>
        <p:nvGrpSpPr>
          <p:cNvPr id="5" name="组合 4"/>
          <p:cNvGrpSpPr/>
          <p:nvPr/>
        </p:nvGrpSpPr>
        <p:grpSpPr>
          <a:xfrm>
            <a:off x="880110" y="2049145"/>
            <a:ext cx="10432415" cy="3512185"/>
            <a:chOff x="1499" y="3150"/>
            <a:chExt cx="16429" cy="5531"/>
          </a:xfrm>
        </p:grpSpPr>
        <p:sp>
          <p:nvSpPr>
            <p:cNvPr id="22" name="TextBox 21"/>
            <p:cNvSpPr txBox="1"/>
            <p:nvPr/>
          </p:nvSpPr>
          <p:spPr>
            <a:xfrm>
              <a:off x="3431" y="3419"/>
              <a:ext cx="9871" cy="624"/>
            </a:xfrm>
            <a:prstGeom prst="rect">
              <a:avLst/>
            </a:prstGeom>
            <a:noFill/>
          </p:spPr>
          <p:txBody>
            <a:bodyPr wrap="square">
              <a:spAutoFit/>
            </a:bodyPr>
            <a:lstStyle/>
            <a:p>
              <a:r>
                <a:rPr lang="zh-CN" altLang="en-US" sz="2000">
                  <a:sym typeface="+mn-ea"/>
                </a:rPr>
                <a:t>编写打电话、通话过程的脚本。</a:t>
              </a:r>
            </a:p>
          </p:txBody>
        </p:sp>
        <p:sp>
          <p:nvSpPr>
            <p:cNvPr id="24" name="矩形 23"/>
            <p:cNvSpPr>
              <a:spLocks noChangeAspect="1"/>
            </p:cNvSpPr>
            <p:nvPr/>
          </p:nvSpPr>
          <p:spPr>
            <a:xfrm>
              <a:off x="1499" y="4275"/>
              <a:ext cx="16429" cy="4406"/>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sz="2400" dirty="0" smtClean="0">
                    <a:solidFill>
                      <a:schemeClr val="bg1"/>
                    </a:solidFill>
                    <a:sym typeface="+mn-ea"/>
                  </a:rPr>
                  <a:t>例 </a:t>
                </a:r>
                <a:r>
                  <a:rPr lang="en-US" altLang="zh-CN" sz="2400" dirty="0" smtClean="0">
                    <a:solidFill>
                      <a:schemeClr val="bg1"/>
                    </a:solidFill>
                    <a:sym typeface="+mn-ea"/>
                  </a:rPr>
                  <a:t>7-3</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65" y="4450"/>
              <a:ext cx="15536" cy="4071"/>
            </a:xfrm>
            <a:prstGeom prst="rect">
              <a:avLst/>
            </a:prstGeom>
            <a:solidFill>
              <a:schemeClr val="bg1">
                <a:lumMod val="95000"/>
              </a:schemeClr>
            </a:solidFill>
          </p:spPr>
          <p:txBody>
            <a:bodyPr wrap="square">
              <a:spAutoFit/>
            </a:bodyPr>
            <a:lstStyle/>
            <a:p>
              <a:pPr fontAlgn="auto">
                <a:lnSpc>
                  <a:spcPct val="130000"/>
                </a:lnSpc>
              </a:pPr>
              <a:r>
                <a:rPr lang="en-US" altLang="en-US" dirty="0" smtClean="0">
                  <a:latin typeface="Times New Roman" panose="02020603050405020304" charset="0"/>
                  <a:ea typeface="宋体" panose="02010600030101010101" pitchFamily="2" charset="-122"/>
                </a:rPr>
                <a:t>        打电话、通话过程的一系列事件如下：</a:t>
              </a:r>
            </a:p>
            <a:p>
              <a:pPr marL="285750" indent="-285750" fontAlgn="auto">
                <a:lnSpc>
                  <a:spcPct val="130000"/>
                </a:lnSpc>
                <a:buFont typeface="Wingdings" panose="05000000000000000000" charset="0"/>
                <a:buChar char="Ø"/>
              </a:pPr>
              <a:r>
                <a:rPr lang="en-US" altLang="en-US" dirty="0" smtClean="0">
                  <a:latin typeface="Times New Roman" panose="02020603050405020304" charset="0"/>
                  <a:ea typeface="宋体" panose="02010600030101010101" pitchFamily="2" charset="-122"/>
                </a:rPr>
                <a:t>铃声在打电话者的电话上传出；</a:t>
              </a:r>
            </a:p>
            <a:p>
              <a:pPr marL="285750" indent="-285750" fontAlgn="auto">
                <a:lnSpc>
                  <a:spcPct val="130000"/>
                </a:lnSpc>
                <a:buFont typeface="Wingdings" panose="05000000000000000000" charset="0"/>
                <a:buChar char="Ø"/>
              </a:pPr>
              <a:r>
                <a:rPr lang="en-US" altLang="en-US" dirty="0" smtClean="0">
                  <a:latin typeface="Times New Roman" panose="02020603050405020304" charset="0"/>
                  <a:ea typeface="宋体" panose="02010600030101010101" pitchFamily="2" charset="-122"/>
                </a:rPr>
                <a:t>如果在30秒内，接电话者拿起话筒；</a:t>
              </a:r>
            </a:p>
            <a:p>
              <a:pPr marL="285750" indent="-285750" fontAlgn="auto">
                <a:lnSpc>
                  <a:spcPct val="130000"/>
                </a:lnSpc>
                <a:buFont typeface="Wingdings" panose="05000000000000000000" charset="0"/>
                <a:buChar char="Ø"/>
              </a:pPr>
              <a:r>
                <a:rPr lang="en-US" altLang="en-US" dirty="0" smtClean="0">
                  <a:latin typeface="Times New Roman" panose="02020603050405020304" charset="0"/>
                  <a:ea typeface="宋体" panose="02010600030101010101" pitchFamily="2" charset="-122"/>
                </a:rPr>
                <a:t>接电话者的电话停止振铃；</a:t>
              </a:r>
            </a:p>
            <a:p>
              <a:pPr marL="285750" indent="-285750" fontAlgn="auto">
                <a:lnSpc>
                  <a:spcPct val="130000"/>
                </a:lnSpc>
                <a:buFont typeface="Wingdings" panose="05000000000000000000" charset="0"/>
                <a:buChar char="Ø"/>
              </a:pPr>
              <a:r>
                <a:rPr lang="en-US" altLang="en-US" dirty="0" smtClean="0">
                  <a:latin typeface="Times New Roman" panose="02020603050405020304" charset="0"/>
                  <a:ea typeface="宋体" panose="02010600030101010101" pitchFamily="2" charset="-122"/>
                </a:rPr>
                <a:t>打电话者的电话停止振铃；</a:t>
              </a:r>
            </a:p>
            <a:p>
              <a:pPr marL="285750" indent="-285750" fontAlgn="auto">
                <a:lnSpc>
                  <a:spcPct val="130000"/>
                </a:lnSpc>
                <a:buFont typeface="Wingdings" panose="05000000000000000000" charset="0"/>
                <a:buChar char="Ø"/>
              </a:pPr>
              <a:r>
                <a:rPr lang="en-US" altLang="en-US" dirty="0" smtClean="0">
                  <a:latin typeface="Times New Roman" panose="02020603050405020304" charset="0"/>
                  <a:ea typeface="宋体" panose="02010600030101010101" pitchFamily="2" charset="-122"/>
                </a:rPr>
                <a:t>通电话……</a:t>
              </a:r>
            </a:p>
            <a:p>
              <a:pPr marL="285750" indent="-285750" fontAlgn="auto">
                <a:lnSpc>
                  <a:spcPct val="130000"/>
                </a:lnSpc>
                <a:buFont typeface="Wingdings" panose="05000000000000000000" charset="0"/>
                <a:buChar char="Ø"/>
              </a:pPr>
              <a:r>
                <a:rPr lang="en-US" altLang="en-US" dirty="0" smtClean="0">
                  <a:latin typeface="Times New Roman" panose="02020603050405020304" charset="0"/>
                  <a:ea typeface="宋体" panose="02010600030101010101" pitchFamily="2" charset="-122"/>
                  <a:sym typeface="+mn-ea"/>
                </a:rPr>
                <a:t>接电话者挂断电话；</a:t>
              </a:r>
              <a:endParaRPr lang="en-US" altLang="en-US" dirty="0" smtClean="0">
                <a:latin typeface="Times New Roman" panose="02020603050405020304" charset="0"/>
                <a:ea typeface="宋体" panose="02010600030101010101" pitchFamily="2" charset="-122"/>
              </a:endParaRPr>
            </a:p>
          </p:txBody>
        </p:sp>
      </p:grpSp>
      <p:sp>
        <p:nvSpPr>
          <p:cNvPr id="3" name="文本框 2"/>
          <p:cNvSpPr txBox="1"/>
          <p:nvPr/>
        </p:nvSpPr>
        <p:spPr>
          <a:xfrm>
            <a:off x="5873115" y="2874645"/>
            <a:ext cx="4836160" cy="2585085"/>
          </a:xfrm>
          <a:prstGeom prst="rect">
            <a:avLst/>
          </a:prstGeom>
          <a:noFill/>
        </p:spPr>
        <p:txBody>
          <a:bodyPr wrap="square" rtlCol="0">
            <a:spAutoFit/>
          </a:bodyPr>
          <a:lstStyle/>
          <a:p>
            <a:pPr marL="285750" indent="-285750" fontAlgn="auto">
              <a:lnSpc>
                <a:spcPct val="130000"/>
              </a:lnSpc>
              <a:buFont typeface="Wingdings" panose="05000000000000000000" charset="0"/>
              <a:buChar char="Ø"/>
            </a:pPr>
            <a:endParaRPr lang="en-US" altLang="en-US" dirty="0" smtClean="0">
              <a:latin typeface="Times New Roman" panose="02020603050405020304" charset="0"/>
              <a:ea typeface="宋体" panose="02010600030101010101" pitchFamily="2" charset="-122"/>
            </a:endParaRPr>
          </a:p>
          <a:p>
            <a:pPr marL="285750" indent="-285750" fontAlgn="auto">
              <a:lnSpc>
                <a:spcPct val="130000"/>
              </a:lnSpc>
              <a:buFont typeface="Wingdings" panose="05000000000000000000" charset="0"/>
              <a:buChar char="Ø"/>
            </a:pPr>
            <a:r>
              <a:rPr lang="en-US" altLang="en-US" dirty="0" smtClean="0">
                <a:latin typeface="Times New Roman" panose="02020603050405020304" charset="0"/>
                <a:ea typeface="宋体" panose="02010600030101010101" pitchFamily="2" charset="-122"/>
                <a:sym typeface="+mn-ea"/>
              </a:rPr>
              <a:t>电话切断；</a:t>
            </a:r>
            <a:endParaRPr lang="en-US" altLang="en-US" dirty="0" smtClean="0">
              <a:latin typeface="Times New Roman" panose="02020603050405020304" charset="0"/>
              <a:ea typeface="宋体" panose="02010600030101010101" pitchFamily="2" charset="-122"/>
            </a:endParaRPr>
          </a:p>
          <a:p>
            <a:pPr marL="285750" indent="-285750" fontAlgn="auto">
              <a:lnSpc>
                <a:spcPct val="130000"/>
              </a:lnSpc>
              <a:buFont typeface="Wingdings" panose="05000000000000000000" charset="0"/>
              <a:buChar char="Ø"/>
            </a:pPr>
            <a:r>
              <a:rPr lang="en-US" altLang="en-US" dirty="0" smtClean="0">
                <a:latin typeface="Times New Roman" panose="02020603050405020304" charset="0"/>
                <a:ea typeface="宋体" panose="02010600030101010101" pitchFamily="2" charset="-122"/>
                <a:sym typeface="+mn-ea"/>
              </a:rPr>
              <a:t>打电话者挂断电话；</a:t>
            </a:r>
            <a:endParaRPr lang="en-US" altLang="en-US" dirty="0" smtClean="0">
              <a:latin typeface="Times New Roman" panose="02020603050405020304" charset="0"/>
              <a:ea typeface="宋体" panose="02010600030101010101" pitchFamily="2" charset="-122"/>
            </a:endParaRPr>
          </a:p>
          <a:p>
            <a:pPr marL="285750" indent="-285750" fontAlgn="auto">
              <a:lnSpc>
                <a:spcPct val="130000"/>
              </a:lnSpc>
              <a:buFont typeface="Wingdings" panose="05000000000000000000" charset="0"/>
              <a:buChar char="Ø"/>
            </a:pPr>
            <a:r>
              <a:rPr lang="en-US" altLang="en-US" dirty="0" smtClean="0">
                <a:latin typeface="Times New Roman" panose="02020603050405020304" charset="0"/>
                <a:ea typeface="宋体" panose="02010600030101010101" pitchFamily="2" charset="-122"/>
                <a:sym typeface="+mn-ea"/>
              </a:rPr>
              <a:t>如果拨号正确，对方忙，打电话者的电话上传出忙音；</a:t>
            </a:r>
            <a:endParaRPr lang="en-US" altLang="en-US" dirty="0" smtClean="0">
              <a:latin typeface="Times New Roman" panose="02020603050405020304" charset="0"/>
              <a:ea typeface="宋体" panose="02010600030101010101" pitchFamily="2" charset="-122"/>
            </a:endParaRPr>
          </a:p>
          <a:p>
            <a:pPr marL="285750" indent="-285750" fontAlgn="auto">
              <a:lnSpc>
                <a:spcPct val="130000"/>
              </a:lnSpc>
              <a:buFont typeface="Wingdings" panose="05000000000000000000" charset="0"/>
              <a:buChar char="Ø"/>
            </a:pPr>
            <a:r>
              <a:rPr lang="en-US" altLang="en-US" dirty="0" smtClean="0">
                <a:latin typeface="Times New Roman" panose="02020603050405020304" charset="0"/>
                <a:ea typeface="宋体" panose="02010600030101010101" pitchFamily="2" charset="-122"/>
                <a:sym typeface="+mn-ea"/>
              </a:rPr>
              <a:t>如果拨号正确，接电话者在30秒内不接听电话，双方电话停止振铃。</a:t>
            </a:r>
            <a:endParaRPr lang="zh-CN" altLang="en-US"/>
          </a:p>
        </p:txBody>
      </p:sp>
    </p:spTree>
    <p:custDataLst>
      <p:tags r:id="rId1"/>
    </p:custDataLst>
  </p:cSld>
  <p:clrMapOvr>
    <a:masterClrMapping/>
  </p:clrMapOvr>
  <p:transition>
    <p:zoom/>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7.1.4 </a:t>
            </a:r>
            <a:r>
              <a:rPr lang="zh-CN" altLang="en-US" sz="2400" dirty="0" smtClean="0">
                <a:solidFill>
                  <a:schemeClr val="tx1"/>
                </a:solidFill>
              </a:rPr>
              <a:t>建立动态模型</a:t>
            </a:r>
          </a:p>
        </p:txBody>
      </p:sp>
      <p:grpSp>
        <p:nvGrpSpPr>
          <p:cNvPr id="15" name="组合 14"/>
          <p:cNvGrpSpPr/>
          <p:nvPr/>
        </p:nvGrpSpPr>
        <p:grpSpPr>
          <a:xfrm>
            <a:off x="1166495" y="1725930"/>
            <a:ext cx="11040745" cy="4409440"/>
            <a:chOff x="1813" y="2742"/>
            <a:chExt cx="17387" cy="6944"/>
          </a:xfrm>
        </p:grpSpPr>
        <p:grpSp>
          <p:nvGrpSpPr>
            <p:cNvPr id="16" name="组合 15"/>
            <p:cNvGrpSpPr/>
            <p:nvPr/>
          </p:nvGrpSpPr>
          <p:grpSpPr>
            <a:xfrm flipH="1">
              <a:off x="11305" y="2742"/>
              <a:ext cx="7895" cy="1533"/>
              <a:chOff x="1" y="3428100"/>
              <a:chExt cx="5013433" cy="973302"/>
            </a:xfrm>
          </p:grpSpPr>
          <p:sp>
            <p:nvSpPr>
              <p:cNvPr id="6" name="MH_SubTitle_2"/>
              <p:cNvSpPr/>
              <p:nvPr>
                <p:custDataLst>
                  <p:tags r:id="rId3"/>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设计用户界面</a:t>
                </a:r>
              </a:p>
            </p:txBody>
          </p:sp>
          <p:sp>
            <p:nvSpPr>
              <p:cNvPr id="8" name="MH_Other_5"/>
              <p:cNvSpPr/>
              <p:nvPr>
                <p:custDataLst>
                  <p:tags r:id="rId4"/>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3</a:t>
                </a:r>
              </a:p>
            </p:txBody>
          </p:sp>
          <p:sp>
            <p:nvSpPr>
              <p:cNvPr id="21" name="MH_Other_6"/>
              <p:cNvSpPr/>
              <p:nvPr>
                <p:custDataLst>
                  <p:tags r:id="rId5"/>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2" name="MH_Desc_1"/>
            <p:cNvSpPr/>
            <p:nvPr>
              <p:custDataLst>
                <p:tags r:id="rId2"/>
              </p:custDataLst>
            </p:nvPr>
          </p:nvSpPr>
          <p:spPr>
            <a:xfrm>
              <a:off x="1813" y="3625"/>
              <a:ext cx="9170" cy="6061"/>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大多数交互行为都可以分为应用逻辑和用户界面两部分。通常，系统分析员首先集中精力考虑系统的信息流和控制流，而不是首先考虑用户界面。动态模型着重表示应用系统的控制逻辑。</a:t>
              </a:r>
            </a:p>
            <a:p>
              <a:pPr indent="457200">
                <a:lnSpc>
                  <a:spcPct val="120000"/>
                </a:lnSpc>
              </a:pPr>
              <a:r>
                <a:rPr dirty="0" smtClean="0">
                  <a:solidFill>
                    <a:schemeClr val="tx1"/>
                  </a:solidFill>
                  <a:latin typeface="微软雅黑" panose="020B0503020204020204" charset="-122"/>
                  <a:ea typeface="微软雅黑" panose="020B0503020204020204" charset="-122"/>
                </a:rPr>
                <a:t>但是，用户界面的美观、方便、易学及效率，是用户使用系统时首先感受到的。用户界面的好坏往往对用户是否喜欢、接受一个系统起很重要的作用。在分析阶段不能忽略用户界面的设计，应该快速建立用户界面原型，供用户试用与评价。</a:t>
              </a:r>
            </a:p>
          </p:txBody>
        </p:sp>
      </p:grpSp>
      <p:pic>
        <p:nvPicPr>
          <p:cNvPr id="3" name="图片 2" descr="A000220150821C47PPIC"/>
          <p:cNvPicPr>
            <a:picLocks noChangeAspect="1"/>
          </p:cNvPicPr>
          <p:nvPr/>
        </p:nvPicPr>
        <p:blipFill>
          <a:blip r:embed="rId8" cstate="print"/>
          <a:stretch>
            <a:fillRect/>
          </a:stretch>
        </p:blipFill>
        <p:spPr>
          <a:xfrm>
            <a:off x="7579995" y="3110865"/>
            <a:ext cx="3862705" cy="2573020"/>
          </a:xfrm>
          <a:prstGeom prst="rect">
            <a:avLst/>
          </a:prstGeom>
        </p:spPr>
      </p:pic>
    </p:spTree>
    <p:custDataLst>
      <p:tags r:id="rId1"/>
    </p:custDataLst>
  </p:cSld>
  <p:clrMapOvr>
    <a:masterClrMapping/>
  </p:clrMapOvr>
  <p:transition>
    <p:zoom/>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7.1.4 </a:t>
            </a:r>
            <a:r>
              <a:rPr lang="zh-CN" altLang="en-US" sz="2400" dirty="0" smtClean="0">
                <a:solidFill>
                  <a:schemeClr val="tx1"/>
                </a:solidFill>
              </a:rPr>
              <a:t>建立动态模型</a:t>
            </a:r>
          </a:p>
        </p:txBody>
      </p:sp>
      <p:grpSp>
        <p:nvGrpSpPr>
          <p:cNvPr id="15" name="组合 14"/>
          <p:cNvGrpSpPr/>
          <p:nvPr/>
        </p:nvGrpSpPr>
        <p:grpSpPr>
          <a:xfrm>
            <a:off x="1166495" y="1725930"/>
            <a:ext cx="11040745" cy="4409440"/>
            <a:chOff x="1813" y="2742"/>
            <a:chExt cx="17387" cy="6944"/>
          </a:xfrm>
        </p:grpSpPr>
        <p:grpSp>
          <p:nvGrpSpPr>
            <p:cNvPr id="16" name="组合 15"/>
            <p:cNvGrpSpPr/>
            <p:nvPr/>
          </p:nvGrpSpPr>
          <p:grpSpPr>
            <a:xfrm flipH="1">
              <a:off x="10983" y="2742"/>
              <a:ext cx="8217" cy="1533"/>
              <a:chOff x="1" y="3428100"/>
              <a:chExt cx="5217907" cy="973302"/>
            </a:xfrm>
          </p:grpSpPr>
          <p:sp>
            <p:nvSpPr>
              <p:cNvPr id="6" name="MH_SubTitle_2"/>
              <p:cNvSpPr/>
              <p:nvPr>
                <p:custDataLst>
                  <p:tags r:id="rId3"/>
                </p:custDataLst>
              </p:nvPr>
            </p:nvSpPr>
            <p:spPr>
              <a:xfrm>
                <a:off x="1501808" y="3551271"/>
                <a:ext cx="3716100" cy="733310"/>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画UML顺序图或活动图</a:t>
                </a:r>
              </a:p>
            </p:txBody>
          </p:sp>
          <p:sp>
            <p:nvSpPr>
              <p:cNvPr id="8" name="MH_Other_5"/>
              <p:cNvSpPr/>
              <p:nvPr>
                <p:custDataLst>
                  <p:tags r:id="rId4"/>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4</a:t>
                </a:r>
              </a:p>
            </p:txBody>
          </p:sp>
          <p:sp>
            <p:nvSpPr>
              <p:cNvPr id="21" name="MH_Other_6"/>
              <p:cNvSpPr/>
              <p:nvPr>
                <p:custDataLst>
                  <p:tags r:id="rId5"/>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2" name="MH_Desc_1"/>
            <p:cNvSpPr/>
            <p:nvPr>
              <p:custDataLst>
                <p:tags r:id="rId2"/>
              </p:custDataLst>
            </p:nvPr>
          </p:nvSpPr>
          <p:spPr>
            <a:xfrm>
              <a:off x="1813" y="3625"/>
              <a:ext cx="9382" cy="6061"/>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在UML顺序图（也称事件跟踪图）中，有两个方向：一条竖线代表应用领域中的一个对象，时间从上向下递增；对象之间的每个交互事件用一条水平的箭头线表示，箭头方向从事件的发送对象指向接受对象。</a:t>
              </a:r>
            </a:p>
            <a:p>
              <a:pPr indent="457200">
                <a:lnSpc>
                  <a:spcPct val="120000"/>
                </a:lnSpc>
              </a:pPr>
              <a:r>
                <a:rPr dirty="0" smtClean="0">
                  <a:solidFill>
                    <a:schemeClr val="tx1"/>
                  </a:solidFill>
                  <a:latin typeface="微软雅黑" panose="020B0503020204020204" charset="-122"/>
                  <a:ea typeface="微软雅黑" panose="020B0503020204020204" charset="-122"/>
                </a:rPr>
                <a:t>例如，要画例7-3中打电话、通话过程的顺序图。通过对该过程进行分析可知，共有3个对象：打电话者、交换机和接电话者；再将事件从发送对象指向接受对象，顺序图如图6-17所示。</a:t>
              </a:r>
            </a:p>
            <a:p>
              <a:pPr indent="457200">
                <a:lnSpc>
                  <a:spcPct val="120000"/>
                </a:lnSpc>
              </a:pPr>
              <a:r>
                <a:rPr dirty="0" smtClean="0">
                  <a:solidFill>
                    <a:schemeClr val="tx1"/>
                  </a:solidFill>
                  <a:latin typeface="微软雅黑" panose="020B0503020204020204" charset="-122"/>
                  <a:ea typeface="微软雅黑" panose="020B0503020204020204" charset="-122"/>
                </a:rPr>
                <a:t>电话号码拨错、对方未及时接听电话等情况在顺序图中不能描述，要想详细描述这些情况，可以用活动图来描述，如图6-18所示。</a:t>
              </a:r>
            </a:p>
          </p:txBody>
        </p:sp>
      </p:grpSp>
      <p:pic>
        <p:nvPicPr>
          <p:cNvPr id="4" name="图片 3" descr="A000220150821C17PPIC"/>
          <p:cNvPicPr>
            <a:picLocks noChangeAspect="1"/>
          </p:cNvPicPr>
          <p:nvPr/>
        </p:nvPicPr>
        <p:blipFill>
          <a:blip r:embed="rId8" cstate="print"/>
          <a:stretch>
            <a:fillRect/>
          </a:stretch>
        </p:blipFill>
        <p:spPr>
          <a:xfrm>
            <a:off x="7548880" y="3001645"/>
            <a:ext cx="4019550" cy="2668905"/>
          </a:xfrm>
          <a:prstGeom prst="rect">
            <a:avLst/>
          </a:prstGeom>
        </p:spPr>
      </p:pic>
    </p:spTree>
    <p:custDataLst>
      <p:tags r:id="rId1"/>
    </p:custDataLst>
  </p:cSld>
  <p:clrMapOvr>
    <a:masterClrMapping/>
  </p:clrMapOvr>
  <p:transition>
    <p:zoom/>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7.1.4 </a:t>
            </a:r>
            <a:r>
              <a:rPr lang="zh-CN" altLang="en-US" sz="2400" dirty="0" smtClean="0">
                <a:solidFill>
                  <a:schemeClr val="tx1"/>
                </a:solidFill>
              </a:rPr>
              <a:t>建立动态模型</a:t>
            </a:r>
          </a:p>
        </p:txBody>
      </p:sp>
      <p:grpSp>
        <p:nvGrpSpPr>
          <p:cNvPr id="5" name="组合 4"/>
          <p:cNvGrpSpPr/>
          <p:nvPr/>
        </p:nvGrpSpPr>
        <p:grpSpPr>
          <a:xfrm>
            <a:off x="880110" y="2366645"/>
            <a:ext cx="10432415" cy="2798445"/>
            <a:chOff x="1499" y="3150"/>
            <a:chExt cx="16429" cy="4407"/>
          </a:xfrm>
        </p:grpSpPr>
        <p:sp>
          <p:nvSpPr>
            <p:cNvPr id="3" name="TextBox 21"/>
            <p:cNvSpPr txBox="1"/>
            <p:nvPr/>
          </p:nvSpPr>
          <p:spPr>
            <a:xfrm>
              <a:off x="3431" y="3419"/>
              <a:ext cx="9871" cy="624"/>
            </a:xfrm>
            <a:prstGeom prst="rect">
              <a:avLst/>
            </a:prstGeom>
            <a:noFill/>
          </p:spPr>
          <p:txBody>
            <a:bodyPr wrap="square">
              <a:spAutoFit/>
            </a:bodyPr>
            <a:lstStyle/>
            <a:p>
              <a:r>
                <a:rPr lang="zh-CN" altLang="en-US" sz="2000">
                  <a:sym typeface="+mn-ea"/>
                </a:rPr>
                <a:t>画出招聘考试管理系统的顺序图。</a:t>
              </a:r>
            </a:p>
          </p:txBody>
        </p:sp>
        <p:sp>
          <p:nvSpPr>
            <p:cNvPr id="24" name="矩形 23"/>
            <p:cNvSpPr>
              <a:spLocks noChangeAspect="1"/>
            </p:cNvSpPr>
            <p:nvPr/>
          </p:nvSpPr>
          <p:spPr>
            <a:xfrm>
              <a:off x="1499" y="4275"/>
              <a:ext cx="16429" cy="3282"/>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sz="2400" dirty="0" smtClean="0">
                    <a:solidFill>
                      <a:schemeClr val="bg1"/>
                    </a:solidFill>
                    <a:sym typeface="+mn-ea"/>
                  </a:rPr>
                  <a:t>例 </a:t>
                </a:r>
                <a:r>
                  <a:rPr lang="en-US" altLang="zh-CN" sz="2400" dirty="0" smtClean="0">
                    <a:solidFill>
                      <a:schemeClr val="bg1"/>
                    </a:solidFill>
                    <a:sym typeface="+mn-ea"/>
                  </a:rPr>
                  <a:t>7-4</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65" y="4450"/>
              <a:ext cx="15536" cy="2949"/>
            </a:xfrm>
            <a:prstGeom prst="rect">
              <a:avLst/>
            </a:prstGeom>
            <a:solidFill>
              <a:schemeClr val="bg1">
                <a:lumMod val="95000"/>
              </a:schemeClr>
            </a:solidFill>
          </p:spPr>
          <p:txBody>
            <a:bodyPr wrap="square">
              <a:spAutoFit/>
            </a:bodyPr>
            <a:lstStyle/>
            <a:p>
              <a:pPr fontAlgn="auto">
                <a:lnSpc>
                  <a:spcPct val="130000"/>
                </a:lnSpc>
              </a:pPr>
              <a:r>
                <a:rPr lang="en-US" altLang="en-US" dirty="0" smtClean="0">
                  <a:latin typeface="Times New Roman" panose="02020603050405020304" charset="0"/>
                  <a:ea typeface="宋体" panose="02010600030101010101" pitchFamily="2" charset="-122"/>
                </a:rPr>
                <a:t>        某市人事局举行统一招聘考试。首先由人事局公布招聘专业及相应的考试科目，各招聘单位向人事局登记本单位各专业的招聘计划（人数），由人事局向社会公布招聘情况；考生报名、填志愿；人事局组织安排考试；录入考试成绩；向考生和招聘单位公布成绩；招聘单位根据考生成绩进行录用；发录用通知书给考生。这里，共有3个对象：考生、人事局和招聘单位。下面画出招聘考试管理系统的顺序图，如图7-11所示。</a:t>
              </a:r>
            </a:p>
          </p:txBody>
        </p:sp>
      </p:grpSp>
    </p:spTree>
    <p:custDataLst>
      <p:tags r:id="rId1"/>
    </p:custDataLst>
  </p:cSld>
  <p:clrMapOvr>
    <a:masterClrMapping/>
  </p:clrMapOvr>
  <p:transition>
    <p:zoom/>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7.1.4 </a:t>
            </a:r>
            <a:r>
              <a:rPr lang="zh-CN" altLang="en-US" sz="2400" dirty="0" smtClean="0">
                <a:solidFill>
                  <a:schemeClr val="tx1"/>
                </a:solidFill>
              </a:rPr>
              <a:t>建立动态模型</a:t>
            </a:r>
          </a:p>
        </p:txBody>
      </p:sp>
      <p:pic>
        <p:nvPicPr>
          <p:cNvPr id="3" name="图片 2"/>
          <p:cNvPicPr>
            <a:picLocks noChangeAspect="1"/>
          </p:cNvPicPr>
          <p:nvPr/>
        </p:nvPicPr>
        <p:blipFill>
          <a:blip r:embed="rId4" cstate="print"/>
          <a:stretch>
            <a:fillRect/>
          </a:stretch>
        </p:blipFill>
        <p:spPr>
          <a:xfrm>
            <a:off x="3487419" y="2115403"/>
            <a:ext cx="5624177" cy="3594517"/>
          </a:xfrm>
          <a:prstGeom prst="rect">
            <a:avLst/>
          </a:prstGeom>
        </p:spPr>
      </p:pic>
      <p:sp>
        <p:nvSpPr>
          <p:cNvPr id="4" name="文本框 3"/>
          <p:cNvSpPr txBox="1"/>
          <p:nvPr/>
        </p:nvSpPr>
        <p:spPr>
          <a:xfrm>
            <a:off x="4150995" y="5852795"/>
            <a:ext cx="3889375" cy="365760"/>
          </a:xfrm>
          <a:prstGeom prst="rect">
            <a:avLst/>
          </a:prstGeom>
          <a:noFill/>
        </p:spPr>
        <p:txBody>
          <a:bodyPr wrap="square" rtlCol="0" anchor="t">
            <a:spAutoFit/>
          </a:bodyPr>
          <a:lstStyle/>
          <a:p>
            <a:r>
              <a:rPr lang="zh-CN" altLang="en-US" dirty="0"/>
              <a:t>图7-11  招聘考试管理系统的顺序图</a:t>
            </a:r>
          </a:p>
        </p:txBody>
      </p:sp>
    </p:spTree>
    <p:custDataLst>
      <p:tags r:id="rId1"/>
    </p:custDataLst>
  </p:cSld>
  <p:clrMapOvr>
    <a:masterClrMapping/>
  </p:clrMapOvr>
  <p:transition>
    <p:zoom/>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7.1.4 </a:t>
            </a:r>
            <a:r>
              <a:rPr lang="zh-CN" altLang="en-US" sz="2400" dirty="0" smtClean="0">
                <a:solidFill>
                  <a:schemeClr val="tx1"/>
                </a:solidFill>
              </a:rPr>
              <a:t>建立动态模型</a:t>
            </a:r>
          </a:p>
        </p:txBody>
      </p:sp>
      <p:grpSp>
        <p:nvGrpSpPr>
          <p:cNvPr id="15" name="组合 14"/>
          <p:cNvGrpSpPr/>
          <p:nvPr/>
        </p:nvGrpSpPr>
        <p:grpSpPr>
          <a:xfrm>
            <a:off x="941705" y="1725930"/>
            <a:ext cx="11265535" cy="4099560"/>
            <a:chOff x="1459" y="2742"/>
            <a:chExt cx="17741" cy="6456"/>
          </a:xfrm>
        </p:grpSpPr>
        <p:grpSp>
          <p:nvGrpSpPr>
            <p:cNvPr id="16" name="组合 15"/>
            <p:cNvGrpSpPr/>
            <p:nvPr/>
          </p:nvGrpSpPr>
          <p:grpSpPr>
            <a:xfrm flipH="1">
              <a:off x="10983" y="2742"/>
              <a:ext cx="8217" cy="1533"/>
              <a:chOff x="1" y="3428100"/>
              <a:chExt cx="5217907" cy="973302"/>
            </a:xfrm>
          </p:grpSpPr>
          <p:sp>
            <p:nvSpPr>
              <p:cNvPr id="6" name="MH_SubTitle_2"/>
              <p:cNvSpPr/>
              <p:nvPr>
                <p:custDataLst>
                  <p:tags r:id="rId3"/>
                </p:custDataLst>
              </p:nvPr>
            </p:nvSpPr>
            <p:spPr>
              <a:xfrm>
                <a:off x="1501808" y="3551271"/>
                <a:ext cx="3716100" cy="733310"/>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画状态转换图</a:t>
                </a:r>
              </a:p>
            </p:txBody>
          </p:sp>
          <p:sp>
            <p:nvSpPr>
              <p:cNvPr id="8" name="MH_Other_5"/>
              <p:cNvSpPr/>
              <p:nvPr>
                <p:custDataLst>
                  <p:tags r:id="rId4"/>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5</a:t>
                </a:r>
              </a:p>
            </p:txBody>
          </p:sp>
          <p:sp>
            <p:nvSpPr>
              <p:cNvPr id="21" name="MH_Other_6"/>
              <p:cNvSpPr/>
              <p:nvPr>
                <p:custDataLst>
                  <p:tags r:id="rId5"/>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2" name="MH_Desc_1"/>
            <p:cNvSpPr/>
            <p:nvPr>
              <p:custDataLst>
                <p:tags r:id="rId2"/>
              </p:custDataLst>
            </p:nvPr>
          </p:nvSpPr>
          <p:spPr>
            <a:xfrm>
              <a:off x="1459" y="3561"/>
              <a:ext cx="8879" cy="5637"/>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当对象的属性值不同时，对象的行为规则会有所不同，我们称对象处于不同的状态。</a:t>
              </a:r>
            </a:p>
            <a:p>
              <a:pPr indent="457200">
                <a:lnSpc>
                  <a:spcPct val="120000"/>
                </a:lnSpc>
              </a:pPr>
              <a:r>
                <a:rPr dirty="0" smtClean="0">
                  <a:solidFill>
                    <a:schemeClr val="tx1"/>
                  </a:solidFill>
                  <a:latin typeface="微软雅黑" panose="020B0503020204020204" charset="-122"/>
                  <a:ea typeface="微软雅黑" panose="020B0503020204020204" charset="-122"/>
                </a:rPr>
                <a:t>由于对象在不同状态下呈现不同的行为方式，所以应分析对象的状态，才可正确地认识对象的行为并定义它的服务。</a:t>
              </a:r>
            </a:p>
            <a:p>
              <a:pPr indent="457200">
                <a:lnSpc>
                  <a:spcPct val="120000"/>
                </a:lnSpc>
              </a:pPr>
              <a:r>
                <a:rPr dirty="0" smtClean="0">
                  <a:solidFill>
                    <a:schemeClr val="tx1"/>
                  </a:solidFill>
                  <a:latin typeface="微软雅黑" panose="020B0503020204020204" charset="-122"/>
                  <a:ea typeface="微软雅黑" panose="020B0503020204020204" charset="-122"/>
                </a:rPr>
                <a:t>例如，通信系统中的传真机对象，就有设备关闭、忙、故障（如缺纸或卡纸）、就绪（开启并空闲）等状态。我们可以专门定义一个“状态”属性。该属性有以上介绍的几种属性值，每一个属性值就是一种状态。</a:t>
              </a:r>
            </a:p>
          </p:txBody>
        </p:sp>
      </p:grpSp>
      <p:pic>
        <p:nvPicPr>
          <p:cNvPr id="3" name="图片 2" descr="A000220150821C64PPIC"/>
          <p:cNvPicPr>
            <a:picLocks noChangeAspect="1"/>
          </p:cNvPicPr>
          <p:nvPr/>
        </p:nvPicPr>
        <p:blipFill>
          <a:blip r:embed="rId8" cstate="print"/>
          <a:stretch>
            <a:fillRect/>
          </a:stretch>
        </p:blipFill>
        <p:spPr>
          <a:xfrm>
            <a:off x="7560860" y="2890861"/>
            <a:ext cx="3824738" cy="2868554"/>
          </a:xfrm>
          <a:prstGeom prst="rect">
            <a:avLst/>
          </a:prstGeom>
        </p:spPr>
      </p:pic>
    </p:spTree>
    <p:custDataLst>
      <p:tags r:id="rId1"/>
    </p:custDataLst>
  </p:cSld>
  <p:clrMapOvr>
    <a:masterClrMapping/>
  </p:clrMapOvr>
  <p:transition>
    <p:zoom/>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7.1.4 </a:t>
            </a:r>
            <a:r>
              <a:rPr lang="zh-CN" altLang="en-US" sz="2400" dirty="0" smtClean="0">
                <a:solidFill>
                  <a:schemeClr val="tx1"/>
                </a:solidFill>
              </a:rPr>
              <a:t>建立动态模型</a:t>
            </a:r>
          </a:p>
        </p:txBody>
      </p:sp>
      <p:grpSp>
        <p:nvGrpSpPr>
          <p:cNvPr id="15" name="组合 14"/>
          <p:cNvGrpSpPr/>
          <p:nvPr/>
        </p:nvGrpSpPr>
        <p:grpSpPr>
          <a:xfrm>
            <a:off x="810260" y="1725930"/>
            <a:ext cx="11396980" cy="3996690"/>
            <a:chOff x="1252" y="2742"/>
            <a:chExt cx="17948" cy="6294"/>
          </a:xfrm>
        </p:grpSpPr>
        <p:grpSp>
          <p:nvGrpSpPr>
            <p:cNvPr id="16" name="组合 15"/>
            <p:cNvGrpSpPr/>
            <p:nvPr/>
          </p:nvGrpSpPr>
          <p:grpSpPr>
            <a:xfrm flipH="1">
              <a:off x="10983" y="2742"/>
              <a:ext cx="8217" cy="1533"/>
              <a:chOff x="1" y="3428100"/>
              <a:chExt cx="5217907" cy="973302"/>
            </a:xfrm>
          </p:grpSpPr>
          <p:sp>
            <p:nvSpPr>
              <p:cNvPr id="6" name="MH_SubTitle_2"/>
              <p:cNvSpPr/>
              <p:nvPr>
                <p:custDataLst>
                  <p:tags r:id="rId3"/>
                </p:custDataLst>
              </p:nvPr>
            </p:nvSpPr>
            <p:spPr>
              <a:xfrm>
                <a:off x="1501808" y="3551271"/>
                <a:ext cx="3716100" cy="733310"/>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画状态转换图</a:t>
                </a:r>
              </a:p>
            </p:txBody>
          </p:sp>
          <p:sp>
            <p:nvSpPr>
              <p:cNvPr id="8" name="MH_Other_5"/>
              <p:cNvSpPr/>
              <p:nvPr>
                <p:custDataLst>
                  <p:tags r:id="rId4"/>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5</a:t>
                </a:r>
              </a:p>
            </p:txBody>
          </p:sp>
          <p:sp>
            <p:nvSpPr>
              <p:cNvPr id="21" name="MH_Other_6"/>
              <p:cNvSpPr/>
              <p:nvPr>
                <p:custDataLst>
                  <p:tags r:id="rId5"/>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2" name="MH_Desc_1"/>
            <p:cNvSpPr/>
            <p:nvPr>
              <p:custDataLst>
                <p:tags r:id="rId2"/>
              </p:custDataLst>
            </p:nvPr>
          </p:nvSpPr>
          <p:spPr>
            <a:xfrm>
              <a:off x="1252" y="3625"/>
              <a:ext cx="9731" cy="5411"/>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面向对象方法中的状态转换图，与传统方法中数据对象的状态转换图表示方法相同，见第2.3.3节。</a:t>
              </a:r>
            </a:p>
            <a:p>
              <a:pPr indent="457200">
                <a:lnSpc>
                  <a:spcPct val="120000"/>
                </a:lnSpc>
              </a:pPr>
              <a:r>
                <a:rPr dirty="0" smtClean="0">
                  <a:solidFill>
                    <a:schemeClr val="tx1"/>
                  </a:solidFill>
                  <a:latin typeface="微软雅黑" panose="020B0503020204020204" charset="-122"/>
                  <a:ea typeface="微软雅黑" panose="020B0503020204020204" charset="-122"/>
                </a:rPr>
                <a:t>有了状态转换图，就可“执行”状态转换图，以便检验状态转换的正确性和协调一致性。执行方法是从任意一个状态开始，当出现一个事件时，引起状态转换，到达另一状态，在状态入口处执行相关的行为，在另一事件出现之前，这个状态应该不发生变化。</a:t>
              </a:r>
            </a:p>
          </p:txBody>
        </p:sp>
      </p:grpSp>
      <p:pic>
        <p:nvPicPr>
          <p:cNvPr id="3" name="图片 2" descr="A000220150824A10PPIC"/>
          <p:cNvPicPr>
            <a:picLocks noChangeAspect="1"/>
          </p:cNvPicPr>
          <p:nvPr/>
        </p:nvPicPr>
        <p:blipFill>
          <a:blip r:embed="rId8" cstate="print"/>
          <a:stretch>
            <a:fillRect/>
          </a:stretch>
        </p:blipFill>
        <p:spPr>
          <a:xfrm>
            <a:off x="8172450" y="2910205"/>
            <a:ext cx="3048000" cy="3102610"/>
          </a:xfrm>
          <a:prstGeom prst="rect">
            <a:avLst/>
          </a:prstGeom>
        </p:spPr>
      </p:pic>
    </p:spTree>
    <p:custDataLst>
      <p:tags r:id="rId1"/>
    </p:custDataLst>
  </p:cSld>
  <p:clrMapOvr>
    <a:masterClrMapping/>
  </p:clrMapOvr>
  <p:transition>
    <p:zoom/>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7.1.4 </a:t>
            </a:r>
            <a:r>
              <a:rPr lang="zh-CN" altLang="en-US" sz="2400" dirty="0" smtClean="0">
                <a:solidFill>
                  <a:schemeClr val="tx1"/>
                </a:solidFill>
              </a:rPr>
              <a:t>建立动态模型</a:t>
            </a:r>
          </a:p>
        </p:txBody>
      </p:sp>
      <p:grpSp>
        <p:nvGrpSpPr>
          <p:cNvPr id="5" name="组合 4"/>
          <p:cNvGrpSpPr/>
          <p:nvPr/>
        </p:nvGrpSpPr>
        <p:grpSpPr>
          <a:xfrm>
            <a:off x="880110" y="1969770"/>
            <a:ext cx="10432415" cy="4254500"/>
            <a:chOff x="1499" y="3150"/>
            <a:chExt cx="16429" cy="6700"/>
          </a:xfrm>
        </p:grpSpPr>
        <p:sp>
          <p:nvSpPr>
            <p:cNvPr id="3" name="TextBox 21"/>
            <p:cNvSpPr txBox="1"/>
            <p:nvPr/>
          </p:nvSpPr>
          <p:spPr>
            <a:xfrm>
              <a:off x="3431" y="3419"/>
              <a:ext cx="9871" cy="624"/>
            </a:xfrm>
            <a:prstGeom prst="rect">
              <a:avLst/>
            </a:prstGeom>
            <a:noFill/>
          </p:spPr>
          <p:txBody>
            <a:bodyPr wrap="square">
              <a:spAutoFit/>
            </a:bodyPr>
            <a:lstStyle/>
            <a:p>
              <a:r>
                <a:rPr lang="zh-CN" altLang="en-US" sz="2000">
                  <a:sym typeface="+mn-ea"/>
                </a:rPr>
                <a:t>分别画出旅馆管理系统中旅客和床位的状态转换图。</a:t>
              </a:r>
            </a:p>
          </p:txBody>
        </p:sp>
        <p:sp>
          <p:nvSpPr>
            <p:cNvPr id="24" name="矩形 23"/>
            <p:cNvSpPr>
              <a:spLocks noChangeAspect="1"/>
            </p:cNvSpPr>
            <p:nvPr/>
          </p:nvSpPr>
          <p:spPr>
            <a:xfrm>
              <a:off x="1499" y="4220"/>
              <a:ext cx="16429" cy="563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sz="2400" dirty="0" smtClean="0">
                    <a:solidFill>
                      <a:schemeClr val="bg1"/>
                    </a:solidFill>
                    <a:sym typeface="+mn-ea"/>
                  </a:rPr>
                  <a:t>例 </a:t>
                </a:r>
                <a:r>
                  <a:rPr lang="en-US" altLang="zh-CN" sz="2400" dirty="0" smtClean="0">
                    <a:solidFill>
                      <a:schemeClr val="bg1"/>
                    </a:solidFill>
                    <a:sym typeface="+mn-ea"/>
                  </a:rPr>
                  <a:t>7-5</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817" y="4395"/>
              <a:ext cx="15834" cy="5249"/>
            </a:xfrm>
            <a:prstGeom prst="rect">
              <a:avLst/>
            </a:prstGeom>
            <a:solidFill>
              <a:schemeClr val="bg1">
                <a:lumMod val="95000"/>
              </a:schemeClr>
            </a:solidFill>
          </p:spPr>
          <p:txBody>
            <a:bodyPr wrap="square">
              <a:spAutoFit/>
            </a:bodyPr>
            <a:lstStyle/>
            <a:p>
              <a:pPr fontAlgn="auto">
                <a:lnSpc>
                  <a:spcPct val="130000"/>
                </a:lnSpc>
              </a:pPr>
              <a:r>
                <a:rPr lang="en-US" altLang="en-US" dirty="0" smtClean="0">
                  <a:latin typeface="Times New Roman" panose="02020603050405020304" charset="0"/>
                  <a:ea typeface="宋体" panose="02010600030101010101" pitchFamily="2" charset="-122"/>
                </a:rPr>
                <a:t>        在旅馆管理系统中，旅客登记以后要为其安排房间和床位，不同规格的房间住宿费单价不同。旅客住宿若干天以后，结账、退房。此时才可将床位分配给新来的旅客。</a:t>
              </a:r>
            </a:p>
            <a:p>
              <a:pPr fontAlgn="auto">
                <a:lnSpc>
                  <a:spcPct val="130000"/>
                </a:lnSpc>
              </a:pPr>
              <a:r>
                <a:rPr lang="en-US" altLang="en-US" dirty="0" smtClean="0">
                  <a:latin typeface="Times New Roman" panose="02020603050405020304" charset="0"/>
                  <a:ea typeface="宋体" panose="02010600030101010101" pitchFamily="2" charset="-122"/>
                </a:rPr>
                <a:t>        床位有“空”和“住人”两种状态。只有当床位处于“空”状态时，才可安排旅客住宿，随后床位的状态变为“住人”。旅客离开后，他所住的床位又变为“空”状态。</a:t>
              </a:r>
            </a:p>
            <a:p>
              <a:pPr fontAlgn="auto">
                <a:lnSpc>
                  <a:spcPct val="130000"/>
                </a:lnSpc>
              </a:pPr>
              <a:r>
                <a:rPr lang="en-US" altLang="en-US" dirty="0" smtClean="0">
                  <a:latin typeface="Times New Roman" panose="02020603050405020304" charset="0"/>
                  <a:ea typeface="宋体" panose="02010600030101010101" pitchFamily="2" charset="-122"/>
                </a:rPr>
                <a:t>        旅客在该系统中有3种状态：旅客登记、住宿和注销。从“旅客登记”到“住宿”，是由事件“登记旅客情况”和“分配床位”的发生引起的。从“住宿”状态到“注销”状态，是由事件“结账”和“退房”引起的。旅客的状态转换图，如图所示</a:t>
              </a:r>
              <a:r>
                <a:rPr lang="zh-CN" altLang="en-US" dirty="0" smtClean="0">
                  <a:latin typeface="Times New Roman" panose="02020603050405020304" charset="0"/>
                  <a:ea typeface="宋体" panose="02010600030101010101" pitchFamily="2" charset="-122"/>
                </a:rPr>
                <a:t>。</a:t>
              </a:r>
            </a:p>
            <a:p>
              <a:pPr fontAlgn="auto">
                <a:lnSpc>
                  <a:spcPct val="130000"/>
                </a:lnSpc>
              </a:pPr>
              <a:endParaRPr lang="zh-CN" altLang="en-US" dirty="0" smtClean="0">
                <a:latin typeface="Times New Roman" panose="02020603050405020304" charset="0"/>
                <a:ea typeface="宋体" panose="02010600030101010101" pitchFamily="2" charset="-122"/>
              </a:endParaRPr>
            </a:p>
            <a:p>
              <a:pPr fontAlgn="auto">
                <a:lnSpc>
                  <a:spcPct val="130000"/>
                </a:lnSpc>
              </a:pPr>
              <a:endParaRPr lang="zh-CN" altLang="en-US" dirty="0" smtClean="0">
                <a:latin typeface="Times New Roman" panose="02020603050405020304" charset="0"/>
                <a:ea typeface="宋体" panose="02010600030101010101" pitchFamily="2" charset="-122"/>
              </a:endParaRPr>
            </a:p>
          </p:txBody>
        </p:sp>
      </p:grpSp>
      <p:pic>
        <p:nvPicPr>
          <p:cNvPr id="4" name="图片 3"/>
          <p:cNvPicPr>
            <a:picLocks noChangeAspect="1"/>
          </p:cNvPicPr>
          <p:nvPr/>
        </p:nvPicPr>
        <p:blipFill>
          <a:blip r:embed="rId5" cstate="print"/>
          <a:stretch>
            <a:fillRect/>
          </a:stretch>
        </p:blipFill>
        <p:spPr>
          <a:xfrm>
            <a:off x="3108022" y="5317169"/>
            <a:ext cx="5894070" cy="754380"/>
          </a:xfrm>
          <a:prstGeom prst="rect">
            <a:avLst/>
          </a:prstGeom>
        </p:spPr>
      </p:pic>
    </p:spTree>
    <p:custDataLst>
      <p:tags r:id="rId1"/>
    </p:custDataLst>
  </p:cSld>
  <p:clrMapOvr>
    <a:masterClrMapping/>
  </p:clrMapOvr>
  <p:transition>
    <p:zoom/>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7.1.4 </a:t>
            </a:r>
            <a:r>
              <a:rPr lang="zh-CN" altLang="en-US" sz="2400" dirty="0" smtClean="0">
                <a:solidFill>
                  <a:schemeClr val="tx1"/>
                </a:solidFill>
              </a:rPr>
              <a:t>建立动态模型</a:t>
            </a:r>
          </a:p>
        </p:txBody>
      </p:sp>
      <p:grpSp>
        <p:nvGrpSpPr>
          <p:cNvPr id="5" name="组合 4"/>
          <p:cNvGrpSpPr/>
          <p:nvPr/>
        </p:nvGrpSpPr>
        <p:grpSpPr>
          <a:xfrm>
            <a:off x="879475" y="2334895"/>
            <a:ext cx="10432415" cy="3239135"/>
            <a:chOff x="1499" y="3150"/>
            <a:chExt cx="16429" cy="5101"/>
          </a:xfrm>
        </p:grpSpPr>
        <p:sp>
          <p:nvSpPr>
            <p:cNvPr id="3" name="TextBox 21"/>
            <p:cNvSpPr txBox="1"/>
            <p:nvPr/>
          </p:nvSpPr>
          <p:spPr>
            <a:xfrm>
              <a:off x="3431" y="3419"/>
              <a:ext cx="9871" cy="624"/>
            </a:xfrm>
            <a:prstGeom prst="rect">
              <a:avLst/>
            </a:prstGeom>
            <a:noFill/>
          </p:spPr>
          <p:txBody>
            <a:bodyPr wrap="square">
              <a:spAutoFit/>
            </a:bodyPr>
            <a:lstStyle/>
            <a:p>
              <a:r>
                <a:rPr lang="zh-CN" altLang="en-US" sz="2000" dirty="0">
                  <a:sym typeface="+mn-ea"/>
                </a:rPr>
                <a:t>分别画出旅馆管理系统中旅客和床位的状态转换图。</a:t>
              </a:r>
            </a:p>
          </p:txBody>
        </p:sp>
        <p:sp>
          <p:nvSpPr>
            <p:cNvPr id="24" name="矩形 23"/>
            <p:cNvSpPr>
              <a:spLocks noChangeAspect="1"/>
            </p:cNvSpPr>
            <p:nvPr/>
          </p:nvSpPr>
          <p:spPr>
            <a:xfrm>
              <a:off x="1499" y="4220"/>
              <a:ext cx="16429" cy="4031"/>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sz="2400" dirty="0" smtClean="0">
                    <a:solidFill>
                      <a:schemeClr val="bg1"/>
                    </a:solidFill>
                    <a:sym typeface="+mn-ea"/>
                  </a:rPr>
                  <a:t>例 </a:t>
                </a:r>
                <a:r>
                  <a:rPr lang="en-US" altLang="zh-CN" sz="2400" dirty="0" smtClean="0">
                    <a:solidFill>
                      <a:schemeClr val="bg1"/>
                    </a:solidFill>
                    <a:sym typeface="+mn-ea"/>
                  </a:rPr>
                  <a:t>7-5</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2032" y="4438"/>
              <a:ext cx="15536" cy="3510"/>
            </a:xfrm>
            <a:prstGeom prst="rect">
              <a:avLst/>
            </a:prstGeom>
            <a:solidFill>
              <a:schemeClr val="bg1">
                <a:lumMod val="95000"/>
              </a:schemeClr>
            </a:solidFill>
          </p:spPr>
          <p:txBody>
            <a:bodyPr wrap="square">
              <a:spAutoFit/>
            </a:bodyPr>
            <a:lstStyle/>
            <a:p>
              <a:pPr fontAlgn="auto">
                <a:lnSpc>
                  <a:spcPct val="130000"/>
                </a:lnSpc>
              </a:pPr>
              <a:r>
                <a:rPr lang="en-US" altLang="en-US" dirty="0" smtClean="0">
                  <a:latin typeface="Times New Roman" panose="02020603050405020304" charset="0"/>
                  <a:ea typeface="宋体" panose="02010600030101010101" pitchFamily="2" charset="-122"/>
                </a:rPr>
                <a:t>        床位在系统中有两种状态：“空”和“住人”。“空”的床位可以分配给旅客住宿，“住人”的床位不可以安排给旅客住宿。行为“分配床位”引起床位从状态“空”变为“住人”。行为“旅客退房”引起床位从状态“住人”变为“空”。床位的状态转换图，如图所示。</a:t>
              </a:r>
            </a:p>
            <a:p>
              <a:pPr fontAlgn="auto">
                <a:lnSpc>
                  <a:spcPct val="130000"/>
                </a:lnSpc>
              </a:pPr>
              <a:endParaRPr lang="en-US" altLang="en-US" dirty="0" smtClean="0">
                <a:latin typeface="Times New Roman" panose="02020603050405020304" charset="0"/>
                <a:ea typeface="宋体" panose="02010600030101010101" pitchFamily="2" charset="-122"/>
              </a:endParaRPr>
            </a:p>
            <a:p>
              <a:pPr fontAlgn="auto">
                <a:lnSpc>
                  <a:spcPct val="130000"/>
                </a:lnSpc>
              </a:pPr>
              <a:endParaRPr lang="en-US" altLang="en-US" dirty="0" smtClean="0">
                <a:latin typeface="Times New Roman" panose="02020603050405020304" charset="0"/>
                <a:ea typeface="宋体" panose="02010600030101010101" pitchFamily="2" charset="-122"/>
              </a:endParaRPr>
            </a:p>
            <a:p>
              <a:pPr fontAlgn="auto">
                <a:lnSpc>
                  <a:spcPct val="130000"/>
                </a:lnSpc>
              </a:pPr>
              <a:endParaRPr lang="en-US" altLang="en-US" dirty="0" smtClean="0">
                <a:latin typeface="Times New Roman" panose="02020603050405020304" charset="0"/>
                <a:ea typeface="宋体" panose="02010600030101010101" pitchFamily="2" charset="-122"/>
              </a:endParaRPr>
            </a:p>
          </p:txBody>
        </p:sp>
      </p:grpSp>
      <p:pic>
        <p:nvPicPr>
          <p:cNvPr id="4" name="图片 3"/>
          <p:cNvPicPr>
            <a:picLocks noChangeAspect="1"/>
          </p:cNvPicPr>
          <p:nvPr/>
        </p:nvPicPr>
        <p:blipFill>
          <a:blip r:embed="rId5" cstate="print"/>
          <a:stretch>
            <a:fillRect/>
          </a:stretch>
        </p:blipFill>
        <p:spPr>
          <a:xfrm>
            <a:off x="3756338" y="4438953"/>
            <a:ext cx="4707255" cy="956310"/>
          </a:xfrm>
          <a:prstGeom prst="rect">
            <a:avLst/>
          </a:prstGeom>
        </p:spPr>
      </p:pic>
    </p:spTree>
    <p:custDataLst>
      <p:tags r:id="rId1"/>
    </p:custDataLst>
  </p:cSld>
  <p:clrMapOvr>
    <a:masterClrMapping/>
  </p:clrMapOvr>
  <p:transition>
    <p:zoom/>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7.1.5 </a:t>
            </a:r>
            <a:r>
              <a:rPr lang="zh-CN" altLang="en-US" sz="2400" dirty="0" smtClean="0">
                <a:solidFill>
                  <a:schemeClr val="tx1"/>
                </a:solidFill>
              </a:rPr>
              <a:t>建立功能模型</a:t>
            </a:r>
          </a:p>
        </p:txBody>
      </p:sp>
      <p:sp>
        <p:nvSpPr>
          <p:cNvPr id="4" name="MH_Text_1"/>
          <p:cNvSpPr/>
          <p:nvPr>
            <p:custDataLst>
              <p:tags r:id="rId2"/>
            </p:custDataLst>
          </p:nvPr>
        </p:nvSpPr>
        <p:spPr bwMode="auto">
          <a:xfrm>
            <a:off x="4114800" y="2388235"/>
            <a:ext cx="7362967" cy="3520440"/>
          </a:xfrm>
          <a:custGeom>
            <a:avLst/>
            <a:gdLst>
              <a:gd name="T0" fmla="*/ 0 w 3882059"/>
              <a:gd name="T1" fmla="*/ 0 h 805263"/>
              <a:gd name="T2" fmla="*/ 18915162 w 3882059"/>
              <a:gd name="T3" fmla="*/ 0 h 805263"/>
              <a:gd name="T4" fmla="*/ 18915162 w 3882059"/>
              <a:gd name="T5" fmla="*/ 12673249 h 805263"/>
              <a:gd name="T6" fmla="*/ 0 w 3882059"/>
              <a:gd name="T7" fmla="*/ 12673249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108000" tIns="46800" rIns="108000" bIns="46800" anchor="ctr"/>
          <a:lstStyle/>
          <a:p>
            <a:pPr marL="0" indent="0" algn="l" fontAlgn="auto">
              <a:lnSpc>
                <a:spcPct val="130000"/>
              </a:lnSpc>
            </a:pPr>
            <a:r>
              <a:rPr lang="en-US" dirty="0">
                <a:latin typeface="微软雅黑" panose="020B0503020204020204" charset="-122"/>
                <a:ea typeface="微软雅黑" panose="020B0503020204020204" charset="-122"/>
                <a:sym typeface="+mn-ea"/>
              </a:rPr>
              <a:t> </a:t>
            </a:r>
          </a:p>
          <a:p>
            <a:pPr marL="0" indent="0" algn="l" fontAlgn="auto">
              <a:lnSpc>
                <a:spcPct val="130000"/>
              </a:lnSpc>
            </a:pPr>
            <a:r>
              <a:rPr lang="en-US" dirty="0">
                <a:latin typeface="微软雅黑" panose="020B0503020204020204" charset="-122"/>
                <a:ea typeface="微软雅黑" panose="020B0503020204020204" charset="-122"/>
                <a:sym typeface="+mn-ea"/>
              </a:rPr>
              <a:t>       </a:t>
            </a:r>
            <a:r>
              <a:rPr dirty="0">
                <a:latin typeface="微软雅黑" panose="020B0503020204020204" charset="-122"/>
                <a:ea typeface="微软雅黑" panose="020B0503020204020204" charset="-122"/>
                <a:sym typeface="+mn-ea"/>
              </a:rPr>
              <a:t>功能模型用来说明如何处理数据、数据之间有何依赖关系，并表明系统的有关功能。数据流图有助于表示以上关系。</a:t>
            </a:r>
          </a:p>
          <a:p>
            <a:pPr marL="0" indent="0" algn="l" fontAlgn="auto">
              <a:lnSpc>
                <a:spcPct val="130000"/>
              </a:lnSpc>
            </a:pPr>
            <a:r>
              <a:rPr dirty="0">
                <a:latin typeface="微软雅黑" panose="020B0503020204020204" charset="-122"/>
                <a:ea typeface="微软雅黑" panose="020B0503020204020204" charset="-122"/>
                <a:sym typeface="+mn-ea"/>
              </a:rPr>
              <a:t>       功能模型由一组数据流图组成。在面向对象分析方法中，为动态模型的每个状态画数据流图，可以清楚地说明与状态有关的处理过程。在建立系统对象模型和动态模型的基础上，分析其处理过程，可将数据和处理结合在一起而不是分离开来。这就是面向对象分析的独特之处。数据流图中的处理对应于状态图中的活动或动作，数据流对应于对象图中的对象或属性。</a:t>
            </a:r>
          </a:p>
          <a:p>
            <a:pPr marL="0" indent="0" algn="l" fontAlgn="auto">
              <a:lnSpc>
                <a:spcPct val="130000"/>
              </a:lnSpc>
            </a:pPr>
            <a:r>
              <a:rPr lang="en-US" dirty="0">
                <a:latin typeface="微软雅黑" panose="020B0503020204020204" charset="-122"/>
                <a:ea typeface="微软雅黑" panose="020B0503020204020204" charset="-122"/>
                <a:sym typeface="+mn-ea"/>
              </a:rPr>
              <a:t> </a:t>
            </a:r>
            <a:endParaRPr lang="zh-CN" altLang="en-US" dirty="0">
              <a:latin typeface="+mn-ea"/>
            </a:endParaRPr>
          </a:p>
        </p:txBody>
      </p:sp>
      <p:pic>
        <p:nvPicPr>
          <p:cNvPr id="5" name="图片 4" descr="A000220150319F28PPIC"/>
          <p:cNvPicPr>
            <a:picLocks noChangeAspect="1"/>
          </p:cNvPicPr>
          <p:nvPr/>
        </p:nvPicPr>
        <p:blipFill>
          <a:blip r:embed="rId5" cstate="print"/>
          <a:stretch>
            <a:fillRect/>
          </a:stretch>
        </p:blipFill>
        <p:spPr>
          <a:xfrm>
            <a:off x="655955" y="2248535"/>
            <a:ext cx="3243580" cy="3800475"/>
          </a:xfrm>
          <a:prstGeom prst="rect">
            <a:avLst/>
          </a:prstGeom>
        </p:spPr>
      </p:pic>
    </p:spTree>
    <p:custDataLst>
      <p:tags r:id="rId1"/>
    </p:custDataLst>
  </p:cSld>
  <p:clrMapOvr>
    <a:masterClrMapping/>
  </p:clrMapOvr>
  <p:transition>
    <p:zoom/>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7.1.5 </a:t>
            </a:r>
            <a:r>
              <a:rPr lang="zh-CN" altLang="en-US" sz="2400" dirty="0" smtClean="0">
                <a:solidFill>
                  <a:schemeClr val="tx1"/>
                </a:solidFill>
              </a:rPr>
              <a:t>建立功能模型</a:t>
            </a:r>
          </a:p>
        </p:txBody>
      </p:sp>
      <p:grpSp>
        <p:nvGrpSpPr>
          <p:cNvPr id="35" name="组合 34"/>
          <p:cNvGrpSpPr/>
          <p:nvPr/>
        </p:nvGrpSpPr>
        <p:grpSpPr>
          <a:xfrm>
            <a:off x="839034" y="3105813"/>
            <a:ext cx="4893310" cy="2885440"/>
            <a:chOff x="964" y="3475"/>
            <a:chExt cx="7706" cy="4544"/>
          </a:xfrm>
        </p:grpSpPr>
        <p:sp>
          <p:nvSpPr>
            <p:cNvPr id="18" name="MH_SubTitle_1"/>
            <p:cNvSpPr/>
            <p:nvPr>
              <p:custDataLst>
                <p:tags r:id="rId9"/>
              </p:custDataLst>
            </p:nvPr>
          </p:nvSpPr>
          <p:spPr>
            <a:xfrm>
              <a:off x="3287" y="3675"/>
              <a:ext cx="3747" cy="847"/>
            </a:xfrm>
            <a:prstGeom prst="rect">
              <a:avLst/>
            </a:prstGeom>
          </p:spPr>
          <p:txBody>
            <a:bodyPr anchor="b">
              <a:normAutofit/>
            </a:bodyPr>
            <a:lstStyle/>
            <a:p>
              <a:r>
                <a:rPr lang="zh-CN" altLang="en-US" b="1" dirty="0" smtClean="0">
                  <a:solidFill>
                    <a:srgbClr val="FF7C80"/>
                  </a:solidFill>
                </a:rPr>
                <a:t>确定输入值和输出值</a:t>
              </a:r>
            </a:p>
          </p:txBody>
        </p:sp>
        <p:grpSp>
          <p:nvGrpSpPr>
            <p:cNvPr id="34" name="组合 33"/>
            <p:cNvGrpSpPr/>
            <p:nvPr/>
          </p:nvGrpSpPr>
          <p:grpSpPr>
            <a:xfrm>
              <a:off x="964" y="3475"/>
              <a:ext cx="7706" cy="4544"/>
              <a:chOff x="1628" y="3271"/>
              <a:chExt cx="7706" cy="4544"/>
            </a:xfrm>
          </p:grpSpPr>
          <p:sp>
            <p:nvSpPr>
              <p:cNvPr id="17" name="MH_Text_1"/>
              <p:cNvSpPr/>
              <p:nvPr>
                <p:custDataLst>
                  <p:tags r:id="rId10"/>
                </p:custDataLst>
              </p:nvPr>
            </p:nvSpPr>
            <p:spPr>
              <a:xfrm>
                <a:off x="1983" y="4871"/>
                <a:ext cx="7351" cy="2944"/>
              </a:xfrm>
              <a:prstGeom prst="rect">
                <a:avLst/>
              </a:prstGeom>
            </p:spPr>
            <p:txBody>
              <a:bodyPr>
                <a:normAutofit/>
              </a:bodyPr>
              <a:lstStyle/>
              <a:p>
                <a:pPr indent="457200">
                  <a:lnSpc>
                    <a:spcPct val="150000"/>
                  </a:lnSpc>
                </a:pPr>
                <a:r>
                  <a:rPr lang="zh-CN" altLang="en-US" dirty="0" smtClean="0">
                    <a:latin typeface="+mn-ea"/>
                  </a:rPr>
                  <a:t>数据流图中的输入值、输出值是系统与外部之间进行交互的事件的参数。建立功能模型时，应当确定输入/输出数据的方式、格式、范围、约束条件、操作规范等。</a:t>
                </a:r>
              </a:p>
            </p:txBody>
          </p:sp>
          <p:sp>
            <p:nvSpPr>
              <p:cNvPr id="25" name="MH_Other_11"/>
              <p:cNvSpPr>
                <a:spLocks noChangeArrowheads="1"/>
              </p:cNvSpPr>
              <p:nvPr>
                <p:custDataLst>
                  <p:tags r:id="rId11"/>
                </p:custDataLst>
              </p:nvPr>
            </p:nvSpPr>
            <p:spPr bwMode="auto">
              <a:xfrm>
                <a:off x="2495" y="3471"/>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6" name="MH_Other_12"/>
              <p:cNvSpPr>
                <a:spLocks noChangeArrowheads="1"/>
              </p:cNvSpPr>
              <p:nvPr>
                <p:custDataLst>
                  <p:tags r:id="rId12"/>
                </p:custDataLst>
              </p:nvPr>
            </p:nvSpPr>
            <p:spPr bwMode="auto">
              <a:xfrm>
                <a:off x="2495" y="4111"/>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13"/>
              <p:cNvSpPr>
                <a:spLocks noChangeArrowheads="1"/>
              </p:cNvSpPr>
              <p:nvPr>
                <p:custDataLst>
                  <p:tags r:id="rId13"/>
                </p:custDataLst>
              </p:nvPr>
            </p:nvSpPr>
            <p:spPr bwMode="auto">
              <a:xfrm>
                <a:off x="2925" y="3791"/>
                <a:ext cx="747" cy="560"/>
              </a:xfrm>
              <a:prstGeom prst="diamond">
                <a:avLst/>
              </a:prstGeom>
              <a:solidFill>
                <a:srgbClr val="FFA093"/>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14"/>
              <p:cNvSpPr/>
              <p:nvPr>
                <p:custDataLst>
                  <p:tags r:id="rId14"/>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0" name="MH_Other_15"/>
              <p:cNvSpPr/>
              <p:nvPr>
                <p:custDataLst>
                  <p:tags r:id="rId15"/>
                </p:custDataLst>
              </p:nvPr>
            </p:nvSpPr>
            <p:spPr bwMode="auto">
              <a:xfrm>
                <a:off x="1628"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FF6B55"/>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grpSp>
        <p:nvGrpSpPr>
          <p:cNvPr id="33" name="组合 32"/>
          <p:cNvGrpSpPr/>
          <p:nvPr/>
        </p:nvGrpSpPr>
        <p:grpSpPr>
          <a:xfrm>
            <a:off x="4599940" y="915670"/>
            <a:ext cx="7252557" cy="5561330"/>
            <a:chOff x="4808" y="5741"/>
            <a:chExt cx="11571" cy="8758"/>
          </a:xfrm>
        </p:grpSpPr>
        <p:sp>
          <p:nvSpPr>
            <p:cNvPr id="5" name="MH_Other_1"/>
            <p:cNvSpPr>
              <a:spLocks noChangeArrowheads="1"/>
            </p:cNvSpPr>
            <p:nvPr>
              <p:custDataLst>
                <p:tags r:id="rId2"/>
              </p:custDataLst>
            </p:nvPr>
          </p:nvSpPr>
          <p:spPr bwMode="auto">
            <a:xfrm>
              <a:off x="5674" y="5944"/>
              <a:ext cx="750" cy="560"/>
            </a:xfrm>
            <a:prstGeom prst="diamond">
              <a:avLst/>
            </a:prstGeom>
            <a:solidFill>
              <a:srgbClr val="CFEDE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Other_2"/>
            <p:cNvSpPr>
              <a:spLocks noChangeArrowheads="1"/>
            </p:cNvSpPr>
            <p:nvPr>
              <p:custDataLst>
                <p:tags r:id="rId3"/>
              </p:custDataLst>
            </p:nvPr>
          </p:nvSpPr>
          <p:spPr bwMode="auto">
            <a:xfrm>
              <a:off x="5674" y="6581"/>
              <a:ext cx="750" cy="562"/>
            </a:xfrm>
            <a:prstGeom prst="diamond">
              <a:avLst/>
            </a:prstGeom>
            <a:solidFill>
              <a:srgbClr val="CFEDE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3"/>
            <p:cNvSpPr>
              <a:spLocks noChangeArrowheads="1"/>
            </p:cNvSpPr>
            <p:nvPr>
              <p:custDataLst>
                <p:tags r:id="rId4"/>
              </p:custDataLst>
            </p:nvPr>
          </p:nvSpPr>
          <p:spPr bwMode="auto">
            <a:xfrm>
              <a:off x="6108" y="6264"/>
              <a:ext cx="747" cy="560"/>
            </a:xfrm>
            <a:prstGeom prst="diamond">
              <a:avLst/>
            </a:prstGeom>
            <a:solidFill>
              <a:srgbClr val="95D7B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Other_4"/>
            <p:cNvSpPr/>
            <p:nvPr>
              <p:custDataLst>
                <p:tags r:id="rId5"/>
              </p:custDataLst>
            </p:nvPr>
          </p:nvSpPr>
          <p:spPr>
            <a:xfrm>
              <a:off x="4868" y="5741"/>
              <a:ext cx="1123" cy="1605"/>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16" name="MH_Other_5"/>
            <p:cNvSpPr/>
            <p:nvPr>
              <p:custDataLst>
                <p:tags r:id="rId6"/>
              </p:custDataLst>
            </p:nvPr>
          </p:nvSpPr>
          <p:spPr bwMode="auto">
            <a:xfrm>
              <a:off x="4808" y="5741"/>
              <a:ext cx="1070" cy="1605"/>
            </a:xfrm>
            <a:custGeom>
              <a:avLst/>
              <a:gdLst>
                <a:gd name="T0" fmla="*/ 36 w 1806862"/>
                <a:gd name="T1" fmla="*/ 0 h 3612822"/>
                <a:gd name="T2" fmla="*/ 143580 w 1806862"/>
                <a:gd name="T3" fmla="*/ 143580 h 3612822"/>
                <a:gd name="T4" fmla="*/ 36 w 1806862"/>
                <a:gd name="T5" fmla="*/ 287160 h 3612822"/>
                <a:gd name="T6" fmla="*/ 0 w 1806862"/>
                <a:gd name="T7" fmla="*/ 287124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76CBA6"/>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sp>
          <p:nvSpPr>
            <p:cNvPr id="31" name="MH_Text_2"/>
            <p:cNvSpPr/>
            <p:nvPr>
              <p:custDataLst>
                <p:tags r:id="rId7"/>
              </p:custDataLst>
            </p:nvPr>
          </p:nvSpPr>
          <p:spPr>
            <a:xfrm>
              <a:off x="7147" y="6688"/>
              <a:ext cx="9232" cy="7811"/>
            </a:xfrm>
            <a:prstGeom prst="rect">
              <a:avLst/>
            </a:prstGeom>
          </p:spPr>
          <p:txBody>
            <a:bodyPr>
              <a:normAutofit lnSpcReduction="10000"/>
            </a:bodyPr>
            <a:lstStyle/>
            <a:p>
              <a:pPr indent="0">
                <a:lnSpc>
                  <a:spcPct val="150000"/>
                </a:lnSpc>
                <a:buNone/>
              </a:pPr>
              <a:r>
                <a:rPr lang="en-US" dirty="0" smtClean="0">
                  <a:latin typeface="+mn-ea"/>
                </a:rPr>
                <a:t>    </a:t>
              </a:r>
              <a:r>
                <a:rPr dirty="0" smtClean="0">
                  <a:latin typeface="+mn-ea"/>
                </a:rPr>
                <a:t>功能模型可用多张数据流图、程序流程图等来表示</a:t>
              </a:r>
              <a:r>
                <a:rPr lang="zh-CN" dirty="0" smtClean="0">
                  <a:latin typeface="+mn-ea"/>
                </a:rPr>
                <a:t>。</a:t>
              </a:r>
            </a:p>
            <a:p>
              <a:pPr marL="285750" indent="-285750">
                <a:lnSpc>
                  <a:spcPct val="150000"/>
                </a:lnSpc>
                <a:buFont typeface="Wingdings" panose="05000000000000000000" charset="0"/>
                <a:buChar char="Ø"/>
              </a:pPr>
              <a:r>
                <a:rPr dirty="0" smtClean="0">
                  <a:solidFill>
                    <a:srgbClr val="7030A0"/>
                  </a:solidFill>
                  <a:latin typeface="+mn-ea"/>
                </a:rPr>
                <a:t>数据流或处理流程</a:t>
              </a:r>
              <a:r>
                <a:rPr dirty="0" smtClean="0">
                  <a:latin typeface="+mn-ea"/>
                </a:rPr>
                <a:t>：用带箭头的直线表示。</a:t>
              </a:r>
            </a:p>
            <a:p>
              <a:pPr marL="285750" indent="-285750">
                <a:lnSpc>
                  <a:spcPct val="150000"/>
                </a:lnSpc>
                <a:buFont typeface="Wingdings" panose="05000000000000000000" charset="0"/>
                <a:buChar char="Ø"/>
              </a:pPr>
              <a:r>
                <a:rPr dirty="0" smtClean="0">
                  <a:solidFill>
                    <a:srgbClr val="7030A0"/>
                  </a:solidFill>
                  <a:latin typeface="+mn-ea"/>
                </a:rPr>
                <a:t>处理</a:t>
              </a:r>
              <a:r>
                <a:rPr dirty="0" smtClean="0">
                  <a:latin typeface="+mn-ea"/>
                </a:rPr>
                <a:t>：用圆角方框或椭圆表示。</a:t>
              </a:r>
            </a:p>
            <a:p>
              <a:pPr marL="285750" indent="-285750">
                <a:lnSpc>
                  <a:spcPct val="150000"/>
                </a:lnSpc>
                <a:buFont typeface="Wingdings" panose="05000000000000000000" charset="0"/>
                <a:buChar char="Ø"/>
              </a:pPr>
              <a:r>
                <a:rPr dirty="0" smtClean="0">
                  <a:solidFill>
                    <a:srgbClr val="7030A0"/>
                  </a:solidFill>
                  <a:latin typeface="+mn-ea"/>
                </a:rPr>
                <a:t>数据存储</a:t>
              </a:r>
              <a:r>
                <a:rPr dirty="0" smtClean="0">
                  <a:latin typeface="+mn-ea"/>
                </a:rPr>
                <a:t>：用两条平行线或两端被同方向的圆弧封口的平行线表示。</a:t>
              </a:r>
            </a:p>
            <a:p>
              <a:pPr marL="285750" indent="-285750">
                <a:lnSpc>
                  <a:spcPct val="150000"/>
                </a:lnSpc>
                <a:buFont typeface="Wingdings" panose="05000000000000000000" charset="0"/>
                <a:buChar char="Ø"/>
              </a:pPr>
              <a:r>
                <a:rPr dirty="0" smtClean="0">
                  <a:latin typeface="+mn-ea"/>
                </a:rPr>
                <a:t>数据源或数据终点用方框表示。</a:t>
              </a:r>
            </a:p>
            <a:p>
              <a:pPr indent="457200">
                <a:lnSpc>
                  <a:spcPct val="150000"/>
                </a:lnSpc>
              </a:pPr>
              <a:r>
                <a:rPr dirty="0" smtClean="0">
                  <a:latin typeface="+mn-ea"/>
                </a:rPr>
                <a:t>在面向对象方法中，数据源往往是主动对象，它通过生成或使用数据来驱动数据流。数据终点接收数据的输出流。数据流图中的数据存储是被动对象，本身不产生任何操作，只响应存储和访问数据的要求。输入箭头表示增加、更改或删除所存储的数据，输出箭头表示从数据存储中查找信息。</a:t>
              </a:r>
            </a:p>
          </p:txBody>
        </p:sp>
        <p:sp>
          <p:nvSpPr>
            <p:cNvPr id="32" name="MH_SubTitle_2"/>
            <p:cNvSpPr/>
            <p:nvPr>
              <p:custDataLst>
                <p:tags r:id="rId8"/>
              </p:custDataLst>
            </p:nvPr>
          </p:nvSpPr>
          <p:spPr>
            <a:xfrm>
              <a:off x="7147" y="5928"/>
              <a:ext cx="7360" cy="845"/>
            </a:xfrm>
            <a:prstGeom prst="rect">
              <a:avLst/>
            </a:prstGeom>
          </p:spPr>
          <p:txBody>
            <a:bodyPr anchor="b">
              <a:normAutofit/>
            </a:bodyPr>
            <a:lstStyle/>
            <a:p>
              <a:r>
                <a:rPr lang="zh-CN" altLang="en-US" b="1" dirty="0" smtClean="0">
                  <a:solidFill>
                    <a:srgbClr val="00B050"/>
                  </a:solidFill>
                </a:rPr>
                <a:t>画数据流图</a:t>
              </a:r>
            </a:p>
          </p:txBody>
        </p:sp>
      </p:grpSp>
      <p:sp>
        <p:nvSpPr>
          <p:cNvPr id="21" name="TextBox 21"/>
          <p:cNvSpPr txBox="1"/>
          <p:nvPr/>
        </p:nvSpPr>
        <p:spPr>
          <a:xfrm>
            <a:off x="727872" y="2300993"/>
            <a:ext cx="4908654" cy="707886"/>
          </a:xfrm>
          <a:prstGeom prst="rect">
            <a:avLst/>
          </a:prstGeom>
          <a:noFill/>
        </p:spPr>
        <p:txBody>
          <a:bodyPr wrap="square">
            <a:spAutoFit/>
          </a:bodyPr>
          <a:lstStyle/>
          <a:p>
            <a:r>
              <a:rPr lang="zh-CN" altLang="en-US" sz="2000" dirty="0" smtClean="0"/>
              <a:t>建立功能模型的步骤为：确定输入值和输出值，画数据流图，定义服务。</a:t>
            </a:r>
            <a:endParaRPr lang="zh-CN" altLang="en-US" sz="2000" dirty="0"/>
          </a:p>
        </p:txBody>
      </p:sp>
    </p:spTree>
    <p:custDataLst>
      <p:tags r:id="rId1"/>
    </p:custDataLst>
  </p:cSld>
  <p:clrMapOvr>
    <a:masterClrMapping/>
  </p:clrMapOvr>
  <p:transition>
    <p:zoom/>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7.1.5 </a:t>
            </a:r>
            <a:r>
              <a:rPr lang="zh-CN" altLang="en-US" sz="2400" dirty="0" smtClean="0">
                <a:solidFill>
                  <a:schemeClr val="tx1"/>
                </a:solidFill>
              </a:rPr>
              <a:t>建立功能模型</a:t>
            </a:r>
          </a:p>
        </p:txBody>
      </p:sp>
      <p:grpSp>
        <p:nvGrpSpPr>
          <p:cNvPr id="3" name="组合 2"/>
          <p:cNvGrpSpPr/>
          <p:nvPr/>
        </p:nvGrpSpPr>
        <p:grpSpPr>
          <a:xfrm>
            <a:off x="1414780" y="2341245"/>
            <a:ext cx="9361805" cy="3261995"/>
            <a:chOff x="8328" y="7437"/>
            <a:chExt cx="14743" cy="5137"/>
          </a:xfrm>
        </p:grpSpPr>
        <p:sp>
          <p:nvSpPr>
            <p:cNvPr id="11" name="MH_Other_6"/>
            <p:cNvSpPr>
              <a:spLocks noChangeArrowheads="1"/>
            </p:cNvSpPr>
            <p:nvPr>
              <p:custDataLst>
                <p:tags r:id="rId2"/>
              </p:custDataLst>
            </p:nvPr>
          </p:nvSpPr>
          <p:spPr bwMode="auto">
            <a:xfrm>
              <a:off x="9194" y="7637"/>
              <a:ext cx="747" cy="560"/>
            </a:xfrm>
            <a:prstGeom prst="diamond">
              <a:avLst/>
            </a:prstGeom>
            <a:solidFill>
              <a:srgbClr val="D0EDF8"/>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2" name="MH_Other_7"/>
            <p:cNvSpPr>
              <a:spLocks noChangeArrowheads="1"/>
            </p:cNvSpPr>
            <p:nvPr>
              <p:custDataLst>
                <p:tags r:id="rId3"/>
              </p:custDataLst>
            </p:nvPr>
          </p:nvSpPr>
          <p:spPr bwMode="auto">
            <a:xfrm>
              <a:off x="9194" y="8277"/>
              <a:ext cx="747" cy="560"/>
            </a:xfrm>
            <a:prstGeom prst="diamond">
              <a:avLst/>
            </a:prstGeom>
            <a:solidFill>
              <a:srgbClr val="D0EDF8"/>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8"/>
            <p:cNvSpPr>
              <a:spLocks noChangeArrowheads="1"/>
            </p:cNvSpPr>
            <p:nvPr>
              <p:custDataLst>
                <p:tags r:id="rId4"/>
              </p:custDataLst>
            </p:nvPr>
          </p:nvSpPr>
          <p:spPr bwMode="auto">
            <a:xfrm>
              <a:off x="9624" y="7957"/>
              <a:ext cx="747" cy="560"/>
            </a:xfrm>
            <a:prstGeom prst="diamond">
              <a:avLst/>
            </a:prstGeom>
            <a:solidFill>
              <a:srgbClr val="9AD7F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4" name="MH_Other_9"/>
            <p:cNvSpPr/>
            <p:nvPr>
              <p:custDataLst>
                <p:tags r:id="rId5"/>
              </p:custDataLst>
            </p:nvPr>
          </p:nvSpPr>
          <p:spPr>
            <a:xfrm>
              <a:off x="8384" y="7437"/>
              <a:ext cx="1127" cy="1603"/>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15" name="MH_Other_10"/>
            <p:cNvSpPr/>
            <p:nvPr>
              <p:custDataLst>
                <p:tags r:id="rId6"/>
              </p:custDataLst>
            </p:nvPr>
          </p:nvSpPr>
          <p:spPr bwMode="auto">
            <a:xfrm>
              <a:off x="8328" y="7437"/>
              <a:ext cx="1070" cy="1603"/>
            </a:xfrm>
            <a:custGeom>
              <a:avLst/>
              <a:gdLst>
                <a:gd name="T0" fmla="*/ 36 w 1806862"/>
                <a:gd name="T1" fmla="*/ 0 h 3612822"/>
                <a:gd name="T2" fmla="*/ 143580 w 1806862"/>
                <a:gd name="T3" fmla="*/ 143357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68C6EA"/>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sp>
          <p:nvSpPr>
            <p:cNvPr id="16" name="MH_Text_3"/>
            <p:cNvSpPr/>
            <p:nvPr>
              <p:custDataLst>
                <p:tags r:id="rId7"/>
              </p:custDataLst>
            </p:nvPr>
          </p:nvSpPr>
          <p:spPr>
            <a:xfrm>
              <a:off x="10520" y="8420"/>
              <a:ext cx="12551" cy="4154"/>
            </a:xfrm>
            <a:prstGeom prst="rect">
              <a:avLst/>
            </a:prstGeom>
          </p:spPr>
          <p:txBody>
            <a:bodyPr>
              <a:normAutofit/>
            </a:bodyPr>
            <a:lstStyle/>
            <a:p>
              <a:pPr indent="457200">
                <a:lnSpc>
                  <a:spcPct val="150000"/>
                </a:lnSpc>
              </a:pPr>
              <a:r>
                <a:rPr lang="zh-CN" altLang="en-US" dirty="0" smtClean="0">
                  <a:latin typeface="+mn-ea"/>
                </a:rPr>
                <a:t>在建立对象模型时，确定了类、属性、关联、结构，还没有完全确定类的操作（服务）。在建立动态模型和功能模型后，类的服务（操作）才能最后确定。</a:t>
              </a:r>
            </a:p>
            <a:p>
              <a:pPr indent="457200">
                <a:lnSpc>
                  <a:spcPct val="150000"/>
                </a:lnSpc>
              </a:pPr>
              <a:r>
                <a:rPr lang="zh-CN" altLang="en-US" dirty="0" smtClean="0">
                  <a:latin typeface="+mn-ea"/>
                </a:rPr>
                <a:t>类的服务（操作）与对象模型中的属性和关联的查询有关，与动态模型中的事件有关，与功能模型的处理有关。通过分析，把这些操作添加到对象模型中去。</a:t>
              </a:r>
            </a:p>
          </p:txBody>
        </p:sp>
        <p:sp>
          <p:nvSpPr>
            <p:cNvPr id="17" name="MH_SubTitle_3"/>
            <p:cNvSpPr/>
            <p:nvPr>
              <p:custDataLst>
                <p:tags r:id="rId8"/>
              </p:custDataLst>
            </p:nvPr>
          </p:nvSpPr>
          <p:spPr>
            <a:xfrm>
              <a:off x="10520" y="7660"/>
              <a:ext cx="7360" cy="845"/>
            </a:xfrm>
            <a:prstGeom prst="rect">
              <a:avLst/>
            </a:prstGeom>
          </p:spPr>
          <p:txBody>
            <a:bodyPr anchor="b">
              <a:normAutofit/>
            </a:bodyPr>
            <a:lstStyle/>
            <a:p>
              <a:r>
                <a:rPr lang="zh-CN" altLang="en-US" b="1" dirty="0" smtClean="0">
                  <a:solidFill>
                    <a:srgbClr val="00B0F0"/>
                  </a:solidFill>
                </a:rPr>
                <a:t>定义服务</a:t>
              </a:r>
            </a:p>
          </p:txBody>
        </p:sp>
      </p:grpSp>
    </p:spTree>
    <p:custDataLst>
      <p:tags r:id="rId1"/>
    </p:custDataLst>
  </p:cSld>
  <p:clrMapOvr>
    <a:masterClrMapping/>
  </p:clrMapOvr>
  <p:transition>
    <p:zoom/>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7.1.5 </a:t>
            </a:r>
            <a:r>
              <a:rPr lang="zh-CN" altLang="en-US" sz="2400" dirty="0" smtClean="0">
                <a:solidFill>
                  <a:schemeClr val="tx1"/>
                </a:solidFill>
              </a:rPr>
              <a:t>建立功能模型</a:t>
            </a:r>
          </a:p>
        </p:txBody>
      </p:sp>
      <p:grpSp>
        <p:nvGrpSpPr>
          <p:cNvPr id="25" name="组合 24"/>
          <p:cNvGrpSpPr/>
          <p:nvPr/>
        </p:nvGrpSpPr>
        <p:grpSpPr>
          <a:xfrm>
            <a:off x="6353829" y="1969770"/>
            <a:ext cx="5101256" cy="1042670"/>
            <a:chOff x="10373" y="3791"/>
            <a:chExt cx="7800" cy="1642"/>
          </a:xfrm>
        </p:grpSpPr>
        <p:grpSp>
          <p:nvGrpSpPr>
            <p:cNvPr id="23" name="组合 22"/>
            <p:cNvGrpSpPr/>
            <p:nvPr/>
          </p:nvGrpSpPr>
          <p:grpSpPr>
            <a:xfrm>
              <a:off x="10373" y="3791"/>
              <a:ext cx="7800" cy="1642"/>
              <a:chOff x="10236" y="7500"/>
              <a:chExt cx="7800" cy="1642"/>
            </a:xfrm>
          </p:grpSpPr>
          <p:sp>
            <p:nvSpPr>
              <p:cNvPr id="17" name="Oval 26"/>
              <p:cNvSpPr/>
              <p:nvPr>
                <p:custDataLst>
                  <p:tags r:id="rId15"/>
                </p:custDataLst>
              </p:nvPr>
            </p:nvSpPr>
            <p:spPr>
              <a:xfrm>
                <a:off x="10236" y="7681"/>
                <a:ext cx="1223" cy="1223"/>
              </a:xfrm>
              <a:prstGeom prst="ellipse">
                <a:avLst/>
              </a:prstGeom>
              <a:solidFill>
                <a:schemeClr val="accent6">
                  <a:lumMod val="75000"/>
                </a:schemeClr>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19" name="文本框 24"/>
              <p:cNvSpPr txBox="1">
                <a:spLocks noChangeArrowheads="1"/>
              </p:cNvSpPr>
              <p:nvPr>
                <p:custDataLst>
                  <p:tags r:id="rId16"/>
                </p:custDataLst>
              </p:nvPr>
            </p:nvSpPr>
            <p:spPr bwMode="auto">
              <a:xfrm>
                <a:off x="11626" y="7500"/>
                <a:ext cx="3745" cy="5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smtClean="0">
                    <a:latin typeface="+mj-lt"/>
                    <a:ea typeface="+mj-ea"/>
                    <a:cs typeface="+mj-cs"/>
                    <a:sym typeface="+mn-ea"/>
                  </a:rPr>
                  <a:t>对象模型中的服务</a:t>
                </a:r>
              </a:p>
            </p:txBody>
          </p:sp>
          <p:sp>
            <p:nvSpPr>
              <p:cNvPr id="20" name="文本框 19"/>
              <p:cNvSpPr txBox="1"/>
              <p:nvPr>
                <p:custDataLst>
                  <p:tags r:id="rId17"/>
                </p:custDataLst>
              </p:nvPr>
            </p:nvSpPr>
            <p:spPr>
              <a:xfrm>
                <a:off x="11626" y="8083"/>
                <a:ext cx="6410" cy="1059"/>
              </a:xfrm>
              <a:prstGeom prst="rect">
                <a:avLst/>
              </a:prstGeom>
            </p:spPr>
            <p:txBody>
              <a:bodyPr lIns="90000" tIns="46800" rIns="90000" bIns="46800">
                <a:normAutofit fontScale="92500" lnSpcReduction="10000"/>
              </a:bodyPr>
              <a:lstStyle>
                <a:defPPr>
                  <a:defRPr lang="zh-CN"/>
                </a:defPPr>
                <a:lvl1pPr>
                  <a:spcBef>
                    <a:spcPts val="0"/>
                  </a:spcBef>
                  <a:spcAft>
                    <a:spcPts val="0"/>
                  </a:spcAft>
                  <a:defRPr sz="1800"/>
                </a:lvl1pPr>
              </a:lstStyle>
              <a:p>
                <a:pPr>
                  <a:lnSpc>
                    <a:spcPct val="120000"/>
                  </a:lnSpc>
                </a:pPr>
                <a:r>
                  <a:rPr lang="en-US" altLang="zh-CN" dirty="0"/>
                  <a:t>       </a:t>
                </a:r>
                <a:r>
                  <a:rPr lang="zh-CN" altLang="en-US" dirty="0"/>
                  <a:t>来自对象模型的操作（服务）有读、写属性值。</a:t>
                </a:r>
              </a:p>
            </p:txBody>
          </p:sp>
        </p:grpSp>
        <p:sp>
          <p:nvSpPr>
            <p:cNvPr id="24" name="Freeform 7"/>
            <p:cNvSpPr>
              <a:spLocks noEditPoints="1"/>
            </p:cNvSpPr>
            <p:nvPr>
              <p:custDataLst>
                <p:tags r:id="rId14"/>
              </p:custDataLst>
            </p:nvPr>
          </p:nvSpPr>
          <p:spPr bwMode="auto">
            <a:xfrm>
              <a:off x="10665" y="4236"/>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grpSp>
      <p:grpSp>
        <p:nvGrpSpPr>
          <p:cNvPr id="9" name="组合 8"/>
          <p:cNvGrpSpPr/>
          <p:nvPr/>
        </p:nvGrpSpPr>
        <p:grpSpPr>
          <a:xfrm>
            <a:off x="6408420" y="3358515"/>
            <a:ext cx="5101910" cy="1518285"/>
            <a:chOff x="10373" y="3791"/>
            <a:chExt cx="7801" cy="2391"/>
          </a:xfrm>
        </p:grpSpPr>
        <p:grpSp>
          <p:nvGrpSpPr>
            <p:cNvPr id="10" name="组合 9"/>
            <p:cNvGrpSpPr/>
            <p:nvPr/>
          </p:nvGrpSpPr>
          <p:grpSpPr>
            <a:xfrm>
              <a:off x="10373" y="3791"/>
              <a:ext cx="7801" cy="2391"/>
              <a:chOff x="10236" y="7500"/>
              <a:chExt cx="7801" cy="2391"/>
            </a:xfrm>
          </p:grpSpPr>
          <p:sp>
            <p:nvSpPr>
              <p:cNvPr id="11" name="Oval 26"/>
              <p:cNvSpPr/>
              <p:nvPr>
                <p:custDataLst>
                  <p:tags r:id="rId11"/>
                </p:custDataLst>
              </p:nvPr>
            </p:nvSpPr>
            <p:spPr>
              <a:xfrm>
                <a:off x="10236" y="7681"/>
                <a:ext cx="1223" cy="1223"/>
              </a:xfrm>
              <a:prstGeom prst="ellipse">
                <a:avLst/>
              </a:prstGeom>
              <a:solidFill>
                <a:schemeClr val="accent3">
                  <a:lumMod val="75000"/>
                </a:schemeClr>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12" name="文本框 24"/>
              <p:cNvSpPr txBox="1">
                <a:spLocks noChangeArrowheads="1"/>
              </p:cNvSpPr>
              <p:nvPr>
                <p:custDataLst>
                  <p:tags r:id="rId12"/>
                </p:custDataLst>
              </p:nvPr>
            </p:nvSpPr>
            <p:spPr bwMode="auto">
              <a:xfrm>
                <a:off x="11626" y="7500"/>
                <a:ext cx="3745" cy="5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smtClean="0">
                    <a:latin typeface="+mj-lt"/>
                    <a:ea typeface="+mj-ea"/>
                    <a:cs typeface="+mj-cs"/>
                    <a:sym typeface="+mn-ea"/>
                  </a:rPr>
                  <a:t>来自处理的服务</a:t>
                </a:r>
              </a:p>
            </p:txBody>
          </p:sp>
          <p:sp>
            <p:nvSpPr>
              <p:cNvPr id="13" name="文本框 12"/>
              <p:cNvSpPr txBox="1"/>
              <p:nvPr>
                <p:custDataLst>
                  <p:tags r:id="rId13"/>
                </p:custDataLst>
              </p:nvPr>
            </p:nvSpPr>
            <p:spPr>
              <a:xfrm>
                <a:off x="11626" y="8083"/>
                <a:ext cx="6411" cy="1808"/>
              </a:xfrm>
              <a:prstGeom prst="rect">
                <a:avLst/>
              </a:prstGeom>
            </p:spPr>
            <p:txBody>
              <a:bodyPr lIns="90000" tIns="46800" rIns="90000" bIns="46800">
                <a:normAutofit/>
              </a:bodyPr>
              <a:lstStyle>
                <a:defPPr>
                  <a:defRPr lang="zh-CN"/>
                </a:defPPr>
                <a:lvl1pPr>
                  <a:spcBef>
                    <a:spcPts val="0"/>
                  </a:spcBef>
                  <a:spcAft>
                    <a:spcPts val="0"/>
                  </a:spcAft>
                  <a:defRPr sz="1800"/>
                </a:lvl1pPr>
              </a:lstStyle>
              <a:p>
                <a:pPr fontAlgn="auto">
                  <a:lnSpc>
                    <a:spcPct val="120000"/>
                  </a:lnSpc>
                </a:pPr>
                <a:r>
                  <a:rPr lang="en-US" altLang="zh-CN" dirty="0"/>
                  <a:t>       </a:t>
                </a:r>
                <a:r>
                  <a:rPr lang="zh-CN" altLang="en-US" dirty="0"/>
                  <a:t>数据流图中的各个处理对应对象的操作，应该添加到对象模型的服务中去。</a:t>
                </a:r>
              </a:p>
            </p:txBody>
          </p:sp>
        </p:grpSp>
        <p:sp>
          <p:nvSpPr>
            <p:cNvPr id="14" name="Freeform 7"/>
            <p:cNvSpPr>
              <a:spLocks noEditPoints="1"/>
            </p:cNvSpPr>
            <p:nvPr>
              <p:custDataLst>
                <p:tags r:id="rId10"/>
              </p:custDataLst>
            </p:nvPr>
          </p:nvSpPr>
          <p:spPr bwMode="auto">
            <a:xfrm>
              <a:off x="10665" y="4236"/>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grpSp>
      <p:grpSp>
        <p:nvGrpSpPr>
          <p:cNvPr id="15" name="组合 14"/>
          <p:cNvGrpSpPr/>
          <p:nvPr/>
        </p:nvGrpSpPr>
        <p:grpSpPr>
          <a:xfrm>
            <a:off x="6490307" y="4876800"/>
            <a:ext cx="5102564" cy="1367790"/>
            <a:chOff x="10373" y="3791"/>
            <a:chExt cx="7802" cy="2154"/>
          </a:xfrm>
        </p:grpSpPr>
        <p:grpSp>
          <p:nvGrpSpPr>
            <p:cNvPr id="16" name="组合 15"/>
            <p:cNvGrpSpPr/>
            <p:nvPr/>
          </p:nvGrpSpPr>
          <p:grpSpPr>
            <a:xfrm>
              <a:off x="10373" y="3791"/>
              <a:ext cx="7802" cy="2154"/>
              <a:chOff x="10236" y="7500"/>
              <a:chExt cx="7802" cy="2154"/>
            </a:xfrm>
          </p:grpSpPr>
          <p:sp>
            <p:nvSpPr>
              <p:cNvPr id="18" name="Oval 26"/>
              <p:cNvSpPr/>
              <p:nvPr>
                <p:custDataLst>
                  <p:tags r:id="rId7"/>
                </p:custDataLst>
              </p:nvPr>
            </p:nvSpPr>
            <p:spPr>
              <a:xfrm>
                <a:off x="10236" y="7681"/>
                <a:ext cx="1223" cy="1223"/>
              </a:xfrm>
              <a:prstGeom prst="ellipse">
                <a:avLst/>
              </a:prstGeom>
              <a:solidFill>
                <a:schemeClr val="accent4">
                  <a:lumMod val="75000"/>
                </a:schemeClr>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21" name="文本框 24"/>
              <p:cNvSpPr txBox="1">
                <a:spLocks noChangeArrowheads="1"/>
              </p:cNvSpPr>
              <p:nvPr>
                <p:custDataLst>
                  <p:tags r:id="rId8"/>
                </p:custDataLst>
              </p:nvPr>
            </p:nvSpPr>
            <p:spPr bwMode="auto">
              <a:xfrm>
                <a:off x="11626" y="7500"/>
                <a:ext cx="5930" cy="5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smtClean="0">
                    <a:latin typeface="+mj-lt"/>
                    <a:ea typeface="+mj-ea"/>
                    <a:cs typeface="+mj-cs"/>
                    <a:sym typeface="+mn-ea"/>
                  </a:rPr>
                  <a:t>来自状态动作和活动的服务</a:t>
                </a:r>
              </a:p>
            </p:txBody>
          </p:sp>
          <p:sp>
            <p:nvSpPr>
              <p:cNvPr id="22" name="文本框 21"/>
              <p:cNvSpPr txBox="1"/>
              <p:nvPr>
                <p:custDataLst>
                  <p:tags r:id="rId9"/>
                </p:custDataLst>
              </p:nvPr>
            </p:nvSpPr>
            <p:spPr>
              <a:xfrm>
                <a:off x="11626" y="8083"/>
                <a:ext cx="6412" cy="1571"/>
              </a:xfrm>
              <a:prstGeom prst="rect">
                <a:avLst/>
              </a:prstGeom>
            </p:spPr>
            <p:txBody>
              <a:bodyPr lIns="90000" tIns="46800" rIns="90000" bIns="46800">
                <a:normAutofit/>
              </a:bodyPr>
              <a:lstStyle>
                <a:defPPr>
                  <a:defRPr lang="zh-CN"/>
                </a:defPPr>
                <a:lvl1pPr>
                  <a:spcBef>
                    <a:spcPts val="0"/>
                  </a:spcBef>
                  <a:spcAft>
                    <a:spcPts val="0"/>
                  </a:spcAft>
                  <a:defRPr sz="1800"/>
                </a:lvl1pPr>
              </a:lstStyle>
              <a:p>
                <a:pPr fontAlgn="auto">
                  <a:lnSpc>
                    <a:spcPct val="120000"/>
                  </a:lnSpc>
                </a:pPr>
                <a:r>
                  <a:rPr lang="en-US" altLang="zh-CN" dirty="0"/>
                  <a:t>       </a:t>
                </a:r>
                <a:r>
                  <a:rPr lang="zh-CN" altLang="en-US" dirty="0"/>
                  <a:t>状态图中的活动和动作可能是操作，应该定义成对象模型的服务（操作）。</a:t>
                </a:r>
              </a:p>
            </p:txBody>
          </p:sp>
        </p:grpSp>
        <p:sp>
          <p:nvSpPr>
            <p:cNvPr id="26" name="Freeform 7"/>
            <p:cNvSpPr>
              <a:spLocks noEditPoints="1"/>
            </p:cNvSpPr>
            <p:nvPr>
              <p:custDataLst>
                <p:tags r:id="rId6"/>
              </p:custDataLst>
            </p:nvPr>
          </p:nvSpPr>
          <p:spPr bwMode="auto">
            <a:xfrm>
              <a:off x="10665" y="4236"/>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grpSp>
      <p:grpSp>
        <p:nvGrpSpPr>
          <p:cNvPr id="28" name="组合 27"/>
          <p:cNvGrpSpPr/>
          <p:nvPr/>
        </p:nvGrpSpPr>
        <p:grpSpPr>
          <a:xfrm>
            <a:off x="499110" y="3040191"/>
            <a:ext cx="5800090" cy="3210560"/>
            <a:chOff x="920" y="5291"/>
            <a:chExt cx="9134" cy="5056"/>
          </a:xfrm>
        </p:grpSpPr>
        <p:grpSp>
          <p:nvGrpSpPr>
            <p:cNvPr id="3" name="组合 2"/>
            <p:cNvGrpSpPr/>
            <p:nvPr/>
          </p:nvGrpSpPr>
          <p:grpSpPr>
            <a:xfrm>
              <a:off x="920" y="5291"/>
              <a:ext cx="5289" cy="1404"/>
              <a:chOff x="10373" y="3791"/>
              <a:chExt cx="5135" cy="1404"/>
            </a:xfrm>
          </p:grpSpPr>
          <p:grpSp>
            <p:nvGrpSpPr>
              <p:cNvPr id="4" name="组合 3"/>
              <p:cNvGrpSpPr/>
              <p:nvPr/>
            </p:nvGrpSpPr>
            <p:grpSpPr>
              <a:xfrm>
                <a:off x="10373" y="3791"/>
                <a:ext cx="5135" cy="1404"/>
                <a:chOff x="10236" y="7500"/>
                <a:chExt cx="5135" cy="1404"/>
              </a:xfrm>
            </p:grpSpPr>
            <p:sp>
              <p:nvSpPr>
                <p:cNvPr id="5" name="Oval 26"/>
                <p:cNvSpPr/>
                <p:nvPr>
                  <p:custDataLst>
                    <p:tags r:id="rId4"/>
                  </p:custDataLst>
                </p:nvPr>
              </p:nvSpPr>
              <p:spPr>
                <a:xfrm>
                  <a:off x="10236" y="7681"/>
                  <a:ext cx="1223" cy="1223"/>
                </a:xfrm>
                <a:prstGeom prst="ellipse">
                  <a:avLst/>
                </a:prstGeom>
                <a:solidFill>
                  <a:schemeClr val="accent2">
                    <a:lumMod val="75000"/>
                  </a:schemeClr>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6" name="文本框 24"/>
                <p:cNvSpPr txBox="1">
                  <a:spLocks noChangeArrowheads="1"/>
                </p:cNvSpPr>
                <p:nvPr>
                  <p:custDataLst>
                    <p:tags r:id="rId5"/>
                  </p:custDataLst>
                </p:nvPr>
              </p:nvSpPr>
              <p:spPr bwMode="auto">
                <a:xfrm>
                  <a:off x="11626" y="7500"/>
                  <a:ext cx="3745" cy="5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smtClean="0">
                      <a:latin typeface="+mj-lt"/>
                      <a:ea typeface="+mj-ea"/>
                      <a:cs typeface="+mj-cs"/>
                      <a:sym typeface="+mn-ea"/>
                    </a:rPr>
                    <a:t>来自事件的服务</a:t>
                  </a:r>
                </a:p>
              </p:txBody>
            </p:sp>
          </p:grpSp>
          <p:sp>
            <p:nvSpPr>
              <p:cNvPr id="8" name="Freeform 7"/>
              <p:cNvSpPr>
                <a:spLocks noEditPoints="1"/>
              </p:cNvSpPr>
              <p:nvPr>
                <p:custDataLst>
                  <p:tags r:id="rId3"/>
                </p:custDataLst>
              </p:nvPr>
            </p:nvSpPr>
            <p:spPr bwMode="auto">
              <a:xfrm>
                <a:off x="10665" y="4236"/>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grpSp>
        <p:sp>
          <p:nvSpPr>
            <p:cNvPr id="27" name="文本框 26"/>
            <p:cNvSpPr txBox="1"/>
            <p:nvPr>
              <p:custDataLst>
                <p:tags r:id="rId2"/>
              </p:custDataLst>
            </p:nvPr>
          </p:nvSpPr>
          <p:spPr>
            <a:xfrm>
              <a:off x="2352" y="5874"/>
              <a:ext cx="7702" cy="4473"/>
            </a:xfrm>
            <a:prstGeom prst="rect">
              <a:avLst/>
            </a:prstGeom>
          </p:spPr>
          <p:txBody>
            <a:bodyPr lIns="90000" tIns="46800" rIns="90000" bIns="46800">
              <a:normAutofit/>
            </a:bodyPr>
            <a:lstStyle>
              <a:defPPr>
                <a:defRPr lang="zh-CN"/>
              </a:defPPr>
              <a:lvl1pPr>
                <a:spcBef>
                  <a:spcPts val="0"/>
                </a:spcBef>
                <a:spcAft>
                  <a:spcPts val="0"/>
                </a:spcAft>
                <a:defRPr sz="1800"/>
              </a:lvl1pPr>
            </a:lstStyle>
            <a:p>
              <a:pPr fontAlgn="auto">
                <a:lnSpc>
                  <a:spcPct val="120000"/>
                </a:lnSpc>
              </a:pPr>
              <a:r>
                <a:rPr lang="en-US" altLang="zh-CN" dirty="0"/>
                <a:t>       </a:t>
              </a:r>
              <a:r>
                <a:rPr lang="zh-CN" altLang="en-US" dirty="0"/>
                <a:t>事件是某个特定时刻所发生的事情，是引起对象从一种状态转换到另一种状态的事情的抽象。事件可以看成是信息从一个对象到另一个对象的单向传送，发送信息的对象可能会等待对方的答复，而对方可以回答也可以不回答事件。这些状态的转换、对象的回答等，所对应的就是操作。因而事件对应于各个操作，并且同时可启动新的操作。</a:t>
              </a:r>
            </a:p>
          </p:txBody>
        </p:sp>
      </p:grpSp>
      <p:grpSp>
        <p:nvGrpSpPr>
          <p:cNvPr id="30" name="组合 29"/>
          <p:cNvGrpSpPr/>
          <p:nvPr/>
        </p:nvGrpSpPr>
        <p:grpSpPr>
          <a:xfrm>
            <a:off x="492049" y="2064793"/>
            <a:ext cx="5566839" cy="908050"/>
            <a:chOff x="881" y="2735"/>
            <a:chExt cx="7703" cy="1430"/>
          </a:xfrm>
        </p:grpSpPr>
        <p:sp>
          <p:nvSpPr>
            <p:cNvPr id="167" name="圆角矩形"/>
            <p:cNvSpPr/>
            <p:nvPr/>
          </p:nvSpPr>
          <p:spPr>
            <a:xfrm>
              <a:off x="1251" y="3071"/>
              <a:ext cx="7195" cy="1094"/>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31"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xmlns=""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48" name="文本框 47"/>
            <p:cNvSpPr txBox="1"/>
            <p:nvPr/>
          </p:nvSpPr>
          <p:spPr>
            <a:xfrm>
              <a:off x="1251" y="3309"/>
              <a:ext cx="7333" cy="619"/>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类的服务（操作）有以下几种：</a:t>
              </a:r>
            </a:p>
          </p:txBody>
        </p:sp>
      </p:grpSp>
    </p:spTree>
    <p:custDataLst>
      <p:tags r:id="rId1"/>
    </p:custDataLst>
  </p:cSld>
  <p:clrMapOvr>
    <a:masterClrMapping/>
  </p:clrMapOvr>
  <p:transition>
    <p:zoom/>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7.1.5 </a:t>
            </a:r>
            <a:r>
              <a:rPr lang="zh-CN" altLang="en-US" sz="2400" dirty="0" smtClean="0">
                <a:solidFill>
                  <a:schemeClr val="tx1"/>
                </a:solidFill>
              </a:rPr>
              <a:t>建立功能模型</a:t>
            </a:r>
          </a:p>
        </p:txBody>
      </p:sp>
      <p:grpSp>
        <p:nvGrpSpPr>
          <p:cNvPr id="4" name="组合 3"/>
          <p:cNvGrpSpPr/>
          <p:nvPr/>
        </p:nvGrpSpPr>
        <p:grpSpPr>
          <a:xfrm>
            <a:off x="1944370" y="1969770"/>
            <a:ext cx="8608060" cy="4306570"/>
            <a:chOff x="2182286" y="1830388"/>
            <a:chExt cx="7859883" cy="4198982"/>
          </a:xfrm>
        </p:grpSpPr>
        <p:sp>
          <p:nvSpPr>
            <p:cNvPr id="5" name="MH_Other_1"/>
            <p:cNvSpPr/>
            <p:nvPr/>
          </p:nvSpPr>
          <p:spPr>
            <a:xfrm>
              <a:off x="2497668" y="1830388"/>
              <a:ext cx="5185833" cy="3192462"/>
            </a:xfrm>
            <a:custGeom>
              <a:avLst/>
              <a:gdLst>
                <a:gd name="connsiteX0" fmla="*/ 0 w 3718560"/>
                <a:gd name="connsiteY0" fmla="*/ 0 h 3518262"/>
                <a:gd name="connsiteX1" fmla="*/ 0 w 3718560"/>
                <a:gd name="connsiteY1" fmla="*/ 3509554 h 3518262"/>
                <a:gd name="connsiteX2" fmla="*/ 3718560 w 3718560"/>
                <a:gd name="connsiteY2" fmla="*/ 3518262 h 3518262"/>
                <a:gd name="connsiteX3" fmla="*/ 3718560 w 3718560"/>
                <a:gd name="connsiteY3" fmla="*/ 3518262 h 3518262"/>
              </a:gdLst>
              <a:ahLst/>
              <a:cxnLst>
                <a:cxn ang="0">
                  <a:pos x="connsiteX0" y="connsiteY0"/>
                </a:cxn>
                <a:cxn ang="0">
                  <a:pos x="connsiteX1" y="connsiteY1"/>
                </a:cxn>
                <a:cxn ang="0">
                  <a:pos x="connsiteX2" y="connsiteY2"/>
                </a:cxn>
                <a:cxn ang="0">
                  <a:pos x="connsiteX3" y="connsiteY3"/>
                </a:cxn>
              </a:cxnLst>
              <a:rect l="l" t="t" r="r" b="b"/>
              <a:pathLst>
                <a:path w="3718560" h="3518262">
                  <a:moveTo>
                    <a:pt x="0" y="0"/>
                  </a:moveTo>
                  <a:lnTo>
                    <a:pt x="0" y="3509554"/>
                  </a:lnTo>
                  <a:lnTo>
                    <a:pt x="3718560" y="3518262"/>
                  </a:lnTo>
                  <a:lnTo>
                    <a:pt x="3718560" y="3518262"/>
                  </a:lnTo>
                </a:path>
              </a:pathLst>
            </a:custGeom>
            <a:noFill/>
            <a:ln w="76200" cap="flat" cmpd="sng" algn="ctr">
              <a:solidFill>
                <a:srgbClr val="D10000"/>
              </a:solidFill>
              <a:prstDash val="solid"/>
              <a:miter lim="800000"/>
            </a:ln>
            <a:effectLst/>
          </p:spPr>
          <p:txBody>
            <a:bodyPr anchor="ctr"/>
            <a:lstStyle/>
            <a:p>
              <a:pPr algn="ctr" eaLnBrk="1" fontAlgn="auto" hangingPunct="1">
                <a:spcBef>
                  <a:spcPts val="0"/>
                </a:spcBef>
                <a:spcAft>
                  <a:spcPts val="0"/>
                </a:spcAft>
                <a:defRPr/>
              </a:pPr>
              <a:endParaRPr lang="zh-CN" altLang="en-US" kern="0">
                <a:solidFill>
                  <a:srgbClr val="FFFFFF"/>
                </a:solidFill>
                <a:latin typeface="Arial" panose="020B0604020202020204"/>
                <a:ea typeface="宋体" panose="02010600030101010101" pitchFamily="2" charset="-122"/>
              </a:endParaRPr>
            </a:p>
          </p:txBody>
        </p:sp>
        <p:sp>
          <p:nvSpPr>
            <p:cNvPr id="6" name="MH_Desc_1"/>
            <p:cNvSpPr/>
            <p:nvPr/>
          </p:nvSpPr>
          <p:spPr>
            <a:xfrm>
              <a:off x="2182286" y="2117725"/>
              <a:ext cx="7072074" cy="3911600"/>
            </a:xfrm>
            <a:custGeom>
              <a:avLst/>
              <a:gdLst>
                <a:gd name="connsiteX0" fmla="*/ 5320937 w 5320937"/>
                <a:gd name="connsiteY0" fmla="*/ 1837508 h 4188823"/>
                <a:gd name="connsiteX1" fmla="*/ 5320937 w 5320937"/>
                <a:gd name="connsiteY1" fmla="*/ 0 h 4188823"/>
                <a:gd name="connsiteX2" fmla="*/ 0 w 5320937"/>
                <a:gd name="connsiteY2" fmla="*/ 0 h 4188823"/>
                <a:gd name="connsiteX3" fmla="*/ 0 w 5320937"/>
                <a:gd name="connsiteY3" fmla="*/ 3405051 h 4188823"/>
                <a:gd name="connsiteX4" fmla="*/ 2717075 w 5320937"/>
                <a:gd name="connsiteY4" fmla="*/ 3405051 h 4188823"/>
                <a:gd name="connsiteX5" fmla="*/ 3500847 w 5320937"/>
                <a:gd name="connsiteY5" fmla="*/ 4188823 h 4188823"/>
                <a:gd name="connsiteX6" fmla="*/ 3518263 w 5320937"/>
                <a:gd name="connsiteY6" fmla="*/ 4188823 h 4188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0937" h="4188823">
                  <a:moveTo>
                    <a:pt x="5320937" y="1837508"/>
                  </a:moveTo>
                  <a:lnTo>
                    <a:pt x="5320937" y="0"/>
                  </a:lnTo>
                  <a:lnTo>
                    <a:pt x="0" y="0"/>
                  </a:lnTo>
                  <a:lnTo>
                    <a:pt x="0" y="3405051"/>
                  </a:lnTo>
                  <a:lnTo>
                    <a:pt x="2717075" y="3405051"/>
                  </a:lnTo>
                  <a:lnTo>
                    <a:pt x="3500847" y="4188823"/>
                  </a:lnTo>
                  <a:lnTo>
                    <a:pt x="3518263" y="4188823"/>
                  </a:lnTo>
                </a:path>
              </a:pathLst>
            </a:custGeom>
            <a:noFill/>
            <a:ln w="76200" cap="flat" cmpd="sng" algn="ctr">
              <a:solidFill>
                <a:srgbClr val="D10000"/>
              </a:solidFill>
              <a:prstDash val="solid"/>
              <a:miter lim="800000"/>
            </a:ln>
            <a:effectLst/>
          </p:spPr>
          <p:txBody>
            <a:bodyPr lIns="612000" tIns="216000" rIns="324000" bIns="1584000">
              <a:noAutofit/>
            </a:bodyPr>
            <a:lstStyle/>
            <a:p>
              <a:pPr indent="457200">
                <a:lnSpc>
                  <a:spcPct val="140000"/>
                </a:lnSpc>
              </a:pPr>
              <a:r>
                <a:rPr dirty="0" smtClean="0">
                  <a:latin typeface="+mn-ea"/>
                </a:rPr>
                <a:t>如前所述，通过面向对象分析应得到的模型包含对象模型、动态模型和功能模型。对象模型为动态模型和功能模型提供基础，动态模型描述了对象实例的生存周期或运行周期。行为的发生引起状态转换，行为对应于数据流图上的处理，对象是数据流图中的存储或数据流，处理通常是状态模型中的事件。面向对象的分析就是用对象模型、动态模型、功能模型描述对象及其相互关系。</a:t>
              </a:r>
            </a:p>
          </p:txBody>
        </p:sp>
        <p:sp>
          <p:nvSpPr>
            <p:cNvPr id="7" name="MH_Other_2"/>
            <p:cNvSpPr/>
            <p:nvPr/>
          </p:nvSpPr>
          <p:spPr bwMode="auto">
            <a:xfrm>
              <a:off x="7000518" y="3671933"/>
              <a:ext cx="3041651" cy="2357437"/>
            </a:xfrm>
            <a:custGeom>
              <a:avLst/>
              <a:gdLst>
                <a:gd name="T0" fmla="*/ 311438 w 1909763"/>
                <a:gd name="T1" fmla="*/ 1234671 h 1912938"/>
                <a:gd name="T2" fmla="*/ 423998 w 1909763"/>
                <a:gd name="T3" fmla="*/ 1256142 h 1912938"/>
                <a:gd name="T4" fmla="*/ 469528 w 1909763"/>
                <a:gd name="T5" fmla="*/ 1335710 h 1912938"/>
                <a:gd name="T6" fmla="*/ 530235 w 1909763"/>
                <a:gd name="T7" fmla="*/ 1396649 h 1912938"/>
                <a:gd name="T8" fmla="*/ 631728 w 1909763"/>
                <a:gd name="T9" fmla="*/ 1456326 h 1912938"/>
                <a:gd name="T10" fmla="*/ 647854 w 1909763"/>
                <a:gd name="T11" fmla="*/ 1533683 h 1912938"/>
                <a:gd name="T12" fmla="*/ 0 w 1909763"/>
                <a:gd name="T13" fmla="*/ 1905000 h 1912938"/>
                <a:gd name="T14" fmla="*/ 990076 w 1909763"/>
                <a:gd name="T15" fmla="*/ 547002 h 1912938"/>
                <a:gd name="T16" fmla="*/ 1084268 w 1909763"/>
                <a:gd name="T17" fmla="*/ 595709 h 1912938"/>
                <a:gd name="T18" fmla="*/ 1176565 w 1909763"/>
                <a:gd name="T19" fmla="*/ 667504 h 1912938"/>
                <a:gd name="T20" fmla="*/ 1294781 w 1909763"/>
                <a:gd name="T21" fmla="*/ 800657 h 1912938"/>
                <a:gd name="T22" fmla="*/ 1351992 w 1909763"/>
                <a:gd name="T23" fmla="*/ 906610 h 1912938"/>
                <a:gd name="T24" fmla="*/ 1367480 w 1909763"/>
                <a:gd name="T25" fmla="*/ 971447 h 1912938"/>
                <a:gd name="T26" fmla="*/ 741633 w 1909763"/>
                <a:gd name="T27" fmla="*/ 1521772 h 1912938"/>
                <a:gd name="T28" fmla="*/ 719507 w 1909763"/>
                <a:gd name="T29" fmla="*/ 1441437 h 1912938"/>
                <a:gd name="T30" fmla="*/ 689163 w 1909763"/>
                <a:gd name="T31" fmla="*/ 1362684 h 1912938"/>
                <a:gd name="T32" fmla="*/ 605717 w 1909763"/>
                <a:gd name="T33" fmla="*/ 1309233 h 1912938"/>
                <a:gd name="T34" fmla="*/ 554511 w 1909763"/>
                <a:gd name="T35" fmla="*/ 1257047 h 1912938"/>
                <a:gd name="T36" fmla="*/ 495403 w 1909763"/>
                <a:gd name="T37" fmla="*/ 1173233 h 1912938"/>
                <a:gd name="T38" fmla="*/ 414485 w 1909763"/>
                <a:gd name="T39" fmla="*/ 1167223 h 1912938"/>
                <a:gd name="T40" fmla="*/ 334200 w 1909763"/>
                <a:gd name="T41" fmla="*/ 1137810 h 1912938"/>
                <a:gd name="T42" fmla="*/ 1102115 w 1909763"/>
                <a:gd name="T43" fmla="*/ 389221 h 1912938"/>
                <a:gd name="T44" fmla="*/ 1182317 w 1909763"/>
                <a:gd name="T45" fmla="*/ 412935 h 1912938"/>
                <a:gd name="T46" fmla="*/ 1278052 w 1909763"/>
                <a:gd name="T47" fmla="*/ 467951 h 1912938"/>
                <a:gd name="T48" fmla="*/ 1390271 w 1909763"/>
                <a:gd name="T49" fmla="*/ 569762 h 1912938"/>
                <a:gd name="T50" fmla="*/ 1465401 w 1909763"/>
                <a:gd name="T51" fmla="*/ 674102 h 1912938"/>
                <a:gd name="T52" fmla="*/ 1496150 w 1909763"/>
                <a:gd name="T53" fmla="*/ 753148 h 1912938"/>
                <a:gd name="T54" fmla="*/ 1438773 w 1909763"/>
                <a:gd name="T55" fmla="*/ 874245 h 1912938"/>
                <a:gd name="T56" fmla="*/ 1394075 w 1909763"/>
                <a:gd name="T57" fmla="*/ 754728 h 1912938"/>
                <a:gd name="T58" fmla="*/ 1286611 w 1909763"/>
                <a:gd name="T59" fmla="*/ 617822 h 1912938"/>
                <a:gd name="T60" fmla="*/ 1182317 w 1909763"/>
                <a:gd name="T61" fmla="*/ 530239 h 1912938"/>
                <a:gd name="T62" fmla="*/ 1095458 w 1909763"/>
                <a:gd name="T63" fmla="*/ 479966 h 1912938"/>
                <a:gd name="T64" fmla="*/ 1079925 w 1909763"/>
                <a:gd name="T65" fmla="*/ 387324 h 1912938"/>
                <a:gd name="T66" fmla="*/ 1274840 w 1909763"/>
                <a:gd name="T67" fmla="*/ 248813 h 1912938"/>
                <a:gd name="T68" fmla="*/ 1361157 w 1909763"/>
                <a:gd name="T69" fmla="*/ 287000 h 1912938"/>
                <a:gd name="T70" fmla="*/ 1471820 w 1909763"/>
                <a:gd name="T71" fmla="*/ 367792 h 1912938"/>
                <a:gd name="T72" fmla="*/ 1577108 w 1909763"/>
                <a:gd name="T73" fmla="*/ 484246 h 1912938"/>
                <a:gd name="T74" fmla="*/ 1629910 w 1909763"/>
                <a:gd name="T75" fmla="*/ 580818 h 1912938"/>
                <a:gd name="T76" fmla="*/ 1646668 w 1909763"/>
                <a:gd name="T77" fmla="*/ 647723 h 1912938"/>
                <a:gd name="T78" fmla="*/ 1571733 w 1909763"/>
                <a:gd name="T79" fmla="*/ 701374 h 1912938"/>
                <a:gd name="T80" fmla="*/ 1500908 w 1909763"/>
                <a:gd name="T81" fmla="*/ 566932 h 1912938"/>
                <a:gd name="T82" fmla="*/ 1381077 w 1909763"/>
                <a:gd name="T83" fmla="*/ 437539 h 1912938"/>
                <a:gd name="T84" fmla="*/ 1277685 w 1909763"/>
                <a:gd name="T85" fmla="*/ 362111 h 1912938"/>
                <a:gd name="T86" fmla="*/ 1174610 w 1909763"/>
                <a:gd name="T87" fmla="*/ 313195 h 1912938"/>
                <a:gd name="T88" fmla="*/ 1571880 w 1909763"/>
                <a:gd name="T89" fmla="*/ 0 h 1912938"/>
                <a:gd name="T90" fmla="*/ 1674374 w 1909763"/>
                <a:gd name="T91" fmla="*/ 27868 h 1912938"/>
                <a:gd name="T92" fmla="*/ 1797116 w 1909763"/>
                <a:gd name="T93" fmla="*/ 110838 h 1912938"/>
                <a:gd name="T94" fmla="*/ 1880946 w 1909763"/>
                <a:gd name="T95" fmla="*/ 216927 h 1912938"/>
                <a:gd name="T96" fmla="*/ 1901825 w 1909763"/>
                <a:gd name="T97" fmla="*/ 315415 h 1912938"/>
                <a:gd name="T98" fmla="*/ 1879681 w 1909763"/>
                <a:gd name="T99" fmla="*/ 399018 h 1912938"/>
                <a:gd name="T100" fmla="*/ 1834128 w 1909763"/>
                <a:gd name="T101" fmla="*/ 461405 h 1912938"/>
                <a:gd name="T102" fmla="*/ 1716764 w 1909763"/>
                <a:gd name="T103" fmla="*/ 551026 h 1912938"/>
                <a:gd name="T104" fmla="*/ 1686079 w 1909763"/>
                <a:gd name="T105" fmla="*/ 466156 h 1912938"/>
                <a:gd name="T106" fmla="*/ 1635148 w 1909763"/>
                <a:gd name="T107" fmla="*/ 386034 h 1912938"/>
                <a:gd name="T108" fmla="*/ 1552899 w 1909763"/>
                <a:gd name="T109" fmla="*/ 297997 h 1912938"/>
                <a:gd name="T110" fmla="*/ 1465272 w 1909763"/>
                <a:gd name="T111" fmla="*/ 231811 h 1912938"/>
                <a:gd name="T112" fmla="*/ 1387135 w 1909763"/>
                <a:gd name="T113" fmla="*/ 193176 h 1912938"/>
                <a:gd name="T114" fmla="*/ 1324816 w 1909763"/>
                <a:gd name="T115" fmla="*/ 138389 h 1912938"/>
                <a:gd name="T116" fmla="*/ 1449455 w 1909763"/>
                <a:gd name="T117" fmla="*/ 33885 h 1912938"/>
                <a:gd name="T118" fmla="*/ 1518102 w 1909763"/>
                <a:gd name="T119" fmla="*/ 4750 h 191293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909763" h="1912938">
                  <a:moveTo>
                    <a:pt x="275590" y="1223963"/>
                  </a:moveTo>
                  <a:lnTo>
                    <a:pt x="276860" y="1225231"/>
                  </a:lnTo>
                  <a:lnTo>
                    <a:pt x="281623" y="1228085"/>
                  </a:lnTo>
                  <a:lnTo>
                    <a:pt x="285433" y="1229987"/>
                  </a:lnTo>
                  <a:lnTo>
                    <a:pt x="290513" y="1232207"/>
                  </a:lnTo>
                  <a:lnTo>
                    <a:pt x="296545" y="1235060"/>
                  </a:lnTo>
                  <a:lnTo>
                    <a:pt x="304165" y="1237280"/>
                  </a:lnTo>
                  <a:lnTo>
                    <a:pt x="312738" y="1239816"/>
                  </a:lnTo>
                  <a:lnTo>
                    <a:pt x="323215" y="1242036"/>
                  </a:lnTo>
                  <a:lnTo>
                    <a:pt x="335280" y="1244255"/>
                  </a:lnTo>
                  <a:lnTo>
                    <a:pt x="348933" y="1246157"/>
                  </a:lnTo>
                  <a:lnTo>
                    <a:pt x="364173" y="1248060"/>
                  </a:lnTo>
                  <a:lnTo>
                    <a:pt x="381318" y="1249328"/>
                  </a:lnTo>
                  <a:lnTo>
                    <a:pt x="400368" y="1249962"/>
                  </a:lnTo>
                  <a:lnTo>
                    <a:pt x="421958" y="1250279"/>
                  </a:lnTo>
                  <a:lnTo>
                    <a:pt x="425768" y="1261376"/>
                  </a:lnTo>
                  <a:lnTo>
                    <a:pt x="430213" y="1272474"/>
                  </a:lnTo>
                  <a:lnTo>
                    <a:pt x="434658" y="1282937"/>
                  </a:lnTo>
                  <a:lnTo>
                    <a:pt x="440055" y="1293083"/>
                  </a:lnTo>
                  <a:lnTo>
                    <a:pt x="445453" y="1303229"/>
                  </a:lnTo>
                  <a:lnTo>
                    <a:pt x="451485" y="1313375"/>
                  </a:lnTo>
                  <a:lnTo>
                    <a:pt x="457835" y="1322886"/>
                  </a:lnTo>
                  <a:lnTo>
                    <a:pt x="464185" y="1332081"/>
                  </a:lnTo>
                  <a:lnTo>
                    <a:pt x="471488" y="1341276"/>
                  </a:lnTo>
                  <a:lnTo>
                    <a:pt x="478473" y="1349837"/>
                  </a:lnTo>
                  <a:lnTo>
                    <a:pt x="485775" y="1358080"/>
                  </a:lnTo>
                  <a:lnTo>
                    <a:pt x="493395" y="1366324"/>
                  </a:lnTo>
                  <a:lnTo>
                    <a:pt x="500698" y="1374250"/>
                  </a:lnTo>
                  <a:lnTo>
                    <a:pt x="508635" y="1381860"/>
                  </a:lnTo>
                  <a:lnTo>
                    <a:pt x="516573" y="1388835"/>
                  </a:lnTo>
                  <a:lnTo>
                    <a:pt x="524510" y="1395493"/>
                  </a:lnTo>
                  <a:lnTo>
                    <a:pt x="532448" y="1402469"/>
                  </a:lnTo>
                  <a:lnTo>
                    <a:pt x="540385" y="1408810"/>
                  </a:lnTo>
                  <a:lnTo>
                    <a:pt x="555943" y="1420541"/>
                  </a:lnTo>
                  <a:lnTo>
                    <a:pt x="571500" y="1430687"/>
                  </a:lnTo>
                  <a:lnTo>
                    <a:pt x="586105" y="1439565"/>
                  </a:lnTo>
                  <a:lnTo>
                    <a:pt x="600075" y="1447492"/>
                  </a:lnTo>
                  <a:lnTo>
                    <a:pt x="612775" y="1453833"/>
                  </a:lnTo>
                  <a:lnTo>
                    <a:pt x="624523" y="1458589"/>
                  </a:lnTo>
                  <a:lnTo>
                    <a:pt x="634365" y="1462394"/>
                  </a:lnTo>
                  <a:lnTo>
                    <a:pt x="634365" y="1467784"/>
                  </a:lnTo>
                  <a:lnTo>
                    <a:pt x="634683" y="1473808"/>
                  </a:lnTo>
                  <a:lnTo>
                    <a:pt x="635318" y="1479832"/>
                  </a:lnTo>
                  <a:lnTo>
                    <a:pt x="636270" y="1486173"/>
                  </a:lnTo>
                  <a:lnTo>
                    <a:pt x="638810" y="1499173"/>
                  </a:lnTo>
                  <a:lnTo>
                    <a:pt x="641668" y="1512489"/>
                  </a:lnTo>
                  <a:lnTo>
                    <a:pt x="645795" y="1526440"/>
                  </a:lnTo>
                  <a:lnTo>
                    <a:pt x="650558" y="1540074"/>
                  </a:lnTo>
                  <a:lnTo>
                    <a:pt x="655321" y="1553707"/>
                  </a:lnTo>
                  <a:lnTo>
                    <a:pt x="660083" y="1566707"/>
                  </a:lnTo>
                  <a:lnTo>
                    <a:pt x="665481" y="1579389"/>
                  </a:lnTo>
                  <a:lnTo>
                    <a:pt x="670243" y="1590803"/>
                  </a:lnTo>
                  <a:lnTo>
                    <a:pt x="679133" y="1610144"/>
                  </a:lnTo>
                  <a:lnTo>
                    <a:pt x="685165" y="1623144"/>
                  </a:lnTo>
                  <a:lnTo>
                    <a:pt x="687388" y="1627900"/>
                  </a:lnTo>
                  <a:lnTo>
                    <a:pt x="0" y="1912938"/>
                  </a:lnTo>
                  <a:lnTo>
                    <a:pt x="275590" y="1223963"/>
                  </a:lnTo>
                  <a:close/>
                  <a:moveTo>
                    <a:pt x="923427" y="530225"/>
                  </a:moveTo>
                  <a:lnTo>
                    <a:pt x="931362" y="531813"/>
                  </a:lnTo>
                  <a:lnTo>
                    <a:pt x="941201" y="533401"/>
                  </a:lnTo>
                  <a:lnTo>
                    <a:pt x="951993" y="536259"/>
                  </a:lnTo>
                  <a:lnTo>
                    <a:pt x="965007" y="539435"/>
                  </a:lnTo>
                  <a:lnTo>
                    <a:pt x="978972" y="544199"/>
                  </a:lnTo>
                  <a:lnTo>
                    <a:pt x="994208" y="549281"/>
                  </a:lnTo>
                  <a:lnTo>
                    <a:pt x="1010713" y="555950"/>
                  </a:lnTo>
                  <a:lnTo>
                    <a:pt x="1028805" y="564526"/>
                  </a:lnTo>
                  <a:lnTo>
                    <a:pt x="1038327" y="568972"/>
                  </a:lnTo>
                  <a:lnTo>
                    <a:pt x="1047849" y="574053"/>
                  </a:lnTo>
                  <a:lnTo>
                    <a:pt x="1057689" y="579453"/>
                  </a:lnTo>
                  <a:lnTo>
                    <a:pt x="1067845" y="585487"/>
                  </a:lnTo>
                  <a:lnTo>
                    <a:pt x="1078320" y="591521"/>
                  </a:lnTo>
                  <a:lnTo>
                    <a:pt x="1088794" y="598191"/>
                  </a:lnTo>
                  <a:lnTo>
                    <a:pt x="1099903" y="605495"/>
                  </a:lnTo>
                  <a:lnTo>
                    <a:pt x="1111012" y="613118"/>
                  </a:lnTo>
                  <a:lnTo>
                    <a:pt x="1122439" y="621058"/>
                  </a:lnTo>
                  <a:lnTo>
                    <a:pt x="1133548" y="630268"/>
                  </a:lnTo>
                  <a:lnTo>
                    <a:pt x="1145609" y="639161"/>
                  </a:lnTo>
                  <a:lnTo>
                    <a:pt x="1157353" y="649006"/>
                  </a:lnTo>
                  <a:lnTo>
                    <a:pt x="1169415" y="659487"/>
                  </a:lnTo>
                  <a:lnTo>
                    <a:pt x="1181476" y="670285"/>
                  </a:lnTo>
                  <a:lnTo>
                    <a:pt x="1193855" y="681719"/>
                  </a:lnTo>
                  <a:lnTo>
                    <a:pt x="1206234" y="693787"/>
                  </a:lnTo>
                  <a:lnTo>
                    <a:pt x="1224326" y="712208"/>
                  </a:lnTo>
                  <a:lnTo>
                    <a:pt x="1241148" y="730311"/>
                  </a:lnTo>
                  <a:lnTo>
                    <a:pt x="1257336" y="748731"/>
                  </a:lnTo>
                  <a:lnTo>
                    <a:pt x="1272888" y="767152"/>
                  </a:lnTo>
                  <a:lnTo>
                    <a:pt x="1287172" y="785573"/>
                  </a:lnTo>
                  <a:lnTo>
                    <a:pt x="1300185" y="803993"/>
                  </a:lnTo>
                  <a:lnTo>
                    <a:pt x="1312246" y="822096"/>
                  </a:lnTo>
                  <a:lnTo>
                    <a:pt x="1323356" y="840199"/>
                  </a:lnTo>
                  <a:lnTo>
                    <a:pt x="1333513" y="857984"/>
                  </a:lnTo>
                  <a:lnTo>
                    <a:pt x="1343035" y="875770"/>
                  </a:lnTo>
                  <a:lnTo>
                    <a:pt x="1346843" y="884345"/>
                  </a:lnTo>
                  <a:lnTo>
                    <a:pt x="1350970" y="892920"/>
                  </a:lnTo>
                  <a:lnTo>
                    <a:pt x="1354461" y="901813"/>
                  </a:lnTo>
                  <a:lnTo>
                    <a:pt x="1357635" y="910388"/>
                  </a:lnTo>
                  <a:lnTo>
                    <a:pt x="1360809" y="918963"/>
                  </a:lnTo>
                  <a:lnTo>
                    <a:pt x="1363349" y="927220"/>
                  </a:lnTo>
                  <a:lnTo>
                    <a:pt x="1365570" y="935478"/>
                  </a:lnTo>
                  <a:lnTo>
                    <a:pt x="1367792" y="943735"/>
                  </a:lnTo>
                  <a:lnTo>
                    <a:pt x="1369697" y="951675"/>
                  </a:lnTo>
                  <a:lnTo>
                    <a:pt x="1370966" y="959933"/>
                  </a:lnTo>
                  <a:lnTo>
                    <a:pt x="1372236" y="967873"/>
                  </a:lnTo>
                  <a:lnTo>
                    <a:pt x="1373188" y="975495"/>
                  </a:lnTo>
                  <a:lnTo>
                    <a:pt x="774247" y="1579563"/>
                  </a:lnTo>
                  <a:lnTo>
                    <a:pt x="771708" y="1576387"/>
                  </a:lnTo>
                  <a:lnTo>
                    <a:pt x="768851" y="1572258"/>
                  </a:lnTo>
                  <a:lnTo>
                    <a:pt x="765042" y="1566542"/>
                  </a:lnTo>
                  <a:lnTo>
                    <a:pt x="760281" y="1559237"/>
                  </a:lnTo>
                  <a:lnTo>
                    <a:pt x="755520" y="1550344"/>
                  </a:lnTo>
                  <a:lnTo>
                    <a:pt x="749807" y="1540181"/>
                  </a:lnTo>
                  <a:lnTo>
                    <a:pt x="744728" y="1528113"/>
                  </a:lnTo>
                  <a:lnTo>
                    <a:pt x="739333" y="1515091"/>
                  </a:lnTo>
                  <a:lnTo>
                    <a:pt x="734254" y="1500164"/>
                  </a:lnTo>
                  <a:lnTo>
                    <a:pt x="731715" y="1492224"/>
                  </a:lnTo>
                  <a:lnTo>
                    <a:pt x="729493" y="1483967"/>
                  </a:lnTo>
                  <a:lnTo>
                    <a:pt x="727271" y="1475392"/>
                  </a:lnTo>
                  <a:lnTo>
                    <a:pt x="725367" y="1466181"/>
                  </a:lnTo>
                  <a:lnTo>
                    <a:pt x="724097" y="1457289"/>
                  </a:lnTo>
                  <a:lnTo>
                    <a:pt x="722510" y="1447443"/>
                  </a:lnTo>
                  <a:lnTo>
                    <a:pt x="721241" y="1437280"/>
                  </a:lnTo>
                  <a:lnTo>
                    <a:pt x="720288" y="1427117"/>
                  </a:lnTo>
                  <a:lnTo>
                    <a:pt x="719336" y="1416319"/>
                  </a:lnTo>
                  <a:lnTo>
                    <a:pt x="719336" y="1405203"/>
                  </a:lnTo>
                  <a:lnTo>
                    <a:pt x="719336" y="1394087"/>
                  </a:lnTo>
                  <a:lnTo>
                    <a:pt x="719971" y="1382018"/>
                  </a:lnTo>
                  <a:lnTo>
                    <a:pt x="705688" y="1375349"/>
                  </a:lnTo>
                  <a:lnTo>
                    <a:pt x="692039" y="1368362"/>
                  </a:lnTo>
                  <a:lnTo>
                    <a:pt x="679343" y="1361692"/>
                  </a:lnTo>
                  <a:lnTo>
                    <a:pt x="667282" y="1355023"/>
                  </a:lnTo>
                  <a:lnTo>
                    <a:pt x="655855" y="1348035"/>
                  </a:lnTo>
                  <a:lnTo>
                    <a:pt x="645381" y="1341366"/>
                  </a:lnTo>
                  <a:lnTo>
                    <a:pt x="635224" y="1334696"/>
                  </a:lnTo>
                  <a:lnTo>
                    <a:pt x="625385" y="1327709"/>
                  </a:lnTo>
                  <a:lnTo>
                    <a:pt x="616497" y="1321357"/>
                  </a:lnTo>
                  <a:lnTo>
                    <a:pt x="608245" y="1314688"/>
                  </a:lnTo>
                  <a:lnTo>
                    <a:pt x="599992" y="1308018"/>
                  </a:lnTo>
                  <a:lnTo>
                    <a:pt x="592692" y="1301349"/>
                  </a:lnTo>
                  <a:lnTo>
                    <a:pt x="585709" y="1294679"/>
                  </a:lnTo>
                  <a:lnTo>
                    <a:pt x="579361" y="1288327"/>
                  </a:lnTo>
                  <a:lnTo>
                    <a:pt x="573013" y="1281975"/>
                  </a:lnTo>
                  <a:lnTo>
                    <a:pt x="567300" y="1275306"/>
                  </a:lnTo>
                  <a:lnTo>
                    <a:pt x="561904" y="1268636"/>
                  </a:lnTo>
                  <a:lnTo>
                    <a:pt x="556825" y="1262285"/>
                  </a:lnTo>
                  <a:lnTo>
                    <a:pt x="552064" y="1255933"/>
                  </a:lnTo>
                  <a:lnTo>
                    <a:pt x="547621" y="1249898"/>
                  </a:lnTo>
                  <a:lnTo>
                    <a:pt x="539686" y="1237194"/>
                  </a:lnTo>
                  <a:lnTo>
                    <a:pt x="532703" y="1224808"/>
                  </a:lnTo>
                  <a:lnTo>
                    <a:pt x="526355" y="1212739"/>
                  </a:lnTo>
                  <a:lnTo>
                    <a:pt x="520641" y="1200988"/>
                  </a:lnTo>
                  <a:lnTo>
                    <a:pt x="509850" y="1177804"/>
                  </a:lnTo>
                  <a:lnTo>
                    <a:pt x="497471" y="1178122"/>
                  </a:lnTo>
                  <a:lnTo>
                    <a:pt x="485727" y="1178122"/>
                  </a:lnTo>
                  <a:lnTo>
                    <a:pt x="474300" y="1178122"/>
                  </a:lnTo>
                  <a:lnTo>
                    <a:pt x="463509" y="1177804"/>
                  </a:lnTo>
                  <a:lnTo>
                    <a:pt x="453352" y="1177169"/>
                  </a:lnTo>
                  <a:lnTo>
                    <a:pt x="443512" y="1175898"/>
                  </a:lnTo>
                  <a:lnTo>
                    <a:pt x="433673" y="1174628"/>
                  </a:lnTo>
                  <a:lnTo>
                    <a:pt x="424785" y="1173675"/>
                  </a:lnTo>
                  <a:lnTo>
                    <a:pt x="416215" y="1172087"/>
                  </a:lnTo>
                  <a:lnTo>
                    <a:pt x="408280" y="1170182"/>
                  </a:lnTo>
                  <a:lnTo>
                    <a:pt x="393045" y="1167006"/>
                  </a:lnTo>
                  <a:lnTo>
                    <a:pt x="379714" y="1162877"/>
                  </a:lnTo>
                  <a:lnTo>
                    <a:pt x="367653" y="1158431"/>
                  </a:lnTo>
                  <a:lnTo>
                    <a:pt x="357496" y="1153984"/>
                  </a:lnTo>
                  <a:lnTo>
                    <a:pt x="348926" y="1149855"/>
                  </a:lnTo>
                  <a:lnTo>
                    <a:pt x="341308" y="1146044"/>
                  </a:lnTo>
                  <a:lnTo>
                    <a:pt x="335595" y="1142551"/>
                  </a:lnTo>
                  <a:lnTo>
                    <a:pt x="331151" y="1139375"/>
                  </a:lnTo>
                  <a:lnTo>
                    <a:pt x="327660" y="1137152"/>
                  </a:lnTo>
                  <a:lnTo>
                    <a:pt x="325438" y="1134928"/>
                  </a:lnTo>
                  <a:lnTo>
                    <a:pt x="923427" y="530225"/>
                  </a:lnTo>
                  <a:close/>
                  <a:moveTo>
                    <a:pt x="1084432" y="388938"/>
                  </a:moveTo>
                  <a:lnTo>
                    <a:pt x="1089844" y="389573"/>
                  </a:lnTo>
                  <a:lnTo>
                    <a:pt x="1097165" y="389891"/>
                  </a:lnTo>
                  <a:lnTo>
                    <a:pt x="1106715" y="390843"/>
                  </a:lnTo>
                  <a:lnTo>
                    <a:pt x="1118175" y="392748"/>
                  </a:lnTo>
                  <a:lnTo>
                    <a:pt x="1132499" y="396241"/>
                  </a:lnTo>
                  <a:lnTo>
                    <a:pt x="1140458" y="398146"/>
                  </a:lnTo>
                  <a:lnTo>
                    <a:pt x="1148734" y="400686"/>
                  </a:lnTo>
                  <a:lnTo>
                    <a:pt x="1157329" y="403226"/>
                  </a:lnTo>
                  <a:lnTo>
                    <a:pt x="1166879" y="406718"/>
                  </a:lnTo>
                  <a:lnTo>
                    <a:pt x="1176747" y="410528"/>
                  </a:lnTo>
                  <a:lnTo>
                    <a:pt x="1187252" y="414656"/>
                  </a:lnTo>
                  <a:lnTo>
                    <a:pt x="1197756" y="419418"/>
                  </a:lnTo>
                  <a:lnTo>
                    <a:pt x="1208579" y="424816"/>
                  </a:lnTo>
                  <a:lnTo>
                    <a:pt x="1220358" y="430848"/>
                  </a:lnTo>
                  <a:lnTo>
                    <a:pt x="1232136" y="437198"/>
                  </a:lnTo>
                  <a:lnTo>
                    <a:pt x="1244550" y="444183"/>
                  </a:lnTo>
                  <a:lnTo>
                    <a:pt x="1256965" y="452121"/>
                  </a:lnTo>
                  <a:lnTo>
                    <a:pt x="1270017" y="460376"/>
                  </a:lnTo>
                  <a:lnTo>
                    <a:pt x="1283386" y="469901"/>
                  </a:lnTo>
                  <a:lnTo>
                    <a:pt x="1296438" y="480061"/>
                  </a:lnTo>
                  <a:lnTo>
                    <a:pt x="1310444" y="490856"/>
                  </a:lnTo>
                  <a:lnTo>
                    <a:pt x="1324450" y="502286"/>
                  </a:lnTo>
                  <a:lnTo>
                    <a:pt x="1338775" y="514986"/>
                  </a:lnTo>
                  <a:lnTo>
                    <a:pt x="1353100" y="528003"/>
                  </a:lnTo>
                  <a:lnTo>
                    <a:pt x="1367743" y="542291"/>
                  </a:lnTo>
                  <a:lnTo>
                    <a:pt x="1382386" y="557531"/>
                  </a:lnTo>
                  <a:lnTo>
                    <a:pt x="1396074" y="572136"/>
                  </a:lnTo>
                  <a:lnTo>
                    <a:pt x="1408489" y="586423"/>
                  </a:lnTo>
                  <a:lnTo>
                    <a:pt x="1420267" y="600393"/>
                  </a:lnTo>
                  <a:lnTo>
                    <a:pt x="1430772" y="613728"/>
                  </a:lnTo>
                  <a:lnTo>
                    <a:pt x="1440640" y="627381"/>
                  </a:lnTo>
                  <a:lnTo>
                    <a:pt x="1449235" y="640081"/>
                  </a:lnTo>
                  <a:lnTo>
                    <a:pt x="1457511" y="653098"/>
                  </a:lnTo>
                  <a:lnTo>
                    <a:pt x="1464833" y="665163"/>
                  </a:lnTo>
                  <a:lnTo>
                    <a:pt x="1471517" y="676911"/>
                  </a:lnTo>
                  <a:lnTo>
                    <a:pt x="1477566" y="688341"/>
                  </a:lnTo>
                  <a:lnTo>
                    <a:pt x="1482341" y="699136"/>
                  </a:lnTo>
                  <a:lnTo>
                    <a:pt x="1487434" y="709613"/>
                  </a:lnTo>
                  <a:lnTo>
                    <a:pt x="1490935" y="720408"/>
                  </a:lnTo>
                  <a:lnTo>
                    <a:pt x="1494755" y="729616"/>
                  </a:lnTo>
                  <a:lnTo>
                    <a:pt x="1497939" y="739141"/>
                  </a:lnTo>
                  <a:lnTo>
                    <a:pt x="1500167" y="747713"/>
                  </a:lnTo>
                  <a:lnTo>
                    <a:pt x="1502395" y="756286"/>
                  </a:lnTo>
                  <a:lnTo>
                    <a:pt x="1503987" y="763906"/>
                  </a:lnTo>
                  <a:lnTo>
                    <a:pt x="1505260" y="771526"/>
                  </a:lnTo>
                  <a:lnTo>
                    <a:pt x="1507170" y="784543"/>
                  </a:lnTo>
                  <a:lnTo>
                    <a:pt x="1508125" y="795338"/>
                  </a:lnTo>
                  <a:lnTo>
                    <a:pt x="1508125" y="804228"/>
                  </a:lnTo>
                  <a:lnTo>
                    <a:pt x="1507807" y="810261"/>
                  </a:lnTo>
                  <a:lnTo>
                    <a:pt x="1506852" y="815341"/>
                  </a:lnTo>
                  <a:lnTo>
                    <a:pt x="1444778" y="877888"/>
                  </a:lnTo>
                  <a:lnTo>
                    <a:pt x="1442550" y="864553"/>
                  </a:lnTo>
                  <a:lnTo>
                    <a:pt x="1439048" y="851218"/>
                  </a:lnTo>
                  <a:lnTo>
                    <a:pt x="1435228" y="836296"/>
                  </a:lnTo>
                  <a:lnTo>
                    <a:pt x="1430135" y="821691"/>
                  </a:lnTo>
                  <a:lnTo>
                    <a:pt x="1424087" y="806451"/>
                  </a:lnTo>
                  <a:lnTo>
                    <a:pt x="1416765" y="790576"/>
                  </a:lnTo>
                  <a:lnTo>
                    <a:pt x="1408807" y="774383"/>
                  </a:lnTo>
                  <a:lnTo>
                    <a:pt x="1399894" y="757873"/>
                  </a:lnTo>
                  <a:lnTo>
                    <a:pt x="1390026" y="741363"/>
                  </a:lnTo>
                  <a:lnTo>
                    <a:pt x="1378884" y="724536"/>
                  </a:lnTo>
                  <a:lnTo>
                    <a:pt x="1367106" y="707073"/>
                  </a:lnTo>
                  <a:lnTo>
                    <a:pt x="1353737" y="689928"/>
                  </a:lnTo>
                  <a:lnTo>
                    <a:pt x="1340048" y="672466"/>
                  </a:lnTo>
                  <a:lnTo>
                    <a:pt x="1325087" y="655003"/>
                  </a:lnTo>
                  <a:lnTo>
                    <a:pt x="1308852" y="637541"/>
                  </a:lnTo>
                  <a:lnTo>
                    <a:pt x="1291981" y="620396"/>
                  </a:lnTo>
                  <a:lnTo>
                    <a:pt x="1278611" y="607061"/>
                  </a:lnTo>
                  <a:lnTo>
                    <a:pt x="1264923" y="594361"/>
                  </a:lnTo>
                  <a:lnTo>
                    <a:pt x="1251235" y="582296"/>
                  </a:lnTo>
                  <a:lnTo>
                    <a:pt x="1238184" y="570866"/>
                  </a:lnTo>
                  <a:lnTo>
                    <a:pt x="1224814" y="560388"/>
                  </a:lnTo>
                  <a:lnTo>
                    <a:pt x="1212081" y="550228"/>
                  </a:lnTo>
                  <a:lnTo>
                    <a:pt x="1199348" y="541021"/>
                  </a:lnTo>
                  <a:lnTo>
                    <a:pt x="1187252" y="532448"/>
                  </a:lnTo>
                  <a:lnTo>
                    <a:pt x="1175155" y="524511"/>
                  </a:lnTo>
                  <a:lnTo>
                    <a:pt x="1163059" y="516573"/>
                  </a:lnTo>
                  <a:lnTo>
                    <a:pt x="1151917" y="509588"/>
                  </a:lnTo>
                  <a:lnTo>
                    <a:pt x="1140776" y="502921"/>
                  </a:lnTo>
                  <a:lnTo>
                    <a:pt x="1129953" y="496888"/>
                  </a:lnTo>
                  <a:lnTo>
                    <a:pt x="1119766" y="491808"/>
                  </a:lnTo>
                  <a:lnTo>
                    <a:pt x="1109580" y="486411"/>
                  </a:lnTo>
                  <a:lnTo>
                    <a:pt x="1100030" y="481966"/>
                  </a:lnTo>
                  <a:lnTo>
                    <a:pt x="1082522" y="474028"/>
                  </a:lnTo>
                  <a:lnTo>
                    <a:pt x="1066287" y="467678"/>
                  </a:lnTo>
                  <a:lnTo>
                    <a:pt x="1052599" y="462598"/>
                  </a:lnTo>
                  <a:lnTo>
                    <a:pt x="1040821" y="459106"/>
                  </a:lnTo>
                  <a:lnTo>
                    <a:pt x="1031590" y="456248"/>
                  </a:lnTo>
                  <a:lnTo>
                    <a:pt x="1024905" y="454343"/>
                  </a:lnTo>
                  <a:lnTo>
                    <a:pt x="1019175" y="453391"/>
                  </a:lnTo>
                  <a:lnTo>
                    <a:pt x="1084432" y="388938"/>
                  </a:lnTo>
                  <a:close/>
                  <a:moveTo>
                    <a:pt x="1213168" y="238125"/>
                  </a:moveTo>
                  <a:lnTo>
                    <a:pt x="1218883" y="238125"/>
                  </a:lnTo>
                  <a:lnTo>
                    <a:pt x="1226186" y="238759"/>
                  </a:lnTo>
                  <a:lnTo>
                    <a:pt x="1236028" y="239709"/>
                  </a:lnTo>
                  <a:lnTo>
                    <a:pt x="1248411" y="242245"/>
                  </a:lnTo>
                  <a:lnTo>
                    <a:pt x="1263016" y="245414"/>
                  </a:lnTo>
                  <a:lnTo>
                    <a:pt x="1270953" y="247315"/>
                  </a:lnTo>
                  <a:lnTo>
                    <a:pt x="1280161" y="249850"/>
                  </a:lnTo>
                  <a:lnTo>
                    <a:pt x="1289051" y="253020"/>
                  </a:lnTo>
                  <a:lnTo>
                    <a:pt x="1298893" y="256506"/>
                  </a:lnTo>
                  <a:lnTo>
                    <a:pt x="1309053" y="260625"/>
                  </a:lnTo>
                  <a:lnTo>
                    <a:pt x="1319848" y="264745"/>
                  </a:lnTo>
                  <a:lnTo>
                    <a:pt x="1330961" y="269816"/>
                  </a:lnTo>
                  <a:lnTo>
                    <a:pt x="1342391" y="275203"/>
                  </a:lnTo>
                  <a:lnTo>
                    <a:pt x="1354456" y="281541"/>
                  </a:lnTo>
                  <a:lnTo>
                    <a:pt x="1366838" y="288196"/>
                  </a:lnTo>
                  <a:lnTo>
                    <a:pt x="1379538" y="295802"/>
                  </a:lnTo>
                  <a:lnTo>
                    <a:pt x="1392873" y="303725"/>
                  </a:lnTo>
                  <a:lnTo>
                    <a:pt x="1405891" y="312598"/>
                  </a:lnTo>
                  <a:lnTo>
                    <a:pt x="1419861" y="322422"/>
                  </a:lnTo>
                  <a:lnTo>
                    <a:pt x="1433831" y="332880"/>
                  </a:lnTo>
                  <a:lnTo>
                    <a:pt x="1448436" y="344289"/>
                  </a:lnTo>
                  <a:lnTo>
                    <a:pt x="1463041" y="356332"/>
                  </a:lnTo>
                  <a:lnTo>
                    <a:pt x="1477963" y="369325"/>
                  </a:lnTo>
                  <a:lnTo>
                    <a:pt x="1492886" y="383269"/>
                  </a:lnTo>
                  <a:lnTo>
                    <a:pt x="1508126" y="398164"/>
                  </a:lnTo>
                  <a:lnTo>
                    <a:pt x="1523366" y="413692"/>
                  </a:lnTo>
                  <a:lnTo>
                    <a:pt x="1537653" y="428587"/>
                  </a:lnTo>
                  <a:lnTo>
                    <a:pt x="1550353" y="443481"/>
                  </a:lnTo>
                  <a:lnTo>
                    <a:pt x="1562418" y="458376"/>
                  </a:lnTo>
                  <a:lnTo>
                    <a:pt x="1573848" y="472637"/>
                  </a:lnTo>
                  <a:lnTo>
                    <a:pt x="1583691" y="486264"/>
                  </a:lnTo>
                  <a:lnTo>
                    <a:pt x="1593216" y="499891"/>
                  </a:lnTo>
                  <a:lnTo>
                    <a:pt x="1601471" y="512884"/>
                  </a:lnTo>
                  <a:lnTo>
                    <a:pt x="1609091" y="525878"/>
                  </a:lnTo>
                  <a:lnTo>
                    <a:pt x="1616076" y="538237"/>
                  </a:lnTo>
                  <a:lnTo>
                    <a:pt x="1622108" y="549963"/>
                  </a:lnTo>
                  <a:lnTo>
                    <a:pt x="1627823" y="561371"/>
                  </a:lnTo>
                  <a:lnTo>
                    <a:pt x="1632268" y="572780"/>
                  </a:lnTo>
                  <a:lnTo>
                    <a:pt x="1636713" y="583238"/>
                  </a:lnTo>
                  <a:lnTo>
                    <a:pt x="1640206" y="593379"/>
                  </a:lnTo>
                  <a:lnTo>
                    <a:pt x="1643699" y="603203"/>
                  </a:lnTo>
                  <a:lnTo>
                    <a:pt x="1646239" y="612077"/>
                  </a:lnTo>
                  <a:lnTo>
                    <a:pt x="1648143" y="620633"/>
                  </a:lnTo>
                  <a:lnTo>
                    <a:pt x="1650049" y="628873"/>
                  </a:lnTo>
                  <a:lnTo>
                    <a:pt x="1651636" y="636478"/>
                  </a:lnTo>
                  <a:lnTo>
                    <a:pt x="1652589" y="643767"/>
                  </a:lnTo>
                  <a:lnTo>
                    <a:pt x="1653541" y="650422"/>
                  </a:lnTo>
                  <a:lnTo>
                    <a:pt x="1654176" y="661514"/>
                  </a:lnTo>
                  <a:lnTo>
                    <a:pt x="1654176" y="670705"/>
                  </a:lnTo>
                  <a:lnTo>
                    <a:pt x="1653859" y="677043"/>
                  </a:lnTo>
                  <a:lnTo>
                    <a:pt x="1652906" y="682747"/>
                  </a:lnTo>
                  <a:lnTo>
                    <a:pt x="1588136" y="747713"/>
                  </a:lnTo>
                  <a:lnTo>
                    <a:pt x="1585596" y="733769"/>
                  </a:lnTo>
                  <a:lnTo>
                    <a:pt x="1582421" y="719508"/>
                  </a:lnTo>
                  <a:lnTo>
                    <a:pt x="1578293" y="704297"/>
                  </a:lnTo>
                  <a:lnTo>
                    <a:pt x="1572896" y="689085"/>
                  </a:lnTo>
                  <a:lnTo>
                    <a:pt x="1566546" y="672923"/>
                  </a:lnTo>
                  <a:lnTo>
                    <a:pt x="1559561" y="656761"/>
                  </a:lnTo>
                  <a:lnTo>
                    <a:pt x="1550671" y="639964"/>
                  </a:lnTo>
                  <a:lnTo>
                    <a:pt x="1541463" y="622534"/>
                  </a:lnTo>
                  <a:lnTo>
                    <a:pt x="1531303" y="605105"/>
                  </a:lnTo>
                  <a:lnTo>
                    <a:pt x="1519556" y="587358"/>
                  </a:lnTo>
                  <a:lnTo>
                    <a:pt x="1507173" y="569294"/>
                  </a:lnTo>
                  <a:lnTo>
                    <a:pt x="1493521" y="551230"/>
                  </a:lnTo>
                  <a:lnTo>
                    <a:pt x="1479233" y="533166"/>
                  </a:lnTo>
                  <a:lnTo>
                    <a:pt x="1463676" y="514786"/>
                  </a:lnTo>
                  <a:lnTo>
                    <a:pt x="1446848" y="497039"/>
                  </a:lnTo>
                  <a:lnTo>
                    <a:pt x="1429386" y="478975"/>
                  </a:lnTo>
                  <a:lnTo>
                    <a:pt x="1415098" y="465031"/>
                  </a:lnTo>
                  <a:lnTo>
                    <a:pt x="1400811" y="451721"/>
                  </a:lnTo>
                  <a:lnTo>
                    <a:pt x="1386841" y="439362"/>
                  </a:lnTo>
                  <a:lnTo>
                    <a:pt x="1372871" y="427636"/>
                  </a:lnTo>
                  <a:lnTo>
                    <a:pt x="1359536" y="416544"/>
                  </a:lnTo>
                  <a:lnTo>
                    <a:pt x="1345883" y="406086"/>
                  </a:lnTo>
                  <a:lnTo>
                    <a:pt x="1332548" y="396262"/>
                  </a:lnTo>
                  <a:lnTo>
                    <a:pt x="1319848" y="387389"/>
                  </a:lnTo>
                  <a:lnTo>
                    <a:pt x="1307148" y="378832"/>
                  </a:lnTo>
                  <a:lnTo>
                    <a:pt x="1295083" y="370909"/>
                  </a:lnTo>
                  <a:lnTo>
                    <a:pt x="1283018" y="363620"/>
                  </a:lnTo>
                  <a:lnTo>
                    <a:pt x="1271271" y="356648"/>
                  </a:lnTo>
                  <a:lnTo>
                    <a:pt x="1260158" y="350627"/>
                  </a:lnTo>
                  <a:lnTo>
                    <a:pt x="1249681" y="344606"/>
                  </a:lnTo>
                  <a:lnTo>
                    <a:pt x="1239203" y="339219"/>
                  </a:lnTo>
                  <a:lnTo>
                    <a:pt x="1229361" y="334782"/>
                  </a:lnTo>
                  <a:lnTo>
                    <a:pt x="1210628" y="326542"/>
                  </a:lnTo>
                  <a:lnTo>
                    <a:pt x="1193801" y="319887"/>
                  </a:lnTo>
                  <a:lnTo>
                    <a:pt x="1179513" y="314500"/>
                  </a:lnTo>
                  <a:lnTo>
                    <a:pt x="1167766" y="310697"/>
                  </a:lnTo>
                  <a:lnTo>
                    <a:pt x="1157923" y="307845"/>
                  </a:lnTo>
                  <a:lnTo>
                    <a:pt x="1150621" y="306260"/>
                  </a:lnTo>
                  <a:lnTo>
                    <a:pt x="1144588" y="304992"/>
                  </a:lnTo>
                  <a:lnTo>
                    <a:pt x="1213168" y="238125"/>
                  </a:lnTo>
                  <a:close/>
                  <a:moveTo>
                    <a:pt x="1555569" y="0"/>
                  </a:moveTo>
                  <a:lnTo>
                    <a:pt x="1566687" y="0"/>
                  </a:lnTo>
                  <a:lnTo>
                    <a:pt x="1578441" y="0"/>
                  </a:lnTo>
                  <a:lnTo>
                    <a:pt x="1589876" y="1272"/>
                  </a:lnTo>
                  <a:lnTo>
                    <a:pt x="1601948" y="2862"/>
                  </a:lnTo>
                  <a:lnTo>
                    <a:pt x="1614337" y="5088"/>
                  </a:lnTo>
                  <a:lnTo>
                    <a:pt x="1627043" y="7950"/>
                  </a:lnTo>
                  <a:lnTo>
                    <a:pt x="1640385" y="11766"/>
                  </a:lnTo>
                  <a:lnTo>
                    <a:pt x="1653409" y="16218"/>
                  </a:lnTo>
                  <a:lnTo>
                    <a:pt x="1667386" y="21624"/>
                  </a:lnTo>
                  <a:lnTo>
                    <a:pt x="1681363" y="27984"/>
                  </a:lnTo>
                  <a:lnTo>
                    <a:pt x="1695976" y="35298"/>
                  </a:lnTo>
                  <a:lnTo>
                    <a:pt x="1710588" y="42930"/>
                  </a:lnTo>
                  <a:lnTo>
                    <a:pt x="1725836" y="52152"/>
                  </a:lnTo>
                  <a:lnTo>
                    <a:pt x="1741084" y="62010"/>
                  </a:lnTo>
                  <a:lnTo>
                    <a:pt x="1756649" y="72822"/>
                  </a:lnTo>
                  <a:lnTo>
                    <a:pt x="1772850" y="84588"/>
                  </a:lnTo>
                  <a:lnTo>
                    <a:pt x="1789051" y="97626"/>
                  </a:lnTo>
                  <a:lnTo>
                    <a:pt x="1804617" y="111300"/>
                  </a:lnTo>
                  <a:lnTo>
                    <a:pt x="1819547" y="124656"/>
                  </a:lnTo>
                  <a:lnTo>
                    <a:pt x="1832571" y="138330"/>
                  </a:lnTo>
                  <a:lnTo>
                    <a:pt x="1844642" y="151686"/>
                  </a:lnTo>
                  <a:lnTo>
                    <a:pt x="1856078" y="165042"/>
                  </a:lnTo>
                  <a:lnTo>
                    <a:pt x="1865608" y="178398"/>
                  </a:lnTo>
                  <a:lnTo>
                    <a:pt x="1874502" y="191755"/>
                  </a:lnTo>
                  <a:lnTo>
                    <a:pt x="1881809" y="204475"/>
                  </a:lnTo>
                  <a:lnTo>
                    <a:pt x="1888797" y="217831"/>
                  </a:lnTo>
                  <a:lnTo>
                    <a:pt x="1894197" y="230869"/>
                  </a:lnTo>
                  <a:lnTo>
                    <a:pt x="1898962" y="243907"/>
                  </a:lnTo>
                  <a:lnTo>
                    <a:pt x="1902457" y="256309"/>
                  </a:lnTo>
                  <a:lnTo>
                    <a:pt x="1905633" y="268711"/>
                  </a:lnTo>
                  <a:lnTo>
                    <a:pt x="1907857" y="281113"/>
                  </a:lnTo>
                  <a:lnTo>
                    <a:pt x="1908810" y="293197"/>
                  </a:lnTo>
                  <a:lnTo>
                    <a:pt x="1909763" y="305281"/>
                  </a:lnTo>
                  <a:lnTo>
                    <a:pt x="1909763" y="316729"/>
                  </a:lnTo>
                  <a:lnTo>
                    <a:pt x="1908492" y="328177"/>
                  </a:lnTo>
                  <a:lnTo>
                    <a:pt x="1907539" y="339307"/>
                  </a:lnTo>
                  <a:lnTo>
                    <a:pt x="1905316" y="350437"/>
                  </a:lnTo>
                  <a:lnTo>
                    <a:pt x="1902457" y="360931"/>
                  </a:lnTo>
                  <a:lnTo>
                    <a:pt x="1899598" y="371425"/>
                  </a:lnTo>
                  <a:lnTo>
                    <a:pt x="1895786" y="381601"/>
                  </a:lnTo>
                  <a:lnTo>
                    <a:pt x="1891656" y="391459"/>
                  </a:lnTo>
                  <a:lnTo>
                    <a:pt x="1887527" y="400681"/>
                  </a:lnTo>
                  <a:lnTo>
                    <a:pt x="1882762" y="409903"/>
                  </a:lnTo>
                  <a:lnTo>
                    <a:pt x="1877361" y="418490"/>
                  </a:lnTo>
                  <a:lnTo>
                    <a:pt x="1871643" y="426758"/>
                  </a:lnTo>
                  <a:lnTo>
                    <a:pt x="1865925" y="434708"/>
                  </a:lnTo>
                  <a:lnTo>
                    <a:pt x="1860208" y="442340"/>
                  </a:lnTo>
                  <a:lnTo>
                    <a:pt x="1854172" y="449336"/>
                  </a:lnTo>
                  <a:lnTo>
                    <a:pt x="1847501" y="456014"/>
                  </a:lnTo>
                  <a:lnTo>
                    <a:pt x="1841783" y="463328"/>
                  </a:lnTo>
                  <a:lnTo>
                    <a:pt x="1830983" y="476048"/>
                  </a:lnTo>
                  <a:lnTo>
                    <a:pt x="1801122" y="514208"/>
                  </a:lnTo>
                  <a:lnTo>
                    <a:pt x="1764909" y="560636"/>
                  </a:lnTo>
                  <a:lnTo>
                    <a:pt x="1730283" y="604838"/>
                  </a:lnTo>
                  <a:lnTo>
                    <a:pt x="1729648" y="593708"/>
                  </a:lnTo>
                  <a:lnTo>
                    <a:pt x="1728377" y="581306"/>
                  </a:lnTo>
                  <a:lnTo>
                    <a:pt x="1726471" y="567632"/>
                  </a:lnTo>
                  <a:lnTo>
                    <a:pt x="1723930" y="553322"/>
                  </a:lnTo>
                  <a:lnTo>
                    <a:pt x="1720118" y="537740"/>
                  </a:lnTo>
                  <a:lnTo>
                    <a:pt x="1715353" y="521840"/>
                  </a:lnTo>
                  <a:lnTo>
                    <a:pt x="1712494" y="513254"/>
                  </a:lnTo>
                  <a:lnTo>
                    <a:pt x="1709318" y="504668"/>
                  </a:lnTo>
                  <a:lnTo>
                    <a:pt x="1705823" y="496082"/>
                  </a:lnTo>
                  <a:lnTo>
                    <a:pt x="1702011" y="487178"/>
                  </a:lnTo>
                  <a:lnTo>
                    <a:pt x="1697882" y="477638"/>
                  </a:lnTo>
                  <a:lnTo>
                    <a:pt x="1693117" y="468098"/>
                  </a:lnTo>
                  <a:lnTo>
                    <a:pt x="1688034" y="458876"/>
                  </a:lnTo>
                  <a:lnTo>
                    <a:pt x="1682952" y="449018"/>
                  </a:lnTo>
                  <a:lnTo>
                    <a:pt x="1677234" y="439160"/>
                  </a:lnTo>
                  <a:lnTo>
                    <a:pt x="1670881" y="428984"/>
                  </a:lnTo>
                  <a:lnTo>
                    <a:pt x="1664527" y="418808"/>
                  </a:lnTo>
                  <a:lnTo>
                    <a:pt x="1657221" y="408631"/>
                  </a:lnTo>
                  <a:lnTo>
                    <a:pt x="1649915" y="398137"/>
                  </a:lnTo>
                  <a:lnTo>
                    <a:pt x="1641973" y="387643"/>
                  </a:lnTo>
                  <a:lnTo>
                    <a:pt x="1633079" y="376831"/>
                  </a:lnTo>
                  <a:lnTo>
                    <a:pt x="1624184" y="365701"/>
                  </a:lnTo>
                  <a:lnTo>
                    <a:pt x="1614337" y="354889"/>
                  </a:lnTo>
                  <a:lnTo>
                    <a:pt x="1604489" y="343441"/>
                  </a:lnTo>
                  <a:lnTo>
                    <a:pt x="1593688" y="332311"/>
                  </a:lnTo>
                  <a:lnTo>
                    <a:pt x="1582570" y="320863"/>
                  </a:lnTo>
                  <a:lnTo>
                    <a:pt x="1571134" y="310051"/>
                  </a:lnTo>
                  <a:lnTo>
                    <a:pt x="1559381" y="299239"/>
                  </a:lnTo>
                  <a:lnTo>
                    <a:pt x="1548263" y="289381"/>
                  </a:lnTo>
                  <a:lnTo>
                    <a:pt x="1536827" y="279523"/>
                  </a:lnTo>
                  <a:lnTo>
                    <a:pt x="1525709" y="270619"/>
                  </a:lnTo>
                  <a:lnTo>
                    <a:pt x="1514590" y="262351"/>
                  </a:lnTo>
                  <a:lnTo>
                    <a:pt x="1503472" y="254083"/>
                  </a:lnTo>
                  <a:lnTo>
                    <a:pt x="1492672" y="246451"/>
                  </a:lnTo>
                  <a:lnTo>
                    <a:pt x="1481871" y="239137"/>
                  </a:lnTo>
                  <a:lnTo>
                    <a:pt x="1471388" y="232777"/>
                  </a:lnTo>
                  <a:lnTo>
                    <a:pt x="1460905" y="226417"/>
                  </a:lnTo>
                  <a:lnTo>
                    <a:pt x="1450740" y="220693"/>
                  </a:lnTo>
                  <a:lnTo>
                    <a:pt x="1440575" y="215287"/>
                  </a:lnTo>
                  <a:lnTo>
                    <a:pt x="1430410" y="210199"/>
                  </a:lnTo>
                  <a:lnTo>
                    <a:pt x="1420562" y="205747"/>
                  </a:lnTo>
                  <a:lnTo>
                    <a:pt x="1411350" y="201613"/>
                  </a:lnTo>
                  <a:lnTo>
                    <a:pt x="1401820" y="197479"/>
                  </a:lnTo>
                  <a:lnTo>
                    <a:pt x="1392925" y="193981"/>
                  </a:lnTo>
                  <a:lnTo>
                    <a:pt x="1375136" y="187620"/>
                  </a:lnTo>
                  <a:lnTo>
                    <a:pt x="1358300" y="182850"/>
                  </a:lnTo>
                  <a:lnTo>
                    <a:pt x="1342417" y="178716"/>
                  </a:lnTo>
                  <a:lnTo>
                    <a:pt x="1327805" y="175536"/>
                  </a:lnTo>
                  <a:lnTo>
                    <a:pt x="1314145" y="173310"/>
                  </a:lnTo>
                  <a:lnTo>
                    <a:pt x="1301756" y="171720"/>
                  </a:lnTo>
                  <a:lnTo>
                    <a:pt x="1290638" y="171084"/>
                  </a:lnTo>
                  <a:lnTo>
                    <a:pt x="1330346" y="138966"/>
                  </a:lnTo>
                  <a:lnTo>
                    <a:pt x="1370689" y="105894"/>
                  </a:lnTo>
                  <a:lnTo>
                    <a:pt x="1405950" y="76638"/>
                  </a:lnTo>
                  <a:lnTo>
                    <a:pt x="1419609" y="64554"/>
                  </a:lnTo>
                  <a:lnTo>
                    <a:pt x="1429774" y="55650"/>
                  </a:lnTo>
                  <a:lnTo>
                    <a:pt x="1435810" y="49926"/>
                  </a:lnTo>
                  <a:lnTo>
                    <a:pt x="1442163" y="44520"/>
                  </a:lnTo>
                  <a:lnTo>
                    <a:pt x="1448834" y="39432"/>
                  </a:lnTo>
                  <a:lnTo>
                    <a:pt x="1455505" y="34026"/>
                  </a:lnTo>
                  <a:lnTo>
                    <a:pt x="1463129" y="29256"/>
                  </a:lnTo>
                  <a:lnTo>
                    <a:pt x="1470753" y="24486"/>
                  </a:lnTo>
                  <a:lnTo>
                    <a:pt x="1479012" y="20352"/>
                  </a:lnTo>
                  <a:lnTo>
                    <a:pt x="1487271" y="16218"/>
                  </a:lnTo>
                  <a:lnTo>
                    <a:pt x="1495848" y="13038"/>
                  </a:lnTo>
                  <a:lnTo>
                    <a:pt x="1505378" y="9540"/>
                  </a:lnTo>
                  <a:lnTo>
                    <a:pt x="1514590" y="6996"/>
                  </a:lnTo>
                  <a:lnTo>
                    <a:pt x="1524438" y="4770"/>
                  </a:lnTo>
                  <a:lnTo>
                    <a:pt x="1534285" y="2544"/>
                  </a:lnTo>
                  <a:lnTo>
                    <a:pt x="1544768" y="1272"/>
                  </a:lnTo>
                  <a:lnTo>
                    <a:pt x="1555569" y="0"/>
                  </a:lnTo>
                  <a:close/>
                </a:path>
              </a:pathLst>
            </a:custGeom>
            <a:solidFill>
              <a:srgbClr val="D10000"/>
            </a:solidFill>
            <a:ln>
              <a:noFill/>
            </a:ln>
            <a:extLst>
              <a:ext uri="{91240B29-F687-4F45-9708-019B960494DF}">
                <a14:hiddenLine xmlns:a14="http://schemas.microsoft.com/office/drawing/2010/main" xmlns="" w="9525">
                  <a:solidFill>
                    <a:srgbClr val="000000"/>
                  </a:solidFill>
                  <a:round/>
                </a14:hiddenLine>
              </a:ext>
            </a:extLst>
          </p:spPr>
          <p:txBody>
            <a:bodyPr anchor="ctr">
              <a:scene3d>
                <a:camera prst="orthographicFront"/>
                <a:lightRig rig="threePt" dir="t"/>
              </a:scene3d>
              <a:sp3d contourW="12700">
                <a:contourClr>
                  <a:srgbClr val="FFFFFF"/>
                </a:contourClr>
              </a:sp3d>
            </a:bodyPr>
            <a:lstStyle/>
            <a:p>
              <a:pPr algn="ctr" eaLnBrk="1" fontAlgn="auto" hangingPunct="1">
                <a:spcBef>
                  <a:spcPts val="0"/>
                </a:spcBef>
                <a:spcAft>
                  <a:spcPts val="0"/>
                </a:spcAft>
                <a:defRPr/>
              </a:pPr>
              <a:endParaRPr lang="zh-CN" altLang="en-US" kern="0">
                <a:solidFill>
                  <a:srgbClr val="FFFFFF"/>
                </a:solidFill>
                <a:latin typeface="Arial" panose="020B0604020202020204"/>
                <a:ea typeface="宋体" panose="02010600030101010101" pitchFamily="2" charset="-122"/>
              </a:endParaRPr>
            </a:p>
          </p:txBody>
        </p:sp>
      </p:grpSp>
    </p:spTree>
    <p:custDataLst>
      <p:tags r:id="rId1"/>
    </p:custDataLst>
  </p:cSld>
  <p:clrMapOvr>
    <a:masterClrMapping/>
  </p:clrMapOvr>
  <p:transition>
    <p:zoom/>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7.1 </a:t>
            </a:r>
            <a:r>
              <a:rPr lang="zh-CN" altLang="en-US" dirty="0" smtClean="0">
                <a:solidFill>
                  <a:srgbClr val="FF0000"/>
                </a:solidFill>
                <a:sym typeface="+mn-ea"/>
              </a:rPr>
              <a:t>面向对象分析</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7.1.5 </a:t>
            </a:r>
            <a:r>
              <a:rPr lang="zh-CN" altLang="en-US" sz="2400" dirty="0" smtClean="0">
                <a:solidFill>
                  <a:schemeClr val="tx1"/>
                </a:solidFill>
              </a:rPr>
              <a:t>建立功能模型</a:t>
            </a:r>
          </a:p>
        </p:txBody>
      </p:sp>
      <p:sp>
        <p:nvSpPr>
          <p:cNvPr id="6" name="MH_Other_1"/>
          <p:cNvSpPr/>
          <p:nvPr>
            <p:custDataLst>
              <p:tags r:id="rId2"/>
            </p:custDataLst>
          </p:nvPr>
        </p:nvSpPr>
        <p:spPr bwMode="auto">
          <a:xfrm>
            <a:off x="802640" y="1969135"/>
            <a:ext cx="9842500" cy="4366895"/>
          </a:xfrm>
          <a:custGeom>
            <a:avLst/>
            <a:gdLst>
              <a:gd name="T0" fmla="*/ 6952593 w 6952593"/>
              <a:gd name="T1" fmla="*/ 3704897 h 4729656"/>
              <a:gd name="T2" fmla="*/ 6952593 w 6952593"/>
              <a:gd name="T3" fmla="*/ 4729656 h 4729656"/>
              <a:gd name="T4" fmla="*/ 0 w 6952593"/>
              <a:gd name="T5" fmla="*/ 4729656 h 4729656"/>
              <a:gd name="T6" fmla="*/ 0 w 6952593"/>
              <a:gd name="T7" fmla="*/ 0 h 4729656"/>
            </a:gdLst>
            <a:ahLst/>
            <a:cxnLst>
              <a:cxn ang="0">
                <a:pos x="T0" y="T1"/>
              </a:cxn>
              <a:cxn ang="0">
                <a:pos x="T2" y="T3"/>
              </a:cxn>
              <a:cxn ang="0">
                <a:pos x="T4" y="T5"/>
              </a:cxn>
              <a:cxn ang="0">
                <a:pos x="T6" y="T7"/>
              </a:cxn>
            </a:cxnLst>
            <a:rect l="0" t="0" r="r" b="b"/>
            <a:pathLst>
              <a:path w="6952593" h="4729656">
                <a:moveTo>
                  <a:pt x="6952593" y="3704897"/>
                </a:moveTo>
                <a:lnTo>
                  <a:pt x="6952593" y="4729656"/>
                </a:lnTo>
                <a:lnTo>
                  <a:pt x="0" y="4729656"/>
                </a:lnTo>
                <a:lnTo>
                  <a:pt x="0" y="0"/>
                </a:lnTo>
              </a:path>
            </a:pathLst>
          </a:custGeom>
          <a:noFill/>
          <a:ln w="12700" cap="flat" cmpd="sng">
            <a:solidFill>
              <a:srgbClr val="35D2FD"/>
            </a:solidFill>
            <a:round/>
          </a:ln>
          <a:extLst>
            <a:ext uri="{909E8E84-426E-40DD-AFC4-6F175D3DCCD1}">
              <a14:hiddenFill xmlns:a14="http://schemas.microsoft.com/office/drawing/2010/main" xmlns="">
                <a:solidFill>
                  <a:srgbClr val="FFFFFF"/>
                </a:solidFill>
              </a14:hiddenFill>
            </a:ext>
          </a:extLst>
        </p:spPr>
        <p:txBody>
          <a:bodyPr anchor="ctr"/>
          <a:lstStyle/>
          <a:p>
            <a:endParaRPr lang="zh-CN" altLang="en-US">
              <a:solidFill>
                <a:srgbClr val="5CABB5"/>
              </a:solidFill>
            </a:endParaRPr>
          </a:p>
        </p:txBody>
      </p:sp>
      <p:sp>
        <p:nvSpPr>
          <p:cNvPr id="3" name="文本框 2"/>
          <p:cNvSpPr txBox="1"/>
          <p:nvPr/>
        </p:nvSpPr>
        <p:spPr>
          <a:xfrm>
            <a:off x="968375" y="2147570"/>
            <a:ext cx="5922010" cy="4010025"/>
          </a:xfrm>
          <a:prstGeom prst="rect">
            <a:avLst/>
          </a:prstGeom>
          <a:noFill/>
        </p:spPr>
        <p:txBody>
          <a:bodyPr wrap="square" rtlCol="0" anchor="t">
            <a:spAutoFit/>
          </a:bodyPr>
          <a:lstStyle/>
          <a:p>
            <a:pPr fontAlgn="auto">
              <a:lnSpc>
                <a:spcPct val="130000"/>
              </a:lnSpc>
            </a:pPr>
            <a:r>
              <a:rPr lang="en-US" altLang="zh-CN"/>
              <a:t>        </a:t>
            </a:r>
            <a:r>
              <a:rPr lang="zh-CN" altLang="en-US"/>
              <a:t>软件开发过程是一个多次反复修改、逐步完善的过程，面向对象方法比使用结构化分析和设计技术更容易实现反复修改及逐步完善的过程。必须把用户需求与实现策略区分开来，但分析和设计之间不存在绝对的界限。</a:t>
            </a:r>
          </a:p>
          <a:p>
            <a:pPr fontAlgn="auto">
              <a:lnSpc>
                <a:spcPct val="130000"/>
              </a:lnSpc>
            </a:pPr>
            <a:r>
              <a:rPr lang="zh-CN" altLang="en-US"/>
              <a:t>       必须与用户和领域专家密切协作配合、共同提炼和整理用户需求。最终的模型要得到用户和领域专家的确认。很可能需要建立起原型系统，以便与用户更有效地进行交流。</a:t>
            </a:r>
          </a:p>
          <a:p>
            <a:pPr fontAlgn="auto">
              <a:lnSpc>
                <a:spcPct val="130000"/>
              </a:lnSpc>
            </a:pPr>
            <a:r>
              <a:rPr lang="zh-CN" altLang="en-US"/>
              <a:t>       有时可用增加冗余的关联以提高访问效率，或调整查询次序，或保留派生的属性等方法来优化设计。究竟如何设计才算是优化，要取得用户和系统应用领域专家的认可。</a:t>
            </a:r>
          </a:p>
        </p:txBody>
      </p:sp>
      <p:pic>
        <p:nvPicPr>
          <p:cNvPr id="4" name="图片 3" descr="A000220150821C25PPIC"/>
          <p:cNvPicPr>
            <a:picLocks noChangeAspect="1"/>
          </p:cNvPicPr>
          <p:nvPr/>
        </p:nvPicPr>
        <p:blipFill>
          <a:blip r:embed="rId5" cstate="print"/>
          <a:stretch>
            <a:fillRect/>
          </a:stretch>
        </p:blipFill>
        <p:spPr>
          <a:xfrm rot="19800000">
            <a:off x="7750347" y="2254472"/>
            <a:ext cx="4019545" cy="2974564"/>
          </a:xfrm>
          <a:prstGeom prst="rect">
            <a:avLst/>
          </a:prstGeom>
        </p:spPr>
      </p:pic>
    </p:spTree>
    <p:custDataLst>
      <p:tags r:id="rId1"/>
    </p:custDataLst>
  </p:cSld>
  <p:clrMapOvr>
    <a:masterClrMapping/>
  </p:clrMapOvr>
  <p:transition>
    <p:zoom/>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2</a:t>
              </a:r>
            </a:p>
          </p:txBody>
        </p:sp>
      </p:grpSp>
      <p:sp>
        <p:nvSpPr>
          <p:cNvPr id="40" name="文本框 39"/>
          <p:cNvSpPr txBox="1"/>
          <p:nvPr/>
        </p:nvSpPr>
        <p:spPr>
          <a:xfrm>
            <a:off x="6006465" y="2913380"/>
            <a:ext cx="5796280" cy="160591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软件架构设计和对象设计</a:t>
            </a:r>
          </a:p>
        </p:txBody>
      </p:sp>
      <p:grpSp>
        <p:nvGrpSpPr>
          <p:cNvPr id="11" name="组合 10"/>
          <p:cNvGrpSpPr/>
          <p:nvPr/>
        </p:nvGrpSpPr>
        <p:grpSpPr>
          <a:xfrm>
            <a:off x="6006465" y="4531995"/>
            <a:ext cx="3712845" cy="913130"/>
            <a:chOff x="9459" y="7137"/>
            <a:chExt cx="5847" cy="1438"/>
          </a:xfrm>
        </p:grpSpPr>
        <p:sp>
          <p:nvSpPr>
            <p:cNvPr id="48" name="文本框 4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软件架构设计</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软件架构风格</a:t>
              </a:r>
            </a:p>
          </p:txBody>
        </p:sp>
      </p:grpSp>
      <p:grpSp>
        <p:nvGrpSpPr>
          <p:cNvPr id="3" name="组合 2"/>
          <p:cNvGrpSpPr/>
          <p:nvPr/>
        </p:nvGrpSpPr>
        <p:grpSpPr>
          <a:xfrm>
            <a:off x="6006465" y="5537200"/>
            <a:ext cx="3712845" cy="913130"/>
            <a:chOff x="9459" y="7137"/>
            <a:chExt cx="5847" cy="1438"/>
          </a:xfrm>
        </p:grpSpPr>
        <p:sp>
          <p:nvSpPr>
            <p:cNvPr id="5" name="文本框 4"/>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移动互联系统的软件架构</a:t>
              </a:r>
            </a:p>
          </p:txBody>
        </p:sp>
        <p:sp>
          <p:nvSpPr>
            <p:cNvPr id="6" name="文本框 5"/>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对象设计</a:t>
              </a:r>
            </a:p>
          </p:txBody>
        </p:sp>
      </p:grpSp>
      <p:sp>
        <p:nvSpPr>
          <p:cNvPr id="8" name="文本框 7"/>
          <p:cNvSpPr txBox="1"/>
          <p:nvPr/>
        </p:nvSpPr>
        <p:spPr>
          <a:xfrm>
            <a:off x="8649335" y="4531995"/>
            <a:ext cx="3000375" cy="7226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面向对象设计的准则和启发式规则</a:t>
            </a:r>
          </a:p>
        </p:txBody>
      </p:sp>
    </p:spTree>
  </p:cSld>
  <p:clrMapOvr>
    <a:masterClrMapping/>
  </p:clrMapOvr>
  <p:transition spd="slow">
    <p:wipe/>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prstGeom prst="rect">
            <a:avLst/>
          </a:prstGeom>
        </p:spPr>
        <p:txBody>
          <a:bodyPr/>
          <a:lstStyle/>
          <a:p>
            <a:r>
              <a:rPr lang="en-US" altLang="zh-CN" dirty="0" smtClean="0">
                <a:solidFill>
                  <a:srgbClr val="FF0000"/>
                </a:solidFill>
                <a:sym typeface="+mn-ea"/>
              </a:rPr>
              <a:t>7.2 </a:t>
            </a:r>
            <a:r>
              <a:rPr lang="zh-CN" altLang="en-US" dirty="0" smtClean="0">
                <a:solidFill>
                  <a:srgbClr val="FF0000"/>
                </a:solidFill>
                <a:sym typeface="+mn-ea"/>
              </a:rPr>
              <a:t>软件架构设计和对象设计</a:t>
            </a:r>
            <a:r>
              <a:rPr lang="zh-CN" altLang="en-US" dirty="0" smtClean="0">
                <a:solidFill>
                  <a:schemeClr val="tx1"/>
                </a:solidFill>
              </a:rPr>
              <a:t/>
            </a:r>
            <a:br>
              <a:rPr lang="zh-CN" altLang="en-US" dirty="0" smtClean="0">
                <a:solidFill>
                  <a:schemeClr val="tx1"/>
                </a:solidFill>
              </a:rPr>
            </a:br>
            <a:endParaRPr lang="zh-CN" altLang="en-US" dirty="0" smtClean="0">
              <a:solidFill>
                <a:srgbClr val="FF0000"/>
              </a:solidFill>
              <a:sym typeface="+mn-ea"/>
            </a:endParaRPr>
          </a:p>
        </p:txBody>
      </p:sp>
      <p:grpSp>
        <p:nvGrpSpPr>
          <p:cNvPr id="4" name="组合 3"/>
          <p:cNvGrpSpPr/>
          <p:nvPr/>
        </p:nvGrpSpPr>
        <p:grpSpPr>
          <a:xfrm>
            <a:off x="686795" y="1614625"/>
            <a:ext cx="10930890" cy="4273550"/>
            <a:chOff x="1564" y="3313"/>
            <a:chExt cx="17214" cy="6730"/>
          </a:xfrm>
        </p:grpSpPr>
        <p:sp>
          <p:nvSpPr>
            <p:cNvPr id="100" name="文本框 99"/>
            <p:cNvSpPr txBox="1"/>
            <p:nvPr/>
          </p:nvSpPr>
          <p:spPr>
            <a:xfrm>
              <a:off x="1564" y="3313"/>
              <a:ext cx="10933" cy="3810"/>
            </a:xfrm>
            <a:prstGeom prst="rect">
              <a:avLst/>
            </a:prstGeom>
            <a:noFill/>
            <a:ln w="9525">
              <a:noFill/>
            </a:ln>
          </p:spPr>
          <p:txBody>
            <a:bodyPr wrap="square">
              <a:spAutoFit/>
            </a:bodyPr>
            <a:lstStyle/>
            <a:p>
              <a:pPr marL="0" indent="457200" algn="l" fontAlgn="auto">
                <a:lnSpc>
                  <a:spcPct val="120000"/>
                </a:lnSpc>
              </a:pPr>
              <a:r>
                <a:rPr b="0" u="none" dirty="0">
                  <a:latin typeface="微软雅黑" panose="020B0503020204020204" charset="-122"/>
                  <a:ea typeface="微软雅黑" panose="020B0503020204020204" charset="-122"/>
                </a:rPr>
                <a:t>“软件架构”（Software Architecture）这个概念早在20世纪60年代就由著名的荷兰科学家Edsger Wybe．Dijkstra（1930～2002）提出，这位著名科学家提出了“数据结构”课程中的计算最短路径的Dijkstra算法，以及“操作系统”课程中的银行家算法，对计算机技术的发展作出了重要贡献。不过“软件架构”这个概念直到20世纪90年代随着软件工程技术的发展才渐渐为人所知。</a:t>
              </a:r>
            </a:p>
            <a:p>
              <a:pPr marL="0" indent="457200" algn="l" fontAlgn="auto">
                <a:lnSpc>
                  <a:spcPct val="120000"/>
                </a:lnSpc>
              </a:pPr>
              <a:endParaRPr b="0" u="none" dirty="0">
                <a:latin typeface="微软雅黑" panose="020B0503020204020204" charset="-122"/>
                <a:ea typeface="微软雅黑" panose="020B0503020204020204" charset="-122"/>
              </a:endParaRPr>
            </a:p>
          </p:txBody>
        </p:sp>
        <p:sp>
          <p:nvSpPr>
            <p:cNvPr id="5" name="文本框 4"/>
            <p:cNvSpPr txBox="1"/>
            <p:nvPr/>
          </p:nvSpPr>
          <p:spPr>
            <a:xfrm>
              <a:off x="1564" y="6791"/>
              <a:ext cx="17214" cy="3252"/>
            </a:xfrm>
            <a:prstGeom prst="rect">
              <a:avLst/>
            </a:prstGeom>
            <a:noFill/>
            <a:ln w="9525">
              <a:noFill/>
            </a:ln>
          </p:spPr>
          <p:txBody>
            <a:bodyPr wrap="square">
              <a:spAutoFit/>
            </a:bodyPr>
            <a:lstStyle/>
            <a:p>
              <a:pPr marL="0" indent="457200" algn="l" fontAlgn="auto">
                <a:lnSpc>
                  <a:spcPct val="120000"/>
                </a:lnSpc>
              </a:pPr>
              <a:r>
                <a:rPr lang="zh-CN" altLang="en-US" dirty="0">
                  <a:solidFill>
                    <a:srgbClr val="7030A0"/>
                  </a:solidFill>
                  <a:latin typeface="微软雅黑" panose="020B0503020204020204" charset="-122"/>
                  <a:ea typeface="微软雅黑" panose="020B0503020204020204" charset="-122"/>
                  <a:cs typeface="宋体" panose="02010600030101010101" pitchFamily="2" charset="-122"/>
                  <a:sym typeface="+mn-ea"/>
                </a:rPr>
                <a:t>软件架构又称软件体系结构</a:t>
              </a:r>
              <a:r>
                <a:rPr lang="zh-CN" altLang="en-US" dirty="0">
                  <a:latin typeface="微软雅黑" panose="020B0503020204020204" charset="-122"/>
                  <a:ea typeface="微软雅黑" panose="020B0503020204020204" charset="-122"/>
                  <a:cs typeface="宋体" panose="02010600030101010101" pitchFamily="2" charset="-122"/>
                  <a:sym typeface="+mn-ea"/>
                </a:rPr>
                <a:t>，它的形成同时借鉴了计算机体系结构和网络体系结构中很多宝贵的思想和方法。软件架构研究的主要内容涉及软件架构的核心模型、软件架构风格、软件架构评价等。解决好软件的重用、质量和维护问题，是研究软件架构的根本目的。</a:t>
              </a:r>
              <a:endParaRPr lang="zh-CN" altLang="en-US" b="0" u="none" dirty="0">
                <a:latin typeface="微软雅黑" panose="020B0503020204020204" charset="-122"/>
                <a:ea typeface="微软雅黑" panose="020B0503020204020204" charset="-122"/>
                <a:cs typeface="宋体" panose="02010600030101010101" pitchFamily="2" charset="-122"/>
              </a:endParaRPr>
            </a:p>
            <a:p>
              <a:pPr marL="0" indent="457200" algn="l" fontAlgn="auto">
                <a:lnSpc>
                  <a:spcPct val="120000"/>
                </a:lnSpc>
              </a:pPr>
              <a:r>
                <a:rPr lang="zh-CN" altLang="en-US" b="0" u="none" dirty="0">
                  <a:solidFill>
                    <a:srgbClr val="00B050"/>
                  </a:solidFill>
                  <a:latin typeface="微软雅黑" panose="020B0503020204020204" charset="-122"/>
                  <a:ea typeface="微软雅黑" panose="020B0503020204020204" charset="-122"/>
                  <a:cs typeface="宋体" panose="02010600030101010101" pitchFamily="2" charset="-122"/>
                </a:rPr>
                <a:t>软件架构为软件系统提供了一个结构、行为和属性的高级抽象，由构成系统的元素的描述、这些元素的相互作用、指导元素集成的模式以及这些模式的约束组成。</a:t>
              </a:r>
              <a:r>
                <a:rPr lang="zh-CN" altLang="en-US" b="0" u="none" dirty="0">
                  <a:latin typeface="微软雅黑" panose="020B0503020204020204" charset="-122"/>
                  <a:ea typeface="微软雅黑" panose="020B0503020204020204" charset="-122"/>
                  <a:cs typeface="宋体" panose="02010600030101010101" pitchFamily="2" charset="-122"/>
                </a:rPr>
                <a:t>软件架构不仅指定了系统的组织结构和拓扑结构，并且显示了系统需求和构成系统的元素之间的对应关系，提供了一些设计决策的基本原理。</a:t>
              </a:r>
            </a:p>
          </p:txBody>
        </p:sp>
      </p:grpSp>
      <p:pic>
        <p:nvPicPr>
          <p:cNvPr id="6" name="图片 5" descr="th"/>
          <p:cNvPicPr>
            <a:picLocks noChangeAspect="1"/>
          </p:cNvPicPr>
          <p:nvPr/>
        </p:nvPicPr>
        <p:blipFill>
          <a:blip r:embed="rId4" cstate="print"/>
          <a:stretch>
            <a:fillRect/>
          </a:stretch>
        </p:blipFill>
        <p:spPr>
          <a:xfrm>
            <a:off x="7837473" y="1167907"/>
            <a:ext cx="3778885" cy="2534920"/>
          </a:xfrm>
          <a:prstGeom prst="rect">
            <a:avLst/>
          </a:prstGeom>
        </p:spPr>
      </p:pic>
    </p:spTree>
    <p:custDataLst>
      <p:tags r:id="rId1"/>
    </p:custDataLst>
  </p:cSld>
  <p:clrMapOvr>
    <a:masterClrMapping/>
  </p:clrMapOvr>
  <p:transition>
    <p:pull dir="ru"/>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7.2 </a:t>
            </a:r>
            <a:r>
              <a:rPr lang="zh-CN" altLang="en-US" dirty="0" smtClean="0">
                <a:solidFill>
                  <a:srgbClr val="FF0000"/>
                </a:solidFill>
                <a:sym typeface="+mn-ea"/>
              </a:rPr>
              <a:t>软件架构设计和对象设计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7.2.1 </a:t>
            </a:r>
            <a:r>
              <a:rPr sz="2400" dirty="0" smtClean="0">
                <a:solidFill>
                  <a:schemeClr val="tx1"/>
                </a:solidFill>
              </a:rPr>
              <a:t>软件架构设计</a:t>
            </a:r>
          </a:p>
        </p:txBody>
      </p:sp>
      <p:grpSp>
        <p:nvGrpSpPr>
          <p:cNvPr id="7" name="组合 6"/>
          <p:cNvGrpSpPr/>
          <p:nvPr/>
        </p:nvGrpSpPr>
        <p:grpSpPr>
          <a:xfrm>
            <a:off x="0" y="2320925"/>
            <a:ext cx="12192000" cy="3074035"/>
            <a:chOff x="0" y="3848"/>
            <a:chExt cx="19200" cy="4841"/>
          </a:xfrm>
        </p:grpSpPr>
        <p:sp>
          <p:nvSpPr>
            <p:cNvPr id="4" name="矩形 3"/>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188" y="4252"/>
              <a:ext cx="11529" cy="4032"/>
            </a:xfrm>
            <a:prstGeom prst="rect">
              <a:avLst/>
            </a:prstGeom>
          </p:spPr>
          <p:txBody>
            <a:bodyPr wrap="square">
              <a:spAutoFit/>
            </a:bodyPr>
            <a:lstStyle/>
            <a:p>
              <a:pPr indent="457200">
                <a:lnSpc>
                  <a:spcPct val="150000"/>
                </a:lnSpc>
                <a:defRPr/>
              </a:pP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rPr>
                <a:t>软件架构是指在一定的设计原则基础上，从不同角度对组成系统的各部分进行搭配和安排，形成系统的多个结构而组成架构。软件架构描述的对象是直接构成系统的组件，各个组件之间的连接则明确和相对细致地描述组件之间的通讯。在实现阶段，这些组件被细化为实际的组件，比如具体某个类或者对象。在面向对象领域中，组件之间的连接通常用接口来实现。下面介绍软件架构的核心模型和软件架构设计的目标。</a:t>
              </a:r>
            </a:p>
          </p:txBody>
        </p:sp>
      </p:grpSp>
      <p:pic>
        <p:nvPicPr>
          <p:cNvPr id="100354" name="图片 1" descr="砌墙5.jpg"/>
          <p:cNvPicPr>
            <a:picLocks noGrp="1" noChangeAspect="1"/>
          </p:cNvPicPr>
          <p:nvPr/>
        </p:nvPicPr>
        <p:blipFill>
          <a:blip r:embed="rId4" cstate="print"/>
          <a:stretch>
            <a:fillRect/>
          </a:stretch>
        </p:blipFill>
        <p:spPr>
          <a:xfrm>
            <a:off x="8350885" y="2555875"/>
            <a:ext cx="3470910" cy="2603500"/>
          </a:xfrm>
          <a:prstGeom prst="rect">
            <a:avLst/>
          </a:prstGeom>
          <a:noFill/>
          <a:ln w="9525">
            <a:noFill/>
          </a:ln>
        </p:spPr>
      </p:pic>
    </p:spTree>
    <p:custDataLst>
      <p:tags r:id="rId1"/>
    </p:custDataLst>
  </p:cSld>
  <p:clrMapOvr>
    <a:masterClrMapping/>
  </p:clrMapOvr>
  <p:transition>
    <p:pull dir="ru"/>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7.2 </a:t>
            </a:r>
            <a:r>
              <a:rPr lang="zh-CN" altLang="en-US" dirty="0" smtClean="0">
                <a:solidFill>
                  <a:srgbClr val="FF0000"/>
                </a:solidFill>
                <a:sym typeface="+mn-ea"/>
              </a:rPr>
              <a:t>软件架构设计和对象设计</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7.2.1 </a:t>
            </a:r>
            <a:r>
              <a:rPr lang="zh-CN" altLang="en-US" sz="2400" dirty="0" smtClean="0">
                <a:solidFill>
                  <a:schemeClr val="tx1"/>
                </a:solidFill>
              </a:rPr>
              <a:t>软件架构设计</a:t>
            </a:r>
          </a:p>
        </p:txBody>
      </p:sp>
      <p:grpSp>
        <p:nvGrpSpPr>
          <p:cNvPr id="20" name="组合 19"/>
          <p:cNvGrpSpPr/>
          <p:nvPr/>
        </p:nvGrpSpPr>
        <p:grpSpPr>
          <a:xfrm>
            <a:off x="961390" y="2312920"/>
            <a:ext cx="9994900" cy="3102610"/>
            <a:chOff x="1514" y="3320"/>
            <a:chExt cx="15740" cy="4886"/>
          </a:xfrm>
        </p:grpSpPr>
        <p:grpSp>
          <p:nvGrpSpPr>
            <p:cNvPr id="37" name="组合 36"/>
            <p:cNvGrpSpPr/>
            <p:nvPr/>
          </p:nvGrpSpPr>
          <p:grpSpPr>
            <a:xfrm>
              <a:off x="1514" y="3320"/>
              <a:ext cx="15741" cy="2388"/>
              <a:chOff x="1188" y="3092"/>
              <a:chExt cx="15741" cy="2388"/>
            </a:xfrm>
          </p:grpSpPr>
          <p:grpSp>
            <p:nvGrpSpPr>
              <p:cNvPr id="38" name="组合 37"/>
              <p:cNvGrpSpPr/>
              <p:nvPr/>
            </p:nvGrpSpPr>
            <p:grpSpPr>
              <a:xfrm>
                <a:off x="1188" y="3092"/>
                <a:ext cx="4947" cy="930"/>
                <a:chOff x="508000" y="3196191"/>
                <a:chExt cx="3141314" cy="590550"/>
              </a:xfrm>
            </p:grpSpPr>
            <p:sp>
              <p:nvSpPr>
                <p:cNvPr id="39" name="TextBox 1"/>
                <p:cNvSpPr txBox="1">
                  <a:spLocks noChangeArrowheads="1"/>
                </p:cNvSpPr>
                <p:nvPr/>
              </p:nvSpPr>
              <p:spPr bwMode="auto">
                <a:xfrm>
                  <a:off x="508000" y="3196191"/>
                  <a:ext cx="318132"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1</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40" name="直接连接符 39"/>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1"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构件</a:t>
                  </a:r>
                </a:p>
              </p:txBody>
            </p:sp>
          </p:grpSp>
          <p:sp>
            <p:nvSpPr>
              <p:cNvPr id="42" name="矩形 8"/>
              <p:cNvSpPr>
                <a:spLocks noChangeArrowheads="1"/>
              </p:cNvSpPr>
              <p:nvPr/>
            </p:nvSpPr>
            <p:spPr bwMode="auto">
              <a:xfrm>
                <a:off x="1901" y="3608"/>
                <a:ext cx="15028" cy="18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构件是具有某种功能的可重用的软件单元，表示了系统主要的计算元素和数据存储。软件构件有原子构件和复合构件两种。原子构件是不可再分的构件，底层由实现该构件的类组成，这种构件的划分提供了软件架构的分层表示能力，有助于简化软件架构的设计。复合构件由原子构件和其他复合构件连接而成。</a:t>
                </a:r>
              </a:p>
            </p:txBody>
          </p:sp>
        </p:grpSp>
        <p:grpSp>
          <p:nvGrpSpPr>
            <p:cNvPr id="49" name="组合 48"/>
            <p:cNvGrpSpPr/>
            <p:nvPr/>
          </p:nvGrpSpPr>
          <p:grpSpPr>
            <a:xfrm>
              <a:off x="1514" y="5934"/>
              <a:ext cx="15741" cy="2273"/>
              <a:chOff x="1195" y="5840"/>
              <a:chExt cx="15741" cy="2273"/>
            </a:xfrm>
          </p:grpSpPr>
          <p:grpSp>
            <p:nvGrpSpPr>
              <p:cNvPr id="50" name="组合 49"/>
              <p:cNvGrpSpPr/>
              <p:nvPr/>
            </p:nvGrpSpPr>
            <p:grpSpPr>
              <a:xfrm>
                <a:off x="1195" y="5840"/>
                <a:ext cx="1012" cy="930"/>
                <a:chOff x="512763" y="4940853"/>
                <a:chExt cx="642724" cy="590550"/>
              </a:xfrm>
            </p:grpSpPr>
            <p:sp>
              <p:nvSpPr>
                <p:cNvPr id="51" name="TextBox 10"/>
                <p:cNvSpPr txBox="1">
                  <a:spLocks noChangeArrowheads="1"/>
                </p:cNvSpPr>
                <p:nvPr/>
              </p:nvSpPr>
              <p:spPr bwMode="auto">
                <a:xfrm>
                  <a:off x="512763" y="4940853"/>
                  <a:ext cx="361235"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2</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52" name="直接连接符 51"/>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53" name="矩形 12"/>
                <p:cNvSpPr>
                  <a:spLocks noChangeArrowheads="1"/>
                </p:cNvSpPr>
                <p:nvPr/>
              </p:nvSpPr>
              <p:spPr bwMode="auto">
                <a:xfrm>
                  <a:off x="960438" y="5036103"/>
                  <a:ext cx="195049"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连接件</a:t>
                  </a:r>
                </a:p>
              </p:txBody>
            </p:sp>
          </p:grpSp>
          <p:sp>
            <p:nvSpPr>
              <p:cNvPr id="54" name="矩形 9"/>
              <p:cNvSpPr>
                <a:spLocks noChangeArrowheads="1"/>
              </p:cNvSpPr>
              <p:nvPr/>
            </p:nvSpPr>
            <p:spPr bwMode="auto">
              <a:xfrm>
                <a:off x="1938" y="6472"/>
                <a:ext cx="14998" cy="16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fontAlgn="auto">
                  <a:lnSpc>
                    <a:spcPct val="130000"/>
                  </a:lnSpc>
                </a:pPr>
                <a:r>
                  <a:rPr lang="en-US" altLang="zh-CN"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连接件表示了构件之间的交互，简单的连接件如管道（Pipe）、过程调用（Procedure）、事件广播（Event Broadcast）等，复杂的交互如客户机/服务器（Client/Server）通信协议、数据库和应用之间的SQL连接等。</a:t>
                </a:r>
              </a:p>
            </p:txBody>
          </p:sp>
        </p:grpSp>
      </p:grpSp>
      <p:grpSp>
        <p:nvGrpSpPr>
          <p:cNvPr id="6" name="组合 5"/>
          <p:cNvGrpSpPr/>
          <p:nvPr/>
        </p:nvGrpSpPr>
        <p:grpSpPr>
          <a:xfrm>
            <a:off x="961390" y="5479710"/>
            <a:ext cx="9889490" cy="639445"/>
            <a:chOff x="1188" y="3092"/>
            <a:chExt cx="15574" cy="1007"/>
          </a:xfrm>
        </p:grpSpPr>
        <p:grpSp>
          <p:nvGrpSpPr>
            <p:cNvPr id="8" name="组合 7"/>
            <p:cNvGrpSpPr/>
            <p:nvPr/>
          </p:nvGrpSpPr>
          <p:grpSpPr>
            <a:xfrm>
              <a:off x="1188" y="3092"/>
              <a:ext cx="4947" cy="930"/>
              <a:chOff x="508000" y="3196191"/>
              <a:chExt cx="3141314" cy="590550"/>
            </a:xfrm>
          </p:grpSpPr>
          <p:sp>
            <p:nvSpPr>
              <p:cNvPr id="9"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3</a:t>
                </a:r>
              </a:p>
            </p:txBody>
          </p:sp>
          <p:cxnSp>
            <p:nvCxnSpPr>
              <p:cNvPr id="10" name="直接连接符 9"/>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1"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配置</a:t>
                </a:r>
              </a:p>
            </p:txBody>
          </p:sp>
        </p:grpSp>
        <p:sp>
          <p:nvSpPr>
            <p:cNvPr id="12" name="矩形 8"/>
            <p:cNvSpPr>
              <a:spLocks noChangeArrowheads="1"/>
            </p:cNvSpPr>
            <p:nvPr/>
          </p:nvSpPr>
          <p:spPr bwMode="auto">
            <a:xfrm>
              <a:off x="1901" y="3608"/>
              <a:ext cx="14861" cy="4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配置表示了构件和连接件的拓扑逻辑和约束。</a:t>
              </a:r>
            </a:p>
          </p:txBody>
        </p:sp>
      </p:grpSp>
      <p:sp>
        <p:nvSpPr>
          <p:cNvPr id="23" name="MH_SubTitle_2"/>
          <p:cNvSpPr/>
          <p:nvPr>
            <p:custDataLst>
              <p:tags r:id="rId2"/>
            </p:custDataLst>
          </p:nvPr>
        </p:nvSpPr>
        <p:spPr>
          <a:xfrm flipH="1">
            <a:off x="6989445" y="1849120"/>
            <a:ext cx="3716020" cy="733425"/>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软件架构的核心模型</a:t>
            </a:r>
          </a:p>
        </p:txBody>
      </p:sp>
      <p:sp>
        <p:nvSpPr>
          <p:cNvPr id="24" name="MH_Other_5"/>
          <p:cNvSpPr/>
          <p:nvPr>
            <p:custDataLst>
              <p:tags r:id="rId3"/>
            </p:custDataLst>
          </p:nvPr>
        </p:nvSpPr>
        <p:spPr>
          <a:xfrm flipH="1">
            <a:off x="11200669" y="172751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a:t>
            </a:r>
            <a:r>
              <a:rPr lang="en-US" sz="3200" dirty="0" smtClean="0">
                <a:solidFill>
                  <a:srgbClr val="FFFFFF"/>
                </a:solidFill>
                <a:latin typeface="Impact" panose="020B0806030902050204" pitchFamily="34" charset="0"/>
                <a:ea typeface="微软雅黑" panose="020B0503020204020204" charset="-122"/>
              </a:rPr>
              <a:t>1</a:t>
            </a:r>
            <a:endParaRPr lang="en-US" sz="3200" dirty="0">
              <a:solidFill>
                <a:srgbClr val="FFFFFF"/>
              </a:solidFill>
              <a:latin typeface="Impact" panose="020B0806030902050204" pitchFamily="34" charset="0"/>
              <a:ea typeface="微软雅黑" panose="020B0503020204020204" charset="-122"/>
            </a:endParaRPr>
          </a:p>
        </p:txBody>
      </p:sp>
      <p:sp>
        <p:nvSpPr>
          <p:cNvPr id="25" name="MH_Other_6"/>
          <p:cNvSpPr/>
          <p:nvPr>
            <p:custDataLst>
              <p:tags r:id="rId4"/>
            </p:custDataLst>
          </p:nvPr>
        </p:nvSpPr>
        <p:spPr>
          <a:xfrm flipH="1">
            <a:off x="10703596" y="172593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Tree>
    <p:custDataLst>
      <p:tags r:id="rId1"/>
    </p:custDataLst>
  </p:cSld>
  <p:clrMapOvr>
    <a:masterClrMapping/>
  </p:clrMapOvr>
  <p:transition>
    <p:pull dir="ru"/>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7.2 </a:t>
            </a:r>
            <a:r>
              <a:rPr lang="zh-CN" altLang="en-US" dirty="0" smtClean="0">
                <a:solidFill>
                  <a:srgbClr val="FF0000"/>
                </a:solidFill>
                <a:sym typeface="+mn-ea"/>
              </a:rPr>
              <a:t>软件架构设计和对象设计</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7.2.1 </a:t>
            </a:r>
            <a:r>
              <a:rPr lang="zh-CN" altLang="en-US" sz="2400" dirty="0" smtClean="0">
                <a:solidFill>
                  <a:schemeClr val="tx1"/>
                </a:solidFill>
              </a:rPr>
              <a:t>软件架构设计</a:t>
            </a:r>
          </a:p>
        </p:txBody>
      </p:sp>
      <p:grpSp>
        <p:nvGrpSpPr>
          <p:cNvPr id="37" name="组合 36"/>
          <p:cNvGrpSpPr/>
          <p:nvPr/>
        </p:nvGrpSpPr>
        <p:grpSpPr>
          <a:xfrm>
            <a:off x="809625" y="2921768"/>
            <a:ext cx="5138420" cy="2979420"/>
            <a:chOff x="1188" y="3092"/>
            <a:chExt cx="8092" cy="4692"/>
          </a:xfrm>
        </p:grpSpPr>
        <p:grpSp>
          <p:nvGrpSpPr>
            <p:cNvPr id="38" name="组合 37"/>
            <p:cNvGrpSpPr/>
            <p:nvPr/>
          </p:nvGrpSpPr>
          <p:grpSpPr>
            <a:xfrm>
              <a:off x="1188" y="3092"/>
              <a:ext cx="4947" cy="930"/>
              <a:chOff x="508000" y="3196191"/>
              <a:chExt cx="3141314" cy="590550"/>
            </a:xfrm>
          </p:grpSpPr>
          <p:sp>
            <p:nvSpPr>
              <p:cNvPr id="39" name="TextBox 1"/>
              <p:cNvSpPr txBox="1">
                <a:spLocks noChangeArrowheads="1"/>
              </p:cNvSpPr>
              <p:nvPr/>
            </p:nvSpPr>
            <p:spPr bwMode="auto">
              <a:xfrm>
                <a:off x="508000" y="3196191"/>
                <a:ext cx="360676"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4</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40" name="直接连接符 39"/>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1"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端口</a:t>
                </a:r>
              </a:p>
            </p:txBody>
          </p:sp>
        </p:grpSp>
        <p:sp>
          <p:nvSpPr>
            <p:cNvPr id="42" name="矩形 8"/>
            <p:cNvSpPr>
              <a:spLocks noChangeArrowheads="1"/>
            </p:cNvSpPr>
            <p:nvPr/>
          </p:nvSpPr>
          <p:spPr bwMode="auto">
            <a:xfrm>
              <a:off x="1901" y="3608"/>
              <a:ext cx="7379" cy="41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构件是一个封装的实体，只能通过其接口与外部环境交互。构件的接口由一组端口组成，每个端口表示了构件和外部环境的交互点。通过不同的端口类型，一个构件可以提供多重接口。一个端口可以非常简单，如过程调用，也可以表示更为复杂的界面（包含一些约束），如必须以某种顺序调用的一组过程调用。</a:t>
              </a:r>
            </a:p>
          </p:txBody>
        </p:sp>
      </p:grpSp>
      <p:grpSp>
        <p:nvGrpSpPr>
          <p:cNvPr id="3" name="组合 2"/>
          <p:cNvGrpSpPr/>
          <p:nvPr/>
        </p:nvGrpSpPr>
        <p:grpSpPr>
          <a:xfrm>
            <a:off x="6406515" y="2921768"/>
            <a:ext cx="5138420" cy="2979420"/>
            <a:chOff x="1188" y="3092"/>
            <a:chExt cx="8092" cy="4692"/>
          </a:xfrm>
        </p:grpSpPr>
        <p:grpSp>
          <p:nvGrpSpPr>
            <p:cNvPr id="4" name="组合 3"/>
            <p:cNvGrpSpPr/>
            <p:nvPr/>
          </p:nvGrpSpPr>
          <p:grpSpPr>
            <a:xfrm>
              <a:off x="1188" y="3092"/>
              <a:ext cx="4947" cy="930"/>
              <a:chOff x="508000" y="3196191"/>
              <a:chExt cx="3141314" cy="590550"/>
            </a:xfrm>
          </p:grpSpPr>
          <p:sp>
            <p:nvSpPr>
              <p:cNvPr id="5" name="TextBox 1"/>
              <p:cNvSpPr txBox="1">
                <a:spLocks noChangeArrowheads="1"/>
              </p:cNvSpPr>
              <p:nvPr/>
            </p:nvSpPr>
            <p:spPr bwMode="auto">
              <a:xfrm>
                <a:off x="508000" y="3196191"/>
                <a:ext cx="37401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5</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6" name="直接连接符 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7"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角色</a:t>
                </a:r>
              </a:p>
            </p:txBody>
          </p:sp>
        </p:grpSp>
        <p:sp>
          <p:nvSpPr>
            <p:cNvPr id="8" name="矩形 8"/>
            <p:cNvSpPr>
              <a:spLocks noChangeArrowheads="1"/>
            </p:cNvSpPr>
            <p:nvPr/>
          </p:nvSpPr>
          <p:spPr bwMode="auto">
            <a:xfrm>
              <a:off x="1901" y="3608"/>
              <a:ext cx="7379" cy="41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fontAlgn="auto">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连接件作为建模软件架构的主要实体，同样也有接口。连接件的接口由一组角色组成，每个角色定义了该连接件表示的交互的参与者。二元连接有两个角色，例如远程过程调用（Remote Procedure Call，RPC）的角色为caller和callee。有的连接件有多于两个的角色，如事件广播有一个事件发布角色和任意多个事件接收角色。</a:t>
              </a:r>
            </a:p>
          </p:txBody>
        </p:sp>
      </p:grpSp>
      <p:sp>
        <p:nvSpPr>
          <p:cNvPr id="16" name="MH_SubTitle_2"/>
          <p:cNvSpPr/>
          <p:nvPr>
            <p:custDataLst>
              <p:tags r:id="rId2"/>
            </p:custDataLst>
          </p:nvPr>
        </p:nvSpPr>
        <p:spPr>
          <a:xfrm flipH="1">
            <a:off x="6989445" y="1849120"/>
            <a:ext cx="3716020" cy="733425"/>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软件架构的核心模型</a:t>
            </a:r>
          </a:p>
        </p:txBody>
      </p:sp>
      <p:sp>
        <p:nvSpPr>
          <p:cNvPr id="17" name="MH_Other_5"/>
          <p:cNvSpPr/>
          <p:nvPr>
            <p:custDataLst>
              <p:tags r:id="rId3"/>
            </p:custDataLst>
          </p:nvPr>
        </p:nvSpPr>
        <p:spPr>
          <a:xfrm flipH="1">
            <a:off x="11200669" y="172751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a:t>
            </a:r>
            <a:r>
              <a:rPr lang="en-US" sz="3200" dirty="0" smtClean="0">
                <a:solidFill>
                  <a:srgbClr val="FFFFFF"/>
                </a:solidFill>
                <a:latin typeface="Impact" panose="020B0806030902050204" pitchFamily="34" charset="0"/>
                <a:ea typeface="微软雅黑" panose="020B0503020204020204" charset="-122"/>
              </a:rPr>
              <a:t>1</a:t>
            </a:r>
            <a:endParaRPr lang="en-US" sz="3200" dirty="0">
              <a:solidFill>
                <a:srgbClr val="FFFFFF"/>
              </a:solidFill>
              <a:latin typeface="Impact" panose="020B0806030902050204" pitchFamily="34" charset="0"/>
              <a:ea typeface="微软雅黑" panose="020B0503020204020204" charset="-122"/>
            </a:endParaRPr>
          </a:p>
        </p:txBody>
      </p:sp>
      <p:sp>
        <p:nvSpPr>
          <p:cNvPr id="18" name="MH_Other_6"/>
          <p:cNvSpPr/>
          <p:nvPr>
            <p:custDataLst>
              <p:tags r:id="rId4"/>
            </p:custDataLst>
          </p:nvPr>
        </p:nvSpPr>
        <p:spPr>
          <a:xfrm flipH="1">
            <a:off x="10703596" y="172593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Tree>
    <p:custDataLst>
      <p:tags r:id="rId1"/>
    </p:custDataLst>
  </p:cSld>
  <p:clrMapOvr>
    <a:masterClrMapping/>
  </p:clrMapOvr>
  <p:transition>
    <p:pull dir="ru"/>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7.2 </a:t>
            </a:r>
            <a:r>
              <a:rPr lang="zh-CN" altLang="en-US" dirty="0" smtClean="0">
                <a:solidFill>
                  <a:srgbClr val="FF0000"/>
                </a:solidFill>
                <a:sym typeface="+mn-ea"/>
              </a:rPr>
              <a:t>软件架构设计和对象设计</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7.2.1 </a:t>
            </a:r>
            <a:r>
              <a:rPr lang="zh-CN" altLang="en-US" sz="2400" dirty="0" smtClean="0">
                <a:solidFill>
                  <a:schemeClr val="tx1"/>
                </a:solidFill>
              </a:rPr>
              <a:t>软件架构设计</a:t>
            </a:r>
          </a:p>
        </p:txBody>
      </p:sp>
      <p:grpSp>
        <p:nvGrpSpPr>
          <p:cNvPr id="37" name="组合 36"/>
          <p:cNvGrpSpPr/>
          <p:nvPr/>
        </p:nvGrpSpPr>
        <p:grpSpPr>
          <a:xfrm>
            <a:off x="904875" y="2171700"/>
            <a:ext cx="6663055" cy="1134745"/>
            <a:chOff x="1188" y="3092"/>
            <a:chExt cx="10493" cy="1787"/>
          </a:xfrm>
        </p:grpSpPr>
        <p:grpSp>
          <p:nvGrpSpPr>
            <p:cNvPr id="38" name="组合 37"/>
            <p:cNvGrpSpPr/>
            <p:nvPr/>
          </p:nvGrpSpPr>
          <p:grpSpPr>
            <a:xfrm>
              <a:off x="1188" y="3092"/>
              <a:ext cx="4947" cy="930"/>
              <a:chOff x="508000" y="3196191"/>
              <a:chExt cx="3141314" cy="590550"/>
            </a:xfrm>
          </p:grpSpPr>
          <p:sp>
            <p:nvSpPr>
              <p:cNvPr id="39" name="TextBox 1"/>
              <p:cNvSpPr txBox="1">
                <a:spLocks noChangeArrowheads="1"/>
              </p:cNvSpPr>
              <p:nvPr/>
            </p:nvSpPr>
            <p:spPr bwMode="auto">
              <a:xfrm>
                <a:off x="508000" y="3196191"/>
                <a:ext cx="318132"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1</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40" name="直接连接符 39"/>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1"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可靠性（Reliable）</a:t>
                </a:r>
              </a:p>
            </p:txBody>
          </p:sp>
        </p:grpSp>
        <p:sp>
          <p:nvSpPr>
            <p:cNvPr id="42" name="矩形 8"/>
            <p:cNvSpPr>
              <a:spLocks noChangeArrowheads="1"/>
            </p:cNvSpPr>
            <p:nvPr/>
          </p:nvSpPr>
          <p:spPr bwMode="auto">
            <a:xfrm>
              <a:off x="2200" y="3583"/>
              <a:ext cx="9481" cy="1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软件系统对于用户的商业经营和管理来说极为重要，因此软件系统必须非常可靠。</a:t>
              </a:r>
            </a:p>
          </p:txBody>
        </p:sp>
      </p:grpSp>
      <p:grpSp>
        <p:nvGrpSpPr>
          <p:cNvPr id="49" name="组合 48"/>
          <p:cNvGrpSpPr/>
          <p:nvPr/>
        </p:nvGrpSpPr>
        <p:grpSpPr>
          <a:xfrm>
            <a:off x="1748155" y="3306445"/>
            <a:ext cx="9995535" cy="809625"/>
            <a:chOff x="1195" y="5840"/>
            <a:chExt cx="15741" cy="1275"/>
          </a:xfrm>
        </p:grpSpPr>
        <p:grpSp>
          <p:nvGrpSpPr>
            <p:cNvPr id="50" name="组合 49"/>
            <p:cNvGrpSpPr/>
            <p:nvPr/>
          </p:nvGrpSpPr>
          <p:grpSpPr>
            <a:xfrm>
              <a:off x="1195" y="5840"/>
              <a:ext cx="4891" cy="930"/>
              <a:chOff x="512763" y="4940853"/>
              <a:chExt cx="3106030" cy="590550"/>
            </a:xfrm>
          </p:grpSpPr>
          <p:sp>
            <p:nvSpPr>
              <p:cNvPr id="51" name="TextBox 10"/>
              <p:cNvSpPr txBox="1">
                <a:spLocks noChangeArrowheads="1"/>
              </p:cNvSpPr>
              <p:nvPr/>
            </p:nvSpPr>
            <p:spPr bwMode="auto">
              <a:xfrm>
                <a:off x="512763" y="4940853"/>
                <a:ext cx="361235"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2</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52" name="直接连接符 51"/>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53" name="矩形 12"/>
              <p:cNvSpPr>
                <a:spLocks noChangeArrowheads="1"/>
              </p:cNvSpPr>
              <p:nvPr/>
            </p:nvSpPr>
            <p:spPr bwMode="auto">
              <a:xfrm>
                <a:off x="960438" y="5036103"/>
                <a:ext cx="2658355"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安全性（Security）</a:t>
                </a:r>
              </a:p>
            </p:txBody>
          </p:sp>
        </p:grpSp>
        <p:sp>
          <p:nvSpPr>
            <p:cNvPr id="54" name="矩形 9"/>
            <p:cNvSpPr>
              <a:spLocks noChangeArrowheads="1"/>
            </p:cNvSpPr>
            <p:nvPr/>
          </p:nvSpPr>
          <p:spPr bwMode="auto">
            <a:xfrm>
              <a:off x="1938" y="6472"/>
              <a:ext cx="14998" cy="6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fontAlgn="auto">
                <a:lnSpc>
                  <a:spcPct val="130000"/>
                </a:lnSpc>
              </a:pPr>
              <a:r>
                <a:rPr lang="en-US" altLang="zh-CN"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软件系统所承担的交易的商业价值极高，系统的安全性非常重要。</a:t>
              </a:r>
            </a:p>
          </p:txBody>
        </p:sp>
      </p:grpSp>
      <p:grpSp>
        <p:nvGrpSpPr>
          <p:cNvPr id="3" name="组合 2"/>
          <p:cNvGrpSpPr/>
          <p:nvPr/>
        </p:nvGrpSpPr>
        <p:grpSpPr>
          <a:xfrm>
            <a:off x="2607945" y="4116070"/>
            <a:ext cx="7392035" cy="1126490"/>
            <a:chOff x="1195" y="5840"/>
            <a:chExt cx="11641" cy="1774"/>
          </a:xfrm>
        </p:grpSpPr>
        <p:grpSp>
          <p:nvGrpSpPr>
            <p:cNvPr id="4" name="组合 3"/>
            <p:cNvGrpSpPr/>
            <p:nvPr/>
          </p:nvGrpSpPr>
          <p:grpSpPr>
            <a:xfrm>
              <a:off x="1195" y="5840"/>
              <a:ext cx="1664" cy="930"/>
              <a:chOff x="512763" y="4940853"/>
              <a:chExt cx="1056557" cy="590550"/>
            </a:xfrm>
          </p:grpSpPr>
          <p:sp>
            <p:nvSpPr>
              <p:cNvPr id="5" name="TextBox 10"/>
              <p:cNvSpPr txBox="1">
                <a:spLocks noChangeArrowheads="1"/>
              </p:cNvSpPr>
              <p:nvPr/>
            </p:nvSpPr>
            <p:spPr bwMode="auto">
              <a:xfrm>
                <a:off x="512763" y="4940853"/>
                <a:ext cx="371504"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3</a:t>
                </a:r>
              </a:p>
            </p:txBody>
          </p:sp>
          <p:cxnSp>
            <p:nvCxnSpPr>
              <p:cNvPr id="6" name="直接连接符 5"/>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7" name="矩形 12"/>
              <p:cNvSpPr>
                <a:spLocks noChangeArrowheads="1"/>
              </p:cNvSpPr>
              <p:nvPr/>
            </p:nvSpPr>
            <p:spPr bwMode="auto">
              <a:xfrm>
                <a:off x="960438" y="5036103"/>
                <a:ext cx="608882"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可伸缩性（Scalable）</a:t>
                </a:r>
              </a:p>
            </p:txBody>
          </p:sp>
        </p:grpSp>
        <p:sp>
          <p:nvSpPr>
            <p:cNvPr id="8" name="矩形 9"/>
            <p:cNvSpPr>
              <a:spLocks noChangeArrowheads="1"/>
            </p:cNvSpPr>
            <p:nvPr/>
          </p:nvSpPr>
          <p:spPr bwMode="auto">
            <a:xfrm>
              <a:off x="1938" y="6472"/>
              <a:ext cx="10898" cy="11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fontAlgn="auto">
                <a:lnSpc>
                  <a:spcPct val="13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软件必须能够在用户的使用率、用户的数目增加很快的情况下，保持合理的性能。只有这样，才能适应用户市场扩展的需要。</a:t>
              </a:r>
            </a:p>
          </p:txBody>
        </p:sp>
      </p:grpSp>
      <p:grpSp>
        <p:nvGrpSpPr>
          <p:cNvPr id="9" name="组合 8"/>
          <p:cNvGrpSpPr/>
          <p:nvPr/>
        </p:nvGrpSpPr>
        <p:grpSpPr>
          <a:xfrm>
            <a:off x="3664585" y="5374005"/>
            <a:ext cx="7852410" cy="809625"/>
            <a:chOff x="1195" y="5840"/>
            <a:chExt cx="12366" cy="1275"/>
          </a:xfrm>
        </p:grpSpPr>
        <p:grpSp>
          <p:nvGrpSpPr>
            <p:cNvPr id="10" name="组合 9"/>
            <p:cNvGrpSpPr/>
            <p:nvPr/>
          </p:nvGrpSpPr>
          <p:grpSpPr>
            <a:xfrm>
              <a:off x="1195" y="5840"/>
              <a:ext cx="1899" cy="930"/>
              <a:chOff x="512763" y="4940853"/>
              <a:chExt cx="1205874" cy="590550"/>
            </a:xfrm>
          </p:grpSpPr>
          <p:sp>
            <p:nvSpPr>
              <p:cNvPr id="11" name="TextBox 10"/>
              <p:cNvSpPr txBox="1">
                <a:spLocks noChangeArrowheads="1"/>
              </p:cNvSpPr>
              <p:nvPr/>
            </p:nvSpPr>
            <p:spPr bwMode="auto">
              <a:xfrm>
                <a:off x="512763" y="4940853"/>
                <a:ext cx="360708"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4</a:t>
                </a:r>
              </a:p>
            </p:txBody>
          </p:sp>
          <p:cxnSp>
            <p:nvCxnSpPr>
              <p:cNvPr id="12" name="直接连接符 11"/>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3" name="矩形 12"/>
              <p:cNvSpPr>
                <a:spLocks noChangeArrowheads="1"/>
              </p:cNvSpPr>
              <p:nvPr/>
            </p:nvSpPr>
            <p:spPr bwMode="auto">
              <a:xfrm>
                <a:off x="960438" y="5036103"/>
                <a:ext cx="758199"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可定制化（Customizable）</a:t>
                </a:r>
              </a:p>
            </p:txBody>
          </p:sp>
        </p:grpSp>
        <p:sp>
          <p:nvSpPr>
            <p:cNvPr id="14" name="矩形 9"/>
            <p:cNvSpPr>
              <a:spLocks noChangeArrowheads="1"/>
            </p:cNvSpPr>
            <p:nvPr/>
          </p:nvSpPr>
          <p:spPr bwMode="auto">
            <a:xfrm>
              <a:off x="1938" y="6472"/>
              <a:ext cx="11623" cy="6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fontAlgn="auto">
                <a:lnSpc>
                  <a:spcPct val="130000"/>
                </a:lnSpc>
              </a:pPr>
              <a:r>
                <a:rPr lang="en-US" altLang="zh-CN"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同样的一套软件，可以根据客户群的不同和市场需求的变化进行调整。</a:t>
              </a:r>
            </a:p>
          </p:txBody>
        </p:sp>
      </p:grpSp>
      <p:sp>
        <p:nvSpPr>
          <p:cNvPr id="28" name="MH_SubTitle_2"/>
          <p:cNvSpPr/>
          <p:nvPr>
            <p:custDataLst>
              <p:tags r:id="rId2"/>
            </p:custDataLst>
          </p:nvPr>
        </p:nvSpPr>
        <p:spPr>
          <a:xfrm flipH="1">
            <a:off x="6989445" y="1849120"/>
            <a:ext cx="3716020" cy="733425"/>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软件架构设计的目标</a:t>
            </a:r>
          </a:p>
        </p:txBody>
      </p:sp>
      <p:sp>
        <p:nvSpPr>
          <p:cNvPr id="30" name="MH_Other_5"/>
          <p:cNvSpPr/>
          <p:nvPr>
            <p:custDataLst>
              <p:tags r:id="rId3"/>
            </p:custDataLst>
          </p:nvPr>
        </p:nvSpPr>
        <p:spPr>
          <a:xfrm flipH="1">
            <a:off x="11200669" y="172751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a:t>
            </a:r>
            <a:r>
              <a:rPr lang="en-US" sz="3200" dirty="0" smtClean="0">
                <a:solidFill>
                  <a:srgbClr val="FFFFFF"/>
                </a:solidFill>
                <a:latin typeface="Impact" panose="020B0806030902050204" pitchFamily="34" charset="0"/>
                <a:ea typeface="微软雅黑" panose="020B0503020204020204" charset="-122"/>
              </a:rPr>
              <a:t>2</a:t>
            </a:r>
            <a:endParaRPr lang="en-US" sz="3200" dirty="0">
              <a:solidFill>
                <a:srgbClr val="FFFFFF"/>
              </a:solidFill>
              <a:latin typeface="Impact" panose="020B0806030902050204" pitchFamily="34" charset="0"/>
              <a:ea typeface="微软雅黑" panose="020B0503020204020204" charset="-122"/>
            </a:endParaRPr>
          </a:p>
        </p:txBody>
      </p:sp>
      <p:sp>
        <p:nvSpPr>
          <p:cNvPr id="31" name="MH_Other_6"/>
          <p:cNvSpPr/>
          <p:nvPr>
            <p:custDataLst>
              <p:tags r:id="rId4"/>
            </p:custDataLst>
          </p:nvPr>
        </p:nvSpPr>
        <p:spPr>
          <a:xfrm flipH="1">
            <a:off x="10703596" y="172593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Tree>
    <p:custDataLst>
      <p:tags r:id="rId1"/>
    </p:custDataLst>
  </p:cSld>
  <p:clrMapOvr>
    <a:masterClrMapping/>
  </p:clrMapOvr>
  <p:transition>
    <p:pull dir="ru"/>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7.2 </a:t>
            </a:r>
            <a:r>
              <a:rPr lang="zh-CN" altLang="en-US" dirty="0" smtClean="0">
                <a:solidFill>
                  <a:srgbClr val="FF0000"/>
                </a:solidFill>
                <a:sym typeface="+mn-ea"/>
              </a:rPr>
              <a:t>软件架构设计和对象设计</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7.2.1 </a:t>
            </a:r>
            <a:r>
              <a:rPr lang="zh-CN" altLang="en-US" sz="2400" dirty="0" smtClean="0">
                <a:solidFill>
                  <a:schemeClr val="tx1"/>
                </a:solidFill>
              </a:rPr>
              <a:t>软件架构设计</a:t>
            </a:r>
          </a:p>
        </p:txBody>
      </p:sp>
      <p:grpSp>
        <p:nvGrpSpPr>
          <p:cNvPr id="37" name="组合 36"/>
          <p:cNvGrpSpPr/>
          <p:nvPr/>
        </p:nvGrpSpPr>
        <p:grpSpPr>
          <a:xfrm>
            <a:off x="904875" y="2171700"/>
            <a:ext cx="6663055" cy="1134745"/>
            <a:chOff x="1188" y="3092"/>
            <a:chExt cx="10493" cy="1787"/>
          </a:xfrm>
        </p:grpSpPr>
        <p:grpSp>
          <p:nvGrpSpPr>
            <p:cNvPr id="38" name="组合 37"/>
            <p:cNvGrpSpPr/>
            <p:nvPr/>
          </p:nvGrpSpPr>
          <p:grpSpPr>
            <a:xfrm>
              <a:off x="1188" y="3092"/>
              <a:ext cx="4947" cy="930"/>
              <a:chOff x="508000" y="3196191"/>
              <a:chExt cx="3141314" cy="590550"/>
            </a:xfrm>
          </p:grpSpPr>
          <p:sp>
            <p:nvSpPr>
              <p:cNvPr id="39" name="TextBox 1"/>
              <p:cNvSpPr txBox="1">
                <a:spLocks noChangeArrowheads="1"/>
              </p:cNvSpPr>
              <p:nvPr/>
            </p:nvSpPr>
            <p:spPr bwMode="auto">
              <a:xfrm>
                <a:off x="508000" y="3196191"/>
                <a:ext cx="37401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5</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40" name="直接连接符 39"/>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1"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可扩展性（Extensible）</a:t>
                </a:r>
              </a:p>
            </p:txBody>
          </p:sp>
        </p:grpSp>
        <p:sp>
          <p:nvSpPr>
            <p:cNvPr id="42" name="矩形 8"/>
            <p:cNvSpPr>
              <a:spLocks noChangeArrowheads="1"/>
            </p:cNvSpPr>
            <p:nvPr/>
          </p:nvSpPr>
          <p:spPr bwMode="auto">
            <a:xfrm>
              <a:off x="2200" y="3583"/>
              <a:ext cx="9481" cy="1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在新技术出现的时候，一个软件系统应当允许导入新技术，从而对现有系统进行功能和性能的扩展。</a:t>
              </a:r>
            </a:p>
          </p:txBody>
        </p:sp>
      </p:grpSp>
      <p:grpSp>
        <p:nvGrpSpPr>
          <p:cNvPr id="49" name="组合 48"/>
          <p:cNvGrpSpPr/>
          <p:nvPr/>
        </p:nvGrpSpPr>
        <p:grpSpPr>
          <a:xfrm>
            <a:off x="1748155" y="3306445"/>
            <a:ext cx="7582535" cy="1126490"/>
            <a:chOff x="1195" y="5840"/>
            <a:chExt cx="11941" cy="1774"/>
          </a:xfrm>
        </p:grpSpPr>
        <p:grpSp>
          <p:nvGrpSpPr>
            <p:cNvPr id="50" name="组合 49"/>
            <p:cNvGrpSpPr/>
            <p:nvPr/>
          </p:nvGrpSpPr>
          <p:grpSpPr>
            <a:xfrm>
              <a:off x="1195" y="5840"/>
              <a:ext cx="1883" cy="930"/>
              <a:chOff x="512763" y="4940853"/>
              <a:chExt cx="1195496" cy="590550"/>
            </a:xfrm>
          </p:grpSpPr>
          <p:sp>
            <p:nvSpPr>
              <p:cNvPr id="51" name="TextBox 10"/>
              <p:cNvSpPr txBox="1">
                <a:spLocks noChangeArrowheads="1"/>
              </p:cNvSpPr>
              <p:nvPr/>
            </p:nvSpPr>
            <p:spPr bwMode="auto">
              <a:xfrm>
                <a:off x="512763" y="4940853"/>
                <a:ext cx="375315"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6</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52" name="直接连接符 51"/>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53" name="矩形 12"/>
              <p:cNvSpPr>
                <a:spLocks noChangeArrowheads="1"/>
              </p:cNvSpPr>
              <p:nvPr/>
            </p:nvSpPr>
            <p:spPr bwMode="auto">
              <a:xfrm>
                <a:off x="960438" y="5036103"/>
                <a:ext cx="747821"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可维护性（Maintainable）</a:t>
                </a:r>
              </a:p>
            </p:txBody>
          </p:sp>
        </p:grpSp>
        <p:sp>
          <p:nvSpPr>
            <p:cNvPr id="54" name="矩形 9"/>
            <p:cNvSpPr>
              <a:spLocks noChangeArrowheads="1"/>
            </p:cNvSpPr>
            <p:nvPr/>
          </p:nvSpPr>
          <p:spPr bwMode="auto">
            <a:xfrm>
              <a:off x="1938" y="6472"/>
              <a:ext cx="11198" cy="11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fontAlgn="auto">
                <a:lnSpc>
                  <a:spcPct val="130000"/>
                </a:lnSpc>
              </a:pPr>
              <a:r>
                <a:rPr lang="en-US" altLang="zh-CN"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软件系统的维护包括两方面，一是排除现有的错误，二是将新的软件需求反映到现有系统中去。一个易于维护的系统可以有效地降低技术支持的花费。</a:t>
              </a:r>
            </a:p>
          </p:txBody>
        </p:sp>
      </p:grpSp>
      <p:grpSp>
        <p:nvGrpSpPr>
          <p:cNvPr id="3" name="组合 2"/>
          <p:cNvGrpSpPr/>
          <p:nvPr/>
        </p:nvGrpSpPr>
        <p:grpSpPr>
          <a:xfrm>
            <a:off x="2671445" y="4432935"/>
            <a:ext cx="7392035" cy="809625"/>
            <a:chOff x="1195" y="5840"/>
            <a:chExt cx="11641" cy="1275"/>
          </a:xfrm>
        </p:grpSpPr>
        <p:grpSp>
          <p:nvGrpSpPr>
            <p:cNvPr id="4" name="组合 3"/>
            <p:cNvGrpSpPr/>
            <p:nvPr/>
          </p:nvGrpSpPr>
          <p:grpSpPr>
            <a:xfrm>
              <a:off x="1195" y="5840"/>
              <a:ext cx="5204" cy="930"/>
              <a:chOff x="512763" y="4940853"/>
              <a:chExt cx="3304350" cy="590550"/>
            </a:xfrm>
          </p:grpSpPr>
          <p:sp>
            <p:nvSpPr>
              <p:cNvPr id="5" name="TextBox 10"/>
              <p:cNvSpPr txBox="1">
                <a:spLocks noChangeArrowheads="1"/>
              </p:cNvSpPr>
              <p:nvPr/>
            </p:nvSpPr>
            <p:spPr bwMode="auto">
              <a:xfrm>
                <a:off x="512763" y="4940853"/>
                <a:ext cx="321920"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7</a:t>
                </a:r>
              </a:p>
            </p:txBody>
          </p:sp>
          <p:cxnSp>
            <p:nvCxnSpPr>
              <p:cNvPr id="6" name="直接连接符 5"/>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7" name="矩形 12"/>
              <p:cNvSpPr>
                <a:spLocks noChangeArrowheads="1"/>
              </p:cNvSpPr>
              <p:nvPr/>
            </p:nvSpPr>
            <p:spPr bwMode="auto">
              <a:xfrm>
                <a:off x="960438" y="5036103"/>
                <a:ext cx="2856675"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客户体验（Customer Experience）</a:t>
                </a:r>
              </a:p>
            </p:txBody>
          </p:sp>
        </p:grpSp>
        <p:sp>
          <p:nvSpPr>
            <p:cNvPr id="8" name="矩形 9"/>
            <p:cNvSpPr>
              <a:spLocks noChangeArrowheads="1"/>
            </p:cNvSpPr>
            <p:nvPr/>
          </p:nvSpPr>
          <p:spPr bwMode="auto">
            <a:xfrm>
              <a:off x="1938" y="6472"/>
              <a:ext cx="10898" cy="6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fontAlgn="auto">
                <a:lnSpc>
                  <a:spcPct val="13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软件系统必须易于使用，方便上手。</a:t>
              </a:r>
            </a:p>
          </p:txBody>
        </p:sp>
      </p:grpSp>
      <p:grpSp>
        <p:nvGrpSpPr>
          <p:cNvPr id="9" name="组合 8"/>
          <p:cNvGrpSpPr/>
          <p:nvPr/>
        </p:nvGrpSpPr>
        <p:grpSpPr>
          <a:xfrm>
            <a:off x="3648710" y="5242560"/>
            <a:ext cx="7329170" cy="1126490"/>
            <a:chOff x="1195" y="5840"/>
            <a:chExt cx="11542" cy="1774"/>
          </a:xfrm>
        </p:grpSpPr>
        <p:grpSp>
          <p:nvGrpSpPr>
            <p:cNvPr id="10" name="组合 9"/>
            <p:cNvGrpSpPr/>
            <p:nvPr/>
          </p:nvGrpSpPr>
          <p:grpSpPr>
            <a:xfrm>
              <a:off x="1195" y="5840"/>
              <a:ext cx="3997" cy="930"/>
              <a:chOff x="512763" y="4940853"/>
              <a:chExt cx="2538038" cy="590550"/>
            </a:xfrm>
          </p:grpSpPr>
          <p:sp>
            <p:nvSpPr>
              <p:cNvPr id="11" name="TextBox 10"/>
              <p:cNvSpPr txBox="1">
                <a:spLocks noChangeArrowheads="1"/>
              </p:cNvSpPr>
              <p:nvPr/>
            </p:nvSpPr>
            <p:spPr bwMode="auto">
              <a:xfrm>
                <a:off x="512763" y="4940853"/>
                <a:ext cx="372748"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8</a:t>
                </a:r>
              </a:p>
            </p:txBody>
          </p:sp>
          <p:cxnSp>
            <p:nvCxnSpPr>
              <p:cNvPr id="12" name="直接连接符 11"/>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3" name="矩形 12"/>
              <p:cNvSpPr>
                <a:spLocks noChangeArrowheads="1"/>
              </p:cNvSpPr>
              <p:nvPr/>
            </p:nvSpPr>
            <p:spPr bwMode="auto">
              <a:xfrm>
                <a:off x="960438" y="5036103"/>
                <a:ext cx="2090363"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市场时机（Time to Market）</a:t>
                </a:r>
              </a:p>
            </p:txBody>
          </p:sp>
        </p:grpSp>
        <p:sp>
          <p:nvSpPr>
            <p:cNvPr id="14" name="矩形 9"/>
            <p:cNvSpPr>
              <a:spLocks noChangeArrowheads="1"/>
            </p:cNvSpPr>
            <p:nvPr/>
          </p:nvSpPr>
          <p:spPr bwMode="auto">
            <a:xfrm>
              <a:off x="1938" y="6472"/>
              <a:ext cx="10799" cy="11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fontAlgn="auto">
                <a:lnSpc>
                  <a:spcPct val="130000"/>
                </a:lnSpc>
              </a:pPr>
              <a:r>
                <a:rPr lang="en-US" altLang="zh-CN"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软件用户要面临同业竞争，软件提供商也要面临同业竞争，以最快的速度争夺市场先机非常重要。</a:t>
              </a:r>
            </a:p>
          </p:txBody>
        </p:sp>
      </p:grpSp>
      <p:sp>
        <p:nvSpPr>
          <p:cNvPr id="28" name="MH_SubTitle_2"/>
          <p:cNvSpPr/>
          <p:nvPr>
            <p:custDataLst>
              <p:tags r:id="rId2"/>
            </p:custDataLst>
          </p:nvPr>
        </p:nvSpPr>
        <p:spPr>
          <a:xfrm flipH="1">
            <a:off x="6989445" y="1849120"/>
            <a:ext cx="3716020" cy="733425"/>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软件架构设计的目标</a:t>
            </a:r>
          </a:p>
        </p:txBody>
      </p:sp>
      <p:sp>
        <p:nvSpPr>
          <p:cNvPr id="30" name="MH_Other_5"/>
          <p:cNvSpPr/>
          <p:nvPr>
            <p:custDataLst>
              <p:tags r:id="rId3"/>
            </p:custDataLst>
          </p:nvPr>
        </p:nvSpPr>
        <p:spPr>
          <a:xfrm flipH="1">
            <a:off x="11200669" y="172751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a:t>
            </a:r>
            <a:r>
              <a:rPr lang="en-US" sz="3200" dirty="0" smtClean="0">
                <a:solidFill>
                  <a:srgbClr val="FFFFFF"/>
                </a:solidFill>
                <a:latin typeface="Impact" panose="020B0806030902050204" pitchFamily="34" charset="0"/>
                <a:ea typeface="微软雅黑" panose="020B0503020204020204" charset="-122"/>
              </a:rPr>
              <a:t>2</a:t>
            </a:r>
            <a:endParaRPr lang="en-US" sz="3200" dirty="0">
              <a:solidFill>
                <a:srgbClr val="FFFFFF"/>
              </a:solidFill>
              <a:latin typeface="Impact" panose="020B0806030902050204" pitchFamily="34" charset="0"/>
              <a:ea typeface="微软雅黑" panose="020B0503020204020204" charset="-122"/>
            </a:endParaRPr>
          </a:p>
        </p:txBody>
      </p:sp>
      <p:sp>
        <p:nvSpPr>
          <p:cNvPr id="31" name="MH_Other_6"/>
          <p:cNvSpPr/>
          <p:nvPr>
            <p:custDataLst>
              <p:tags r:id="rId4"/>
            </p:custDataLst>
          </p:nvPr>
        </p:nvSpPr>
        <p:spPr>
          <a:xfrm flipH="1">
            <a:off x="10703596" y="172593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Tree>
    <p:custDataLst>
      <p:tags r:id="rId1"/>
    </p:custDataLst>
  </p:cSld>
  <p:clrMapOvr>
    <a:masterClrMapping/>
  </p:clrMapOvr>
  <p:transition>
    <p:pull dir="ru"/>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7.2 </a:t>
            </a:r>
            <a:r>
              <a:rPr lang="zh-CN" altLang="en-US" dirty="0" smtClean="0">
                <a:solidFill>
                  <a:srgbClr val="FF0000"/>
                </a:solidFill>
                <a:sym typeface="+mn-ea"/>
              </a:rPr>
              <a:t>软件架构设计和对象设计</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7.2.1 </a:t>
            </a:r>
            <a:r>
              <a:rPr lang="zh-CN" altLang="en-US" sz="2400" dirty="0" smtClean="0">
                <a:solidFill>
                  <a:schemeClr val="tx1"/>
                </a:solidFill>
              </a:rPr>
              <a:t>软件架构设计</a:t>
            </a:r>
          </a:p>
        </p:txBody>
      </p:sp>
      <p:grpSp>
        <p:nvGrpSpPr>
          <p:cNvPr id="7" name="组合 6"/>
          <p:cNvGrpSpPr/>
          <p:nvPr/>
        </p:nvGrpSpPr>
        <p:grpSpPr>
          <a:xfrm>
            <a:off x="0" y="2320925"/>
            <a:ext cx="12192000" cy="3074035"/>
            <a:chOff x="0" y="3848"/>
            <a:chExt cx="19200" cy="4841"/>
          </a:xfrm>
        </p:grpSpPr>
        <p:sp>
          <p:nvSpPr>
            <p:cNvPr id="4" name="矩形 3"/>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817" y="3903"/>
              <a:ext cx="12444" cy="4726"/>
            </a:xfrm>
            <a:prstGeom prst="rect">
              <a:avLst/>
            </a:prstGeom>
          </p:spPr>
          <p:txBody>
            <a:bodyPr wrap="square">
              <a:spAutoFit/>
            </a:bodyPr>
            <a:lstStyle/>
            <a:p>
              <a:pPr indent="457200">
                <a:lnSpc>
                  <a:spcPct val="150000"/>
                </a:lnSpc>
                <a:defRPr/>
              </a:pP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sym typeface="+mn-ea"/>
                </a:rPr>
                <a:t>由于软件架构和建筑物的结构类似，因此在建</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   </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sym typeface="+mn-ea"/>
                </a:rPr>
                <a:t>造一旦系统开始进行详细设计甚至建造，这些决定就很难更改甚至无法更改</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sym typeface="+mn-ea"/>
                </a:rPr>
                <a:t>显然，这样的决定必定是有关系统设计成败的最重要决定，必须经过非常慎重的研究和考察</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a:t>
              </a:r>
              <a:endPar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endParaRPr>
            </a:p>
            <a:p>
              <a:pPr indent="457200">
                <a:lnSpc>
                  <a:spcPct val="150000"/>
                </a:lnSpc>
                <a:defRPr/>
              </a:pP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一个软件架构师需要有广泛的软件理论知识和相应的经验，来实施和管理软件产品的高级设计</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。软件架构师要定义和设计软件的模块化、模块之间的交互、用户界面风格、对外接口方法、创新的设计特性以及高层事物的对象操作、逻辑和流程。</a:t>
              </a:r>
            </a:p>
          </p:txBody>
        </p:sp>
      </p:grpSp>
      <p:grpSp>
        <p:nvGrpSpPr>
          <p:cNvPr id="11" name="组合 10"/>
          <p:cNvGrpSpPr/>
          <p:nvPr/>
        </p:nvGrpSpPr>
        <p:grpSpPr>
          <a:xfrm>
            <a:off x="8289925" y="1403350"/>
            <a:ext cx="3764915" cy="4125595"/>
            <a:chOff x="711200" y="1781334"/>
            <a:chExt cx="3933825" cy="4373563"/>
          </a:xfrm>
        </p:grpSpPr>
        <p:sp>
          <p:nvSpPr>
            <p:cNvPr id="5" name="MH_Picture_1"/>
            <p:cNvSpPr/>
            <p:nvPr/>
          </p:nvSpPr>
          <p:spPr>
            <a:xfrm>
              <a:off x="711200" y="1781334"/>
              <a:ext cx="2133600" cy="2133445"/>
            </a:xfrm>
            <a:prstGeom prst="ellipse">
              <a:avLst/>
            </a:prstGeom>
            <a:blipFill dpi="0" rotWithShape="1">
              <a:blip r:embed="rId4" cstate="print"/>
              <a:srcRect/>
              <a:stretch>
                <a:fillRect/>
              </a:stretch>
            </a:blipFill>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6" name="MH_Picture_2"/>
            <p:cNvSpPr/>
            <p:nvPr/>
          </p:nvSpPr>
          <p:spPr>
            <a:xfrm>
              <a:off x="2903855" y="3345226"/>
              <a:ext cx="1741170" cy="1741044"/>
            </a:xfrm>
            <a:prstGeom prst="ellipse">
              <a:avLst/>
            </a:prstGeom>
            <a:blipFill dpi="0" rotWithShape="1">
              <a:blip r:embed="rId5" cstate="print"/>
              <a:srcRect/>
              <a:stretch>
                <a:fillRect/>
              </a:stretch>
            </a:blipFill>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3" name="MH_Picture_3"/>
            <p:cNvSpPr/>
            <p:nvPr/>
          </p:nvSpPr>
          <p:spPr>
            <a:xfrm>
              <a:off x="1266825" y="4517986"/>
              <a:ext cx="1637030" cy="1636911"/>
            </a:xfrm>
            <a:prstGeom prst="ellipse">
              <a:avLst/>
            </a:prstGeom>
            <a:blipFill dpi="0" rotWithShape="1">
              <a:blip r:embed="rId6" cstate="print"/>
              <a:srcRect/>
              <a:stretch>
                <a:fillRect/>
              </a:stretch>
            </a:blipFill>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9" name="MH_Other_2"/>
            <p:cNvSpPr/>
            <p:nvPr/>
          </p:nvSpPr>
          <p:spPr>
            <a:xfrm>
              <a:off x="3048000" y="2865835"/>
              <a:ext cx="434975" cy="434943"/>
            </a:xfrm>
            <a:prstGeom prst="ellipse">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12" name="MH_Other_4"/>
            <p:cNvSpPr/>
            <p:nvPr/>
          </p:nvSpPr>
          <p:spPr>
            <a:xfrm>
              <a:off x="1160780" y="4184635"/>
              <a:ext cx="363220" cy="363829"/>
            </a:xfrm>
            <a:prstGeom prst="ellipse">
              <a:avLst/>
            </a:pr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grpSp>
    </p:spTree>
    <p:custDataLst>
      <p:tags r:id="rId1"/>
    </p:custDataLst>
  </p:cSld>
  <p:clrMapOvr>
    <a:masterClrMapping/>
  </p:clrMapOvr>
  <p:transition>
    <p:pull dir="ru"/>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7.2 </a:t>
            </a:r>
            <a:r>
              <a:rPr lang="zh-CN" altLang="en-US" dirty="0" smtClean="0">
                <a:solidFill>
                  <a:srgbClr val="FF0000"/>
                </a:solidFill>
                <a:sym typeface="+mn-ea"/>
              </a:rPr>
              <a:t>软件架构设计和对象设计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7.2.2 </a:t>
            </a:r>
            <a:r>
              <a:rPr sz="2400" dirty="0" smtClean="0">
                <a:solidFill>
                  <a:schemeClr val="tx1"/>
                </a:solidFill>
              </a:rPr>
              <a:t>软件架构</a:t>
            </a:r>
            <a:r>
              <a:rPr lang="zh-CN" sz="2400" dirty="0" smtClean="0">
                <a:solidFill>
                  <a:schemeClr val="tx1"/>
                </a:solidFill>
              </a:rPr>
              <a:t>风格</a:t>
            </a:r>
          </a:p>
        </p:txBody>
      </p:sp>
      <p:pic>
        <p:nvPicPr>
          <p:cNvPr id="9" name="图片 8" descr="A000220150319F74PPIC.png"/>
          <p:cNvPicPr>
            <a:picLocks noChangeAspect="1"/>
          </p:cNvPicPr>
          <p:nvPr/>
        </p:nvPicPr>
        <p:blipFill>
          <a:blip r:embed="rId4" cstate="print"/>
          <a:stretch>
            <a:fillRect/>
          </a:stretch>
        </p:blipFill>
        <p:spPr>
          <a:xfrm>
            <a:off x="8083550" y="1292860"/>
            <a:ext cx="3691255" cy="5120640"/>
          </a:xfrm>
          <a:prstGeom prst="rect">
            <a:avLst/>
          </a:prstGeom>
        </p:spPr>
      </p:pic>
      <p:sp>
        <p:nvSpPr>
          <p:cNvPr id="100" name="文本框 99"/>
          <p:cNvSpPr txBox="1"/>
          <p:nvPr/>
        </p:nvSpPr>
        <p:spPr>
          <a:xfrm>
            <a:off x="522605" y="1969770"/>
            <a:ext cx="7757160" cy="4443889"/>
          </a:xfrm>
          <a:prstGeom prst="roundRect">
            <a:avLst/>
          </a:prstGeom>
          <a:noFill/>
          <a:ln w="9525">
            <a:solidFill>
              <a:schemeClr val="accent3"/>
            </a:solidFill>
          </a:ln>
        </p:spPr>
        <p:txBody>
          <a:bodyPr wrap="square">
            <a:spAutoFit/>
          </a:bodyPr>
          <a:lstStyle/>
          <a:p>
            <a:pPr marL="0" indent="457200" algn="l" fontAlgn="auto">
              <a:lnSpc>
                <a:spcPct val="130000"/>
              </a:lnSpc>
            </a:pPr>
            <a:r>
              <a:rPr b="0" u="none" dirty="0">
                <a:latin typeface="微软雅黑" panose="020B0503020204020204" charset="-122"/>
                <a:ea typeface="微软雅黑" panose="020B0503020204020204" charset="-122"/>
              </a:rPr>
              <a:t>正如西方建筑拥有哥特式教堂、巴洛克式风格等，而北京故宫拥有东方汉式宫殿建筑风格一样，软件系统也有自己不同的架构风格。软件架构风格是描述某一特定应用领域中系统组织方式的惯用模式。软件架构风格反映了领域中众多系统所共有的结构和语义特性，并指导如何将各个模块和子系统有效地组织成一个完整的系统。对软件架构风格的研究和实践，可以促进对设计的重用，一些经过实践证实的解决方案也可以可靠地用于解决新的问题。例如，如果有人把系统描述为“客户机/服务器”（Client/Server）模式，那么他不必给出设计细节，我们立刻会明白系统是如何组织和工作的。</a:t>
            </a:r>
          </a:p>
          <a:p>
            <a:pPr marL="0" indent="457200" algn="l" fontAlgn="auto">
              <a:lnSpc>
                <a:spcPct val="130000"/>
              </a:lnSpc>
            </a:pPr>
            <a:r>
              <a:rPr b="0" u="none" dirty="0">
                <a:latin typeface="微软雅黑" panose="020B0503020204020204" charset="-122"/>
                <a:ea typeface="微软雅黑" panose="020B0503020204020204" charset="-122"/>
              </a:rPr>
              <a:t>目前比较公认的典型软件架构风格有以下几类：</a:t>
            </a:r>
            <a:r>
              <a:rPr b="1" u="none" dirty="0">
                <a:solidFill>
                  <a:srgbClr val="00B050"/>
                </a:solidFill>
                <a:latin typeface="微软雅黑" panose="020B0503020204020204" charset="-122"/>
                <a:ea typeface="微软雅黑" panose="020B0503020204020204" charset="-122"/>
              </a:rPr>
              <a:t>数据流风格、调用/返回风格、独立构件风格、虚拟机风格和仓库风格等。</a:t>
            </a:r>
          </a:p>
        </p:txBody>
      </p:sp>
    </p:spTree>
    <p:custDataLst>
      <p:tags r:id="rId1"/>
    </p:custDataLst>
  </p:cSld>
  <p:clrMapOvr>
    <a:masterClrMapping/>
  </p:clrMapOvr>
  <p:transition>
    <p:pull dir="ru"/>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7.2 </a:t>
            </a:r>
            <a:r>
              <a:rPr lang="zh-CN" altLang="en-US" dirty="0" smtClean="0">
                <a:solidFill>
                  <a:srgbClr val="FF0000"/>
                </a:solidFill>
                <a:sym typeface="+mn-ea"/>
              </a:rPr>
              <a:t>软件架构设计和对象设计</a:t>
            </a:r>
            <a:endParaRPr 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7.2.2 </a:t>
            </a:r>
            <a:r>
              <a:rPr lang="zh-CN" altLang="en-US" sz="2400" dirty="0" smtClean="0">
                <a:solidFill>
                  <a:schemeClr val="tx1"/>
                </a:solidFill>
              </a:rPr>
              <a:t>软件架构风格</a:t>
            </a:r>
          </a:p>
        </p:txBody>
      </p:sp>
      <p:grpSp>
        <p:nvGrpSpPr>
          <p:cNvPr id="35" name="组合 34"/>
          <p:cNvGrpSpPr/>
          <p:nvPr/>
        </p:nvGrpSpPr>
        <p:grpSpPr>
          <a:xfrm>
            <a:off x="698500" y="3004820"/>
            <a:ext cx="4843145" cy="3095625"/>
            <a:chOff x="964" y="3475"/>
            <a:chExt cx="7627" cy="4875"/>
          </a:xfrm>
        </p:grpSpPr>
        <p:sp>
          <p:nvSpPr>
            <p:cNvPr id="18" name="MH_SubTitle_1"/>
            <p:cNvSpPr/>
            <p:nvPr>
              <p:custDataLst>
                <p:tags r:id="rId10"/>
              </p:custDataLst>
            </p:nvPr>
          </p:nvSpPr>
          <p:spPr>
            <a:xfrm>
              <a:off x="3287" y="3675"/>
              <a:ext cx="3747" cy="847"/>
            </a:xfrm>
            <a:prstGeom prst="rect">
              <a:avLst/>
            </a:prstGeom>
          </p:spPr>
          <p:txBody>
            <a:bodyPr anchor="b">
              <a:normAutofit/>
            </a:bodyPr>
            <a:lstStyle/>
            <a:p>
              <a:r>
                <a:rPr lang="zh-CN" altLang="en-US" b="1" dirty="0" smtClean="0">
                  <a:solidFill>
                    <a:srgbClr val="FF7C80"/>
                  </a:solidFill>
                </a:rPr>
                <a:t>批处理序列</a:t>
              </a:r>
            </a:p>
          </p:txBody>
        </p:sp>
        <p:grpSp>
          <p:nvGrpSpPr>
            <p:cNvPr id="34" name="组合 33"/>
            <p:cNvGrpSpPr/>
            <p:nvPr/>
          </p:nvGrpSpPr>
          <p:grpSpPr>
            <a:xfrm>
              <a:off x="964" y="3475"/>
              <a:ext cx="7627" cy="4875"/>
              <a:chOff x="1628" y="3271"/>
              <a:chExt cx="7627" cy="4875"/>
            </a:xfrm>
          </p:grpSpPr>
          <p:sp>
            <p:nvSpPr>
              <p:cNvPr id="19" name="MH_Text_1"/>
              <p:cNvSpPr/>
              <p:nvPr>
                <p:custDataLst>
                  <p:tags r:id="rId11"/>
                </p:custDataLst>
              </p:nvPr>
            </p:nvSpPr>
            <p:spPr>
              <a:xfrm>
                <a:off x="3087" y="4448"/>
                <a:ext cx="6168" cy="3698"/>
              </a:xfrm>
              <a:prstGeom prst="rect">
                <a:avLst/>
              </a:prstGeom>
            </p:spPr>
            <p:txBody>
              <a:bodyPr>
                <a:normAutofit fontScale="92500" lnSpcReduction="10000"/>
              </a:bodyPr>
              <a:lstStyle/>
              <a:p>
                <a:pPr indent="457200">
                  <a:lnSpc>
                    <a:spcPct val="150000"/>
                  </a:lnSpc>
                </a:pPr>
                <a:r>
                  <a:rPr lang="zh-CN" altLang="en-US" dirty="0" smtClean="0">
                    <a:latin typeface="+mn-ea"/>
                  </a:rPr>
                  <a:t>批处理风格的每一步处理都是独立的，并且每一步是顺序执行的，只有当前一步处理完，后一步处理才能开始，数据传送在步与步之间作为一个整体。其实批处理序列风格普遍用于在程序开发中顺序执行指令。</a:t>
                </a:r>
              </a:p>
            </p:txBody>
          </p:sp>
          <p:sp>
            <p:nvSpPr>
              <p:cNvPr id="25" name="MH_Other_11"/>
              <p:cNvSpPr>
                <a:spLocks noChangeArrowheads="1"/>
              </p:cNvSpPr>
              <p:nvPr>
                <p:custDataLst>
                  <p:tags r:id="rId12"/>
                </p:custDataLst>
              </p:nvPr>
            </p:nvSpPr>
            <p:spPr bwMode="auto">
              <a:xfrm>
                <a:off x="2495" y="3471"/>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6" name="MH_Other_12"/>
              <p:cNvSpPr>
                <a:spLocks noChangeArrowheads="1"/>
              </p:cNvSpPr>
              <p:nvPr>
                <p:custDataLst>
                  <p:tags r:id="rId13"/>
                </p:custDataLst>
              </p:nvPr>
            </p:nvSpPr>
            <p:spPr bwMode="auto">
              <a:xfrm>
                <a:off x="2495" y="4111"/>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13"/>
              <p:cNvSpPr>
                <a:spLocks noChangeArrowheads="1"/>
              </p:cNvSpPr>
              <p:nvPr>
                <p:custDataLst>
                  <p:tags r:id="rId14"/>
                </p:custDataLst>
              </p:nvPr>
            </p:nvSpPr>
            <p:spPr bwMode="auto">
              <a:xfrm>
                <a:off x="2925" y="3791"/>
                <a:ext cx="747" cy="560"/>
              </a:xfrm>
              <a:prstGeom prst="diamond">
                <a:avLst/>
              </a:prstGeom>
              <a:solidFill>
                <a:srgbClr val="FFA093"/>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14"/>
              <p:cNvSpPr/>
              <p:nvPr>
                <p:custDataLst>
                  <p:tags r:id="rId15"/>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0" name="MH_Other_15"/>
              <p:cNvSpPr/>
              <p:nvPr>
                <p:custDataLst>
                  <p:tags r:id="rId16"/>
                </p:custDataLst>
              </p:nvPr>
            </p:nvSpPr>
            <p:spPr bwMode="auto">
              <a:xfrm>
                <a:off x="1628"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FF6B55"/>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grpSp>
        <p:nvGrpSpPr>
          <p:cNvPr id="33" name="组合 32"/>
          <p:cNvGrpSpPr/>
          <p:nvPr/>
        </p:nvGrpSpPr>
        <p:grpSpPr>
          <a:xfrm>
            <a:off x="5703598" y="1567815"/>
            <a:ext cx="6079220" cy="5290185"/>
            <a:chOff x="4808" y="5741"/>
            <a:chExt cx="9699" cy="8331"/>
          </a:xfrm>
        </p:grpSpPr>
        <p:sp>
          <p:nvSpPr>
            <p:cNvPr id="20" name="MH_Other_1"/>
            <p:cNvSpPr>
              <a:spLocks noChangeArrowheads="1"/>
            </p:cNvSpPr>
            <p:nvPr>
              <p:custDataLst>
                <p:tags r:id="rId3"/>
              </p:custDataLst>
            </p:nvPr>
          </p:nvSpPr>
          <p:spPr bwMode="auto">
            <a:xfrm>
              <a:off x="5674" y="5944"/>
              <a:ext cx="750" cy="560"/>
            </a:xfrm>
            <a:prstGeom prst="diamond">
              <a:avLst/>
            </a:prstGeom>
            <a:solidFill>
              <a:srgbClr val="CFEDE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1" name="MH_Other_2"/>
            <p:cNvSpPr>
              <a:spLocks noChangeArrowheads="1"/>
            </p:cNvSpPr>
            <p:nvPr>
              <p:custDataLst>
                <p:tags r:id="rId4"/>
              </p:custDataLst>
            </p:nvPr>
          </p:nvSpPr>
          <p:spPr bwMode="auto">
            <a:xfrm>
              <a:off x="5674" y="6581"/>
              <a:ext cx="750" cy="562"/>
            </a:xfrm>
            <a:prstGeom prst="diamond">
              <a:avLst/>
            </a:prstGeom>
            <a:solidFill>
              <a:srgbClr val="CFEDE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2" name="MH_Other_3"/>
            <p:cNvSpPr>
              <a:spLocks noChangeArrowheads="1"/>
            </p:cNvSpPr>
            <p:nvPr>
              <p:custDataLst>
                <p:tags r:id="rId5"/>
              </p:custDataLst>
            </p:nvPr>
          </p:nvSpPr>
          <p:spPr bwMode="auto">
            <a:xfrm>
              <a:off x="6108" y="6264"/>
              <a:ext cx="747" cy="560"/>
            </a:xfrm>
            <a:prstGeom prst="diamond">
              <a:avLst/>
            </a:prstGeom>
            <a:solidFill>
              <a:srgbClr val="95D7B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3" name="MH_Other_4"/>
            <p:cNvSpPr/>
            <p:nvPr>
              <p:custDataLst>
                <p:tags r:id="rId6"/>
              </p:custDataLst>
            </p:nvPr>
          </p:nvSpPr>
          <p:spPr>
            <a:xfrm>
              <a:off x="4868" y="5741"/>
              <a:ext cx="1123" cy="1605"/>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24" name="MH_Other_5"/>
            <p:cNvSpPr/>
            <p:nvPr>
              <p:custDataLst>
                <p:tags r:id="rId7"/>
              </p:custDataLst>
            </p:nvPr>
          </p:nvSpPr>
          <p:spPr bwMode="auto">
            <a:xfrm>
              <a:off x="4808" y="5741"/>
              <a:ext cx="1070" cy="1605"/>
            </a:xfrm>
            <a:custGeom>
              <a:avLst/>
              <a:gdLst>
                <a:gd name="T0" fmla="*/ 36 w 1806862"/>
                <a:gd name="T1" fmla="*/ 0 h 3612822"/>
                <a:gd name="T2" fmla="*/ 143580 w 1806862"/>
                <a:gd name="T3" fmla="*/ 143580 h 3612822"/>
                <a:gd name="T4" fmla="*/ 36 w 1806862"/>
                <a:gd name="T5" fmla="*/ 287160 h 3612822"/>
                <a:gd name="T6" fmla="*/ 0 w 1806862"/>
                <a:gd name="T7" fmla="*/ 287124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76CBA6"/>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sp>
          <p:nvSpPr>
            <p:cNvPr id="31" name="MH_Text_2"/>
            <p:cNvSpPr/>
            <p:nvPr>
              <p:custDataLst>
                <p:tags r:id="rId8"/>
              </p:custDataLst>
            </p:nvPr>
          </p:nvSpPr>
          <p:spPr>
            <a:xfrm>
              <a:off x="5311" y="7096"/>
              <a:ext cx="8884" cy="6976"/>
            </a:xfrm>
            <a:prstGeom prst="rect">
              <a:avLst/>
            </a:prstGeom>
          </p:spPr>
          <p:txBody>
            <a:bodyPr>
              <a:normAutofit/>
            </a:bodyPr>
            <a:lstStyle/>
            <a:p>
              <a:pPr indent="0">
                <a:lnSpc>
                  <a:spcPct val="150000"/>
                </a:lnSpc>
                <a:buNone/>
              </a:pPr>
              <a:r>
                <a:rPr lang="en-US" dirty="0" smtClean="0">
                  <a:latin typeface="+mn-ea"/>
                </a:rPr>
                <a:t>    </a:t>
              </a:r>
              <a:r>
                <a:rPr dirty="0" smtClean="0">
                  <a:latin typeface="+mn-ea"/>
                </a:rPr>
                <a:t>每个构件都有一组输入和输出，构件读输入的数据流，经过内部处理，然后产生输出数据流。这个过程通常通过对输入流的变换及增量计算来完成，包括通过计算和增加信息丰富数据，通过浓缩和删除精炼数据，通过改变记录方式转化数据，递增地转化数据等。在输入被完全消费之前，输出便产生了。这里的构件被称为过滤器，这种风格的连接件就像是数据流传输的管道，将一个过滤器的输出传到另一个过滤器的输入。应用实例是UNIX系统下的Shell编程。</a:t>
              </a:r>
            </a:p>
          </p:txBody>
        </p:sp>
        <p:sp>
          <p:nvSpPr>
            <p:cNvPr id="32" name="MH_SubTitle_2"/>
            <p:cNvSpPr/>
            <p:nvPr>
              <p:custDataLst>
                <p:tags r:id="rId9"/>
              </p:custDataLst>
            </p:nvPr>
          </p:nvSpPr>
          <p:spPr>
            <a:xfrm>
              <a:off x="7147" y="5928"/>
              <a:ext cx="7360" cy="845"/>
            </a:xfrm>
            <a:prstGeom prst="rect">
              <a:avLst/>
            </a:prstGeom>
          </p:spPr>
          <p:txBody>
            <a:bodyPr anchor="b">
              <a:normAutofit/>
            </a:bodyPr>
            <a:lstStyle/>
            <a:p>
              <a:r>
                <a:rPr lang="zh-CN" altLang="en-US" b="1" dirty="0" smtClean="0">
                  <a:solidFill>
                    <a:srgbClr val="00B050"/>
                  </a:solidFill>
                </a:rPr>
                <a:t>管道/过滤器</a:t>
              </a:r>
            </a:p>
          </p:txBody>
        </p:sp>
      </p:grpSp>
      <p:sp>
        <p:nvSpPr>
          <p:cNvPr id="36" name="MH_SubTitle_1"/>
          <p:cNvSpPr/>
          <p:nvPr>
            <p:custDataLst>
              <p:tags r:id="rId2"/>
            </p:custDataLst>
          </p:nvPr>
        </p:nvSpPr>
        <p:spPr>
          <a:xfrm>
            <a:off x="-13153" y="2152650"/>
            <a:ext cx="2961043" cy="73152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smtClean="0"/>
              <a:t>数据流风格</a:t>
            </a:r>
            <a:endParaRPr lang="zh-CN" altLang="en-US" sz="2400" b="1" dirty="0">
              <a:solidFill>
                <a:schemeClr val="bg1"/>
              </a:solidFill>
              <a:latin typeface="微软雅黑" panose="020B0503020204020204" charset="-122"/>
              <a:ea typeface="微软雅黑" panose="020B0503020204020204" charset="-122"/>
            </a:endParaRPr>
          </a:p>
        </p:txBody>
      </p:sp>
    </p:spTree>
    <p:custDataLst>
      <p:tags r:id="rId1"/>
    </p:custDataLst>
  </p:cSld>
  <p:clrMapOvr>
    <a:masterClrMapping/>
  </p:clrMapOvr>
  <p:transition>
    <p:pull dir="ru"/>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7.2 </a:t>
            </a:r>
            <a:r>
              <a:rPr lang="zh-CN" altLang="en-US" dirty="0" smtClean="0">
                <a:solidFill>
                  <a:srgbClr val="FF0000"/>
                </a:solidFill>
                <a:sym typeface="+mn-ea"/>
              </a:rPr>
              <a:t>软件架构设计和对象设计</a:t>
            </a:r>
            <a:endParaRPr 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7.2.2 </a:t>
            </a:r>
            <a:r>
              <a:rPr lang="zh-CN" altLang="en-US" sz="2400" dirty="0" smtClean="0">
                <a:solidFill>
                  <a:schemeClr val="tx1"/>
                </a:solidFill>
              </a:rPr>
              <a:t>软件架构风格</a:t>
            </a:r>
          </a:p>
        </p:txBody>
      </p:sp>
      <p:grpSp>
        <p:nvGrpSpPr>
          <p:cNvPr id="3" name="组合 2"/>
          <p:cNvGrpSpPr/>
          <p:nvPr/>
        </p:nvGrpSpPr>
        <p:grpSpPr>
          <a:xfrm>
            <a:off x="316865" y="260985"/>
            <a:ext cx="11160901" cy="5537200"/>
            <a:chOff x="450350" y="1099955"/>
            <a:chExt cx="11160839" cy="4598538"/>
          </a:xfrm>
        </p:grpSpPr>
        <p:sp>
          <p:nvSpPr>
            <p:cNvPr id="4" name="MH_Other_1"/>
            <p:cNvSpPr/>
            <p:nvPr>
              <p:custDataLst>
                <p:tags r:id="rId3"/>
              </p:custDataLst>
            </p:nvPr>
          </p:nvSpPr>
          <p:spPr>
            <a:xfrm rot="15013344" flipH="1">
              <a:off x="5732000" y="3022522"/>
              <a:ext cx="3272539" cy="2079403"/>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079403"/>
                <a:gd name="connsiteX1-123" fmla="*/ 1785607 w 4358007"/>
                <a:gd name="connsiteY1-124" fmla="*/ 21009 h 2079403"/>
                <a:gd name="connsiteX2-125" fmla="*/ 4075532 w 4358007"/>
                <a:gd name="connsiteY2-126" fmla="*/ 1498040 h 2079403"/>
                <a:gd name="connsiteX3-127" fmla="*/ 4358007 w 4358007"/>
                <a:gd name="connsiteY3-128" fmla="*/ 1498039 h 2079403"/>
                <a:gd name="connsiteX4-129" fmla="*/ 3268305 w 4358007"/>
                <a:gd name="connsiteY4-130" fmla="*/ 1683987 h 2079403"/>
                <a:gd name="connsiteX5-131" fmla="*/ 3169875 w 4358007"/>
                <a:gd name="connsiteY5-132" fmla="*/ 1498039 h 2079403"/>
                <a:gd name="connsiteX6-133" fmla="*/ 3445881 w 4358007"/>
                <a:gd name="connsiteY6-134" fmla="*/ 1498039 h 2079403"/>
                <a:gd name="connsiteX7-135" fmla="*/ 1535436 w 4358007"/>
                <a:gd name="connsiteY7-136" fmla="*/ 463531 h 2079403"/>
                <a:gd name="connsiteX8-137" fmla="*/ 25655 w 4358007"/>
                <a:gd name="connsiteY8-138" fmla="*/ 2067046 h 2079403"/>
                <a:gd name="connsiteX9-139" fmla="*/ 0 w 4358007"/>
                <a:gd name="connsiteY9-140" fmla="*/ 2079403 h 2079403"/>
                <a:gd name="connsiteX0-141" fmla="*/ 0 w 4358007"/>
                <a:gd name="connsiteY0-142" fmla="*/ 2079403 h 2079403"/>
                <a:gd name="connsiteX1-143" fmla="*/ 1785607 w 4358007"/>
                <a:gd name="connsiteY1-144" fmla="*/ 21009 h 2079403"/>
                <a:gd name="connsiteX2-145" fmla="*/ 4075532 w 4358007"/>
                <a:gd name="connsiteY2-146" fmla="*/ 1498040 h 2079403"/>
                <a:gd name="connsiteX3-147" fmla="*/ 4358007 w 4358007"/>
                <a:gd name="connsiteY3-148" fmla="*/ 1498039 h 2079403"/>
                <a:gd name="connsiteX4-149" fmla="*/ 3268305 w 4358007"/>
                <a:gd name="connsiteY4-150" fmla="*/ 1683987 h 2079403"/>
                <a:gd name="connsiteX5-151" fmla="*/ 3251241 w 4358007"/>
                <a:gd name="connsiteY5-152" fmla="*/ 1673622 h 2079403"/>
                <a:gd name="connsiteX6-153" fmla="*/ 3169875 w 4358007"/>
                <a:gd name="connsiteY6-154" fmla="*/ 1498039 h 2079403"/>
                <a:gd name="connsiteX7-155" fmla="*/ 3445881 w 4358007"/>
                <a:gd name="connsiteY7-156" fmla="*/ 1498039 h 2079403"/>
                <a:gd name="connsiteX8-157" fmla="*/ 1535436 w 4358007"/>
                <a:gd name="connsiteY8-158" fmla="*/ 463531 h 2079403"/>
                <a:gd name="connsiteX9-159" fmla="*/ 25655 w 4358007"/>
                <a:gd name="connsiteY9-160" fmla="*/ 2067046 h 2079403"/>
                <a:gd name="connsiteX10" fmla="*/ 0 w 4358007"/>
                <a:gd name="connsiteY10" fmla="*/ 2079403 h 2079403"/>
                <a:gd name="connsiteX0-161" fmla="*/ 0 w 4358007"/>
                <a:gd name="connsiteY0-162" fmla="*/ 2079403 h 2079403"/>
                <a:gd name="connsiteX1-163" fmla="*/ 1785607 w 4358007"/>
                <a:gd name="connsiteY1-164" fmla="*/ 21009 h 2079403"/>
                <a:gd name="connsiteX2-165" fmla="*/ 4075532 w 4358007"/>
                <a:gd name="connsiteY2-166" fmla="*/ 1498040 h 2079403"/>
                <a:gd name="connsiteX3-167" fmla="*/ 4358007 w 4358007"/>
                <a:gd name="connsiteY3-168" fmla="*/ 1498039 h 2079403"/>
                <a:gd name="connsiteX4-169" fmla="*/ 3268305 w 4358007"/>
                <a:gd name="connsiteY4-170" fmla="*/ 1683987 h 2079403"/>
                <a:gd name="connsiteX5-171" fmla="*/ 3115316 w 4358007"/>
                <a:gd name="connsiteY5-172" fmla="*/ 1661266 h 2079403"/>
                <a:gd name="connsiteX6-173" fmla="*/ 3169875 w 4358007"/>
                <a:gd name="connsiteY6-174" fmla="*/ 1498039 h 2079403"/>
                <a:gd name="connsiteX7-175" fmla="*/ 3445881 w 4358007"/>
                <a:gd name="connsiteY7-176" fmla="*/ 1498039 h 2079403"/>
                <a:gd name="connsiteX8-177" fmla="*/ 1535436 w 4358007"/>
                <a:gd name="connsiteY8-178" fmla="*/ 463531 h 2079403"/>
                <a:gd name="connsiteX9-179" fmla="*/ 25655 w 4358007"/>
                <a:gd name="connsiteY9-180" fmla="*/ 2067046 h 2079403"/>
                <a:gd name="connsiteX10-181" fmla="*/ 0 w 4358007"/>
                <a:gd name="connsiteY10-182" fmla="*/ 2079403 h 2079403"/>
                <a:gd name="connsiteX0-183" fmla="*/ 0 w 4358007"/>
                <a:gd name="connsiteY0-184" fmla="*/ 2079403 h 2079403"/>
                <a:gd name="connsiteX1-185" fmla="*/ 1785607 w 4358007"/>
                <a:gd name="connsiteY1-186" fmla="*/ 21009 h 2079403"/>
                <a:gd name="connsiteX2-187" fmla="*/ 4075532 w 4358007"/>
                <a:gd name="connsiteY2-188" fmla="*/ 1498040 h 2079403"/>
                <a:gd name="connsiteX3-189" fmla="*/ 4358007 w 4358007"/>
                <a:gd name="connsiteY3-190" fmla="*/ 1498039 h 2079403"/>
                <a:gd name="connsiteX4-191" fmla="*/ 4355700 w 4358007"/>
                <a:gd name="connsiteY4-192" fmla="*/ 1683987 h 2079403"/>
                <a:gd name="connsiteX5-193" fmla="*/ 3115316 w 4358007"/>
                <a:gd name="connsiteY5-194" fmla="*/ 1661266 h 2079403"/>
                <a:gd name="connsiteX6-195" fmla="*/ 3169875 w 4358007"/>
                <a:gd name="connsiteY6-196" fmla="*/ 1498039 h 2079403"/>
                <a:gd name="connsiteX7-197" fmla="*/ 3445881 w 4358007"/>
                <a:gd name="connsiteY7-198" fmla="*/ 1498039 h 2079403"/>
                <a:gd name="connsiteX8-199" fmla="*/ 1535436 w 4358007"/>
                <a:gd name="connsiteY8-200" fmla="*/ 463531 h 2079403"/>
                <a:gd name="connsiteX9-201" fmla="*/ 25655 w 4358007"/>
                <a:gd name="connsiteY9-202" fmla="*/ 2067046 h 2079403"/>
                <a:gd name="connsiteX10-203" fmla="*/ 0 w 4358007"/>
                <a:gd name="connsiteY10-204" fmla="*/ 2079403 h 2079403"/>
                <a:gd name="connsiteX0-205" fmla="*/ 0 w 4358007"/>
                <a:gd name="connsiteY0-206" fmla="*/ 2079403 h 2079403"/>
                <a:gd name="connsiteX1-207" fmla="*/ 1785607 w 4358007"/>
                <a:gd name="connsiteY1-208" fmla="*/ 21009 h 2079403"/>
                <a:gd name="connsiteX2-209" fmla="*/ 4075532 w 4358007"/>
                <a:gd name="connsiteY2-210" fmla="*/ 1498040 h 2079403"/>
                <a:gd name="connsiteX3-211" fmla="*/ 4358007 w 4358007"/>
                <a:gd name="connsiteY3-212" fmla="*/ 1498039 h 2079403"/>
                <a:gd name="connsiteX4-213" fmla="*/ 4355700 w 4358007"/>
                <a:gd name="connsiteY4-214" fmla="*/ 1683987 h 2079403"/>
                <a:gd name="connsiteX5-215" fmla="*/ 3152386 w 4358007"/>
                <a:gd name="connsiteY5-216" fmla="*/ 1636552 h 2079403"/>
                <a:gd name="connsiteX6-217" fmla="*/ 3169875 w 4358007"/>
                <a:gd name="connsiteY6-218" fmla="*/ 1498039 h 2079403"/>
                <a:gd name="connsiteX7-219" fmla="*/ 3445881 w 4358007"/>
                <a:gd name="connsiteY7-220" fmla="*/ 1498039 h 2079403"/>
                <a:gd name="connsiteX8-221" fmla="*/ 1535436 w 4358007"/>
                <a:gd name="connsiteY8-222" fmla="*/ 463531 h 2079403"/>
                <a:gd name="connsiteX9-223" fmla="*/ 25655 w 4358007"/>
                <a:gd name="connsiteY9-224" fmla="*/ 2067046 h 2079403"/>
                <a:gd name="connsiteX10-225" fmla="*/ 0 w 4358007"/>
                <a:gd name="connsiteY10-226" fmla="*/ 2079403 h 2079403"/>
                <a:gd name="connsiteX0-227" fmla="*/ 0 w 4358007"/>
                <a:gd name="connsiteY0-228" fmla="*/ 2079403 h 2079403"/>
                <a:gd name="connsiteX1-229" fmla="*/ 1785607 w 4358007"/>
                <a:gd name="connsiteY1-230" fmla="*/ 21009 h 2079403"/>
                <a:gd name="connsiteX2-231" fmla="*/ 4075532 w 4358007"/>
                <a:gd name="connsiteY2-232" fmla="*/ 1498040 h 2079403"/>
                <a:gd name="connsiteX3-233" fmla="*/ 4358007 w 4358007"/>
                <a:gd name="connsiteY3-234" fmla="*/ 1498039 h 2079403"/>
                <a:gd name="connsiteX4-235" fmla="*/ 4355700 w 4358007"/>
                <a:gd name="connsiteY4-236" fmla="*/ 1683987 h 2079403"/>
                <a:gd name="connsiteX5-237" fmla="*/ 3190806 w 4358007"/>
                <a:gd name="connsiteY5-238" fmla="*/ 1636552 h 2079403"/>
                <a:gd name="connsiteX6-239" fmla="*/ 3169875 w 4358007"/>
                <a:gd name="connsiteY6-240" fmla="*/ 1498039 h 2079403"/>
                <a:gd name="connsiteX7-241" fmla="*/ 3445881 w 4358007"/>
                <a:gd name="connsiteY7-242" fmla="*/ 1498039 h 2079403"/>
                <a:gd name="connsiteX8-243" fmla="*/ 1535436 w 4358007"/>
                <a:gd name="connsiteY8-244" fmla="*/ 463531 h 2079403"/>
                <a:gd name="connsiteX9-245" fmla="*/ 25655 w 4358007"/>
                <a:gd name="connsiteY9-246" fmla="*/ 2067046 h 2079403"/>
                <a:gd name="connsiteX10-247" fmla="*/ 0 w 4358007"/>
                <a:gd name="connsiteY10-248" fmla="*/ 2079403 h 2079403"/>
                <a:gd name="connsiteX0-249" fmla="*/ 0 w 4358007"/>
                <a:gd name="connsiteY0-250" fmla="*/ 2079403 h 2079403"/>
                <a:gd name="connsiteX1-251" fmla="*/ 1785607 w 4358007"/>
                <a:gd name="connsiteY1-252" fmla="*/ 21009 h 2079403"/>
                <a:gd name="connsiteX2-253" fmla="*/ 4075532 w 4358007"/>
                <a:gd name="connsiteY2-254" fmla="*/ 1498040 h 2079403"/>
                <a:gd name="connsiteX3-255" fmla="*/ 4358007 w 4358007"/>
                <a:gd name="connsiteY3-256" fmla="*/ 1498039 h 2079403"/>
                <a:gd name="connsiteX4-257" fmla="*/ 4340332 w 4358007"/>
                <a:gd name="connsiteY4-258" fmla="*/ 1614830 h 2079403"/>
                <a:gd name="connsiteX5-259" fmla="*/ 3190806 w 4358007"/>
                <a:gd name="connsiteY5-260" fmla="*/ 1636552 h 2079403"/>
                <a:gd name="connsiteX6-261" fmla="*/ 3169875 w 4358007"/>
                <a:gd name="connsiteY6-262" fmla="*/ 1498039 h 2079403"/>
                <a:gd name="connsiteX7-263" fmla="*/ 3445881 w 4358007"/>
                <a:gd name="connsiteY7-264" fmla="*/ 1498039 h 2079403"/>
                <a:gd name="connsiteX8-265" fmla="*/ 1535436 w 4358007"/>
                <a:gd name="connsiteY8-266" fmla="*/ 463531 h 2079403"/>
                <a:gd name="connsiteX9-267" fmla="*/ 25655 w 4358007"/>
                <a:gd name="connsiteY9-268" fmla="*/ 2067046 h 2079403"/>
                <a:gd name="connsiteX10-269" fmla="*/ 0 w 4358007"/>
                <a:gd name="connsiteY10-270" fmla="*/ 2079403 h 2079403"/>
                <a:gd name="connsiteX0-271" fmla="*/ 0 w 4358007"/>
                <a:gd name="connsiteY0-272" fmla="*/ 2079403 h 2079403"/>
                <a:gd name="connsiteX1-273" fmla="*/ 1785607 w 4358007"/>
                <a:gd name="connsiteY1-274" fmla="*/ 21009 h 2079403"/>
                <a:gd name="connsiteX2-275" fmla="*/ 4075532 w 4358007"/>
                <a:gd name="connsiteY2-276" fmla="*/ 1498040 h 2079403"/>
                <a:gd name="connsiteX3-277" fmla="*/ 4358007 w 4358007"/>
                <a:gd name="connsiteY3-278" fmla="*/ 1498039 h 2079403"/>
                <a:gd name="connsiteX4-279" fmla="*/ 4340332 w 4358007"/>
                <a:gd name="connsiteY4-280" fmla="*/ 1614830 h 2079403"/>
                <a:gd name="connsiteX5-281" fmla="*/ 3190806 w 4358007"/>
                <a:gd name="connsiteY5-282" fmla="*/ 1621184 h 2079403"/>
                <a:gd name="connsiteX6-283" fmla="*/ 3169875 w 4358007"/>
                <a:gd name="connsiteY6-284" fmla="*/ 1498039 h 2079403"/>
                <a:gd name="connsiteX7-285" fmla="*/ 3445881 w 4358007"/>
                <a:gd name="connsiteY7-286" fmla="*/ 1498039 h 2079403"/>
                <a:gd name="connsiteX8-287" fmla="*/ 1535436 w 4358007"/>
                <a:gd name="connsiteY8-288" fmla="*/ 463531 h 2079403"/>
                <a:gd name="connsiteX9-289" fmla="*/ 25655 w 4358007"/>
                <a:gd name="connsiteY9-290" fmla="*/ 2067046 h 2079403"/>
                <a:gd name="connsiteX10-291" fmla="*/ 0 w 4358007"/>
                <a:gd name="connsiteY10-292" fmla="*/ 2079403 h 2079403"/>
                <a:gd name="connsiteX0-293" fmla="*/ 0 w 4363385"/>
                <a:gd name="connsiteY0-294" fmla="*/ 2079403 h 2079403"/>
                <a:gd name="connsiteX1-295" fmla="*/ 1785607 w 4363385"/>
                <a:gd name="connsiteY1-296" fmla="*/ 21009 h 2079403"/>
                <a:gd name="connsiteX2-297" fmla="*/ 4075532 w 4363385"/>
                <a:gd name="connsiteY2-298" fmla="*/ 1498040 h 2079403"/>
                <a:gd name="connsiteX3-299" fmla="*/ 4358007 w 4363385"/>
                <a:gd name="connsiteY3-300" fmla="*/ 1498039 h 2079403"/>
                <a:gd name="connsiteX4-301" fmla="*/ 4363385 w 4363385"/>
                <a:gd name="connsiteY4-302" fmla="*/ 1614830 h 2079403"/>
                <a:gd name="connsiteX5-303" fmla="*/ 3190806 w 4363385"/>
                <a:gd name="connsiteY5-304" fmla="*/ 1621184 h 2079403"/>
                <a:gd name="connsiteX6-305" fmla="*/ 3169875 w 4363385"/>
                <a:gd name="connsiteY6-306" fmla="*/ 1498039 h 2079403"/>
                <a:gd name="connsiteX7-307" fmla="*/ 3445881 w 4363385"/>
                <a:gd name="connsiteY7-308" fmla="*/ 1498039 h 2079403"/>
                <a:gd name="connsiteX8-309" fmla="*/ 1535436 w 4363385"/>
                <a:gd name="connsiteY8-310" fmla="*/ 463531 h 2079403"/>
                <a:gd name="connsiteX9-311" fmla="*/ 25655 w 4363385"/>
                <a:gd name="connsiteY9-312" fmla="*/ 2067046 h 2079403"/>
                <a:gd name="connsiteX10-313" fmla="*/ 0 w 4363385"/>
                <a:gd name="connsiteY10-314" fmla="*/ 2079403 h 207940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181" y="connsiteY10-182"/>
                </a:cxn>
              </a:cxnLst>
              <a:rect l="l" t="t" r="r" b="b"/>
              <a:pathLst>
                <a:path w="4363385" h="2079403">
                  <a:moveTo>
                    <a:pt x="0" y="2079403"/>
                  </a:moveTo>
                  <a:cubicBezTo>
                    <a:pt x="0" y="1044510"/>
                    <a:pt x="761085" y="167154"/>
                    <a:pt x="1785607" y="21009"/>
                  </a:cubicBezTo>
                  <a:cubicBezTo>
                    <a:pt x="2810128" y="-125136"/>
                    <a:pt x="3786171" y="504424"/>
                    <a:pt x="4075532" y="1498040"/>
                  </a:cubicBezTo>
                  <a:lnTo>
                    <a:pt x="4358007" y="1498039"/>
                  </a:lnTo>
                  <a:lnTo>
                    <a:pt x="4363385" y="1614830"/>
                  </a:lnTo>
                  <a:lnTo>
                    <a:pt x="3190806" y="1621184"/>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flip="none" rotWithShape="1">
              <a:gsLst>
                <a:gs pos="43000">
                  <a:schemeClr val="tx1">
                    <a:lumMod val="95000"/>
                    <a:lumOff val="5000"/>
                  </a:schemeClr>
                </a:gs>
                <a:gs pos="14000">
                  <a:schemeClr val="tx1">
                    <a:lumMod val="50000"/>
                    <a:lumOff val="50000"/>
                  </a:schemeClr>
                </a:gs>
                <a:gs pos="100000">
                  <a:schemeClr val="tx1">
                    <a:lumMod val="50000"/>
                    <a:lumOff val="50000"/>
                  </a:schemeClr>
                </a:gs>
              </a:gsLst>
              <a:lin ang="2700000" scaled="1"/>
              <a:tileRect/>
            </a:gradFill>
            <a:ln>
              <a:noFill/>
            </a:ln>
            <a:effectLst/>
            <a:scene3d>
              <a:camera prst="orthographicFront"/>
              <a:lightRig rig="flat" dir="t">
                <a:rot lat="0" lon="0" rev="11400000"/>
              </a:lightRig>
            </a:scene3d>
            <a:sp3d extrusionH="1270000" contourW="12700" prstMaterial="softEdge">
              <a:bevelB h="107950"/>
              <a:extrusionClr>
                <a:schemeClr val="accent2">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chemeClr val="tx1"/>
                </a:solidFill>
                <a:latin typeface="+mn-ea"/>
              </a:endParaRPr>
            </a:p>
          </p:txBody>
        </p:sp>
        <p:sp>
          <p:nvSpPr>
            <p:cNvPr id="5" name="MH_Other_2"/>
            <p:cNvSpPr/>
            <p:nvPr>
              <p:custDataLst>
                <p:tags r:id="rId4"/>
              </p:custDataLst>
            </p:nvPr>
          </p:nvSpPr>
          <p:spPr>
            <a:xfrm rot="15013344" flipH="1">
              <a:off x="5923809" y="2890569"/>
              <a:ext cx="3268505" cy="2252397"/>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0000">
                  <a:schemeClr val="accent2">
                    <a:lumMod val="40000"/>
                    <a:lumOff val="60000"/>
                  </a:schemeClr>
                </a:gs>
                <a:gs pos="0">
                  <a:schemeClr val="accent2">
                    <a:lumMod val="75000"/>
                  </a:schemeClr>
                </a:gs>
                <a:gs pos="100000">
                  <a:schemeClr val="accent2"/>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6" name="MH_Other_3"/>
            <p:cNvSpPr/>
            <p:nvPr>
              <p:custDataLst>
                <p:tags r:id="rId5"/>
              </p:custDataLst>
            </p:nvPr>
          </p:nvSpPr>
          <p:spPr>
            <a:xfrm rot="14847505" flipV="1">
              <a:off x="3091614" y="2746901"/>
              <a:ext cx="3340388" cy="2442932"/>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 name="connsiteX0-141" fmla="*/ 0 w 4358007"/>
                <a:gd name="connsiteY0-142" fmla="*/ 2079403 h 2386491"/>
                <a:gd name="connsiteX1-143" fmla="*/ 1785607 w 4358007"/>
                <a:gd name="connsiteY1-144" fmla="*/ 21009 h 2386491"/>
                <a:gd name="connsiteX2-145" fmla="*/ 4075532 w 4358007"/>
                <a:gd name="connsiteY2-146" fmla="*/ 1498040 h 2386491"/>
                <a:gd name="connsiteX3-147" fmla="*/ 4358007 w 4358007"/>
                <a:gd name="connsiteY3-148" fmla="*/ 1498039 h 2386491"/>
                <a:gd name="connsiteX4-149" fmla="*/ 3782879 w 4358007"/>
                <a:gd name="connsiteY4-150" fmla="*/ 2386491 h 2386491"/>
                <a:gd name="connsiteX5-151" fmla="*/ 3169875 w 4358007"/>
                <a:gd name="connsiteY5-152" fmla="*/ 1498039 h 2386491"/>
                <a:gd name="connsiteX6-153" fmla="*/ 3445881 w 4358007"/>
                <a:gd name="connsiteY6-154" fmla="*/ 1498039 h 2386491"/>
                <a:gd name="connsiteX7-155" fmla="*/ 1535436 w 4358007"/>
                <a:gd name="connsiteY7-156" fmla="*/ 463531 h 2386491"/>
                <a:gd name="connsiteX8-157" fmla="*/ 25655 w 4358007"/>
                <a:gd name="connsiteY8-158" fmla="*/ 2067046 h 2386491"/>
                <a:gd name="connsiteX9-159" fmla="*/ 0 w 4358007"/>
                <a:gd name="connsiteY9-160" fmla="*/ 2079403 h 2386491"/>
                <a:gd name="connsiteX0-161" fmla="*/ 0 w 4401150"/>
                <a:gd name="connsiteY0-162" fmla="*/ 2079403 h 2386491"/>
                <a:gd name="connsiteX1-163" fmla="*/ 1785607 w 4401150"/>
                <a:gd name="connsiteY1-164" fmla="*/ 21009 h 2386491"/>
                <a:gd name="connsiteX2-165" fmla="*/ 4075532 w 4401150"/>
                <a:gd name="connsiteY2-166" fmla="*/ 1498040 h 2386491"/>
                <a:gd name="connsiteX3-167" fmla="*/ 4401150 w 4401150"/>
                <a:gd name="connsiteY3-168" fmla="*/ 1601982 h 2386491"/>
                <a:gd name="connsiteX4-169" fmla="*/ 3782879 w 4401150"/>
                <a:gd name="connsiteY4-170" fmla="*/ 2386491 h 2386491"/>
                <a:gd name="connsiteX5-171" fmla="*/ 3169875 w 4401150"/>
                <a:gd name="connsiteY5-172" fmla="*/ 1498039 h 2386491"/>
                <a:gd name="connsiteX6-173" fmla="*/ 3445881 w 4401150"/>
                <a:gd name="connsiteY6-174" fmla="*/ 1498039 h 2386491"/>
                <a:gd name="connsiteX7-175" fmla="*/ 1535436 w 4401150"/>
                <a:gd name="connsiteY7-176" fmla="*/ 463531 h 2386491"/>
                <a:gd name="connsiteX8-177" fmla="*/ 25655 w 4401150"/>
                <a:gd name="connsiteY8-178" fmla="*/ 2067046 h 2386491"/>
                <a:gd name="connsiteX9-179" fmla="*/ 0 w 4401150"/>
                <a:gd name="connsiteY9-180" fmla="*/ 2079403 h 2386491"/>
                <a:gd name="connsiteX0-181" fmla="*/ 0 w 4401150"/>
                <a:gd name="connsiteY0-182" fmla="*/ 2063451 h 2370539"/>
                <a:gd name="connsiteX1-183" fmla="*/ 1785607 w 4401150"/>
                <a:gd name="connsiteY1-184" fmla="*/ 5057 h 2370539"/>
                <a:gd name="connsiteX2-185" fmla="*/ 4046111 w 4401150"/>
                <a:gd name="connsiteY2-186" fmla="*/ 1631382 h 2370539"/>
                <a:gd name="connsiteX3-187" fmla="*/ 4401150 w 4401150"/>
                <a:gd name="connsiteY3-188" fmla="*/ 1586030 h 2370539"/>
                <a:gd name="connsiteX4-189" fmla="*/ 3782879 w 4401150"/>
                <a:gd name="connsiteY4-190" fmla="*/ 2370539 h 2370539"/>
                <a:gd name="connsiteX5-191" fmla="*/ 3169875 w 4401150"/>
                <a:gd name="connsiteY5-192" fmla="*/ 1482087 h 2370539"/>
                <a:gd name="connsiteX6-193" fmla="*/ 3445881 w 4401150"/>
                <a:gd name="connsiteY6-194" fmla="*/ 1482087 h 2370539"/>
                <a:gd name="connsiteX7-195" fmla="*/ 1535436 w 4401150"/>
                <a:gd name="connsiteY7-196" fmla="*/ 447579 h 2370539"/>
                <a:gd name="connsiteX8-197" fmla="*/ 25655 w 4401150"/>
                <a:gd name="connsiteY8-198" fmla="*/ 2051094 h 2370539"/>
                <a:gd name="connsiteX9-199" fmla="*/ 0 w 4401150"/>
                <a:gd name="connsiteY9-200" fmla="*/ 2063451 h 2370539"/>
                <a:gd name="connsiteX0-201" fmla="*/ 0 w 4401150"/>
                <a:gd name="connsiteY0-202" fmla="*/ 2063451 h 2370539"/>
                <a:gd name="connsiteX1-203" fmla="*/ 1785607 w 4401150"/>
                <a:gd name="connsiteY1-204" fmla="*/ 5057 h 2370539"/>
                <a:gd name="connsiteX2-205" fmla="*/ 4046111 w 4401150"/>
                <a:gd name="connsiteY2-206" fmla="*/ 1631382 h 2370539"/>
                <a:gd name="connsiteX3-207" fmla="*/ 4401150 w 4401150"/>
                <a:gd name="connsiteY3-208" fmla="*/ 1586030 h 2370539"/>
                <a:gd name="connsiteX4-209" fmla="*/ 3782879 w 4401150"/>
                <a:gd name="connsiteY4-210" fmla="*/ 2370539 h 2370539"/>
                <a:gd name="connsiteX5-211" fmla="*/ 3186053 w 4401150"/>
                <a:gd name="connsiteY5-212" fmla="*/ 1521066 h 2370539"/>
                <a:gd name="connsiteX6-213" fmla="*/ 3445881 w 4401150"/>
                <a:gd name="connsiteY6-214" fmla="*/ 1482087 h 2370539"/>
                <a:gd name="connsiteX7-215" fmla="*/ 1535436 w 4401150"/>
                <a:gd name="connsiteY7-216" fmla="*/ 447579 h 2370539"/>
                <a:gd name="connsiteX8-217" fmla="*/ 25655 w 4401150"/>
                <a:gd name="connsiteY8-218" fmla="*/ 2051094 h 2370539"/>
                <a:gd name="connsiteX9-219" fmla="*/ 0 w 4401150"/>
                <a:gd name="connsiteY9-220" fmla="*/ 2063451 h 2370539"/>
                <a:gd name="connsiteX0-221" fmla="*/ 0 w 4401150"/>
                <a:gd name="connsiteY0-222" fmla="*/ 2063451 h 2444082"/>
                <a:gd name="connsiteX1-223" fmla="*/ 1785607 w 4401150"/>
                <a:gd name="connsiteY1-224" fmla="*/ 5057 h 2444082"/>
                <a:gd name="connsiteX2-225" fmla="*/ 4046111 w 4401150"/>
                <a:gd name="connsiteY2-226" fmla="*/ 1631382 h 2444082"/>
                <a:gd name="connsiteX3-227" fmla="*/ 4401150 w 4401150"/>
                <a:gd name="connsiteY3-228" fmla="*/ 1586030 h 2444082"/>
                <a:gd name="connsiteX4-229" fmla="*/ 3752478 w 4401150"/>
                <a:gd name="connsiteY4-230" fmla="*/ 2444082 h 2444082"/>
                <a:gd name="connsiteX5-231" fmla="*/ 3186053 w 4401150"/>
                <a:gd name="connsiteY5-232" fmla="*/ 1521066 h 2444082"/>
                <a:gd name="connsiteX6-233" fmla="*/ 3445881 w 4401150"/>
                <a:gd name="connsiteY6-234" fmla="*/ 1482087 h 2444082"/>
                <a:gd name="connsiteX7-235" fmla="*/ 1535436 w 4401150"/>
                <a:gd name="connsiteY7-236" fmla="*/ 447579 h 2444082"/>
                <a:gd name="connsiteX8-237" fmla="*/ 25655 w 4401150"/>
                <a:gd name="connsiteY8-238" fmla="*/ 2051094 h 2444082"/>
                <a:gd name="connsiteX9-239" fmla="*/ 0 w 4401150"/>
                <a:gd name="connsiteY9-240" fmla="*/ 2063451 h 2444082"/>
                <a:gd name="connsiteX0-241" fmla="*/ 0 w 4401150"/>
                <a:gd name="connsiteY0-242" fmla="*/ 2063451 h 2444082"/>
                <a:gd name="connsiteX1-243" fmla="*/ 1785607 w 4401150"/>
                <a:gd name="connsiteY1-244" fmla="*/ 5057 h 2444082"/>
                <a:gd name="connsiteX2-245" fmla="*/ 4046111 w 4401150"/>
                <a:gd name="connsiteY2-246" fmla="*/ 1631382 h 2444082"/>
                <a:gd name="connsiteX3-247" fmla="*/ 4401150 w 4401150"/>
                <a:gd name="connsiteY3-248" fmla="*/ 1586030 h 2444082"/>
                <a:gd name="connsiteX4-249" fmla="*/ 3752478 w 4401150"/>
                <a:gd name="connsiteY4-250" fmla="*/ 2444082 h 2444082"/>
                <a:gd name="connsiteX5-251" fmla="*/ 3186053 w 4401150"/>
                <a:gd name="connsiteY5-252" fmla="*/ 1521066 h 2444082"/>
                <a:gd name="connsiteX6-253" fmla="*/ 3445881 w 4401150"/>
                <a:gd name="connsiteY6-254" fmla="*/ 1482087 h 2444082"/>
                <a:gd name="connsiteX7-255" fmla="*/ 1535436 w 4401150"/>
                <a:gd name="connsiteY7-256" fmla="*/ 447579 h 2444082"/>
                <a:gd name="connsiteX8-257" fmla="*/ 25655 w 4401150"/>
                <a:gd name="connsiteY8-258" fmla="*/ 2051094 h 2444082"/>
                <a:gd name="connsiteX9-259" fmla="*/ 0 w 4401150"/>
                <a:gd name="connsiteY9-260" fmla="*/ 2063451 h 2444082"/>
                <a:gd name="connsiteX0-261" fmla="*/ 0 w 4401150"/>
                <a:gd name="connsiteY0-262" fmla="*/ 2063451 h 2444082"/>
                <a:gd name="connsiteX1-263" fmla="*/ 1785607 w 4401150"/>
                <a:gd name="connsiteY1-264" fmla="*/ 5057 h 2444082"/>
                <a:gd name="connsiteX2-265" fmla="*/ 4046111 w 4401150"/>
                <a:gd name="connsiteY2-266" fmla="*/ 1631382 h 2444082"/>
                <a:gd name="connsiteX3-267" fmla="*/ 4401150 w 4401150"/>
                <a:gd name="connsiteY3-268" fmla="*/ 1586030 h 2444082"/>
                <a:gd name="connsiteX4-269" fmla="*/ 3752478 w 4401150"/>
                <a:gd name="connsiteY4-270" fmla="*/ 2444082 h 2444082"/>
                <a:gd name="connsiteX5-271" fmla="*/ 3115695 w 4401150"/>
                <a:gd name="connsiteY5-272" fmla="*/ 1535038 h 2444082"/>
                <a:gd name="connsiteX6-273" fmla="*/ 3445881 w 4401150"/>
                <a:gd name="connsiteY6-274" fmla="*/ 1482087 h 2444082"/>
                <a:gd name="connsiteX7-275" fmla="*/ 1535436 w 4401150"/>
                <a:gd name="connsiteY7-276" fmla="*/ 447579 h 2444082"/>
                <a:gd name="connsiteX8-277" fmla="*/ 25655 w 4401150"/>
                <a:gd name="connsiteY8-278" fmla="*/ 2051094 h 2444082"/>
                <a:gd name="connsiteX9-279" fmla="*/ 0 w 4401150"/>
                <a:gd name="connsiteY9-280" fmla="*/ 2063451 h 2444082"/>
                <a:gd name="connsiteX0-281" fmla="*/ 0 w 4401150"/>
                <a:gd name="connsiteY0-282" fmla="*/ 2071635 h 2452266"/>
                <a:gd name="connsiteX1-283" fmla="*/ 1785607 w 4401150"/>
                <a:gd name="connsiteY1-284" fmla="*/ 13241 h 2452266"/>
                <a:gd name="connsiteX2-285" fmla="*/ 4046111 w 4401150"/>
                <a:gd name="connsiteY2-286" fmla="*/ 1639566 h 2452266"/>
                <a:gd name="connsiteX3-287" fmla="*/ 4401150 w 4401150"/>
                <a:gd name="connsiteY3-288" fmla="*/ 1594214 h 2452266"/>
                <a:gd name="connsiteX4-289" fmla="*/ 3752478 w 4401150"/>
                <a:gd name="connsiteY4-290" fmla="*/ 2452266 h 2452266"/>
                <a:gd name="connsiteX5-291" fmla="*/ 3115695 w 4401150"/>
                <a:gd name="connsiteY5-292" fmla="*/ 1543222 h 2452266"/>
                <a:gd name="connsiteX6-293" fmla="*/ 3445881 w 4401150"/>
                <a:gd name="connsiteY6-294" fmla="*/ 1490271 h 2452266"/>
                <a:gd name="connsiteX7-295" fmla="*/ 1535436 w 4401150"/>
                <a:gd name="connsiteY7-296" fmla="*/ 455763 h 2452266"/>
                <a:gd name="connsiteX8-297" fmla="*/ 25655 w 4401150"/>
                <a:gd name="connsiteY8-298" fmla="*/ 2059278 h 2452266"/>
                <a:gd name="connsiteX9-299" fmla="*/ 0 w 4401150"/>
                <a:gd name="connsiteY9-300" fmla="*/ 2071635 h 2452266"/>
                <a:gd name="connsiteX0-301" fmla="*/ 0 w 4444293"/>
                <a:gd name="connsiteY0-302" fmla="*/ 1963235 h 2447810"/>
                <a:gd name="connsiteX1-303" fmla="*/ 1828750 w 4444293"/>
                <a:gd name="connsiteY1-304" fmla="*/ 8785 h 2447810"/>
                <a:gd name="connsiteX2-305" fmla="*/ 4089254 w 4444293"/>
                <a:gd name="connsiteY2-306" fmla="*/ 1635110 h 2447810"/>
                <a:gd name="connsiteX3-307" fmla="*/ 4444293 w 4444293"/>
                <a:gd name="connsiteY3-308" fmla="*/ 1589758 h 2447810"/>
                <a:gd name="connsiteX4-309" fmla="*/ 3795621 w 4444293"/>
                <a:gd name="connsiteY4-310" fmla="*/ 2447810 h 2447810"/>
                <a:gd name="connsiteX5-311" fmla="*/ 3158838 w 4444293"/>
                <a:gd name="connsiteY5-312" fmla="*/ 1538766 h 2447810"/>
                <a:gd name="connsiteX6-313" fmla="*/ 3489024 w 4444293"/>
                <a:gd name="connsiteY6-314" fmla="*/ 1485815 h 2447810"/>
                <a:gd name="connsiteX7-315" fmla="*/ 1578579 w 4444293"/>
                <a:gd name="connsiteY7-316" fmla="*/ 451307 h 2447810"/>
                <a:gd name="connsiteX8-317" fmla="*/ 68798 w 4444293"/>
                <a:gd name="connsiteY8-318" fmla="*/ 2054822 h 2447810"/>
                <a:gd name="connsiteX9-319" fmla="*/ 0 w 4444293"/>
                <a:gd name="connsiteY9-320" fmla="*/ 1963235 h 2447810"/>
                <a:gd name="connsiteX0-321" fmla="*/ 0 w 4444293"/>
                <a:gd name="connsiteY0-322" fmla="*/ 1963235 h 2447810"/>
                <a:gd name="connsiteX1-323" fmla="*/ 1828750 w 4444293"/>
                <a:gd name="connsiteY1-324" fmla="*/ 8785 h 2447810"/>
                <a:gd name="connsiteX2-325" fmla="*/ 4089254 w 4444293"/>
                <a:gd name="connsiteY2-326" fmla="*/ 1635110 h 2447810"/>
                <a:gd name="connsiteX3-327" fmla="*/ 4444293 w 4444293"/>
                <a:gd name="connsiteY3-328" fmla="*/ 1589758 h 2447810"/>
                <a:gd name="connsiteX4-329" fmla="*/ 3795621 w 4444293"/>
                <a:gd name="connsiteY4-330" fmla="*/ 2447810 h 2447810"/>
                <a:gd name="connsiteX5-331" fmla="*/ 3158838 w 4444293"/>
                <a:gd name="connsiteY5-332" fmla="*/ 1538766 h 2447810"/>
                <a:gd name="connsiteX6-333" fmla="*/ 3489024 w 4444293"/>
                <a:gd name="connsiteY6-334" fmla="*/ 1485815 h 2447810"/>
                <a:gd name="connsiteX7-335" fmla="*/ 1578579 w 4444293"/>
                <a:gd name="connsiteY7-336" fmla="*/ 451307 h 2447810"/>
                <a:gd name="connsiteX8-337" fmla="*/ 21240 w 4444293"/>
                <a:gd name="connsiteY8-338" fmla="*/ 2013636 h 2447810"/>
                <a:gd name="connsiteX9-339" fmla="*/ 0 w 4444293"/>
                <a:gd name="connsiteY9-340" fmla="*/ 1963235 h 2447810"/>
                <a:gd name="connsiteX0-341" fmla="*/ 0 w 4453850"/>
                <a:gd name="connsiteY0-342" fmla="*/ 1825241 h 2442932"/>
                <a:gd name="connsiteX1-343" fmla="*/ 1838307 w 4453850"/>
                <a:gd name="connsiteY1-344" fmla="*/ 3907 h 2442932"/>
                <a:gd name="connsiteX2-345" fmla="*/ 4098811 w 4453850"/>
                <a:gd name="connsiteY2-346" fmla="*/ 1630232 h 2442932"/>
                <a:gd name="connsiteX3-347" fmla="*/ 4453850 w 4453850"/>
                <a:gd name="connsiteY3-348" fmla="*/ 1584880 h 2442932"/>
                <a:gd name="connsiteX4-349" fmla="*/ 3805178 w 4453850"/>
                <a:gd name="connsiteY4-350" fmla="*/ 2442932 h 2442932"/>
                <a:gd name="connsiteX5-351" fmla="*/ 3168395 w 4453850"/>
                <a:gd name="connsiteY5-352" fmla="*/ 1533888 h 2442932"/>
                <a:gd name="connsiteX6-353" fmla="*/ 3498581 w 4453850"/>
                <a:gd name="connsiteY6-354" fmla="*/ 1480937 h 2442932"/>
                <a:gd name="connsiteX7-355" fmla="*/ 1588136 w 4453850"/>
                <a:gd name="connsiteY7-356" fmla="*/ 446429 h 2442932"/>
                <a:gd name="connsiteX8-357" fmla="*/ 30797 w 4453850"/>
                <a:gd name="connsiteY8-358" fmla="*/ 2008758 h 2442932"/>
                <a:gd name="connsiteX9-359" fmla="*/ 0 w 4453850"/>
                <a:gd name="connsiteY9-360" fmla="*/ 1825241 h 24429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453850" h="2442932">
                  <a:moveTo>
                    <a:pt x="0" y="1825241"/>
                  </a:moveTo>
                  <a:cubicBezTo>
                    <a:pt x="0" y="790348"/>
                    <a:pt x="1155172" y="36408"/>
                    <a:pt x="1838307" y="3907"/>
                  </a:cubicBezTo>
                  <a:cubicBezTo>
                    <a:pt x="2521442" y="-28594"/>
                    <a:pt x="3682478" y="110528"/>
                    <a:pt x="4098811" y="1630232"/>
                  </a:cubicBezTo>
                  <a:lnTo>
                    <a:pt x="4453850" y="1584880"/>
                  </a:lnTo>
                  <a:lnTo>
                    <a:pt x="3805178" y="2442932"/>
                  </a:lnTo>
                  <a:cubicBezTo>
                    <a:pt x="3456541" y="1896972"/>
                    <a:pt x="3357203" y="1841560"/>
                    <a:pt x="3168395" y="1533888"/>
                  </a:cubicBezTo>
                  <a:lnTo>
                    <a:pt x="3498581" y="1480937"/>
                  </a:lnTo>
                  <a:cubicBezTo>
                    <a:pt x="3222266" y="831385"/>
                    <a:pt x="2279792" y="305430"/>
                    <a:pt x="1588136" y="446429"/>
                  </a:cubicBezTo>
                  <a:cubicBezTo>
                    <a:pt x="896480" y="587428"/>
                    <a:pt x="30797" y="1302876"/>
                    <a:pt x="30797" y="2008758"/>
                  </a:cubicBezTo>
                  <a:lnTo>
                    <a:pt x="0" y="1825241"/>
                  </a:lnTo>
                  <a:close/>
                </a:path>
              </a:pathLst>
            </a:custGeom>
            <a:gradFill>
              <a:gsLst>
                <a:gs pos="56000">
                  <a:schemeClr val="tx1">
                    <a:lumMod val="50000"/>
                    <a:lumOff val="50000"/>
                  </a:schemeClr>
                </a:gs>
                <a:gs pos="0">
                  <a:schemeClr val="tx1">
                    <a:lumMod val="95000"/>
                    <a:lumOff val="5000"/>
                  </a:schemeClr>
                </a:gs>
                <a:gs pos="100000">
                  <a:schemeClr val="tx1">
                    <a:lumMod val="95000"/>
                    <a:lumOff val="5000"/>
                  </a:schemeClr>
                </a:gs>
              </a:gsLst>
              <a:lin ang="0" scaled="1"/>
            </a:gradFill>
            <a:ln w="6350">
              <a:noFill/>
            </a:ln>
            <a:scene3d>
              <a:camera prst="orthographicFront"/>
              <a:lightRig rig="flat" dir="t">
                <a:rot lat="0" lon="0" rev="11400000"/>
              </a:lightRig>
            </a:scene3d>
            <a:sp3d extrusionH="1270000" contourW="12700" prstMaterial="softEdge">
              <a:bevelB h="107950"/>
              <a:extrusionClr>
                <a:schemeClr val="accent1">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8" name="MH_Other_4"/>
            <p:cNvSpPr/>
            <p:nvPr>
              <p:custDataLst>
                <p:tags r:id="rId6"/>
              </p:custDataLst>
            </p:nvPr>
          </p:nvSpPr>
          <p:spPr>
            <a:xfrm rot="14528313" flipV="1">
              <a:off x="3309772" y="2755420"/>
              <a:ext cx="3268505" cy="2252399"/>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6000">
                  <a:schemeClr val="accent1">
                    <a:lumMod val="40000"/>
                    <a:lumOff val="60000"/>
                  </a:schemeClr>
                </a:gs>
                <a:gs pos="0">
                  <a:schemeClr val="accent1">
                    <a:lumMod val="75000"/>
                  </a:schemeClr>
                </a:gs>
                <a:gs pos="100000">
                  <a:schemeClr val="accent1"/>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cxnSp>
          <p:nvCxnSpPr>
            <p:cNvPr id="9" name="MH_Other_6"/>
            <p:cNvCxnSpPr/>
            <p:nvPr>
              <p:custDataLst>
                <p:tags r:id="rId7"/>
              </p:custDataLst>
            </p:nvPr>
          </p:nvCxnSpPr>
          <p:spPr>
            <a:xfrm>
              <a:off x="7497540" y="2874094"/>
              <a:ext cx="2908284" cy="14605"/>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MH_Text_2"/>
            <p:cNvSpPr txBox="1">
              <a:spLocks noChangeArrowheads="1"/>
            </p:cNvSpPr>
            <p:nvPr>
              <p:custDataLst>
                <p:tags r:id="rId8"/>
              </p:custDataLst>
            </p:nvPr>
          </p:nvSpPr>
          <p:spPr bwMode="auto">
            <a:xfrm>
              <a:off x="7379430" y="2888698"/>
              <a:ext cx="4231759" cy="13715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dirty="0">
                  <a:latin typeface="微软雅黑" panose="020B0503020204020204" charset="-122"/>
                  <a:ea typeface="微软雅黑" panose="020B0503020204020204" charset="-122"/>
                  <a:sym typeface="+mn-ea"/>
                </a:rPr>
                <a:t>在结构化编程中常用主程序调用子程序，而面向对象编程是现在程序设计比较流行的方式，这两种风格在学习程序设计时很常用，而且现在很难找到一个程序只包含有一种架构风格，基本上都是混合风格。</a:t>
              </a:r>
            </a:p>
          </p:txBody>
        </p:sp>
        <p:sp>
          <p:nvSpPr>
            <p:cNvPr id="11" name="MH_SubTitle_2"/>
            <p:cNvSpPr txBox="1">
              <a:spLocks noChangeArrowheads="1"/>
            </p:cNvSpPr>
            <p:nvPr>
              <p:custDataLst>
                <p:tags r:id="rId9"/>
              </p:custDataLst>
            </p:nvPr>
          </p:nvSpPr>
          <p:spPr bwMode="auto">
            <a:xfrm>
              <a:off x="8189687" y="1099955"/>
              <a:ext cx="2371712" cy="758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2" name="MH_Other_7"/>
            <p:cNvSpPr txBox="1">
              <a:spLocks noChangeArrowheads="1"/>
            </p:cNvSpPr>
            <p:nvPr>
              <p:custDataLst>
                <p:tags r:id="rId10"/>
              </p:custDataLst>
            </p:nvPr>
          </p:nvSpPr>
          <p:spPr bwMode="auto">
            <a:xfrm>
              <a:off x="7379430" y="2426328"/>
              <a:ext cx="486833"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sz="3000" dirty="0" smtClean="0">
                  <a:solidFill>
                    <a:schemeClr val="accent2">
                      <a:lumMod val="75000"/>
                    </a:schemeClr>
                  </a:solidFill>
                  <a:latin typeface="微软雅黑" panose="020B0503020204020204" charset="-122"/>
                  <a:ea typeface="微软雅黑" panose="020B0503020204020204" charset="-122"/>
                </a:rPr>
                <a:t>1</a:t>
              </a:r>
            </a:p>
          </p:txBody>
        </p:sp>
        <p:sp>
          <p:nvSpPr>
            <p:cNvPr id="13" name="MH_Text_1"/>
            <p:cNvSpPr txBox="1">
              <a:spLocks noChangeArrowheads="1"/>
            </p:cNvSpPr>
            <p:nvPr>
              <p:custDataLst>
                <p:tags r:id="rId11"/>
              </p:custDataLst>
            </p:nvPr>
          </p:nvSpPr>
          <p:spPr bwMode="auto">
            <a:xfrm>
              <a:off x="450350" y="3942133"/>
              <a:ext cx="4528065" cy="152078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dirty="0">
                  <a:latin typeface="微软雅黑" panose="020B0503020204020204" charset="-122"/>
                  <a:ea typeface="微软雅黑" panose="020B0503020204020204" charset="-122"/>
                  <a:sym typeface="+mn-ea"/>
                </a:rPr>
                <a:t>层次系统组织成一个层次结构。这种风格的特点是每层为上一层提供服务，使用下一层的服务，且只能见到与自己邻接的层。大的问题分解为若干渐进的小问题，逐步解决，隐藏了很多复杂度。修改一层，最多影响两层，而通常只能影响上层。上层必须知道下层的身份，不能调整层次之间的顺序。</a:t>
              </a:r>
            </a:p>
          </p:txBody>
        </p:sp>
        <p:sp>
          <p:nvSpPr>
            <p:cNvPr id="14" name="MH_SubTitle_1"/>
            <p:cNvSpPr txBox="1">
              <a:spLocks noChangeArrowheads="1"/>
            </p:cNvSpPr>
            <p:nvPr>
              <p:custDataLst>
                <p:tags r:id="rId12"/>
              </p:custDataLst>
            </p:nvPr>
          </p:nvSpPr>
          <p:spPr bwMode="auto">
            <a:xfrm>
              <a:off x="2381251" y="3388044"/>
              <a:ext cx="2565400" cy="7588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6" name="MH_Other_8"/>
            <p:cNvSpPr txBox="1">
              <a:spLocks noChangeArrowheads="1"/>
            </p:cNvSpPr>
            <p:nvPr>
              <p:custDataLst>
                <p:tags r:id="rId13"/>
              </p:custDataLst>
            </p:nvPr>
          </p:nvSpPr>
          <p:spPr bwMode="auto">
            <a:xfrm>
              <a:off x="1894206" y="3387735"/>
              <a:ext cx="486833" cy="554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altLang="zh-CN" sz="3000" dirty="0" smtClean="0">
                  <a:solidFill>
                    <a:schemeClr val="accent1">
                      <a:lumMod val="75000"/>
                    </a:schemeClr>
                  </a:solidFill>
                  <a:latin typeface="微软雅黑" panose="020B0503020204020204" charset="-122"/>
                  <a:ea typeface="微软雅黑" panose="020B0503020204020204" charset="-122"/>
                </a:rPr>
                <a:t>2</a:t>
              </a:r>
              <a:endParaRPr lang="zh-CN" altLang="en-US" sz="3000" dirty="0" smtClean="0">
                <a:solidFill>
                  <a:schemeClr val="accent1">
                    <a:lumMod val="75000"/>
                  </a:schemeClr>
                </a:solidFill>
                <a:latin typeface="微软雅黑" panose="020B0503020204020204" charset="-122"/>
                <a:ea typeface="微软雅黑" panose="020B0503020204020204" charset="-122"/>
              </a:endParaRPr>
            </a:p>
          </p:txBody>
        </p:sp>
        <p:cxnSp>
          <p:nvCxnSpPr>
            <p:cNvPr id="17" name="MH_Other_5"/>
            <p:cNvCxnSpPr/>
            <p:nvPr>
              <p:custDataLst>
                <p:tags r:id="rId14"/>
              </p:custDataLst>
            </p:nvPr>
          </p:nvCxnSpPr>
          <p:spPr>
            <a:xfrm>
              <a:off x="1993901" y="3881128"/>
              <a:ext cx="295275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a:xfrm>
            <a:off x="7512685" y="2009140"/>
            <a:ext cx="4053840" cy="365760"/>
          </a:xfrm>
          <a:prstGeom prst="rect">
            <a:avLst/>
          </a:prstGeom>
          <a:noFill/>
        </p:spPr>
        <p:txBody>
          <a:bodyPr wrap="square" rtlCol="0" anchor="t">
            <a:spAutoFit/>
          </a:bodyPr>
          <a:lstStyle/>
          <a:p>
            <a:r>
              <a:rPr lang="zh-CN" altLang="en-US" b="1">
                <a:solidFill>
                  <a:schemeClr val="accent2">
                    <a:lumMod val="75000"/>
                  </a:schemeClr>
                </a:solidFill>
              </a:rPr>
              <a:t>主程序/子程序风格和面向对象风格</a:t>
            </a:r>
          </a:p>
        </p:txBody>
      </p:sp>
      <p:sp>
        <p:nvSpPr>
          <p:cNvPr id="18" name="文本框 17"/>
          <p:cNvSpPr txBox="1"/>
          <p:nvPr/>
        </p:nvSpPr>
        <p:spPr>
          <a:xfrm>
            <a:off x="2066925" y="3166745"/>
            <a:ext cx="2540000" cy="365760"/>
          </a:xfrm>
          <a:prstGeom prst="rect">
            <a:avLst/>
          </a:prstGeom>
          <a:noFill/>
        </p:spPr>
        <p:txBody>
          <a:bodyPr wrap="square" rtlCol="0" anchor="t">
            <a:spAutoFit/>
          </a:bodyPr>
          <a:lstStyle/>
          <a:p>
            <a:r>
              <a:rPr lang="zh-CN" altLang="en-US" b="1" dirty="0">
                <a:solidFill>
                  <a:schemeClr val="accent4">
                    <a:lumMod val="75000"/>
                  </a:schemeClr>
                </a:solidFill>
              </a:rPr>
              <a:t>层次结构风格</a:t>
            </a:r>
          </a:p>
        </p:txBody>
      </p:sp>
      <p:sp>
        <p:nvSpPr>
          <p:cNvPr id="22" name="MH_SubTitle_1"/>
          <p:cNvSpPr/>
          <p:nvPr>
            <p:custDataLst>
              <p:tags r:id="rId2"/>
            </p:custDataLst>
          </p:nvPr>
        </p:nvSpPr>
        <p:spPr>
          <a:xfrm>
            <a:off x="-13153" y="2152650"/>
            <a:ext cx="2961043" cy="73152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smtClean="0"/>
              <a:t>调用</a:t>
            </a:r>
            <a:r>
              <a:rPr lang="en-US" sz="2400" b="1" dirty="0" smtClean="0"/>
              <a:t>/</a:t>
            </a:r>
            <a:r>
              <a:rPr lang="zh-CN" altLang="en-US" sz="2400" b="1" dirty="0" smtClean="0"/>
              <a:t>返回风格</a:t>
            </a:r>
            <a:endParaRPr lang="zh-CN" altLang="en-US" sz="2400" b="1" dirty="0">
              <a:solidFill>
                <a:schemeClr val="bg1"/>
              </a:solidFill>
              <a:latin typeface="微软雅黑" panose="020B0503020204020204" charset="-122"/>
              <a:ea typeface="微软雅黑" panose="020B0503020204020204" charset="-122"/>
            </a:endParaRPr>
          </a:p>
        </p:txBody>
      </p:sp>
    </p:spTree>
    <p:custDataLst>
      <p:tags r:id="rId1"/>
    </p:custDataLst>
  </p:cSld>
  <p:clrMapOvr>
    <a:masterClrMapping/>
  </p:clrMapOvr>
  <p:transition>
    <p:pull dir="ru"/>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7.2 </a:t>
            </a:r>
            <a:r>
              <a:rPr lang="zh-CN" altLang="en-US" dirty="0" smtClean="0">
                <a:solidFill>
                  <a:srgbClr val="FF0000"/>
                </a:solidFill>
                <a:sym typeface="+mn-ea"/>
              </a:rPr>
              <a:t>软件架构设计和对象设计</a:t>
            </a:r>
            <a:endParaRPr 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7.2.2 </a:t>
            </a:r>
            <a:r>
              <a:rPr lang="zh-CN" altLang="en-US" sz="2400" dirty="0" smtClean="0">
                <a:solidFill>
                  <a:schemeClr val="tx1"/>
                </a:solidFill>
              </a:rPr>
              <a:t>软件架构风格</a:t>
            </a:r>
          </a:p>
        </p:txBody>
      </p:sp>
      <p:grpSp>
        <p:nvGrpSpPr>
          <p:cNvPr id="3" name="组合 2"/>
          <p:cNvGrpSpPr/>
          <p:nvPr/>
        </p:nvGrpSpPr>
        <p:grpSpPr>
          <a:xfrm>
            <a:off x="471170" y="441960"/>
            <a:ext cx="10952005" cy="5189855"/>
            <a:chOff x="450350" y="1099955"/>
            <a:chExt cx="10951944" cy="4598538"/>
          </a:xfrm>
        </p:grpSpPr>
        <p:sp>
          <p:nvSpPr>
            <p:cNvPr id="4" name="MH_Other_1"/>
            <p:cNvSpPr/>
            <p:nvPr>
              <p:custDataLst>
                <p:tags r:id="rId3"/>
              </p:custDataLst>
            </p:nvPr>
          </p:nvSpPr>
          <p:spPr>
            <a:xfrm rot="15013344" flipH="1">
              <a:off x="5732000" y="3022522"/>
              <a:ext cx="3272539" cy="2079403"/>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079403"/>
                <a:gd name="connsiteX1-123" fmla="*/ 1785607 w 4358007"/>
                <a:gd name="connsiteY1-124" fmla="*/ 21009 h 2079403"/>
                <a:gd name="connsiteX2-125" fmla="*/ 4075532 w 4358007"/>
                <a:gd name="connsiteY2-126" fmla="*/ 1498040 h 2079403"/>
                <a:gd name="connsiteX3-127" fmla="*/ 4358007 w 4358007"/>
                <a:gd name="connsiteY3-128" fmla="*/ 1498039 h 2079403"/>
                <a:gd name="connsiteX4-129" fmla="*/ 3268305 w 4358007"/>
                <a:gd name="connsiteY4-130" fmla="*/ 1683987 h 2079403"/>
                <a:gd name="connsiteX5-131" fmla="*/ 3169875 w 4358007"/>
                <a:gd name="connsiteY5-132" fmla="*/ 1498039 h 2079403"/>
                <a:gd name="connsiteX6-133" fmla="*/ 3445881 w 4358007"/>
                <a:gd name="connsiteY6-134" fmla="*/ 1498039 h 2079403"/>
                <a:gd name="connsiteX7-135" fmla="*/ 1535436 w 4358007"/>
                <a:gd name="connsiteY7-136" fmla="*/ 463531 h 2079403"/>
                <a:gd name="connsiteX8-137" fmla="*/ 25655 w 4358007"/>
                <a:gd name="connsiteY8-138" fmla="*/ 2067046 h 2079403"/>
                <a:gd name="connsiteX9-139" fmla="*/ 0 w 4358007"/>
                <a:gd name="connsiteY9-140" fmla="*/ 2079403 h 2079403"/>
                <a:gd name="connsiteX0-141" fmla="*/ 0 w 4358007"/>
                <a:gd name="connsiteY0-142" fmla="*/ 2079403 h 2079403"/>
                <a:gd name="connsiteX1-143" fmla="*/ 1785607 w 4358007"/>
                <a:gd name="connsiteY1-144" fmla="*/ 21009 h 2079403"/>
                <a:gd name="connsiteX2-145" fmla="*/ 4075532 w 4358007"/>
                <a:gd name="connsiteY2-146" fmla="*/ 1498040 h 2079403"/>
                <a:gd name="connsiteX3-147" fmla="*/ 4358007 w 4358007"/>
                <a:gd name="connsiteY3-148" fmla="*/ 1498039 h 2079403"/>
                <a:gd name="connsiteX4-149" fmla="*/ 3268305 w 4358007"/>
                <a:gd name="connsiteY4-150" fmla="*/ 1683987 h 2079403"/>
                <a:gd name="connsiteX5-151" fmla="*/ 3251241 w 4358007"/>
                <a:gd name="connsiteY5-152" fmla="*/ 1673622 h 2079403"/>
                <a:gd name="connsiteX6-153" fmla="*/ 3169875 w 4358007"/>
                <a:gd name="connsiteY6-154" fmla="*/ 1498039 h 2079403"/>
                <a:gd name="connsiteX7-155" fmla="*/ 3445881 w 4358007"/>
                <a:gd name="connsiteY7-156" fmla="*/ 1498039 h 2079403"/>
                <a:gd name="connsiteX8-157" fmla="*/ 1535436 w 4358007"/>
                <a:gd name="connsiteY8-158" fmla="*/ 463531 h 2079403"/>
                <a:gd name="connsiteX9-159" fmla="*/ 25655 w 4358007"/>
                <a:gd name="connsiteY9-160" fmla="*/ 2067046 h 2079403"/>
                <a:gd name="connsiteX10" fmla="*/ 0 w 4358007"/>
                <a:gd name="connsiteY10" fmla="*/ 2079403 h 2079403"/>
                <a:gd name="connsiteX0-161" fmla="*/ 0 w 4358007"/>
                <a:gd name="connsiteY0-162" fmla="*/ 2079403 h 2079403"/>
                <a:gd name="connsiteX1-163" fmla="*/ 1785607 w 4358007"/>
                <a:gd name="connsiteY1-164" fmla="*/ 21009 h 2079403"/>
                <a:gd name="connsiteX2-165" fmla="*/ 4075532 w 4358007"/>
                <a:gd name="connsiteY2-166" fmla="*/ 1498040 h 2079403"/>
                <a:gd name="connsiteX3-167" fmla="*/ 4358007 w 4358007"/>
                <a:gd name="connsiteY3-168" fmla="*/ 1498039 h 2079403"/>
                <a:gd name="connsiteX4-169" fmla="*/ 3268305 w 4358007"/>
                <a:gd name="connsiteY4-170" fmla="*/ 1683987 h 2079403"/>
                <a:gd name="connsiteX5-171" fmla="*/ 3115316 w 4358007"/>
                <a:gd name="connsiteY5-172" fmla="*/ 1661266 h 2079403"/>
                <a:gd name="connsiteX6-173" fmla="*/ 3169875 w 4358007"/>
                <a:gd name="connsiteY6-174" fmla="*/ 1498039 h 2079403"/>
                <a:gd name="connsiteX7-175" fmla="*/ 3445881 w 4358007"/>
                <a:gd name="connsiteY7-176" fmla="*/ 1498039 h 2079403"/>
                <a:gd name="connsiteX8-177" fmla="*/ 1535436 w 4358007"/>
                <a:gd name="connsiteY8-178" fmla="*/ 463531 h 2079403"/>
                <a:gd name="connsiteX9-179" fmla="*/ 25655 w 4358007"/>
                <a:gd name="connsiteY9-180" fmla="*/ 2067046 h 2079403"/>
                <a:gd name="connsiteX10-181" fmla="*/ 0 w 4358007"/>
                <a:gd name="connsiteY10-182" fmla="*/ 2079403 h 2079403"/>
                <a:gd name="connsiteX0-183" fmla="*/ 0 w 4358007"/>
                <a:gd name="connsiteY0-184" fmla="*/ 2079403 h 2079403"/>
                <a:gd name="connsiteX1-185" fmla="*/ 1785607 w 4358007"/>
                <a:gd name="connsiteY1-186" fmla="*/ 21009 h 2079403"/>
                <a:gd name="connsiteX2-187" fmla="*/ 4075532 w 4358007"/>
                <a:gd name="connsiteY2-188" fmla="*/ 1498040 h 2079403"/>
                <a:gd name="connsiteX3-189" fmla="*/ 4358007 w 4358007"/>
                <a:gd name="connsiteY3-190" fmla="*/ 1498039 h 2079403"/>
                <a:gd name="connsiteX4-191" fmla="*/ 4355700 w 4358007"/>
                <a:gd name="connsiteY4-192" fmla="*/ 1683987 h 2079403"/>
                <a:gd name="connsiteX5-193" fmla="*/ 3115316 w 4358007"/>
                <a:gd name="connsiteY5-194" fmla="*/ 1661266 h 2079403"/>
                <a:gd name="connsiteX6-195" fmla="*/ 3169875 w 4358007"/>
                <a:gd name="connsiteY6-196" fmla="*/ 1498039 h 2079403"/>
                <a:gd name="connsiteX7-197" fmla="*/ 3445881 w 4358007"/>
                <a:gd name="connsiteY7-198" fmla="*/ 1498039 h 2079403"/>
                <a:gd name="connsiteX8-199" fmla="*/ 1535436 w 4358007"/>
                <a:gd name="connsiteY8-200" fmla="*/ 463531 h 2079403"/>
                <a:gd name="connsiteX9-201" fmla="*/ 25655 w 4358007"/>
                <a:gd name="connsiteY9-202" fmla="*/ 2067046 h 2079403"/>
                <a:gd name="connsiteX10-203" fmla="*/ 0 w 4358007"/>
                <a:gd name="connsiteY10-204" fmla="*/ 2079403 h 2079403"/>
                <a:gd name="connsiteX0-205" fmla="*/ 0 w 4358007"/>
                <a:gd name="connsiteY0-206" fmla="*/ 2079403 h 2079403"/>
                <a:gd name="connsiteX1-207" fmla="*/ 1785607 w 4358007"/>
                <a:gd name="connsiteY1-208" fmla="*/ 21009 h 2079403"/>
                <a:gd name="connsiteX2-209" fmla="*/ 4075532 w 4358007"/>
                <a:gd name="connsiteY2-210" fmla="*/ 1498040 h 2079403"/>
                <a:gd name="connsiteX3-211" fmla="*/ 4358007 w 4358007"/>
                <a:gd name="connsiteY3-212" fmla="*/ 1498039 h 2079403"/>
                <a:gd name="connsiteX4-213" fmla="*/ 4355700 w 4358007"/>
                <a:gd name="connsiteY4-214" fmla="*/ 1683987 h 2079403"/>
                <a:gd name="connsiteX5-215" fmla="*/ 3152386 w 4358007"/>
                <a:gd name="connsiteY5-216" fmla="*/ 1636552 h 2079403"/>
                <a:gd name="connsiteX6-217" fmla="*/ 3169875 w 4358007"/>
                <a:gd name="connsiteY6-218" fmla="*/ 1498039 h 2079403"/>
                <a:gd name="connsiteX7-219" fmla="*/ 3445881 w 4358007"/>
                <a:gd name="connsiteY7-220" fmla="*/ 1498039 h 2079403"/>
                <a:gd name="connsiteX8-221" fmla="*/ 1535436 w 4358007"/>
                <a:gd name="connsiteY8-222" fmla="*/ 463531 h 2079403"/>
                <a:gd name="connsiteX9-223" fmla="*/ 25655 w 4358007"/>
                <a:gd name="connsiteY9-224" fmla="*/ 2067046 h 2079403"/>
                <a:gd name="connsiteX10-225" fmla="*/ 0 w 4358007"/>
                <a:gd name="connsiteY10-226" fmla="*/ 2079403 h 2079403"/>
                <a:gd name="connsiteX0-227" fmla="*/ 0 w 4358007"/>
                <a:gd name="connsiteY0-228" fmla="*/ 2079403 h 2079403"/>
                <a:gd name="connsiteX1-229" fmla="*/ 1785607 w 4358007"/>
                <a:gd name="connsiteY1-230" fmla="*/ 21009 h 2079403"/>
                <a:gd name="connsiteX2-231" fmla="*/ 4075532 w 4358007"/>
                <a:gd name="connsiteY2-232" fmla="*/ 1498040 h 2079403"/>
                <a:gd name="connsiteX3-233" fmla="*/ 4358007 w 4358007"/>
                <a:gd name="connsiteY3-234" fmla="*/ 1498039 h 2079403"/>
                <a:gd name="connsiteX4-235" fmla="*/ 4355700 w 4358007"/>
                <a:gd name="connsiteY4-236" fmla="*/ 1683987 h 2079403"/>
                <a:gd name="connsiteX5-237" fmla="*/ 3190806 w 4358007"/>
                <a:gd name="connsiteY5-238" fmla="*/ 1636552 h 2079403"/>
                <a:gd name="connsiteX6-239" fmla="*/ 3169875 w 4358007"/>
                <a:gd name="connsiteY6-240" fmla="*/ 1498039 h 2079403"/>
                <a:gd name="connsiteX7-241" fmla="*/ 3445881 w 4358007"/>
                <a:gd name="connsiteY7-242" fmla="*/ 1498039 h 2079403"/>
                <a:gd name="connsiteX8-243" fmla="*/ 1535436 w 4358007"/>
                <a:gd name="connsiteY8-244" fmla="*/ 463531 h 2079403"/>
                <a:gd name="connsiteX9-245" fmla="*/ 25655 w 4358007"/>
                <a:gd name="connsiteY9-246" fmla="*/ 2067046 h 2079403"/>
                <a:gd name="connsiteX10-247" fmla="*/ 0 w 4358007"/>
                <a:gd name="connsiteY10-248" fmla="*/ 2079403 h 2079403"/>
                <a:gd name="connsiteX0-249" fmla="*/ 0 w 4358007"/>
                <a:gd name="connsiteY0-250" fmla="*/ 2079403 h 2079403"/>
                <a:gd name="connsiteX1-251" fmla="*/ 1785607 w 4358007"/>
                <a:gd name="connsiteY1-252" fmla="*/ 21009 h 2079403"/>
                <a:gd name="connsiteX2-253" fmla="*/ 4075532 w 4358007"/>
                <a:gd name="connsiteY2-254" fmla="*/ 1498040 h 2079403"/>
                <a:gd name="connsiteX3-255" fmla="*/ 4358007 w 4358007"/>
                <a:gd name="connsiteY3-256" fmla="*/ 1498039 h 2079403"/>
                <a:gd name="connsiteX4-257" fmla="*/ 4340332 w 4358007"/>
                <a:gd name="connsiteY4-258" fmla="*/ 1614830 h 2079403"/>
                <a:gd name="connsiteX5-259" fmla="*/ 3190806 w 4358007"/>
                <a:gd name="connsiteY5-260" fmla="*/ 1636552 h 2079403"/>
                <a:gd name="connsiteX6-261" fmla="*/ 3169875 w 4358007"/>
                <a:gd name="connsiteY6-262" fmla="*/ 1498039 h 2079403"/>
                <a:gd name="connsiteX7-263" fmla="*/ 3445881 w 4358007"/>
                <a:gd name="connsiteY7-264" fmla="*/ 1498039 h 2079403"/>
                <a:gd name="connsiteX8-265" fmla="*/ 1535436 w 4358007"/>
                <a:gd name="connsiteY8-266" fmla="*/ 463531 h 2079403"/>
                <a:gd name="connsiteX9-267" fmla="*/ 25655 w 4358007"/>
                <a:gd name="connsiteY9-268" fmla="*/ 2067046 h 2079403"/>
                <a:gd name="connsiteX10-269" fmla="*/ 0 w 4358007"/>
                <a:gd name="connsiteY10-270" fmla="*/ 2079403 h 2079403"/>
                <a:gd name="connsiteX0-271" fmla="*/ 0 w 4358007"/>
                <a:gd name="connsiteY0-272" fmla="*/ 2079403 h 2079403"/>
                <a:gd name="connsiteX1-273" fmla="*/ 1785607 w 4358007"/>
                <a:gd name="connsiteY1-274" fmla="*/ 21009 h 2079403"/>
                <a:gd name="connsiteX2-275" fmla="*/ 4075532 w 4358007"/>
                <a:gd name="connsiteY2-276" fmla="*/ 1498040 h 2079403"/>
                <a:gd name="connsiteX3-277" fmla="*/ 4358007 w 4358007"/>
                <a:gd name="connsiteY3-278" fmla="*/ 1498039 h 2079403"/>
                <a:gd name="connsiteX4-279" fmla="*/ 4340332 w 4358007"/>
                <a:gd name="connsiteY4-280" fmla="*/ 1614830 h 2079403"/>
                <a:gd name="connsiteX5-281" fmla="*/ 3190806 w 4358007"/>
                <a:gd name="connsiteY5-282" fmla="*/ 1621184 h 2079403"/>
                <a:gd name="connsiteX6-283" fmla="*/ 3169875 w 4358007"/>
                <a:gd name="connsiteY6-284" fmla="*/ 1498039 h 2079403"/>
                <a:gd name="connsiteX7-285" fmla="*/ 3445881 w 4358007"/>
                <a:gd name="connsiteY7-286" fmla="*/ 1498039 h 2079403"/>
                <a:gd name="connsiteX8-287" fmla="*/ 1535436 w 4358007"/>
                <a:gd name="connsiteY8-288" fmla="*/ 463531 h 2079403"/>
                <a:gd name="connsiteX9-289" fmla="*/ 25655 w 4358007"/>
                <a:gd name="connsiteY9-290" fmla="*/ 2067046 h 2079403"/>
                <a:gd name="connsiteX10-291" fmla="*/ 0 w 4358007"/>
                <a:gd name="connsiteY10-292" fmla="*/ 2079403 h 2079403"/>
                <a:gd name="connsiteX0-293" fmla="*/ 0 w 4363385"/>
                <a:gd name="connsiteY0-294" fmla="*/ 2079403 h 2079403"/>
                <a:gd name="connsiteX1-295" fmla="*/ 1785607 w 4363385"/>
                <a:gd name="connsiteY1-296" fmla="*/ 21009 h 2079403"/>
                <a:gd name="connsiteX2-297" fmla="*/ 4075532 w 4363385"/>
                <a:gd name="connsiteY2-298" fmla="*/ 1498040 h 2079403"/>
                <a:gd name="connsiteX3-299" fmla="*/ 4358007 w 4363385"/>
                <a:gd name="connsiteY3-300" fmla="*/ 1498039 h 2079403"/>
                <a:gd name="connsiteX4-301" fmla="*/ 4363385 w 4363385"/>
                <a:gd name="connsiteY4-302" fmla="*/ 1614830 h 2079403"/>
                <a:gd name="connsiteX5-303" fmla="*/ 3190806 w 4363385"/>
                <a:gd name="connsiteY5-304" fmla="*/ 1621184 h 2079403"/>
                <a:gd name="connsiteX6-305" fmla="*/ 3169875 w 4363385"/>
                <a:gd name="connsiteY6-306" fmla="*/ 1498039 h 2079403"/>
                <a:gd name="connsiteX7-307" fmla="*/ 3445881 w 4363385"/>
                <a:gd name="connsiteY7-308" fmla="*/ 1498039 h 2079403"/>
                <a:gd name="connsiteX8-309" fmla="*/ 1535436 w 4363385"/>
                <a:gd name="connsiteY8-310" fmla="*/ 463531 h 2079403"/>
                <a:gd name="connsiteX9-311" fmla="*/ 25655 w 4363385"/>
                <a:gd name="connsiteY9-312" fmla="*/ 2067046 h 2079403"/>
                <a:gd name="connsiteX10-313" fmla="*/ 0 w 4363385"/>
                <a:gd name="connsiteY10-314" fmla="*/ 2079403 h 207940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181" y="connsiteY10-182"/>
                </a:cxn>
              </a:cxnLst>
              <a:rect l="l" t="t" r="r" b="b"/>
              <a:pathLst>
                <a:path w="4363385" h="2079403">
                  <a:moveTo>
                    <a:pt x="0" y="2079403"/>
                  </a:moveTo>
                  <a:cubicBezTo>
                    <a:pt x="0" y="1044510"/>
                    <a:pt x="761085" y="167154"/>
                    <a:pt x="1785607" y="21009"/>
                  </a:cubicBezTo>
                  <a:cubicBezTo>
                    <a:pt x="2810128" y="-125136"/>
                    <a:pt x="3786171" y="504424"/>
                    <a:pt x="4075532" y="1498040"/>
                  </a:cubicBezTo>
                  <a:lnTo>
                    <a:pt x="4358007" y="1498039"/>
                  </a:lnTo>
                  <a:lnTo>
                    <a:pt x="4363385" y="1614830"/>
                  </a:lnTo>
                  <a:lnTo>
                    <a:pt x="3190806" y="1621184"/>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flip="none" rotWithShape="1">
              <a:gsLst>
                <a:gs pos="43000">
                  <a:schemeClr val="tx1">
                    <a:lumMod val="95000"/>
                    <a:lumOff val="5000"/>
                  </a:schemeClr>
                </a:gs>
                <a:gs pos="14000">
                  <a:schemeClr val="tx1">
                    <a:lumMod val="50000"/>
                    <a:lumOff val="50000"/>
                  </a:schemeClr>
                </a:gs>
                <a:gs pos="100000">
                  <a:schemeClr val="tx1">
                    <a:lumMod val="50000"/>
                    <a:lumOff val="50000"/>
                  </a:schemeClr>
                </a:gs>
              </a:gsLst>
              <a:lin ang="2700000" scaled="1"/>
              <a:tileRect/>
            </a:gradFill>
            <a:ln>
              <a:noFill/>
            </a:ln>
            <a:effectLst/>
            <a:scene3d>
              <a:camera prst="orthographicFront"/>
              <a:lightRig rig="flat" dir="t">
                <a:rot lat="0" lon="0" rev="11400000"/>
              </a:lightRig>
            </a:scene3d>
            <a:sp3d extrusionH="1270000" contourW="12700" prstMaterial="softEdge">
              <a:bevelB h="107950"/>
              <a:extrusionClr>
                <a:schemeClr val="accent2">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chemeClr val="tx1"/>
                </a:solidFill>
                <a:latin typeface="+mn-ea"/>
              </a:endParaRPr>
            </a:p>
          </p:txBody>
        </p:sp>
        <p:sp>
          <p:nvSpPr>
            <p:cNvPr id="5" name="MH_Other_2"/>
            <p:cNvSpPr/>
            <p:nvPr>
              <p:custDataLst>
                <p:tags r:id="rId4"/>
              </p:custDataLst>
            </p:nvPr>
          </p:nvSpPr>
          <p:spPr>
            <a:xfrm rot="15013344" flipH="1">
              <a:off x="5923809" y="2890569"/>
              <a:ext cx="3268505" cy="2252397"/>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0000">
                  <a:schemeClr val="accent2">
                    <a:lumMod val="40000"/>
                    <a:lumOff val="60000"/>
                  </a:schemeClr>
                </a:gs>
                <a:gs pos="0">
                  <a:schemeClr val="accent2">
                    <a:lumMod val="75000"/>
                  </a:schemeClr>
                </a:gs>
                <a:gs pos="100000">
                  <a:schemeClr val="accent2"/>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6" name="MH_Other_3"/>
            <p:cNvSpPr/>
            <p:nvPr>
              <p:custDataLst>
                <p:tags r:id="rId5"/>
              </p:custDataLst>
            </p:nvPr>
          </p:nvSpPr>
          <p:spPr>
            <a:xfrm rot="14847505" flipV="1">
              <a:off x="3091614" y="2746901"/>
              <a:ext cx="3340388" cy="2442932"/>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 name="connsiteX0-141" fmla="*/ 0 w 4358007"/>
                <a:gd name="connsiteY0-142" fmla="*/ 2079403 h 2386491"/>
                <a:gd name="connsiteX1-143" fmla="*/ 1785607 w 4358007"/>
                <a:gd name="connsiteY1-144" fmla="*/ 21009 h 2386491"/>
                <a:gd name="connsiteX2-145" fmla="*/ 4075532 w 4358007"/>
                <a:gd name="connsiteY2-146" fmla="*/ 1498040 h 2386491"/>
                <a:gd name="connsiteX3-147" fmla="*/ 4358007 w 4358007"/>
                <a:gd name="connsiteY3-148" fmla="*/ 1498039 h 2386491"/>
                <a:gd name="connsiteX4-149" fmla="*/ 3782879 w 4358007"/>
                <a:gd name="connsiteY4-150" fmla="*/ 2386491 h 2386491"/>
                <a:gd name="connsiteX5-151" fmla="*/ 3169875 w 4358007"/>
                <a:gd name="connsiteY5-152" fmla="*/ 1498039 h 2386491"/>
                <a:gd name="connsiteX6-153" fmla="*/ 3445881 w 4358007"/>
                <a:gd name="connsiteY6-154" fmla="*/ 1498039 h 2386491"/>
                <a:gd name="connsiteX7-155" fmla="*/ 1535436 w 4358007"/>
                <a:gd name="connsiteY7-156" fmla="*/ 463531 h 2386491"/>
                <a:gd name="connsiteX8-157" fmla="*/ 25655 w 4358007"/>
                <a:gd name="connsiteY8-158" fmla="*/ 2067046 h 2386491"/>
                <a:gd name="connsiteX9-159" fmla="*/ 0 w 4358007"/>
                <a:gd name="connsiteY9-160" fmla="*/ 2079403 h 2386491"/>
                <a:gd name="connsiteX0-161" fmla="*/ 0 w 4401150"/>
                <a:gd name="connsiteY0-162" fmla="*/ 2079403 h 2386491"/>
                <a:gd name="connsiteX1-163" fmla="*/ 1785607 w 4401150"/>
                <a:gd name="connsiteY1-164" fmla="*/ 21009 h 2386491"/>
                <a:gd name="connsiteX2-165" fmla="*/ 4075532 w 4401150"/>
                <a:gd name="connsiteY2-166" fmla="*/ 1498040 h 2386491"/>
                <a:gd name="connsiteX3-167" fmla="*/ 4401150 w 4401150"/>
                <a:gd name="connsiteY3-168" fmla="*/ 1601982 h 2386491"/>
                <a:gd name="connsiteX4-169" fmla="*/ 3782879 w 4401150"/>
                <a:gd name="connsiteY4-170" fmla="*/ 2386491 h 2386491"/>
                <a:gd name="connsiteX5-171" fmla="*/ 3169875 w 4401150"/>
                <a:gd name="connsiteY5-172" fmla="*/ 1498039 h 2386491"/>
                <a:gd name="connsiteX6-173" fmla="*/ 3445881 w 4401150"/>
                <a:gd name="connsiteY6-174" fmla="*/ 1498039 h 2386491"/>
                <a:gd name="connsiteX7-175" fmla="*/ 1535436 w 4401150"/>
                <a:gd name="connsiteY7-176" fmla="*/ 463531 h 2386491"/>
                <a:gd name="connsiteX8-177" fmla="*/ 25655 w 4401150"/>
                <a:gd name="connsiteY8-178" fmla="*/ 2067046 h 2386491"/>
                <a:gd name="connsiteX9-179" fmla="*/ 0 w 4401150"/>
                <a:gd name="connsiteY9-180" fmla="*/ 2079403 h 2386491"/>
                <a:gd name="connsiteX0-181" fmla="*/ 0 w 4401150"/>
                <a:gd name="connsiteY0-182" fmla="*/ 2063451 h 2370539"/>
                <a:gd name="connsiteX1-183" fmla="*/ 1785607 w 4401150"/>
                <a:gd name="connsiteY1-184" fmla="*/ 5057 h 2370539"/>
                <a:gd name="connsiteX2-185" fmla="*/ 4046111 w 4401150"/>
                <a:gd name="connsiteY2-186" fmla="*/ 1631382 h 2370539"/>
                <a:gd name="connsiteX3-187" fmla="*/ 4401150 w 4401150"/>
                <a:gd name="connsiteY3-188" fmla="*/ 1586030 h 2370539"/>
                <a:gd name="connsiteX4-189" fmla="*/ 3782879 w 4401150"/>
                <a:gd name="connsiteY4-190" fmla="*/ 2370539 h 2370539"/>
                <a:gd name="connsiteX5-191" fmla="*/ 3169875 w 4401150"/>
                <a:gd name="connsiteY5-192" fmla="*/ 1482087 h 2370539"/>
                <a:gd name="connsiteX6-193" fmla="*/ 3445881 w 4401150"/>
                <a:gd name="connsiteY6-194" fmla="*/ 1482087 h 2370539"/>
                <a:gd name="connsiteX7-195" fmla="*/ 1535436 w 4401150"/>
                <a:gd name="connsiteY7-196" fmla="*/ 447579 h 2370539"/>
                <a:gd name="connsiteX8-197" fmla="*/ 25655 w 4401150"/>
                <a:gd name="connsiteY8-198" fmla="*/ 2051094 h 2370539"/>
                <a:gd name="connsiteX9-199" fmla="*/ 0 w 4401150"/>
                <a:gd name="connsiteY9-200" fmla="*/ 2063451 h 2370539"/>
                <a:gd name="connsiteX0-201" fmla="*/ 0 w 4401150"/>
                <a:gd name="connsiteY0-202" fmla="*/ 2063451 h 2370539"/>
                <a:gd name="connsiteX1-203" fmla="*/ 1785607 w 4401150"/>
                <a:gd name="connsiteY1-204" fmla="*/ 5057 h 2370539"/>
                <a:gd name="connsiteX2-205" fmla="*/ 4046111 w 4401150"/>
                <a:gd name="connsiteY2-206" fmla="*/ 1631382 h 2370539"/>
                <a:gd name="connsiteX3-207" fmla="*/ 4401150 w 4401150"/>
                <a:gd name="connsiteY3-208" fmla="*/ 1586030 h 2370539"/>
                <a:gd name="connsiteX4-209" fmla="*/ 3782879 w 4401150"/>
                <a:gd name="connsiteY4-210" fmla="*/ 2370539 h 2370539"/>
                <a:gd name="connsiteX5-211" fmla="*/ 3186053 w 4401150"/>
                <a:gd name="connsiteY5-212" fmla="*/ 1521066 h 2370539"/>
                <a:gd name="connsiteX6-213" fmla="*/ 3445881 w 4401150"/>
                <a:gd name="connsiteY6-214" fmla="*/ 1482087 h 2370539"/>
                <a:gd name="connsiteX7-215" fmla="*/ 1535436 w 4401150"/>
                <a:gd name="connsiteY7-216" fmla="*/ 447579 h 2370539"/>
                <a:gd name="connsiteX8-217" fmla="*/ 25655 w 4401150"/>
                <a:gd name="connsiteY8-218" fmla="*/ 2051094 h 2370539"/>
                <a:gd name="connsiteX9-219" fmla="*/ 0 w 4401150"/>
                <a:gd name="connsiteY9-220" fmla="*/ 2063451 h 2370539"/>
                <a:gd name="connsiteX0-221" fmla="*/ 0 w 4401150"/>
                <a:gd name="connsiteY0-222" fmla="*/ 2063451 h 2444082"/>
                <a:gd name="connsiteX1-223" fmla="*/ 1785607 w 4401150"/>
                <a:gd name="connsiteY1-224" fmla="*/ 5057 h 2444082"/>
                <a:gd name="connsiteX2-225" fmla="*/ 4046111 w 4401150"/>
                <a:gd name="connsiteY2-226" fmla="*/ 1631382 h 2444082"/>
                <a:gd name="connsiteX3-227" fmla="*/ 4401150 w 4401150"/>
                <a:gd name="connsiteY3-228" fmla="*/ 1586030 h 2444082"/>
                <a:gd name="connsiteX4-229" fmla="*/ 3752478 w 4401150"/>
                <a:gd name="connsiteY4-230" fmla="*/ 2444082 h 2444082"/>
                <a:gd name="connsiteX5-231" fmla="*/ 3186053 w 4401150"/>
                <a:gd name="connsiteY5-232" fmla="*/ 1521066 h 2444082"/>
                <a:gd name="connsiteX6-233" fmla="*/ 3445881 w 4401150"/>
                <a:gd name="connsiteY6-234" fmla="*/ 1482087 h 2444082"/>
                <a:gd name="connsiteX7-235" fmla="*/ 1535436 w 4401150"/>
                <a:gd name="connsiteY7-236" fmla="*/ 447579 h 2444082"/>
                <a:gd name="connsiteX8-237" fmla="*/ 25655 w 4401150"/>
                <a:gd name="connsiteY8-238" fmla="*/ 2051094 h 2444082"/>
                <a:gd name="connsiteX9-239" fmla="*/ 0 w 4401150"/>
                <a:gd name="connsiteY9-240" fmla="*/ 2063451 h 2444082"/>
                <a:gd name="connsiteX0-241" fmla="*/ 0 w 4401150"/>
                <a:gd name="connsiteY0-242" fmla="*/ 2063451 h 2444082"/>
                <a:gd name="connsiteX1-243" fmla="*/ 1785607 w 4401150"/>
                <a:gd name="connsiteY1-244" fmla="*/ 5057 h 2444082"/>
                <a:gd name="connsiteX2-245" fmla="*/ 4046111 w 4401150"/>
                <a:gd name="connsiteY2-246" fmla="*/ 1631382 h 2444082"/>
                <a:gd name="connsiteX3-247" fmla="*/ 4401150 w 4401150"/>
                <a:gd name="connsiteY3-248" fmla="*/ 1586030 h 2444082"/>
                <a:gd name="connsiteX4-249" fmla="*/ 3752478 w 4401150"/>
                <a:gd name="connsiteY4-250" fmla="*/ 2444082 h 2444082"/>
                <a:gd name="connsiteX5-251" fmla="*/ 3186053 w 4401150"/>
                <a:gd name="connsiteY5-252" fmla="*/ 1521066 h 2444082"/>
                <a:gd name="connsiteX6-253" fmla="*/ 3445881 w 4401150"/>
                <a:gd name="connsiteY6-254" fmla="*/ 1482087 h 2444082"/>
                <a:gd name="connsiteX7-255" fmla="*/ 1535436 w 4401150"/>
                <a:gd name="connsiteY7-256" fmla="*/ 447579 h 2444082"/>
                <a:gd name="connsiteX8-257" fmla="*/ 25655 w 4401150"/>
                <a:gd name="connsiteY8-258" fmla="*/ 2051094 h 2444082"/>
                <a:gd name="connsiteX9-259" fmla="*/ 0 w 4401150"/>
                <a:gd name="connsiteY9-260" fmla="*/ 2063451 h 2444082"/>
                <a:gd name="connsiteX0-261" fmla="*/ 0 w 4401150"/>
                <a:gd name="connsiteY0-262" fmla="*/ 2063451 h 2444082"/>
                <a:gd name="connsiteX1-263" fmla="*/ 1785607 w 4401150"/>
                <a:gd name="connsiteY1-264" fmla="*/ 5057 h 2444082"/>
                <a:gd name="connsiteX2-265" fmla="*/ 4046111 w 4401150"/>
                <a:gd name="connsiteY2-266" fmla="*/ 1631382 h 2444082"/>
                <a:gd name="connsiteX3-267" fmla="*/ 4401150 w 4401150"/>
                <a:gd name="connsiteY3-268" fmla="*/ 1586030 h 2444082"/>
                <a:gd name="connsiteX4-269" fmla="*/ 3752478 w 4401150"/>
                <a:gd name="connsiteY4-270" fmla="*/ 2444082 h 2444082"/>
                <a:gd name="connsiteX5-271" fmla="*/ 3115695 w 4401150"/>
                <a:gd name="connsiteY5-272" fmla="*/ 1535038 h 2444082"/>
                <a:gd name="connsiteX6-273" fmla="*/ 3445881 w 4401150"/>
                <a:gd name="connsiteY6-274" fmla="*/ 1482087 h 2444082"/>
                <a:gd name="connsiteX7-275" fmla="*/ 1535436 w 4401150"/>
                <a:gd name="connsiteY7-276" fmla="*/ 447579 h 2444082"/>
                <a:gd name="connsiteX8-277" fmla="*/ 25655 w 4401150"/>
                <a:gd name="connsiteY8-278" fmla="*/ 2051094 h 2444082"/>
                <a:gd name="connsiteX9-279" fmla="*/ 0 w 4401150"/>
                <a:gd name="connsiteY9-280" fmla="*/ 2063451 h 2444082"/>
                <a:gd name="connsiteX0-281" fmla="*/ 0 w 4401150"/>
                <a:gd name="connsiteY0-282" fmla="*/ 2071635 h 2452266"/>
                <a:gd name="connsiteX1-283" fmla="*/ 1785607 w 4401150"/>
                <a:gd name="connsiteY1-284" fmla="*/ 13241 h 2452266"/>
                <a:gd name="connsiteX2-285" fmla="*/ 4046111 w 4401150"/>
                <a:gd name="connsiteY2-286" fmla="*/ 1639566 h 2452266"/>
                <a:gd name="connsiteX3-287" fmla="*/ 4401150 w 4401150"/>
                <a:gd name="connsiteY3-288" fmla="*/ 1594214 h 2452266"/>
                <a:gd name="connsiteX4-289" fmla="*/ 3752478 w 4401150"/>
                <a:gd name="connsiteY4-290" fmla="*/ 2452266 h 2452266"/>
                <a:gd name="connsiteX5-291" fmla="*/ 3115695 w 4401150"/>
                <a:gd name="connsiteY5-292" fmla="*/ 1543222 h 2452266"/>
                <a:gd name="connsiteX6-293" fmla="*/ 3445881 w 4401150"/>
                <a:gd name="connsiteY6-294" fmla="*/ 1490271 h 2452266"/>
                <a:gd name="connsiteX7-295" fmla="*/ 1535436 w 4401150"/>
                <a:gd name="connsiteY7-296" fmla="*/ 455763 h 2452266"/>
                <a:gd name="connsiteX8-297" fmla="*/ 25655 w 4401150"/>
                <a:gd name="connsiteY8-298" fmla="*/ 2059278 h 2452266"/>
                <a:gd name="connsiteX9-299" fmla="*/ 0 w 4401150"/>
                <a:gd name="connsiteY9-300" fmla="*/ 2071635 h 2452266"/>
                <a:gd name="connsiteX0-301" fmla="*/ 0 w 4444293"/>
                <a:gd name="connsiteY0-302" fmla="*/ 1963235 h 2447810"/>
                <a:gd name="connsiteX1-303" fmla="*/ 1828750 w 4444293"/>
                <a:gd name="connsiteY1-304" fmla="*/ 8785 h 2447810"/>
                <a:gd name="connsiteX2-305" fmla="*/ 4089254 w 4444293"/>
                <a:gd name="connsiteY2-306" fmla="*/ 1635110 h 2447810"/>
                <a:gd name="connsiteX3-307" fmla="*/ 4444293 w 4444293"/>
                <a:gd name="connsiteY3-308" fmla="*/ 1589758 h 2447810"/>
                <a:gd name="connsiteX4-309" fmla="*/ 3795621 w 4444293"/>
                <a:gd name="connsiteY4-310" fmla="*/ 2447810 h 2447810"/>
                <a:gd name="connsiteX5-311" fmla="*/ 3158838 w 4444293"/>
                <a:gd name="connsiteY5-312" fmla="*/ 1538766 h 2447810"/>
                <a:gd name="connsiteX6-313" fmla="*/ 3489024 w 4444293"/>
                <a:gd name="connsiteY6-314" fmla="*/ 1485815 h 2447810"/>
                <a:gd name="connsiteX7-315" fmla="*/ 1578579 w 4444293"/>
                <a:gd name="connsiteY7-316" fmla="*/ 451307 h 2447810"/>
                <a:gd name="connsiteX8-317" fmla="*/ 68798 w 4444293"/>
                <a:gd name="connsiteY8-318" fmla="*/ 2054822 h 2447810"/>
                <a:gd name="connsiteX9-319" fmla="*/ 0 w 4444293"/>
                <a:gd name="connsiteY9-320" fmla="*/ 1963235 h 2447810"/>
                <a:gd name="connsiteX0-321" fmla="*/ 0 w 4444293"/>
                <a:gd name="connsiteY0-322" fmla="*/ 1963235 h 2447810"/>
                <a:gd name="connsiteX1-323" fmla="*/ 1828750 w 4444293"/>
                <a:gd name="connsiteY1-324" fmla="*/ 8785 h 2447810"/>
                <a:gd name="connsiteX2-325" fmla="*/ 4089254 w 4444293"/>
                <a:gd name="connsiteY2-326" fmla="*/ 1635110 h 2447810"/>
                <a:gd name="connsiteX3-327" fmla="*/ 4444293 w 4444293"/>
                <a:gd name="connsiteY3-328" fmla="*/ 1589758 h 2447810"/>
                <a:gd name="connsiteX4-329" fmla="*/ 3795621 w 4444293"/>
                <a:gd name="connsiteY4-330" fmla="*/ 2447810 h 2447810"/>
                <a:gd name="connsiteX5-331" fmla="*/ 3158838 w 4444293"/>
                <a:gd name="connsiteY5-332" fmla="*/ 1538766 h 2447810"/>
                <a:gd name="connsiteX6-333" fmla="*/ 3489024 w 4444293"/>
                <a:gd name="connsiteY6-334" fmla="*/ 1485815 h 2447810"/>
                <a:gd name="connsiteX7-335" fmla="*/ 1578579 w 4444293"/>
                <a:gd name="connsiteY7-336" fmla="*/ 451307 h 2447810"/>
                <a:gd name="connsiteX8-337" fmla="*/ 21240 w 4444293"/>
                <a:gd name="connsiteY8-338" fmla="*/ 2013636 h 2447810"/>
                <a:gd name="connsiteX9-339" fmla="*/ 0 w 4444293"/>
                <a:gd name="connsiteY9-340" fmla="*/ 1963235 h 2447810"/>
                <a:gd name="connsiteX0-341" fmla="*/ 0 w 4453850"/>
                <a:gd name="connsiteY0-342" fmla="*/ 1825241 h 2442932"/>
                <a:gd name="connsiteX1-343" fmla="*/ 1838307 w 4453850"/>
                <a:gd name="connsiteY1-344" fmla="*/ 3907 h 2442932"/>
                <a:gd name="connsiteX2-345" fmla="*/ 4098811 w 4453850"/>
                <a:gd name="connsiteY2-346" fmla="*/ 1630232 h 2442932"/>
                <a:gd name="connsiteX3-347" fmla="*/ 4453850 w 4453850"/>
                <a:gd name="connsiteY3-348" fmla="*/ 1584880 h 2442932"/>
                <a:gd name="connsiteX4-349" fmla="*/ 3805178 w 4453850"/>
                <a:gd name="connsiteY4-350" fmla="*/ 2442932 h 2442932"/>
                <a:gd name="connsiteX5-351" fmla="*/ 3168395 w 4453850"/>
                <a:gd name="connsiteY5-352" fmla="*/ 1533888 h 2442932"/>
                <a:gd name="connsiteX6-353" fmla="*/ 3498581 w 4453850"/>
                <a:gd name="connsiteY6-354" fmla="*/ 1480937 h 2442932"/>
                <a:gd name="connsiteX7-355" fmla="*/ 1588136 w 4453850"/>
                <a:gd name="connsiteY7-356" fmla="*/ 446429 h 2442932"/>
                <a:gd name="connsiteX8-357" fmla="*/ 30797 w 4453850"/>
                <a:gd name="connsiteY8-358" fmla="*/ 2008758 h 2442932"/>
                <a:gd name="connsiteX9-359" fmla="*/ 0 w 4453850"/>
                <a:gd name="connsiteY9-360" fmla="*/ 1825241 h 24429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453850" h="2442932">
                  <a:moveTo>
                    <a:pt x="0" y="1825241"/>
                  </a:moveTo>
                  <a:cubicBezTo>
                    <a:pt x="0" y="790348"/>
                    <a:pt x="1155172" y="36408"/>
                    <a:pt x="1838307" y="3907"/>
                  </a:cubicBezTo>
                  <a:cubicBezTo>
                    <a:pt x="2521442" y="-28594"/>
                    <a:pt x="3682478" y="110528"/>
                    <a:pt x="4098811" y="1630232"/>
                  </a:cubicBezTo>
                  <a:lnTo>
                    <a:pt x="4453850" y="1584880"/>
                  </a:lnTo>
                  <a:lnTo>
                    <a:pt x="3805178" y="2442932"/>
                  </a:lnTo>
                  <a:cubicBezTo>
                    <a:pt x="3456541" y="1896972"/>
                    <a:pt x="3357203" y="1841560"/>
                    <a:pt x="3168395" y="1533888"/>
                  </a:cubicBezTo>
                  <a:lnTo>
                    <a:pt x="3498581" y="1480937"/>
                  </a:lnTo>
                  <a:cubicBezTo>
                    <a:pt x="3222266" y="831385"/>
                    <a:pt x="2279792" y="305430"/>
                    <a:pt x="1588136" y="446429"/>
                  </a:cubicBezTo>
                  <a:cubicBezTo>
                    <a:pt x="896480" y="587428"/>
                    <a:pt x="30797" y="1302876"/>
                    <a:pt x="30797" y="2008758"/>
                  </a:cubicBezTo>
                  <a:lnTo>
                    <a:pt x="0" y="1825241"/>
                  </a:lnTo>
                  <a:close/>
                </a:path>
              </a:pathLst>
            </a:custGeom>
            <a:gradFill>
              <a:gsLst>
                <a:gs pos="56000">
                  <a:schemeClr val="tx1">
                    <a:lumMod val="50000"/>
                    <a:lumOff val="50000"/>
                  </a:schemeClr>
                </a:gs>
                <a:gs pos="0">
                  <a:schemeClr val="tx1">
                    <a:lumMod val="95000"/>
                    <a:lumOff val="5000"/>
                  </a:schemeClr>
                </a:gs>
                <a:gs pos="100000">
                  <a:schemeClr val="tx1">
                    <a:lumMod val="95000"/>
                    <a:lumOff val="5000"/>
                  </a:schemeClr>
                </a:gs>
              </a:gsLst>
              <a:lin ang="0" scaled="1"/>
            </a:gradFill>
            <a:ln w="6350">
              <a:noFill/>
            </a:ln>
            <a:scene3d>
              <a:camera prst="orthographicFront"/>
              <a:lightRig rig="flat" dir="t">
                <a:rot lat="0" lon="0" rev="11400000"/>
              </a:lightRig>
            </a:scene3d>
            <a:sp3d extrusionH="1270000" contourW="12700" prstMaterial="softEdge">
              <a:bevelB h="107950"/>
              <a:extrusionClr>
                <a:schemeClr val="accent1">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8" name="MH_Other_4"/>
            <p:cNvSpPr/>
            <p:nvPr>
              <p:custDataLst>
                <p:tags r:id="rId6"/>
              </p:custDataLst>
            </p:nvPr>
          </p:nvSpPr>
          <p:spPr>
            <a:xfrm rot="14528313" flipV="1">
              <a:off x="3309772" y="2755420"/>
              <a:ext cx="3268505" cy="2252399"/>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6000">
                  <a:schemeClr val="accent1">
                    <a:lumMod val="40000"/>
                    <a:lumOff val="60000"/>
                  </a:schemeClr>
                </a:gs>
                <a:gs pos="0">
                  <a:schemeClr val="accent1">
                    <a:lumMod val="75000"/>
                  </a:schemeClr>
                </a:gs>
                <a:gs pos="100000">
                  <a:schemeClr val="accent1"/>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cxnSp>
          <p:nvCxnSpPr>
            <p:cNvPr id="9" name="MH_Other_6"/>
            <p:cNvCxnSpPr/>
            <p:nvPr>
              <p:custDataLst>
                <p:tags r:id="rId7"/>
              </p:custDataLst>
            </p:nvPr>
          </p:nvCxnSpPr>
          <p:spPr>
            <a:xfrm>
              <a:off x="7497540" y="2874094"/>
              <a:ext cx="2908284" cy="14605"/>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MH_Text_2"/>
            <p:cNvSpPr txBox="1">
              <a:spLocks noChangeArrowheads="1"/>
            </p:cNvSpPr>
            <p:nvPr>
              <p:custDataLst>
                <p:tags r:id="rId8"/>
              </p:custDataLst>
            </p:nvPr>
          </p:nvSpPr>
          <p:spPr bwMode="auto">
            <a:xfrm>
              <a:off x="7379431" y="2888698"/>
              <a:ext cx="4022863" cy="13715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dirty="0">
                  <a:latin typeface="微软雅黑" panose="020B0503020204020204" charset="-122"/>
                  <a:ea typeface="微软雅黑" panose="020B0503020204020204" charset="-122"/>
                  <a:sym typeface="+mn-ea"/>
                </a:rPr>
                <a:t>进程通信架构风格的构件是独立的过程，连接件是消息传递。这种风格的特点是构件通常是命名过程，消息传递的方式可以是点到点、异步和同步方式，以及远程过程调用等。</a:t>
              </a:r>
            </a:p>
          </p:txBody>
        </p:sp>
        <p:sp>
          <p:nvSpPr>
            <p:cNvPr id="11" name="MH_SubTitle_2"/>
            <p:cNvSpPr txBox="1">
              <a:spLocks noChangeArrowheads="1"/>
            </p:cNvSpPr>
            <p:nvPr>
              <p:custDataLst>
                <p:tags r:id="rId9"/>
              </p:custDataLst>
            </p:nvPr>
          </p:nvSpPr>
          <p:spPr bwMode="auto">
            <a:xfrm>
              <a:off x="8189687" y="1099955"/>
              <a:ext cx="2371712" cy="758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2" name="MH_Other_7"/>
            <p:cNvSpPr txBox="1">
              <a:spLocks noChangeArrowheads="1"/>
            </p:cNvSpPr>
            <p:nvPr>
              <p:custDataLst>
                <p:tags r:id="rId10"/>
              </p:custDataLst>
            </p:nvPr>
          </p:nvSpPr>
          <p:spPr bwMode="auto">
            <a:xfrm>
              <a:off x="7379430" y="2426328"/>
              <a:ext cx="486833"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sz="3000" dirty="0" smtClean="0">
                  <a:solidFill>
                    <a:schemeClr val="accent2">
                      <a:lumMod val="75000"/>
                    </a:schemeClr>
                  </a:solidFill>
                  <a:latin typeface="微软雅黑" panose="020B0503020204020204" charset="-122"/>
                  <a:ea typeface="微软雅黑" panose="020B0503020204020204" charset="-122"/>
                </a:rPr>
                <a:t>1</a:t>
              </a:r>
            </a:p>
          </p:txBody>
        </p:sp>
        <p:sp>
          <p:nvSpPr>
            <p:cNvPr id="13" name="MH_Text_1"/>
            <p:cNvSpPr txBox="1">
              <a:spLocks noChangeArrowheads="1"/>
            </p:cNvSpPr>
            <p:nvPr>
              <p:custDataLst>
                <p:tags r:id="rId11"/>
              </p:custDataLst>
            </p:nvPr>
          </p:nvSpPr>
          <p:spPr bwMode="auto">
            <a:xfrm>
              <a:off x="450350" y="3941873"/>
              <a:ext cx="4631664" cy="15208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a:latin typeface="微软雅黑" panose="020B0503020204020204" charset="-122"/>
                  <a:ea typeface="微软雅黑" panose="020B0503020204020204" charset="-122"/>
                  <a:sym typeface="+mn-ea"/>
                </a:rPr>
                <a:t>事件系统就是事件驱动架构风格。在学习面向对象编程时，设计用户界面一般都是事件驱动。构件不直接调用一个过程，而是触发或广播一个或多个事件。系统中其他构件中的过程在一个或多个事件中注册，当一个事件被触发，系统就会自动调用在这个事件中注册的所有过程。由此，一个事件的触发就导致了另一个模块中过程的调用。</a:t>
              </a:r>
            </a:p>
          </p:txBody>
        </p:sp>
        <p:sp>
          <p:nvSpPr>
            <p:cNvPr id="14" name="MH_SubTitle_1"/>
            <p:cNvSpPr txBox="1">
              <a:spLocks noChangeArrowheads="1"/>
            </p:cNvSpPr>
            <p:nvPr>
              <p:custDataLst>
                <p:tags r:id="rId12"/>
              </p:custDataLst>
            </p:nvPr>
          </p:nvSpPr>
          <p:spPr bwMode="auto">
            <a:xfrm>
              <a:off x="2381251" y="3388044"/>
              <a:ext cx="2565400" cy="7588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6" name="MH_Other_8"/>
            <p:cNvSpPr txBox="1">
              <a:spLocks noChangeArrowheads="1"/>
            </p:cNvSpPr>
            <p:nvPr>
              <p:custDataLst>
                <p:tags r:id="rId13"/>
              </p:custDataLst>
            </p:nvPr>
          </p:nvSpPr>
          <p:spPr bwMode="auto">
            <a:xfrm>
              <a:off x="1894206" y="3387735"/>
              <a:ext cx="486833" cy="554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altLang="zh-CN" sz="3000" dirty="0" smtClean="0">
                  <a:solidFill>
                    <a:schemeClr val="accent1">
                      <a:lumMod val="75000"/>
                    </a:schemeClr>
                  </a:solidFill>
                  <a:latin typeface="微软雅黑" panose="020B0503020204020204" charset="-122"/>
                  <a:ea typeface="微软雅黑" panose="020B0503020204020204" charset="-122"/>
                </a:rPr>
                <a:t>2</a:t>
              </a:r>
              <a:endParaRPr lang="zh-CN" altLang="en-US" sz="3000" dirty="0" smtClean="0">
                <a:solidFill>
                  <a:schemeClr val="accent1">
                    <a:lumMod val="75000"/>
                  </a:schemeClr>
                </a:solidFill>
                <a:latin typeface="微软雅黑" panose="020B0503020204020204" charset="-122"/>
                <a:ea typeface="微软雅黑" panose="020B0503020204020204" charset="-122"/>
              </a:endParaRPr>
            </a:p>
          </p:txBody>
        </p:sp>
        <p:cxnSp>
          <p:nvCxnSpPr>
            <p:cNvPr id="17" name="MH_Other_5"/>
            <p:cNvCxnSpPr/>
            <p:nvPr>
              <p:custDataLst>
                <p:tags r:id="rId14"/>
              </p:custDataLst>
            </p:nvPr>
          </p:nvCxnSpPr>
          <p:spPr>
            <a:xfrm>
              <a:off x="1993901" y="3881128"/>
              <a:ext cx="295275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a:xfrm>
            <a:off x="7702550" y="2068195"/>
            <a:ext cx="2540000" cy="365760"/>
          </a:xfrm>
          <a:prstGeom prst="rect">
            <a:avLst/>
          </a:prstGeom>
          <a:noFill/>
        </p:spPr>
        <p:txBody>
          <a:bodyPr wrap="square" rtlCol="0" anchor="t">
            <a:spAutoFit/>
          </a:bodyPr>
          <a:lstStyle/>
          <a:p>
            <a:r>
              <a:rPr lang="zh-CN" altLang="en-US" b="1">
                <a:solidFill>
                  <a:schemeClr val="accent2">
                    <a:lumMod val="75000"/>
                  </a:schemeClr>
                </a:solidFill>
              </a:rPr>
              <a:t>进程通信</a:t>
            </a:r>
          </a:p>
        </p:txBody>
      </p:sp>
      <p:sp>
        <p:nvSpPr>
          <p:cNvPr id="15" name="文本框 14"/>
          <p:cNvSpPr txBox="1"/>
          <p:nvPr/>
        </p:nvSpPr>
        <p:spPr>
          <a:xfrm>
            <a:off x="2221230" y="3154045"/>
            <a:ext cx="2540000" cy="365760"/>
          </a:xfrm>
          <a:prstGeom prst="rect">
            <a:avLst/>
          </a:prstGeom>
          <a:noFill/>
        </p:spPr>
        <p:txBody>
          <a:bodyPr wrap="square" rtlCol="0" anchor="t">
            <a:spAutoFit/>
          </a:bodyPr>
          <a:lstStyle/>
          <a:p>
            <a:r>
              <a:rPr lang="zh-CN" altLang="en-US" b="1">
                <a:solidFill>
                  <a:schemeClr val="accent1">
                    <a:lumMod val="75000"/>
                  </a:schemeClr>
                </a:solidFill>
              </a:rPr>
              <a:t>事件系统</a:t>
            </a:r>
          </a:p>
        </p:txBody>
      </p:sp>
      <p:sp>
        <p:nvSpPr>
          <p:cNvPr id="20" name="MH_SubTitle_1"/>
          <p:cNvSpPr/>
          <p:nvPr>
            <p:custDataLst>
              <p:tags r:id="rId2"/>
            </p:custDataLst>
          </p:nvPr>
        </p:nvSpPr>
        <p:spPr>
          <a:xfrm>
            <a:off x="-13153" y="2152650"/>
            <a:ext cx="2961043" cy="73152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smtClean="0"/>
              <a:t>独立构件风格</a:t>
            </a:r>
            <a:endParaRPr lang="zh-CN" altLang="en-US" sz="2400" b="1" dirty="0">
              <a:solidFill>
                <a:schemeClr val="bg1"/>
              </a:solidFill>
              <a:latin typeface="微软雅黑" panose="020B0503020204020204" charset="-122"/>
              <a:ea typeface="微软雅黑" panose="020B0503020204020204" charset="-122"/>
            </a:endParaRPr>
          </a:p>
        </p:txBody>
      </p:sp>
    </p:spTree>
    <p:custDataLst>
      <p:tags r:id="rId1"/>
    </p:custDataLst>
  </p:cSld>
  <p:clrMapOvr>
    <a:masterClrMapping/>
  </p:clrMapOvr>
  <p:transition>
    <p:pull dir="ru"/>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7.2 </a:t>
            </a:r>
            <a:r>
              <a:rPr lang="zh-CN" altLang="en-US" dirty="0" smtClean="0">
                <a:solidFill>
                  <a:srgbClr val="FF0000"/>
                </a:solidFill>
                <a:sym typeface="+mn-ea"/>
              </a:rPr>
              <a:t>软件架构设计和对象设计</a:t>
            </a:r>
            <a:endParaRPr 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7.2.2 </a:t>
            </a:r>
            <a:r>
              <a:rPr lang="zh-CN" altLang="en-US" sz="2400" dirty="0" smtClean="0">
                <a:solidFill>
                  <a:schemeClr val="tx1"/>
                </a:solidFill>
              </a:rPr>
              <a:t>软件架构风格</a:t>
            </a:r>
          </a:p>
        </p:txBody>
      </p:sp>
      <p:grpSp>
        <p:nvGrpSpPr>
          <p:cNvPr id="3" name="组合 2"/>
          <p:cNvGrpSpPr/>
          <p:nvPr/>
        </p:nvGrpSpPr>
        <p:grpSpPr>
          <a:xfrm>
            <a:off x="3056077" y="2119741"/>
            <a:ext cx="8326120" cy="2077085"/>
            <a:chOff x="1630" y="5726"/>
            <a:chExt cx="13112" cy="3271"/>
          </a:xfrm>
        </p:grpSpPr>
        <p:cxnSp>
          <p:nvCxnSpPr>
            <p:cNvPr id="4"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6" name="MH_SubTitle_1"/>
            <p:cNvSpPr txBox="1">
              <a:spLocks noChangeArrowheads="1"/>
            </p:cNvSpPr>
            <p:nvPr/>
          </p:nvSpPr>
          <p:spPr bwMode="auto">
            <a:xfrm>
              <a:off x="3283" y="6688"/>
              <a:ext cx="11459" cy="230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解释器</a:t>
              </a:r>
            </a:p>
            <a:p>
              <a:pPr indent="457200" fontAlgn="auto">
                <a:lnSpc>
                  <a:spcPct val="120000"/>
                </a:lnSpc>
              </a:pPr>
              <a:r>
                <a:rPr dirty="0"/>
                <a:t>一个解释器通常包括完成解释工作的解释引擎，一个包含将被解释的代码的存储区，一个记录解释引擎当前工作状态的数据结构，以及一个记录源代码被解释执行的进度的数据结构。具有解释器风格的软件中含有一个虚拟机，可以仿真硬件的执行过程和一些关键应用，比如Java虚拟机。</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A8E7"/>
                  </a:solidFill>
                  <a:latin typeface="Agency FB" panose="020B0503020202020204" pitchFamily="34" charset="0"/>
                  <a:ea typeface="微软雅黑" panose="020B0503020204020204" charset="-122"/>
                </a:rPr>
                <a:t>1</a:t>
              </a:r>
            </a:p>
          </p:txBody>
        </p:sp>
      </p:grpSp>
      <p:grpSp>
        <p:nvGrpSpPr>
          <p:cNvPr id="8" name="组合 7"/>
          <p:cNvGrpSpPr/>
          <p:nvPr/>
        </p:nvGrpSpPr>
        <p:grpSpPr>
          <a:xfrm>
            <a:off x="3148450" y="4434514"/>
            <a:ext cx="8165465" cy="1315720"/>
            <a:chOff x="1840" y="2871"/>
            <a:chExt cx="12859" cy="2072"/>
          </a:xfrm>
        </p:grpSpPr>
        <p:cxnSp>
          <p:nvCxnSpPr>
            <p:cNvPr id="9" name="MH_Other_4"/>
            <p:cNvCxnSpPr/>
            <p:nvPr/>
          </p:nvCxnSpPr>
          <p:spPr>
            <a:xfrm flipH="1">
              <a:off x="2680" y="3183"/>
              <a:ext cx="1545" cy="1450"/>
            </a:xfrm>
            <a:prstGeom prst="line">
              <a:avLst/>
            </a:prstGeom>
            <a:ln w="38100">
              <a:solidFill>
                <a:srgbClr val="58B933"/>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58B93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2"/>
            <p:cNvSpPr txBox="1">
              <a:spLocks noChangeArrowheads="1"/>
            </p:cNvSpPr>
            <p:nvPr/>
          </p:nvSpPr>
          <p:spPr bwMode="auto">
            <a:xfrm>
              <a:off x="3455" y="3633"/>
              <a:ext cx="11244" cy="1310"/>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92D050"/>
                  </a:solidFill>
                  <a:ea typeface="微软雅黑" panose="020B0503020204020204" charset="-122"/>
                </a:rPr>
                <a:t>基于规则的系统</a:t>
              </a:r>
            </a:p>
            <a:p>
              <a:pPr indent="457200" fontAlgn="auto">
                <a:lnSpc>
                  <a:spcPct val="120000"/>
                </a:lnSpc>
              </a:pPr>
              <a:r>
                <a:rPr lang="zh-CN" altLang="en-US" dirty="0">
                  <a:solidFill>
                    <a:schemeClr val="tx1"/>
                  </a:solidFill>
                  <a:ea typeface="微软雅黑" panose="020B0503020204020204" charset="-122"/>
                </a:rPr>
                <a:t>基于规则的系统包括规则集、规则解释器、规则/数据选择器及工作内存。</a:t>
              </a:r>
            </a:p>
          </p:txBody>
        </p:sp>
        <p:sp>
          <p:nvSpPr>
            <p:cNvPr id="1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3600" b="1">
                  <a:solidFill>
                    <a:srgbClr val="58B933"/>
                  </a:solidFill>
                  <a:latin typeface="Agency FB" panose="020B0503020202020204" pitchFamily="34" charset="0"/>
                  <a:ea typeface="微软雅黑" panose="020B0503020204020204" charset="-122"/>
                </a:rPr>
                <a:t>2</a:t>
              </a:r>
              <a:endParaRPr lang="zh-CN" altLang="en-US" sz="3600" b="1">
                <a:solidFill>
                  <a:srgbClr val="58B933"/>
                </a:solidFill>
                <a:latin typeface="Agency FB" panose="020B0503020202020204" pitchFamily="34" charset="0"/>
                <a:ea typeface="微软雅黑" panose="020B0503020204020204" charset="-122"/>
              </a:endParaRPr>
            </a:p>
          </p:txBody>
        </p:sp>
      </p:grpSp>
      <p:sp>
        <p:nvSpPr>
          <p:cNvPr id="16" name="MH_SubTitle_1"/>
          <p:cNvSpPr/>
          <p:nvPr>
            <p:custDataLst>
              <p:tags r:id="rId2"/>
            </p:custDataLst>
          </p:nvPr>
        </p:nvSpPr>
        <p:spPr>
          <a:xfrm>
            <a:off x="-13153" y="2152650"/>
            <a:ext cx="2961043" cy="73152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smtClean="0"/>
              <a:t>虚拟机风格</a:t>
            </a:r>
            <a:endParaRPr lang="zh-CN" altLang="en-US" sz="2400" b="1" dirty="0">
              <a:solidFill>
                <a:schemeClr val="bg1"/>
              </a:solidFill>
              <a:latin typeface="微软雅黑" panose="020B0503020204020204" charset="-122"/>
              <a:ea typeface="微软雅黑" panose="020B0503020204020204" charset="-122"/>
            </a:endParaRPr>
          </a:p>
        </p:txBody>
      </p:sp>
    </p:spTree>
    <p:custDataLst>
      <p:tags r:id="rId1"/>
    </p:custDataLst>
  </p:cSld>
  <p:clrMapOvr>
    <a:masterClrMapping/>
  </p:clrMapOvr>
  <p:transition>
    <p:pull dir="ru"/>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7.2 </a:t>
            </a:r>
            <a:r>
              <a:rPr lang="zh-CN" altLang="en-US" dirty="0" smtClean="0">
                <a:solidFill>
                  <a:srgbClr val="FF0000"/>
                </a:solidFill>
                <a:sym typeface="+mn-ea"/>
              </a:rPr>
              <a:t>软件架构设计和对象设计</a:t>
            </a:r>
            <a:endParaRPr 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7.2.2 </a:t>
            </a:r>
            <a:r>
              <a:rPr lang="zh-CN" altLang="en-US" sz="2400" dirty="0" smtClean="0">
                <a:solidFill>
                  <a:schemeClr val="tx1"/>
                </a:solidFill>
              </a:rPr>
              <a:t>软件架构风格</a:t>
            </a:r>
          </a:p>
        </p:txBody>
      </p:sp>
      <p:grpSp>
        <p:nvGrpSpPr>
          <p:cNvPr id="17" name="组合 16"/>
          <p:cNvGrpSpPr/>
          <p:nvPr/>
        </p:nvGrpSpPr>
        <p:grpSpPr>
          <a:xfrm>
            <a:off x="999490" y="1969770"/>
            <a:ext cx="10300970" cy="3735070"/>
            <a:chOff x="1041" y="3706"/>
            <a:chExt cx="16222" cy="5882"/>
          </a:xfrm>
        </p:grpSpPr>
        <p:grpSp>
          <p:nvGrpSpPr>
            <p:cNvPr id="18" name="组合 17"/>
            <p:cNvGrpSpPr/>
            <p:nvPr/>
          </p:nvGrpSpPr>
          <p:grpSpPr>
            <a:xfrm>
              <a:off x="1041" y="5649"/>
              <a:ext cx="4029" cy="3938"/>
              <a:chOff x="662610" y="3586908"/>
              <a:chExt cx="2558316" cy="2500986"/>
            </a:xfrm>
          </p:grpSpPr>
          <p:sp>
            <p:nvSpPr>
              <p:cNvPr id="19" name="圆角矩形 18"/>
              <p:cNvSpPr/>
              <p:nvPr/>
            </p:nvSpPr>
            <p:spPr>
              <a:xfrm>
                <a:off x="662610" y="3586908"/>
                <a:ext cx="2376942" cy="2500986"/>
              </a:xfrm>
              <a:prstGeom prst="roundRect">
                <a:avLst>
                  <a:gd name="adj" fmla="val 1589"/>
                </a:avLst>
              </a:prstGeom>
              <a:solidFill>
                <a:srgbClr val="E67819"/>
              </a:solidFill>
              <a:ln>
                <a:noFill/>
              </a:ln>
              <a:effectLst>
                <a:reflection blurRad="6350" stA="46000" endPos="1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19"/>
              <p:cNvSpPr/>
              <p:nvPr/>
            </p:nvSpPr>
            <p:spPr>
              <a:xfrm rot="5400000">
                <a:off x="3000309" y="3928463"/>
                <a:ext cx="259860" cy="181374"/>
              </a:xfrm>
              <a:prstGeom prst="triangle">
                <a:avLst>
                  <a:gd name="adj" fmla="val 47166"/>
                </a:avLst>
              </a:prstGeom>
              <a:solidFill>
                <a:srgbClr val="E678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 name="组合 24"/>
            <p:cNvGrpSpPr/>
            <p:nvPr/>
          </p:nvGrpSpPr>
          <p:grpSpPr>
            <a:xfrm>
              <a:off x="5310" y="5673"/>
              <a:ext cx="4029" cy="3915"/>
              <a:chOff x="662610" y="3601899"/>
              <a:chExt cx="2558316" cy="2485995"/>
            </a:xfrm>
          </p:grpSpPr>
          <p:sp>
            <p:nvSpPr>
              <p:cNvPr id="26" name="圆角矩形 25"/>
              <p:cNvSpPr/>
              <p:nvPr/>
            </p:nvSpPr>
            <p:spPr>
              <a:xfrm>
                <a:off x="662610" y="3601899"/>
                <a:ext cx="2481578" cy="2485995"/>
              </a:xfrm>
              <a:prstGeom prst="roundRect">
                <a:avLst>
                  <a:gd name="adj" fmla="val 1589"/>
                </a:avLst>
              </a:prstGeom>
              <a:solidFill>
                <a:srgbClr val="E67819"/>
              </a:solidFill>
              <a:ln>
                <a:noFill/>
              </a:ln>
              <a:effectLst>
                <a:reflection blurRad="6350" stA="46000" endPos="1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等腰三角形 26"/>
              <p:cNvSpPr/>
              <p:nvPr/>
            </p:nvSpPr>
            <p:spPr>
              <a:xfrm rot="5400000">
                <a:off x="3000309" y="3928463"/>
                <a:ext cx="259860" cy="181374"/>
              </a:xfrm>
              <a:prstGeom prst="triangle">
                <a:avLst>
                  <a:gd name="adj" fmla="val 47166"/>
                </a:avLst>
              </a:prstGeom>
              <a:solidFill>
                <a:srgbClr val="E678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extBox 8"/>
            <p:cNvSpPr txBox="1"/>
            <p:nvPr/>
          </p:nvSpPr>
          <p:spPr>
            <a:xfrm>
              <a:off x="1141" y="6346"/>
              <a:ext cx="3543" cy="2544"/>
            </a:xfrm>
            <a:prstGeom prst="rect">
              <a:avLst/>
            </a:prstGeom>
            <a:noFill/>
          </p:spPr>
          <p:txBody>
            <a:bodyPr wrap="square" rtlCol="0" anchor="ctr">
              <a:spAutoFit/>
            </a:bodyPr>
            <a:lstStyle/>
            <a:p>
              <a:pPr>
                <a:lnSpc>
                  <a:spcPct val="139000"/>
                </a:lnSpc>
              </a:pPr>
              <a:r>
                <a:rPr lang="en-US" altLang="zh-CN" sz="1600" dirty="0">
                  <a:solidFill>
                    <a:schemeClr val="bg1"/>
                  </a:solidFill>
                  <a:latin typeface="Impact" panose="020B0806030902050204" pitchFamily="34" charset="0"/>
                  <a:ea typeface="微软雅黑" panose="020B0503020204020204" charset="-122"/>
                </a:rPr>
                <a:t>           </a:t>
              </a:r>
              <a:r>
                <a:rPr lang="zh-CN" altLang="en-US" dirty="0">
                  <a:solidFill>
                    <a:schemeClr val="bg1"/>
                  </a:solidFill>
                  <a:latin typeface="Impact" panose="020B0806030902050204" pitchFamily="34" charset="0"/>
                  <a:ea typeface="微软雅黑" panose="020B0503020204020204" charset="-122"/>
                </a:rPr>
                <a:t>仓库风格即以数据为中心的系统风格，例如数据库系统、超文本系统、黑板系统。</a:t>
              </a:r>
            </a:p>
          </p:txBody>
        </p:sp>
        <p:sp>
          <p:nvSpPr>
            <p:cNvPr id="32" name="TextBox 8"/>
            <p:cNvSpPr txBox="1"/>
            <p:nvPr/>
          </p:nvSpPr>
          <p:spPr>
            <a:xfrm>
              <a:off x="5269" y="5746"/>
              <a:ext cx="3990" cy="3744"/>
            </a:xfrm>
            <a:prstGeom prst="rect">
              <a:avLst/>
            </a:prstGeom>
            <a:noFill/>
          </p:spPr>
          <p:txBody>
            <a:bodyPr wrap="square" rtlCol="0" anchor="ctr">
              <a:spAutoFit/>
            </a:bodyPr>
            <a:lstStyle/>
            <a:p>
              <a:pPr>
                <a:lnSpc>
                  <a:spcPct val="139000"/>
                </a:lnSpc>
              </a:pPr>
              <a:r>
                <a:rPr lang="en-US" altLang="zh-CN" sz="1600" dirty="0">
                  <a:solidFill>
                    <a:schemeClr val="bg1"/>
                  </a:solidFill>
                  <a:latin typeface="Impact" panose="020B0806030902050204" pitchFamily="34" charset="0"/>
                  <a:ea typeface="微软雅黑" panose="020B0503020204020204" charset="-122"/>
                </a:rPr>
                <a:t>            </a:t>
              </a:r>
              <a:r>
                <a:rPr lang="zh-CN" altLang="en-US" dirty="0">
                  <a:solidFill>
                    <a:schemeClr val="bg1"/>
                  </a:solidFill>
                  <a:latin typeface="Impact" panose="020B0806030902050204" pitchFamily="34" charset="0"/>
                  <a:ea typeface="微软雅黑" panose="020B0503020204020204" charset="-122"/>
                </a:rPr>
                <a:t>由于“数据库原理”课程专门介绍数据库系统，而早期的静态网页是比较典型的超文本系统。因此以下着重介绍黑板系统。</a:t>
              </a:r>
            </a:p>
          </p:txBody>
        </p:sp>
        <p:sp>
          <p:nvSpPr>
            <p:cNvPr id="33" name="TextBox 6"/>
            <p:cNvSpPr txBox="1"/>
            <p:nvPr/>
          </p:nvSpPr>
          <p:spPr>
            <a:xfrm>
              <a:off x="9487" y="3706"/>
              <a:ext cx="7607" cy="2640"/>
            </a:xfrm>
            <a:prstGeom prst="rect">
              <a:avLst/>
            </a:prstGeom>
            <a:noFill/>
          </p:spPr>
          <p:txBody>
            <a:bodyPr wrap="square" rtlCol="0">
              <a:spAutoFit/>
            </a:bodyPr>
            <a:lstStyle/>
            <a:p>
              <a:pPr>
                <a:lnSpc>
                  <a:spcPct val="130000"/>
                </a:lnSpc>
              </a:pPr>
              <a:r>
                <a:rPr lang="en-US" sz="1600" dirty="0">
                  <a:solidFill>
                    <a:srgbClr val="5F5E5C"/>
                  </a:solidFill>
                  <a:latin typeface="微软雅黑" panose="020B0503020204020204" charset="-122"/>
                  <a:ea typeface="微软雅黑" panose="020B0503020204020204" charset="-122"/>
                </a:rPr>
                <a:t>     </a:t>
              </a:r>
              <a:r>
                <a:rPr lang="en-US" sz="2000" dirty="0">
                  <a:solidFill>
                    <a:srgbClr val="5F5E5C"/>
                  </a:solidFill>
                  <a:latin typeface="微软雅黑" panose="020B0503020204020204" charset="-122"/>
                  <a:ea typeface="微软雅黑" panose="020B0503020204020204" charset="-122"/>
                </a:rPr>
                <a:t>  </a:t>
              </a:r>
              <a:r>
                <a:rPr sz="2000" dirty="0">
                  <a:solidFill>
                    <a:srgbClr val="5F5E5C"/>
                  </a:solidFill>
                  <a:latin typeface="微软雅黑" panose="020B0503020204020204" charset="-122"/>
                  <a:ea typeface="微软雅黑" panose="020B0503020204020204" charset="-122"/>
                </a:rPr>
                <a:t>如果中央数据结构的当前状态触发进程执行的选择，则仓库是一黑板系统。黑板架构包括</a:t>
              </a:r>
              <a:r>
                <a:rPr sz="2000" dirty="0">
                  <a:solidFill>
                    <a:srgbClr val="00B050"/>
                  </a:solidFill>
                  <a:latin typeface="微软雅黑" panose="020B0503020204020204" charset="-122"/>
                  <a:ea typeface="微软雅黑" panose="020B0503020204020204" charset="-122"/>
                </a:rPr>
                <a:t>知识源、黑板数据结构和控制</a:t>
              </a:r>
              <a:r>
                <a:rPr sz="2000" dirty="0">
                  <a:solidFill>
                    <a:srgbClr val="5F5E5C"/>
                  </a:solidFill>
                  <a:latin typeface="微软雅黑" panose="020B0503020204020204" charset="-122"/>
                  <a:ea typeface="微软雅黑" panose="020B0503020204020204" charset="-122"/>
                </a:rPr>
                <a:t>3个部分。</a:t>
              </a:r>
            </a:p>
          </p:txBody>
        </p:sp>
        <p:sp>
          <p:nvSpPr>
            <p:cNvPr id="34" name="TextBox 17"/>
            <p:cNvSpPr txBox="1"/>
            <p:nvPr/>
          </p:nvSpPr>
          <p:spPr>
            <a:xfrm>
              <a:off x="9488" y="6323"/>
              <a:ext cx="7775" cy="3264"/>
            </a:xfrm>
            <a:prstGeom prst="rect">
              <a:avLst/>
            </a:prstGeom>
            <a:noFill/>
          </p:spPr>
          <p:txBody>
            <a:bodyPr wrap="square" rtlCol="0">
              <a:spAutoFit/>
            </a:bodyPr>
            <a:lstStyle/>
            <a:p>
              <a:pPr>
                <a:lnSpc>
                  <a:spcPct val="130000"/>
                </a:lnSpc>
              </a:pPr>
              <a:r>
                <a:rPr lang="en-US" sz="1600" dirty="0">
                  <a:solidFill>
                    <a:srgbClr val="5F5E5C"/>
                  </a:solidFill>
                  <a:latin typeface="微软雅黑" panose="020B0503020204020204" charset="-122"/>
                  <a:ea typeface="微软雅黑" panose="020B0503020204020204" charset="-122"/>
                  <a:sym typeface="+mn-ea"/>
                </a:rPr>
                <a:t>       </a:t>
              </a:r>
              <a:r>
                <a:rPr sz="2000" dirty="0">
                  <a:solidFill>
                    <a:srgbClr val="00B050"/>
                  </a:solidFill>
                  <a:latin typeface="微软雅黑" panose="020B0503020204020204" charset="-122"/>
                  <a:ea typeface="微软雅黑" panose="020B0503020204020204" charset="-122"/>
                  <a:sym typeface="+mn-ea"/>
                </a:rPr>
                <a:t>黑板通常应用在对于解决问题没有确定性算法要求的系统中</a:t>
              </a:r>
              <a:r>
                <a:rPr sz="2000" dirty="0">
                  <a:latin typeface="微软雅黑" panose="020B0503020204020204" charset="-122"/>
                  <a:ea typeface="微软雅黑" panose="020B0503020204020204" charset="-122"/>
                  <a:sym typeface="+mn-ea"/>
                </a:rPr>
                <a:t>，例如信号处理、语音和模式识别、问题规划及编译器优化等软件系统的设计中，像人工智能、信号处理、电子商务等依靠数据库的专家系统。</a:t>
              </a:r>
            </a:p>
          </p:txBody>
        </p:sp>
      </p:grpSp>
      <p:sp>
        <p:nvSpPr>
          <p:cNvPr id="15" name="MH_SubTitle_1"/>
          <p:cNvSpPr/>
          <p:nvPr>
            <p:custDataLst>
              <p:tags r:id="rId2"/>
            </p:custDataLst>
          </p:nvPr>
        </p:nvSpPr>
        <p:spPr>
          <a:xfrm>
            <a:off x="-13153" y="2152650"/>
            <a:ext cx="2961043" cy="73152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smtClean="0"/>
              <a:t>仓库风格</a:t>
            </a:r>
            <a:endParaRPr lang="zh-CN" altLang="en-US" sz="2400" b="1" dirty="0">
              <a:solidFill>
                <a:schemeClr val="bg1"/>
              </a:solidFill>
              <a:latin typeface="微软雅黑" panose="020B0503020204020204" charset="-122"/>
              <a:ea typeface="微软雅黑" panose="020B0503020204020204" charset="-122"/>
            </a:endParaRPr>
          </a:p>
        </p:txBody>
      </p:sp>
    </p:spTree>
    <p:custDataLst>
      <p:tags r:id="rId1"/>
    </p:custDataLst>
  </p:cSld>
  <p:clrMapOvr>
    <a:masterClrMapping/>
  </p:clrMapOvr>
  <p:transition>
    <p:pull dir="ru"/>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7.2 </a:t>
            </a:r>
            <a:r>
              <a:rPr lang="zh-CN" altLang="en-US" dirty="0" smtClean="0">
                <a:solidFill>
                  <a:srgbClr val="FF0000"/>
                </a:solidFill>
                <a:sym typeface="+mn-ea"/>
              </a:rPr>
              <a:t>软件架构设计和对象设计</a:t>
            </a:r>
            <a:endParaRPr 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7.2.2 </a:t>
            </a:r>
            <a:r>
              <a:rPr lang="zh-CN" altLang="en-US" sz="2400" dirty="0" smtClean="0">
                <a:solidFill>
                  <a:schemeClr val="tx1"/>
                </a:solidFill>
              </a:rPr>
              <a:t>软件架构风格</a:t>
            </a:r>
          </a:p>
        </p:txBody>
      </p:sp>
      <p:grpSp>
        <p:nvGrpSpPr>
          <p:cNvPr id="14" name="组合 13"/>
          <p:cNvGrpSpPr/>
          <p:nvPr/>
        </p:nvGrpSpPr>
        <p:grpSpPr>
          <a:xfrm>
            <a:off x="901065" y="2212975"/>
            <a:ext cx="9910445" cy="1303020"/>
            <a:chOff x="1188" y="3092"/>
            <a:chExt cx="15607" cy="2052"/>
          </a:xfrm>
        </p:grpSpPr>
        <p:grpSp>
          <p:nvGrpSpPr>
            <p:cNvPr id="7" name="组合 6"/>
            <p:cNvGrpSpPr/>
            <p:nvPr/>
          </p:nvGrpSpPr>
          <p:grpSpPr>
            <a:xfrm>
              <a:off x="1188" y="3092"/>
              <a:ext cx="4947" cy="930"/>
              <a:chOff x="508000" y="3196191"/>
              <a:chExt cx="3141314" cy="590550"/>
            </a:xfrm>
          </p:grpSpPr>
          <p:sp>
            <p:nvSpPr>
              <p:cNvPr id="21" name="TextBox 1"/>
              <p:cNvSpPr txBox="1">
                <a:spLocks noChangeArrowheads="1"/>
              </p:cNvSpPr>
              <p:nvPr/>
            </p:nvSpPr>
            <p:spPr bwMode="auto">
              <a:xfrm>
                <a:off x="508000" y="3196191"/>
                <a:ext cx="318132"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1</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437" y="3291441"/>
                <a:ext cx="2688877"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smtClean="0">
                    <a:solidFill>
                      <a:srgbClr val="E67819"/>
                    </a:solidFill>
                    <a:latin typeface="微软雅黑" panose="020B0503020204020204" charset="-122"/>
                    <a:ea typeface="微软雅黑" panose="020B0503020204020204" charset="-122"/>
                  </a:rPr>
                  <a:t>知识源</a:t>
                </a:r>
                <a:endParaRPr lang="zh-CN" altLang="en-US" b="1" dirty="0">
                  <a:solidFill>
                    <a:srgbClr val="E67819"/>
                  </a:solidFill>
                  <a:latin typeface="微软雅黑" panose="020B0503020204020204" charset="-122"/>
                  <a:ea typeface="微软雅黑" panose="020B0503020204020204" charset="-122"/>
                </a:endParaRPr>
              </a:p>
            </p:txBody>
          </p:sp>
        </p:grpSp>
        <p:sp>
          <p:nvSpPr>
            <p:cNvPr id="24" name="矩形 8"/>
            <p:cNvSpPr>
              <a:spLocks noChangeArrowheads="1"/>
            </p:cNvSpPr>
            <p:nvPr/>
          </p:nvSpPr>
          <p:spPr bwMode="auto">
            <a:xfrm>
              <a:off x="1893" y="3848"/>
              <a:ext cx="14902" cy="1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知识源包括若干独立计算的不同单元，提供解决问题的知识，知识源之间不直接进行通信，知识源响应黑板上的变化，也只修改黑板。</a:t>
              </a:r>
            </a:p>
          </p:txBody>
        </p:sp>
      </p:grpSp>
      <p:grpSp>
        <p:nvGrpSpPr>
          <p:cNvPr id="3" name="组合 2"/>
          <p:cNvGrpSpPr/>
          <p:nvPr/>
        </p:nvGrpSpPr>
        <p:grpSpPr>
          <a:xfrm>
            <a:off x="901065" y="3515995"/>
            <a:ext cx="9911080" cy="1303020"/>
            <a:chOff x="1188" y="3092"/>
            <a:chExt cx="15608" cy="2052"/>
          </a:xfrm>
        </p:grpSpPr>
        <p:grpSp>
          <p:nvGrpSpPr>
            <p:cNvPr id="4" name="组合 3"/>
            <p:cNvGrpSpPr/>
            <p:nvPr/>
          </p:nvGrpSpPr>
          <p:grpSpPr>
            <a:xfrm>
              <a:off x="1188" y="3092"/>
              <a:ext cx="4947" cy="930"/>
              <a:chOff x="508000" y="3196191"/>
              <a:chExt cx="3141314" cy="590550"/>
            </a:xfrm>
          </p:grpSpPr>
          <p:sp>
            <p:nvSpPr>
              <p:cNvPr id="5" name="TextBox 1"/>
              <p:cNvSpPr txBox="1">
                <a:spLocks noChangeArrowheads="1"/>
              </p:cNvSpPr>
              <p:nvPr/>
            </p:nvSpPr>
            <p:spPr bwMode="auto">
              <a:xfrm>
                <a:off x="508000" y="3196191"/>
                <a:ext cx="36131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2</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6" name="直接连接符 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黑板数据结构</a:t>
                </a:r>
              </a:p>
            </p:txBody>
          </p:sp>
        </p:grpSp>
        <p:sp>
          <p:nvSpPr>
            <p:cNvPr id="9" name="矩形 8"/>
            <p:cNvSpPr>
              <a:spLocks noChangeArrowheads="1"/>
            </p:cNvSpPr>
            <p:nvPr/>
          </p:nvSpPr>
          <p:spPr bwMode="auto">
            <a:xfrm>
              <a:off x="1893" y="3848"/>
              <a:ext cx="14903" cy="1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黑板数据是按照与应用程序相关的层次来组织的解决问题的数据，知识源通过不断地改变黑板数据来解决问题。黑板是知识源互相作用的唯一媒介。</a:t>
              </a:r>
            </a:p>
          </p:txBody>
        </p:sp>
      </p:grpSp>
      <p:grpSp>
        <p:nvGrpSpPr>
          <p:cNvPr id="10" name="组合 9"/>
          <p:cNvGrpSpPr/>
          <p:nvPr/>
        </p:nvGrpSpPr>
        <p:grpSpPr>
          <a:xfrm>
            <a:off x="901065" y="4819015"/>
            <a:ext cx="9910445" cy="937260"/>
            <a:chOff x="1188" y="3092"/>
            <a:chExt cx="14654" cy="1476"/>
          </a:xfrm>
        </p:grpSpPr>
        <p:grpSp>
          <p:nvGrpSpPr>
            <p:cNvPr id="11" name="组合 10"/>
            <p:cNvGrpSpPr/>
            <p:nvPr/>
          </p:nvGrpSpPr>
          <p:grpSpPr>
            <a:xfrm>
              <a:off x="1188" y="3092"/>
              <a:ext cx="4947" cy="930"/>
              <a:chOff x="508000" y="3196191"/>
              <a:chExt cx="3141314" cy="590550"/>
            </a:xfrm>
          </p:grpSpPr>
          <p:sp>
            <p:nvSpPr>
              <p:cNvPr id="1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3</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13" name="直接连接符 12"/>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5" name="矩形 14"/>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控制</a:t>
                </a:r>
              </a:p>
            </p:txBody>
          </p:sp>
        </p:grpSp>
        <p:sp>
          <p:nvSpPr>
            <p:cNvPr id="16" name="矩形 15"/>
            <p:cNvSpPr>
              <a:spLocks noChangeArrowheads="1"/>
            </p:cNvSpPr>
            <p:nvPr/>
          </p:nvSpPr>
          <p:spPr bwMode="auto">
            <a:xfrm>
              <a:off x="1893" y="3848"/>
              <a:ext cx="13949" cy="7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控制完全由黑板的状态驱动，黑板状态的变化决定所使用的特定知识。</a:t>
              </a:r>
            </a:p>
          </p:txBody>
        </p:sp>
      </p:grpSp>
    </p:spTree>
    <p:custDataLst>
      <p:tags r:id="rId1"/>
    </p:custDataLst>
  </p:cSld>
  <p:clrMapOvr>
    <a:masterClrMapping/>
  </p:clrMapOvr>
  <p:transition>
    <p:pull dir="ru"/>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7.2 </a:t>
            </a:r>
            <a:r>
              <a:rPr lang="zh-CN" altLang="en-US" dirty="0" smtClean="0">
                <a:solidFill>
                  <a:srgbClr val="FF0000"/>
                </a:solidFill>
                <a:sym typeface="+mn-ea"/>
              </a:rPr>
              <a:t>软件架构设计和对象设计</a:t>
            </a:r>
            <a:endParaRPr 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7.2.2 </a:t>
            </a:r>
            <a:r>
              <a:rPr lang="zh-CN" altLang="en-US" sz="2400" dirty="0" smtClean="0">
                <a:solidFill>
                  <a:schemeClr val="tx1"/>
                </a:solidFill>
              </a:rPr>
              <a:t>软件架构风格</a:t>
            </a:r>
          </a:p>
        </p:txBody>
      </p:sp>
      <p:sp>
        <p:nvSpPr>
          <p:cNvPr id="100" name="文本框 99"/>
          <p:cNvSpPr txBox="1"/>
          <p:nvPr/>
        </p:nvSpPr>
        <p:spPr>
          <a:xfrm>
            <a:off x="3058824" y="2297317"/>
            <a:ext cx="6469380" cy="404940"/>
          </a:xfrm>
          <a:prstGeom prst="rect">
            <a:avLst/>
          </a:prstGeom>
          <a:noFill/>
          <a:ln w="9525">
            <a:noFill/>
          </a:ln>
        </p:spPr>
        <p:txBody>
          <a:bodyPr wrap="square">
            <a:spAutoFit/>
          </a:bodyPr>
          <a:lstStyle/>
          <a:p>
            <a:pPr marL="0" indent="0" algn="ctr"/>
            <a:r>
              <a:rPr lang="zh-CN" altLang="en-US" sz="2000" b="0" u="none" dirty="0">
                <a:solidFill>
                  <a:srgbClr val="7F00E4"/>
                </a:solidFill>
                <a:latin typeface="黑体" panose="02010609060101010101" pitchFamily="49" charset="-122"/>
                <a:ea typeface="黑体" panose="02010609060101010101" pitchFamily="49" charset="-122"/>
                <a:cs typeface="黑体" panose="02010609060101010101" pitchFamily="49" charset="-122"/>
              </a:rPr>
              <a:t>表</a:t>
            </a:r>
            <a:r>
              <a:rPr lang="en-US" altLang="zh-CN" sz="2000" b="0" u="none" dirty="0">
                <a:solidFill>
                  <a:srgbClr val="7F00E4"/>
                </a:solidFill>
                <a:latin typeface="黑体" panose="02010609060101010101" pitchFamily="49" charset="-122"/>
                <a:ea typeface="黑体" panose="02010609060101010101" pitchFamily="49" charset="-122"/>
                <a:cs typeface="黑体" panose="02010609060101010101" pitchFamily="49" charset="-122"/>
              </a:rPr>
              <a:t>7-1  </a:t>
            </a:r>
            <a:r>
              <a:rPr lang="zh-CN" altLang="en-US" sz="2000" b="0" u="none" dirty="0">
                <a:solidFill>
                  <a:srgbClr val="7F00E4"/>
                </a:solidFill>
                <a:latin typeface="黑体" panose="02010609060101010101" pitchFamily="49" charset="-122"/>
                <a:ea typeface="黑体" panose="02010609060101010101" pitchFamily="49" charset="-122"/>
                <a:cs typeface="黑体" panose="02010609060101010101" pitchFamily="49" charset="-122"/>
              </a:rPr>
              <a:t>常见软件架构分类表</a:t>
            </a:r>
            <a:endParaRPr lang="zh-CN" altLang="en-US" sz="2000" dirty="0"/>
          </a:p>
        </p:txBody>
      </p:sp>
      <p:graphicFrame>
        <p:nvGraphicFramePr>
          <p:cNvPr id="17" name="表格 16"/>
          <p:cNvGraphicFramePr/>
          <p:nvPr/>
        </p:nvGraphicFramePr>
        <p:xfrm>
          <a:off x="1169973" y="2869432"/>
          <a:ext cx="9933940" cy="3381242"/>
        </p:xfrm>
        <a:graphic>
          <a:graphicData uri="http://schemas.openxmlformats.org/drawingml/2006/table">
            <a:tbl>
              <a:tblPr firstRow="1" bandRow="1">
                <a:tableStyleId>{5940675A-B579-460E-94D1-54222C63F5DA}</a:tableStyleId>
              </a:tblPr>
              <a:tblGrid>
                <a:gridCol w="3798570"/>
                <a:gridCol w="6135370"/>
              </a:tblGrid>
              <a:tr h="338011">
                <a:tc>
                  <a:txBody>
                    <a:bodyPr/>
                    <a:lstStyle/>
                    <a:p>
                      <a:pPr marL="0" indent="0" algn="ctr">
                        <a:buNone/>
                      </a:pPr>
                      <a:r>
                        <a:rPr lang="zh-CN" altLang="en-US" sz="2000" b="0" u="none" dirty="0">
                          <a:highlight>
                            <a:srgbClr val="FADCE9"/>
                          </a:highlight>
                          <a:latin typeface="宋体" panose="02010600030101010101" pitchFamily="2" charset="-122"/>
                          <a:ea typeface="宋体" panose="02010600030101010101" pitchFamily="2" charset="-122"/>
                          <a:cs typeface="宋体" panose="02010600030101010101" pitchFamily="2" charset="-122"/>
                        </a:rPr>
                        <a:t>分  类</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2000" b="0" u="none">
                          <a:highlight>
                            <a:srgbClr val="FADCE9"/>
                          </a:highlight>
                          <a:latin typeface="宋体" panose="02010600030101010101" pitchFamily="2" charset="-122"/>
                          <a:ea typeface="宋体" panose="02010600030101010101" pitchFamily="2" charset="-122"/>
                          <a:cs typeface="宋体" panose="02010600030101010101" pitchFamily="2" charset="-122"/>
                        </a:rPr>
                        <a:t>典 型 风 格</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r>
              <a:tr h="676587">
                <a:tc>
                  <a:txBody>
                    <a:bodyPr/>
                    <a:lstStyle/>
                    <a:p>
                      <a:pPr marL="0" indent="0" algn="l">
                        <a:buNone/>
                      </a:pPr>
                      <a:r>
                        <a:rPr lang="zh-CN" altLang="en-US" sz="2000" b="0" u="none">
                          <a:latin typeface="宋体" panose="02010600030101010101" pitchFamily="2" charset="-122"/>
                          <a:ea typeface="宋体" panose="02010600030101010101" pitchFamily="2" charset="-122"/>
                          <a:cs typeface="宋体" panose="02010600030101010101" pitchFamily="2" charset="-122"/>
                        </a:rPr>
                        <a:t>通讯类（</a:t>
                      </a:r>
                      <a:r>
                        <a:rPr lang="en-US" altLang="zh-CN" sz="2000" b="0" u="none">
                          <a:latin typeface="宋体" panose="02010600030101010101" pitchFamily="2" charset="-122"/>
                          <a:ea typeface="宋体" panose="02010600030101010101" pitchFamily="2" charset="-122"/>
                          <a:cs typeface="宋体" panose="02010600030101010101" pitchFamily="2" charset="-122"/>
                        </a:rPr>
                        <a:t>Communication</a:t>
                      </a:r>
                      <a:r>
                        <a:rPr lang="zh-CN" altLang="en-US" sz="2000" b="0" u="none">
                          <a:latin typeface="宋体" panose="02010600030101010101" pitchFamily="2" charset="-122"/>
                          <a:ea typeface="宋体" panose="02010600030101010101" pitchFamily="2" charset="-122"/>
                          <a:cs typeface="宋体" panose="02010600030101010101" pitchFamily="2" charset="-122"/>
                        </a:rPr>
                        <a:t>）</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2000" b="0" u="none">
                          <a:latin typeface="宋体" panose="02010600030101010101" pitchFamily="2" charset="-122"/>
                          <a:ea typeface="宋体" panose="02010600030101010101" pitchFamily="2" charset="-122"/>
                          <a:cs typeface="宋体" panose="02010600030101010101" pitchFamily="2" charset="-122"/>
                        </a:rPr>
                        <a:t>面向服务架构（</a:t>
                      </a:r>
                      <a:r>
                        <a:rPr lang="en-US" altLang="zh-CN" sz="2000" b="0" u="none">
                          <a:latin typeface="宋体" panose="02010600030101010101" pitchFamily="2" charset="-122"/>
                          <a:ea typeface="宋体" panose="02010600030101010101" pitchFamily="2" charset="-122"/>
                          <a:cs typeface="宋体" panose="02010600030101010101" pitchFamily="2" charset="-122"/>
                        </a:rPr>
                        <a:t>Service-Oriented Architecture</a:t>
                      </a:r>
                      <a:r>
                        <a:rPr lang="zh-CN" altLang="en-US" sz="2000" b="0" u="none">
                          <a:latin typeface="宋体" panose="02010600030101010101" pitchFamily="2" charset="-122"/>
                          <a:ea typeface="宋体" panose="02010600030101010101" pitchFamily="2" charset="-122"/>
                          <a:cs typeface="宋体" panose="02010600030101010101" pitchFamily="2" charset="-122"/>
                        </a:rPr>
                        <a:t>，</a:t>
                      </a:r>
                      <a:r>
                        <a:rPr lang="en-US" altLang="zh-CN" sz="2000" b="0" u="none">
                          <a:latin typeface="宋体" panose="02010600030101010101" pitchFamily="2" charset="-122"/>
                          <a:ea typeface="宋体" panose="02010600030101010101" pitchFamily="2" charset="-122"/>
                          <a:cs typeface="宋体" panose="02010600030101010101" pitchFamily="2" charset="-122"/>
                        </a:rPr>
                        <a:t>SOA</a:t>
                      </a:r>
                      <a:r>
                        <a:rPr lang="zh-CN" altLang="en-US" sz="2000" b="0" u="none">
                          <a:latin typeface="宋体" panose="02010600030101010101" pitchFamily="2" charset="-122"/>
                          <a:ea typeface="宋体" panose="02010600030101010101" pitchFamily="2" charset="-122"/>
                          <a:cs typeface="宋体" panose="02010600030101010101" pitchFamily="2" charset="-122"/>
                        </a:rPr>
                        <a:t>）；消息总线（</a:t>
                      </a:r>
                      <a:r>
                        <a:rPr lang="en-US" altLang="zh-CN" sz="2000" b="0" u="none">
                          <a:latin typeface="宋体" panose="02010600030101010101" pitchFamily="2" charset="-122"/>
                          <a:ea typeface="宋体" panose="02010600030101010101" pitchFamily="2" charset="-122"/>
                          <a:cs typeface="宋体" panose="02010600030101010101" pitchFamily="2" charset="-122"/>
                        </a:rPr>
                        <a:t>Message Bus</a:t>
                      </a:r>
                      <a:r>
                        <a:rPr lang="zh-CN" altLang="en-US" sz="2000" b="0" u="none">
                          <a:latin typeface="宋体" panose="02010600030101010101" pitchFamily="2" charset="-122"/>
                          <a:ea typeface="宋体" panose="02010600030101010101" pitchFamily="2" charset="-122"/>
                          <a:cs typeface="宋体" panose="02010600030101010101" pitchFamily="2" charset="-122"/>
                        </a:rPr>
                        <a:t>）</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014034">
                <a:tc>
                  <a:txBody>
                    <a:bodyPr/>
                    <a:lstStyle/>
                    <a:p>
                      <a:pPr marL="0" indent="0" algn="l">
                        <a:buNone/>
                      </a:pPr>
                      <a:r>
                        <a:rPr lang="zh-CN" altLang="en-US" sz="2000" b="0" u="none">
                          <a:latin typeface="宋体" panose="02010600030101010101" pitchFamily="2" charset="-122"/>
                          <a:ea typeface="宋体" panose="02010600030101010101" pitchFamily="2" charset="-122"/>
                          <a:cs typeface="宋体" panose="02010600030101010101" pitchFamily="2" charset="-122"/>
                        </a:rPr>
                        <a:t>部署类（</a:t>
                      </a:r>
                      <a:r>
                        <a:rPr lang="en-US" altLang="zh-CN" sz="2000" b="0" u="none">
                          <a:latin typeface="宋体" panose="02010600030101010101" pitchFamily="2" charset="-122"/>
                          <a:ea typeface="宋体" panose="02010600030101010101" pitchFamily="2" charset="-122"/>
                          <a:cs typeface="宋体" panose="02010600030101010101" pitchFamily="2" charset="-122"/>
                        </a:rPr>
                        <a:t>Deployment</a:t>
                      </a:r>
                      <a:r>
                        <a:rPr lang="zh-CN" altLang="en-US" sz="2000" b="0" u="none">
                          <a:latin typeface="宋体" panose="02010600030101010101" pitchFamily="2" charset="-122"/>
                          <a:ea typeface="宋体" panose="02010600030101010101" pitchFamily="2" charset="-122"/>
                          <a:cs typeface="宋体" panose="02010600030101010101" pitchFamily="2" charset="-122"/>
                        </a:rPr>
                        <a:t>）</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2000" b="0" u="none" dirty="0">
                          <a:latin typeface="宋体" panose="02010600030101010101" pitchFamily="2" charset="-122"/>
                          <a:ea typeface="宋体" panose="02010600030101010101" pitchFamily="2" charset="-122"/>
                          <a:cs typeface="宋体" panose="02010600030101010101" pitchFamily="2" charset="-122"/>
                        </a:rPr>
                        <a:t>客户机</a:t>
                      </a:r>
                      <a:r>
                        <a:rPr lang="en-US" altLang="zh-CN" sz="2000" b="0" u="none" dirty="0">
                          <a:latin typeface="宋体" panose="02010600030101010101" pitchFamily="2" charset="-122"/>
                          <a:ea typeface="宋体" panose="02010600030101010101" pitchFamily="2" charset="-122"/>
                          <a:cs typeface="宋体" panose="02010600030101010101" pitchFamily="2" charset="-122"/>
                        </a:rPr>
                        <a:t>/</a:t>
                      </a:r>
                      <a:r>
                        <a:rPr lang="zh-CN" altLang="en-US" sz="2000" b="0" u="none" dirty="0">
                          <a:latin typeface="宋体" panose="02010600030101010101" pitchFamily="2" charset="-122"/>
                          <a:ea typeface="宋体" panose="02010600030101010101" pitchFamily="2" charset="-122"/>
                          <a:cs typeface="宋体" panose="02010600030101010101" pitchFamily="2" charset="-122"/>
                        </a:rPr>
                        <a:t>服务器（</a:t>
                      </a:r>
                      <a:r>
                        <a:rPr lang="en-US" altLang="zh-CN" sz="2000" b="0" u="none" dirty="0">
                          <a:latin typeface="宋体" panose="02010600030101010101" pitchFamily="2" charset="-122"/>
                          <a:ea typeface="宋体" panose="02010600030101010101" pitchFamily="2" charset="-122"/>
                          <a:cs typeface="宋体" panose="02010600030101010101" pitchFamily="2" charset="-122"/>
                        </a:rPr>
                        <a:t>Client/Server</a:t>
                      </a:r>
                      <a:r>
                        <a:rPr lang="zh-CN" altLang="en-US" sz="2000" b="0" u="none" dirty="0">
                          <a:latin typeface="宋体" panose="02010600030101010101" pitchFamily="2" charset="-122"/>
                          <a:ea typeface="宋体" panose="02010600030101010101" pitchFamily="2" charset="-122"/>
                          <a:cs typeface="宋体" panose="02010600030101010101" pitchFamily="2" charset="-122"/>
                        </a:rPr>
                        <a:t>，</a:t>
                      </a:r>
                      <a:r>
                        <a:rPr lang="en-US" altLang="zh-CN" sz="2000" b="0" u="none" dirty="0">
                          <a:latin typeface="宋体" panose="02010600030101010101" pitchFamily="2" charset="-122"/>
                          <a:ea typeface="宋体" panose="02010600030101010101" pitchFamily="2" charset="-122"/>
                          <a:cs typeface="宋体" panose="02010600030101010101" pitchFamily="2" charset="-122"/>
                        </a:rPr>
                        <a:t>C/S</a:t>
                      </a:r>
                      <a:r>
                        <a:rPr lang="zh-CN" altLang="en-US" sz="2000" b="0" u="none" dirty="0">
                          <a:latin typeface="宋体" panose="02010600030101010101" pitchFamily="2" charset="-122"/>
                          <a:ea typeface="宋体" panose="02010600030101010101" pitchFamily="2" charset="-122"/>
                          <a:cs typeface="宋体" panose="02010600030101010101" pitchFamily="2" charset="-122"/>
                        </a:rPr>
                        <a:t>）；</a:t>
                      </a:r>
                      <a:r>
                        <a:rPr lang="en-US" altLang="zh-CN" sz="2000" b="0" u="none" dirty="0">
                          <a:latin typeface="宋体" panose="02010600030101010101" pitchFamily="2" charset="-122"/>
                          <a:ea typeface="宋体" panose="02010600030101010101" pitchFamily="2" charset="-122"/>
                          <a:cs typeface="宋体" panose="02010600030101010101" pitchFamily="2" charset="-122"/>
                        </a:rPr>
                        <a:t>P2P</a:t>
                      </a:r>
                      <a:r>
                        <a:rPr lang="zh-CN" altLang="en-US" sz="2000" b="0" u="none" dirty="0">
                          <a:latin typeface="宋体" panose="02010600030101010101" pitchFamily="2" charset="-122"/>
                          <a:ea typeface="宋体" panose="02010600030101010101" pitchFamily="2" charset="-122"/>
                          <a:cs typeface="宋体" panose="02010600030101010101" pitchFamily="2" charset="-122"/>
                        </a:rPr>
                        <a:t>（</a:t>
                      </a:r>
                      <a:r>
                        <a:rPr lang="en-US" altLang="zh-CN" sz="2000" b="0" u="none" dirty="0">
                          <a:latin typeface="宋体" panose="02010600030101010101" pitchFamily="2" charset="-122"/>
                          <a:ea typeface="宋体" panose="02010600030101010101" pitchFamily="2" charset="-122"/>
                          <a:cs typeface="宋体" panose="02010600030101010101" pitchFamily="2" charset="-122"/>
                        </a:rPr>
                        <a:t>Peer to Peer</a:t>
                      </a:r>
                      <a:r>
                        <a:rPr lang="zh-CN" altLang="en-US" sz="2000" b="0" u="none" dirty="0">
                          <a:latin typeface="宋体" panose="02010600030101010101" pitchFamily="2" charset="-122"/>
                          <a:ea typeface="宋体" panose="02010600030101010101" pitchFamily="2" charset="-122"/>
                          <a:cs typeface="宋体" panose="02010600030101010101" pitchFamily="2" charset="-122"/>
                        </a:rPr>
                        <a:t>）；网格计算（</a:t>
                      </a:r>
                      <a:r>
                        <a:rPr lang="en-US" altLang="zh-CN" sz="2000" b="0" u="none" dirty="0">
                          <a:latin typeface="Times New Roman" panose="02020603050405020304" charset="0"/>
                          <a:ea typeface="Times New Roman" panose="02020603050405020304" charset="0"/>
                          <a:cs typeface="Times New Roman" panose="02020603050405020304" charset="0"/>
                        </a:rPr>
                        <a:t>Grid Computing</a:t>
                      </a:r>
                      <a:r>
                        <a:rPr lang="zh-CN" altLang="en-US" sz="2000" b="0" u="none" dirty="0">
                          <a:latin typeface="宋体" panose="02010600030101010101" pitchFamily="2" charset="-122"/>
                          <a:ea typeface="宋体" panose="02010600030101010101" pitchFamily="2" charset="-122"/>
                          <a:cs typeface="宋体" panose="02010600030101010101" pitchFamily="2" charset="-122"/>
                        </a:rPr>
                        <a:t>）；云计算（</a:t>
                      </a:r>
                      <a:r>
                        <a:rPr lang="en-US" altLang="zh-CN" sz="2000" b="0" u="none" dirty="0">
                          <a:latin typeface="宋体" panose="02010600030101010101" pitchFamily="2" charset="-122"/>
                          <a:ea typeface="宋体" panose="02010600030101010101" pitchFamily="2" charset="-122"/>
                          <a:cs typeface="宋体" panose="02010600030101010101" pitchFamily="2" charset="-122"/>
                        </a:rPr>
                        <a:t>C</a:t>
                      </a:r>
                      <a:r>
                        <a:rPr lang="en-US" altLang="zh-CN" sz="2000" b="0" u="none" dirty="0">
                          <a:latin typeface="Times New Roman" panose="02020603050405020304" charset="0"/>
                          <a:ea typeface="Times New Roman" panose="02020603050405020304" charset="0"/>
                          <a:cs typeface="Times New Roman" panose="02020603050405020304" charset="0"/>
                        </a:rPr>
                        <a:t>loud </a:t>
                      </a:r>
                      <a:r>
                        <a:rPr lang="en-US" altLang="zh-CN" sz="2000" b="0" u="none" dirty="0">
                          <a:latin typeface="宋体" panose="02010600030101010101" pitchFamily="2" charset="-122"/>
                          <a:ea typeface="宋体" panose="02010600030101010101" pitchFamily="2" charset="-122"/>
                          <a:cs typeface="宋体" panose="02010600030101010101" pitchFamily="2" charset="-122"/>
                        </a:rPr>
                        <a:t>C</a:t>
                      </a:r>
                      <a:r>
                        <a:rPr lang="en-US" altLang="zh-CN" sz="2000" b="0" u="none" dirty="0">
                          <a:latin typeface="Times New Roman" panose="02020603050405020304" charset="0"/>
                          <a:ea typeface="Times New Roman" panose="02020603050405020304" charset="0"/>
                          <a:cs typeface="Times New Roman" panose="02020603050405020304" charset="0"/>
                        </a:rPr>
                        <a:t>omputing</a:t>
                      </a:r>
                      <a:r>
                        <a:rPr lang="zh-CN" altLang="en-US" sz="2000" b="0" u="none" dirty="0">
                          <a:latin typeface="宋体" panose="02010600030101010101" pitchFamily="2" charset="-122"/>
                          <a:ea typeface="宋体" panose="02010600030101010101" pitchFamily="2" charset="-122"/>
                          <a:cs typeface="宋体" panose="02010600030101010101" pitchFamily="2" charset="-122"/>
                        </a:rPr>
                        <a:t>）</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8011">
                <a:tc>
                  <a:txBody>
                    <a:bodyPr/>
                    <a:lstStyle/>
                    <a:p>
                      <a:pPr marL="0" indent="0" algn="l">
                        <a:buNone/>
                      </a:pPr>
                      <a:r>
                        <a:rPr lang="zh-CN" altLang="en-US" sz="2000" b="0" u="none">
                          <a:latin typeface="宋体" panose="02010600030101010101" pitchFamily="2" charset="-122"/>
                          <a:ea typeface="宋体" panose="02010600030101010101" pitchFamily="2" charset="-122"/>
                          <a:cs typeface="宋体" panose="02010600030101010101" pitchFamily="2" charset="-122"/>
                        </a:rPr>
                        <a:t>领域类（</a:t>
                      </a:r>
                      <a:r>
                        <a:rPr lang="en-US" altLang="zh-CN" sz="2000" b="0" u="none">
                          <a:latin typeface="宋体" panose="02010600030101010101" pitchFamily="2" charset="-122"/>
                          <a:ea typeface="宋体" panose="02010600030101010101" pitchFamily="2" charset="-122"/>
                          <a:cs typeface="宋体" panose="02010600030101010101" pitchFamily="2" charset="-122"/>
                        </a:rPr>
                        <a:t>Domain-Specific</a:t>
                      </a:r>
                      <a:r>
                        <a:rPr lang="zh-CN" altLang="en-US" sz="2000" b="0" u="none">
                          <a:latin typeface="宋体" panose="02010600030101010101" pitchFamily="2" charset="-122"/>
                          <a:ea typeface="宋体" panose="02010600030101010101" pitchFamily="2" charset="-122"/>
                          <a:cs typeface="宋体" panose="02010600030101010101" pitchFamily="2" charset="-122"/>
                        </a:rPr>
                        <a:t>）</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2000" b="0" u="none">
                          <a:latin typeface="宋体" panose="02010600030101010101" pitchFamily="2" charset="-122"/>
                          <a:ea typeface="宋体" panose="02010600030101010101" pitchFamily="2" charset="-122"/>
                          <a:cs typeface="宋体" panose="02010600030101010101" pitchFamily="2" charset="-122"/>
                        </a:rPr>
                        <a:t>面向搜索架构；</a:t>
                      </a:r>
                      <a:r>
                        <a:rPr lang="en-US" altLang="zh-CN" sz="2000" b="0" u="none">
                          <a:latin typeface="宋体" panose="02010600030101010101" pitchFamily="2" charset="-122"/>
                          <a:ea typeface="宋体" panose="02010600030101010101" pitchFamily="2" charset="-122"/>
                          <a:cs typeface="宋体" panose="02010600030101010101" pitchFamily="2" charset="-122"/>
                        </a:rPr>
                        <a:t>Web 2.0</a:t>
                      </a:r>
                      <a:endParaRPr lang="zh-CN" altLang="en-US" sz="2000" b="0" u="none">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8576">
                <a:tc>
                  <a:txBody>
                    <a:bodyPr/>
                    <a:lstStyle/>
                    <a:p>
                      <a:pPr marL="0" indent="0" algn="l">
                        <a:buNone/>
                      </a:pPr>
                      <a:r>
                        <a:rPr lang="zh-CN" altLang="en-US" sz="2000" b="0" u="none">
                          <a:latin typeface="宋体" panose="02010600030101010101" pitchFamily="2" charset="-122"/>
                          <a:ea typeface="宋体" panose="02010600030101010101" pitchFamily="2" charset="-122"/>
                          <a:cs typeface="宋体" panose="02010600030101010101" pitchFamily="2" charset="-122"/>
                        </a:rPr>
                        <a:t>交互类（</a:t>
                      </a:r>
                      <a:r>
                        <a:rPr lang="en-US" altLang="zh-CN" sz="2000" b="0" u="none">
                          <a:latin typeface="宋体" panose="02010600030101010101" pitchFamily="2" charset="-122"/>
                          <a:ea typeface="宋体" panose="02010600030101010101" pitchFamily="2" charset="-122"/>
                          <a:cs typeface="宋体" panose="02010600030101010101" pitchFamily="2" charset="-122"/>
                        </a:rPr>
                        <a:t>Interaction</a:t>
                      </a:r>
                      <a:r>
                        <a:rPr lang="zh-CN" altLang="en-US" sz="2000" b="0" u="none">
                          <a:latin typeface="宋体" panose="02010600030101010101" pitchFamily="2" charset="-122"/>
                          <a:ea typeface="宋体" panose="02010600030101010101" pitchFamily="2" charset="-122"/>
                          <a:cs typeface="宋体" panose="02010600030101010101" pitchFamily="2" charset="-122"/>
                        </a:rPr>
                        <a:t>）</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2000" b="0" u="none">
                          <a:latin typeface="Times New Roman" panose="02020603050405020304" charset="0"/>
                          <a:ea typeface="Times New Roman" panose="02020603050405020304" charset="0"/>
                          <a:cs typeface="Times New Roman" panose="02020603050405020304" charset="0"/>
                        </a:rPr>
                        <a:t>模型－视图－控制器</a:t>
                      </a:r>
                      <a:r>
                        <a:rPr lang="zh-CN" altLang="en-US" sz="2000" b="0" u="none">
                          <a:latin typeface="宋体" panose="02010600030101010101" pitchFamily="2" charset="-122"/>
                          <a:ea typeface="宋体" panose="02010600030101010101" pitchFamily="2" charset="-122"/>
                          <a:cs typeface="宋体" panose="02010600030101010101" pitchFamily="2" charset="-122"/>
                        </a:rPr>
                        <a:t>（</a:t>
                      </a:r>
                      <a:r>
                        <a:rPr lang="en-US" altLang="zh-CN" sz="2000" b="0" u="none">
                          <a:latin typeface="宋体" panose="02010600030101010101" pitchFamily="2" charset="-122"/>
                          <a:ea typeface="宋体" panose="02010600030101010101" pitchFamily="2" charset="-122"/>
                          <a:cs typeface="宋体" panose="02010600030101010101" pitchFamily="2" charset="-122"/>
                        </a:rPr>
                        <a:t>Model-Viewer-Controller</a:t>
                      </a:r>
                      <a:r>
                        <a:rPr lang="zh-CN" altLang="en-US" sz="2000" b="0" u="none">
                          <a:latin typeface="宋体" panose="02010600030101010101" pitchFamily="2" charset="-122"/>
                          <a:ea typeface="宋体" panose="02010600030101010101" pitchFamily="2" charset="-122"/>
                          <a:cs typeface="宋体" panose="02010600030101010101" pitchFamily="2" charset="-122"/>
                        </a:rPr>
                        <a:t>，</a:t>
                      </a:r>
                      <a:r>
                        <a:rPr lang="en-US" altLang="zh-CN" sz="2000" b="0" u="none">
                          <a:latin typeface="宋体" panose="02010600030101010101" pitchFamily="2" charset="-122"/>
                          <a:ea typeface="宋体" panose="02010600030101010101" pitchFamily="2" charset="-122"/>
                          <a:cs typeface="宋体" panose="02010600030101010101" pitchFamily="2" charset="-122"/>
                        </a:rPr>
                        <a:t>MVC</a:t>
                      </a:r>
                      <a:r>
                        <a:rPr lang="zh-CN" altLang="en-US" sz="2000" b="0" u="none">
                          <a:latin typeface="宋体" panose="02010600030101010101" pitchFamily="2" charset="-122"/>
                          <a:ea typeface="宋体" panose="02010600030101010101" pitchFamily="2" charset="-122"/>
                          <a:cs typeface="宋体" panose="02010600030101010101" pitchFamily="2" charset="-122"/>
                        </a:rPr>
                        <a:t>）</a:t>
                      </a:r>
                      <a:endParaRPr lang="zh-CN" altLang="en-US" sz="2000" b="0" u="none">
                        <a:latin typeface="Times New Roman" panose="02020603050405020304" charset="0"/>
                        <a:ea typeface="Times New Roman" panose="02020603050405020304" charset="0"/>
                        <a:cs typeface="Times New Roman" panose="02020603050405020304"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76023">
                <a:tc>
                  <a:txBody>
                    <a:bodyPr/>
                    <a:lstStyle/>
                    <a:p>
                      <a:pPr marL="0" indent="0" algn="l">
                        <a:buNone/>
                      </a:pPr>
                      <a:r>
                        <a:rPr lang="zh-CN" altLang="en-US" sz="2000" b="0" u="none">
                          <a:latin typeface="宋体" panose="02010600030101010101" pitchFamily="2" charset="-122"/>
                          <a:ea typeface="宋体" panose="02010600030101010101" pitchFamily="2" charset="-122"/>
                          <a:cs typeface="宋体" panose="02010600030101010101" pitchFamily="2" charset="-122"/>
                        </a:rPr>
                        <a:t>结构类（</a:t>
                      </a:r>
                      <a:r>
                        <a:rPr lang="en-US" altLang="zh-CN" sz="2000" b="0" u="none">
                          <a:latin typeface="宋体" panose="02010600030101010101" pitchFamily="2" charset="-122"/>
                          <a:ea typeface="宋体" panose="02010600030101010101" pitchFamily="2" charset="-122"/>
                          <a:cs typeface="宋体" panose="02010600030101010101" pitchFamily="2" charset="-122"/>
                        </a:rPr>
                        <a:t>Structure</a:t>
                      </a:r>
                      <a:r>
                        <a:rPr lang="zh-CN" altLang="en-US" sz="2000" b="0" u="none">
                          <a:latin typeface="宋体" panose="02010600030101010101" pitchFamily="2" charset="-122"/>
                          <a:ea typeface="宋体" panose="02010600030101010101" pitchFamily="2" charset="-122"/>
                          <a:cs typeface="宋体" panose="02010600030101010101" pitchFamily="2" charset="-122"/>
                        </a:rPr>
                        <a:t>）</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2000" b="0" u="none" dirty="0">
                          <a:latin typeface="宋体" panose="02010600030101010101" pitchFamily="2" charset="-122"/>
                          <a:ea typeface="宋体" panose="02010600030101010101" pitchFamily="2" charset="-122"/>
                          <a:cs typeface="宋体" panose="02010600030101010101" pitchFamily="2" charset="-122"/>
                        </a:rPr>
                        <a:t>插件（</a:t>
                      </a:r>
                      <a:r>
                        <a:rPr lang="en-US" altLang="zh-CN" sz="2000" b="0" u="none" dirty="0" err="1">
                          <a:latin typeface="宋体" panose="02010600030101010101" pitchFamily="2" charset="-122"/>
                          <a:ea typeface="宋体" panose="02010600030101010101" pitchFamily="2" charset="-122"/>
                          <a:cs typeface="宋体" panose="02010600030101010101" pitchFamily="2" charset="-122"/>
                        </a:rPr>
                        <a:t>Plugin</a:t>
                      </a:r>
                      <a:r>
                        <a:rPr lang="zh-CN" altLang="en-US" sz="2000" b="0" u="none" dirty="0">
                          <a:latin typeface="宋体" panose="02010600030101010101" pitchFamily="2" charset="-122"/>
                          <a:ea typeface="宋体" panose="02010600030101010101" pitchFamily="2" charset="-122"/>
                          <a:cs typeface="宋体" panose="02010600030101010101" pitchFamily="2" charset="-122"/>
                        </a:rPr>
                        <a:t>）；无共享架构（</a:t>
                      </a:r>
                      <a:r>
                        <a:rPr lang="en-US" altLang="zh-CN" sz="2000" b="0" u="none" dirty="0">
                          <a:latin typeface="宋体" panose="02010600030101010101" pitchFamily="2" charset="-122"/>
                          <a:ea typeface="宋体" panose="02010600030101010101" pitchFamily="2" charset="-122"/>
                          <a:cs typeface="宋体" panose="02010600030101010101" pitchFamily="2" charset="-122"/>
                        </a:rPr>
                        <a:t>Share Nothing Architecture</a:t>
                      </a:r>
                      <a:r>
                        <a:rPr lang="zh-CN" altLang="en-US" sz="2000" b="0" u="none" dirty="0">
                          <a:latin typeface="宋体" panose="02010600030101010101" pitchFamily="2" charset="-122"/>
                          <a:ea typeface="宋体" panose="02010600030101010101" pitchFamily="2" charset="-122"/>
                          <a:cs typeface="宋体" panose="02010600030101010101" pitchFamily="2" charset="-122"/>
                        </a:rPr>
                        <a:t>）</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grpSp>
        <p:nvGrpSpPr>
          <p:cNvPr id="30" name="组合 29"/>
          <p:cNvGrpSpPr/>
          <p:nvPr/>
        </p:nvGrpSpPr>
        <p:grpSpPr>
          <a:xfrm>
            <a:off x="4054115" y="1191336"/>
            <a:ext cx="5717880" cy="908050"/>
            <a:chOff x="881" y="2735"/>
            <a:chExt cx="7912" cy="1430"/>
          </a:xfrm>
        </p:grpSpPr>
        <p:sp>
          <p:nvSpPr>
            <p:cNvPr id="167" name="圆角矩形"/>
            <p:cNvSpPr/>
            <p:nvPr/>
          </p:nvSpPr>
          <p:spPr>
            <a:xfrm>
              <a:off x="1251" y="3071"/>
              <a:ext cx="7404" cy="1094"/>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31"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xmlns=""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48" name="文本框 47"/>
            <p:cNvSpPr txBox="1"/>
            <p:nvPr/>
          </p:nvSpPr>
          <p:spPr>
            <a:xfrm>
              <a:off x="1088" y="3309"/>
              <a:ext cx="7705" cy="625"/>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此外，还有一些常见的软件架构风格，见表7-1。</a:t>
              </a:r>
            </a:p>
          </p:txBody>
        </p:sp>
      </p:grpSp>
    </p:spTree>
    <p:custDataLst>
      <p:tags r:id="rId1"/>
    </p:custDataLst>
  </p:cSld>
  <p:clrMapOvr>
    <a:masterClrMapping/>
  </p:clrMapOvr>
  <p:transition>
    <p:pull dir="ru"/>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7.2 </a:t>
            </a:r>
            <a:r>
              <a:rPr lang="zh-CN" altLang="en-US" dirty="0" smtClean="0">
                <a:solidFill>
                  <a:srgbClr val="FF0000"/>
                </a:solidFill>
                <a:sym typeface="+mn-ea"/>
              </a:rPr>
              <a:t>软件架构设计和对象设计</a:t>
            </a:r>
            <a:endParaRPr 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7.2.2 </a:t>
            </a:r>
            <a:r>
              <a:rPr lang="zh-CN" altLang="en-US" sz="2400" dirty="0" smtClean="0">
                <a:solidFill>
                  <a:schemeClr val="tx1"/>
                </a:solidFill>
              </a:rPr>
              <a:t>软件架构风格</a:t>
            </a:r>
          </a:p>
        </p:txBody>
      </p:sp>
      <p:sp>
        <p:nvSpPr>
          <p:cNvPr id="12" name="MH_Desc_1"/>
          <p:cNvSpPr/>
          <p:nvPr>
            <p:custDataLst>
              <p:tags r:id="rId2"/>
            </p:custDataLst>
          </p:nvPr>
        </p:nvSpPr>
        <p:spPr>
          <a:xfrm>
            <a:off x="5981700" y="2315845"/>
            <a:ext cx="5628005" cy="321627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客户机/服务器软件架构是20世纪90年代成熟起来的技术，它将应用一分为二，服务器（后台）负责数据管理，客户机（前台）完成与用户的交互任务。但是传统的二层C/S结构存在一些局限：① 二层C/S结构是单一服务器且以局域网为中心，所以难以扩展至大型企业广域网或Internet；② 客户机的负荷太重，且难以管理大量的客户机；③ 系统的性能容易变坏，数据安全性不好。由此，三层C/S结构应运而生。</a:t>
            </a:r>
          </a:p>
        </p:txBody>
      </p:sp>
      <p:pic>
        <p:nvPicPr>
          <p:cNvPr id="3" name="图片 2" descr="u=3822770570,1263518917&amp;fm=21&amp;gp=0"/>
          <p:cNvPicPr>
            <a:picLocks noChangeAspect="1"/>
          </p:cNvPicPr>
          <p:nvPr/>
        </p:nvPicPr>
        <p:blipFill>
          <a:blip r:embed="rId6" cstate="print"/>
          <a:srcRect l="47947" b="12857"/>
          <a:stretch>
            <a:fillRect/>
          </a:stretch>
        </p:blipFill>
        <p:spPr>
          <a:xfrm>
            <a:off x="1200150" y="3201670"/>
            <a:ext cx="3683000" cy="2749550"/>
          </a:xfrm>
          <a:prstGeom prst="rect">
            <a:avLst/>
          </a:prstGeom>
        </p:spPr>
      </p:pic>
      <p:sp>
        <p:nvSpPr>
          <p:cNvPr id="13" name="MH_SubTitle_1"/>
          <p:cNvSpPr/>
          <p:nvPr>
            <p:custDataLst>
              <p:tags r:id="rId3"/>
            </p:custDataLst>
          </p:nvPr>
        </p:nvSpPr>
        <p:spPr>
          <a:xfrm>
            <a:off x="-13153" y="2152650"/>
            <a:ext cx="2961043" cy="73152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smtClean="0"/>
              <a:t>客户机</a:t>
            </a:r>
            <a:r>
              <a:rPr lang="en-US" sz="2400" b="1" dirty="0" smtClean="0"/>
              <a:t>/</a:t>
            </a:r>
            <a:r>
              <a:rPr lang="zh-CN" altLang="en-US" sz="2400" b="1" dirty="0" smtClean="0"/>
              <a:t>服务器（</a:t>
            </a:r>
            <a:r>
              <a:rPr lang="en-US" sz="2400" b="1" dirty="0" smtClean="0"/>
              <a:t>C/S</a:t>
            </a:r>
            <a:r>
              <a:rPr lang="zh-CN" altLang="en-US" sz="2400" b="1" dirty="0" smtClean="0"/>
              <a:t>）风格</a:t>
            </a:r>
            <a:endParaRPr lang="zh-CN" altLang="en-US" sz="2400" b="1" dirty="0">
              <a:solidFill>
                <a:schemeClr val="bg1"/>
              </a:solidFill>
              <a:latin typeface="微软雅黑" panose="020B0503020204020204" charset="-122"/>
              <a:ea typeface="微软雅黑" panose="020B0503020204020204" charset="-122"/>
            </a:endParaRPr>
          </a:p>
        </p:txBody>
      </p:sp>
      <p:sp>
        <p:nvSpPr>
          <p:cNvPr id="14" name="文本框 17"/>
          <p:cNvSpPr txBox="1"/>
          <p:nvPr/>
        </p:nvSpPr>
        <p:spPr>
          <a:xfrm>
            <a:off x="2913085" y="2320584"/>
            <a:ext cx="2832621" cy="400110"/>
          </a:xfrm>
          <a:prstGeom prst="rect">
            <a:avLst/>
          </a:prstGeom>
          <a:noFill/>
        </p:spPr>
        <p:txBody>
          <a:bodyPr wrap="square" rtlCol="0" anchor="t">
            <a:spAutoFit/>
          </a:bodyPr>
          <a:lstStyle/>
          <a:p>
            <a:r>
              <a:rPr lang="zh-CN" altLang="en-US" sz="2000" dirty="0" smtClean="0"/>
              <a:t>二层客户机</a:t>
            </a:r>
            <a:r>
              <a:rPr lang="en-US" sz="2000" dirty="0" smtClean="0"/>
              <a:t>/</a:t>
            </a:r>
            <a:r>
              <a:rPr lang="zh-CN" altLang="en-US" sz="2000" dirty="0" smtClean="0"/>
              <a:t>服务器风格</a:t>
            </a:r>
            <a:endParaRPr lang="zh-CN" altLang="en-US" sz="2000" b="1" dirty="0">
              <a:solidFill>
                <a:schemeClr val="accent4">
                  <a:lumMod val="75000"/>
                </a:schemeClr>
              </a:solidFill>
            </a:endParaRPr>
          </a:p>
        </p:txBody>
      </p:sp>
    </p:spTree>
    <p:custDataLst>
      <p:tags r:id="rId1"/>
    </p:custDataLst>
  </p:cSld>
  <p:clrMapOvr>
    <a:masterClrMapping/>
  </p:clrMapOvr>
  <p:transition>
    <p:pull dir="ru"/>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7.2 </a:t>
            </a:r>
            <a:r>
              <a:rPr lang="zh-CN" altLang="en-US" dirty="0" smtClean="0">
                <a:solidFill>
                  <a:srgbClr val="FF0000"/>
                </a:solidFill>
                <a:sym typeface="+mn-ea"/>
              </a:rPr>
              <a:t>软件架构设计和对象设计</a:t>
            </a:r>
            <a:endParaRPr 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7.2.2 </a:t>
            </a:r>
            <a:r>
              <a:rPr lang="zh-CN" altLang="en-US" sz="2400" dirty="0" smtClean="0">
                <a:solidFill>
                  <a:schemeClr val="tx1"/>
                </a:solidFill>
              </a:rPr>
              <a:t>软件架构风格</a:t>
            </a:r>
          </a:p>
        </p:txBody>
      </p:sp>
      <p:sp>
        <p:nvSpPr>
          <p:cNvPr id="12" name="MH_Desc_1"/>
          <p:cNvSpPr/>
          <p:nvPr>
            <p:custDataLst>
              <p:tags r:id="rId2"/>
            </p:custDataLst>
          </p:nvPr>
        </p:nvSpPr>
        <p:spPr>
          <a:xfrm>
            <a:off x="5513705" y="2315845"/>
            <a:ext cx="6096000" cy="391223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endParaRPr dirty="0" smtClean="0">
              <a:solidFill>
                <a:schemeClr val="tx1"/>
              </a:solidFill>
              <a:latin typeface="微软雅黑" panose="020B0503020204020204" charset="-122"/>
              <a:ea typeface="微软雅黑" panose="020B0503020204020204" charset="-122"/>
            </a:endParaRPr>
          </a:p>
        </p:txBody>
      </p:sp>
      <p:sp>
        <p:nvSpPr>
          <p:cNvPr id="347441" name="Rectangle 2353"/>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37569" name="画布 10344"/>
          <p:cNvGrpSpPr>
            <a:grpSpLocks noChangeAspect="1"/>
          </p:cNvGrpSpPr>
          <p:nvPr/>
        </p:nvGrpSpPr>
        <p:grpSpPr bwMode="auto">
          <a:xfrm>
            <a:off x="6428095" y="2463420"/>
            <a:ext cx="4490114" cy="3569833"/>
            <a:chOff x="-117" y="-89"/>
            <a:chExt cx="5245" cy="4170"/>
          </a:xfrm>
        </p:grpSpPr>
        <p:sp>
          <p:nvSpPr>
            <p:cNvPr id="347440" name="AutoShape 2352"/>
            <p:cNvSpPr>
              <a:spLocks noRot="1" noChangeAspect="1" noChangeArrowheads="1" noTextEdit="1"/>
            </p:cNvSpPr>
            <p:nvPr/>
          </p:nvSpPr>
          <p:spPr bwMode="auto">
            <a:xfrm>
              <a:off x="-117" y="-89"/>
              <a:ext cx="5245" cy="4170"/>
            </a:xfrm>
            <a:prstGeom prst="rect">
              <a:avLst/>
            </a:prstGeom>
            <a:solidFill>
              <a:srgbClr val="FFFFFF"/>
            </a:solidFill>
          </p:spPr>
          <p:txBody>
            <a:bodyPr vert="horz" wrap="square" lIns="91440" tIns="45720" rIns="91440" bIns="45720" numCol="1" anchor="t" anchorCtr="0" compatLnSpc="1"/>
            <a:lstStyle/>
            <a:p>
              <a:endParaRPr lang="zh-CN" altLang="en-US" sz="1400"/>
            </a:p>
          </p:txBody>
        </p:sp>
        <p:grpSp>
          <p:nvGrpSpPr>
            <p:cNvPr id="237570" name="组合 10346"/>
            <p:cNvGrpSpPr/>
            <p:nvPr/>
          </p:nvGrpSpPr>
          <p:grpSpPr bwMode="auto">
            <a:xfrm>
              <a:off x="25" y="29"/>
              <a:ext cx="5039" cy="4003"/>
              <a:chOff x="25" y="29"/>
              <a:chExt cx="5039" cy="4003"/>
            </a:xfrm>
          </p:grpSpPr>
          <p:grpSp>
            <p:nvGrpSpPr>
              <p:cNvPr id="346944" name="组合 10347"/>
              <p:cNvGrpSpPr/>
              <p:nvPr/>
            </p:nvGrpSpPr>
            <p:grpSpPr bwMode="auto">
              <a:xfrm>
                <a:off x="25" y="37"/>
                <a:ext cx="1404" cy="1033"/>
                <a:chOff x="25" y="37"/>
                <a:chExt cx="1404" cy="1033"/>
              </a:xfrm>
            </p:grpSpPr>
            <p:grpSp>
              <p:nvGrpSpPr>
                <p:cNvPr id="347239" name="组合 10348"/>
                <p:cNvGrpSpPr/>
                <p:nvPr/>
              </p:nvGrpSpPr>
              <p:grpSpPr bwMode="auto">
                <a:xfrm>
                  <a:off x="25" y="37"/>
                  <a:ext cx="1404" cy="1033"/>
                  <a:chOff x="25" y="37"/>
                  <a:chExt cx="1404" cy="1033"/>
                </a:xfrm>
              </p:grpSpPr>
              <p:sp>
                <p:nvSpPr>
                  <p:cNvPr id="347439" name="矩形 10349"/>
                  <p:cNvSpPr>
                    <a:spLocks noChangeArrowheads="1"/>
                  </p:cNvSpPr>
                  <p:nvPr/>
                </p:nvSpPr>
                <p:spPr bwMode="auto">
                  <a:xfrm>
                    <a:off x="25" y="37"/>
                    <a:ext cx="490" cy="1031"/>
                  </a:xfrm>
                  <a:prstGeom prst="rect">
                    <a:avLst/>
                  </a:prstGeom>
                  <a:solidFill>
                    <a:srgbClr val="F2F2F2"/>
                  </a:solidFill>
                  <a:ln w="4">
                    <a:solidFill>
                      <a:srgbClr val="000000"/>
                    </a:solidFill>
                    <a:miter lim="800000"/>
                  </a:ln>
                </p:spPr>
                <p:txBody>
                  <a:bodyPr vert="horz" wrap="square" lIns="91440" tIns="45720" rIns="91440" bIns="45720" numCol="1" anchor="t" anchorCtr="0" compatLnSpc="1"/>
                  <a:lstStyle/>
                  <a:p>
                    <a:endParaRPr lang="zh-CN" altLang="en-US" sz="1400"/>
                  </a:p>
                </p:txBody>
              </p:sp>
              <p:sp>
                <p:nvSpPr>
                  <p:cNvPr id="347438" name="矩形 10350"/>
                  <p:cNvSpPr>
                    <a:spLocks noChangeArrowheads="1"/>
                  </p:cNvSpPr>
                  <p:nvPr/>
                </p:nvSpPr>
                <p:spPr bwMode="auto">
                  <a:xfrm>
                    <a:off x="25" y="37"/>
                    <a:ext cx="490" cy="1031"/>
                  </a:xfrm>
                  <a:prstGeom prst="rect">
                    <a:avLst/>
                  </a:prstGeom>
                  <a:noFill/>
                  <a:ln w="4">
                    <a:solidFill>
                      <a:srgbClr val="000000"/>
                    </a:solidFill>
                    <a:miter lim="800000"/>
                  </a:ln>
                </p:spPr>
                <p:txBody>
                  <a:bodyPr vert="horz" wrap="square" lIns="91440" tIns="45720" rIns="91440" bIns="45720" numCol="1" anchor="t" anchorCtr="0" compatLnSpc="1"/>
                  <a:lstStyle/>
                  <a:p>
                    <a:endParaRPr lang="zh-CN" altLang="en-US" sz="1400"/>
                  </a:p>
                </p:txBody>
              </p:sp>
              <p:sp>
                <p:nvSpPr>
                  <p:cNvPr id="347437" name="矩形 10351"/>
                  <p:cNvSpPr>
                    <a:spLocks noChangeArrowheads="1"/>
                  </p:cNvSpPr>
                  <p:nvPr/>
                </p:nvSpPr>
                <p:spPr bwMode="auto">
                  <a:xfrm>
                    <a:off x="52" y="559"/>
                    <a:ext cx="386" cy="418"/>
                  </a:xfrm>
                  <a:prstGeom prst="rect">
                    <a:avLst/>
                  </a:prstGeom>
                  <a:noFill/>
                  <a:ln w="4">
                    <a:solidFill>
                      <a:srgbClr val="7F7F7F"/>
                    </a:solidFill>
                    <a:miter lim="800000"/>
                  </a:ln>
                </p:spPr>
                <p:txBody>
                  <a:bodyPr vert="horz" wrap="square" lIns="91440" tIns="45720" rIns="91440" bIns="45720" numCol="1" anchor="t" anchorCtr="0" compatLnSpc="1"/>
                  <a:lstStyle/>
                  <a:p>
                    <a:endParaRPr lang="zh-CN" altLang="en-US" sz="1400"/>
                  </a:p>
                </p:txBody>
              </p:sp>
              <p:sp>
                <p:nvSpPr>
                  <p:cNvPr id="347436" name="任意多边形 10352"/>
                  <p:cNvSpPr/>
                  <p:nvPr/>
                </p:nvSpPr>
                <p:spPr bwMode="auto">
                  <a:xfrm>
                    <a:off x="55" y="88"/>
                    <a:ext cx="380" cy="362"/>
                  </a:xfrm>
                  <a:custGeom>
                    <a:avLst/>
                    <a:gdLst/>
                    <a:ahLst/>
                    <a:cxnLst>
                      <a:cxn ang="0">
                        <a:pos x="0" y="0"/>
                      </a:cxn>
                      <a:cxn ang="0">
                        <a:pos x="380" y="0"/>
                      </a:cxn>
                      <a:cxn ang="0">
                        <a:pos x="380" y="362"/>
                      </a:cxn>
                      <a:cxn ang="0">
                        <a:pos x="0" y="362"/>
                      </a:cxn>
                      <a:cxn ang="0">
                        <a:pos x="0" y="1"/>
                      </a:cxn>
                      <a:cxn ang="0">
                        <a:pos x="0" y="362"/>
                      </a:cxn>
                      <a:cxn ang="0">
                        <a:pos x="322" y="362"/>
                      </a:cxn>
                    </a:cxnLst>
                    <a:rect l="0" t="0" r="r" b="b"/>
                    <a:pathLst>
                      <a:path w="380" h="362">
                        <a:moveTo>
                          <a:pt x="0" y="0"/>
                        </a:moveTo>
                        <a:lnTo>
                          <a:pt x="380" y="0"/>
                        </a:lnTo>
                        <a:lnTo>
                          <a:pt x="380" y="362"/>
                        </a:lnTo>
                        <a:lnTo>
                          <a:pt x="0" y="362"/>
                        </a:lnTo>
                        <a:lnTo>
                          <a:pt x="0" y="1"/>
                        </a:lnTo>
                        <a:lnTo>
                          <a:pt x="0" y="362"/>
                        </a:lnTo>
                        <a:lnTo>
                          <a:pt x="322" y="362"/>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347435" name="直线 10353"/>
                  <p:cNvSpPr>
                    <a:spLocks noChangeShapeType="1"/>
                  </p:cNvSpPr>
                  <p:nvPr/>
                </p:nvSpPr>
                <p:spPr bwMode="auto">
                  <a:xfrm>
                    <a:off x="52" y="333"/>
                    <a:ext cx="383" cy="1"/>
                  </a:xfrm>
                  <a:prstGeom prst="line">
                    <a:avLst/>
                  </a:pr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347434" name="椭圆 10354"/>
                  <p:cNvSpPr>
                    <a:spLocks noChangeArrowheads="1"/>
                  </p:cNvSpPr>
                  <p:nvPr/>
                </p:nvSpPr>
                <p:spPr bwMode="auto">
                  <a:xfrm>
                    <a:off x="174" y="892"/>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33" name="椭圆 10355"/>
                  <p:cNvSpPr>
                    <a:spLocks noChangeArrowheads="1"/>
                  </p:cNvSpPr>
                  <p:nvPr/>
                </p:nvSpPr>
                <p:spPr bwMode="auto">
                  <a:xfrm>
                    <a:off x="174" y="892"/>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32" name="椭圆 10356"/>
                  <p:cNvSpPr>
                    <a:spLocks noChangeArrowheads="1"/>
                  </p:cNvSpPr>
                  <p:nvPr/>
                </p:nvSpPr>
                <p:spPr bwMode="auto">
                  <a:xfrm>
                    <a:off x="207" y="892"/>
                    <a:ext cx="4"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31" name="椭圆 10357"/>
                  <p:cNvSpPr>
                    <a:spLocks noChangeArrowheads="1"/>
                  </p:cNvSpPr>
                  <p:nvPr/>
                </p:nvSpPr>
                <p:spPr bwMode="auto">
                  <a:xfrm>
                    <a:off x="207" y="892"/>
                    <a:ext cx="4"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30" name="椭圆 10358"/>
                  <p:cNvSpPr>
                    <a:spLocks noChangeArrowheads="1"/>
                  </p:cNvSpPr>
                  <p:nvPr/>
                </p:nvSpPr>
                <p:spPr bwMode="auto">
                  <a:xfrm>
                    <a:off x="241" y="892"/>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29" name="椭圆 10359"/>
                  <p:cNvSpPr>
                    <a:spLocks noChangeArrowheads="1"/>
                  </p:cNvSpPr>
                  <p:nvPr/>
                </p:nvSpPr>
                <p:spPr bwMode="auto">
                  <a:xfrm>
                    <a:off x="241" y="892"/>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28" name="椭圆 10360"/>
                  <p:cNvSpPr>
                    <a:spLocks noChangeArrowheads="1"/>
                  </p:cNvSpPr>
                  <p:nvPr/>
                </p:nvSpPr>
                <p:spPr bwMode="auto">
                  <a:xfrm>
                    <a:off x="278" y="892"/>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27" name="椭圆 10361"/>
                  <p:cNvSpPr>
                    <a:spLocks noChangeArrowheads="1"/>
                  </p:cNvSpPr>
                  <p:nvPr/>
                </p:nvSpPr>
                <p:spPr bwMode="auto">
                  <a:xfrm>
                    <a:off x="278" y="892"/>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26" name="椭圆 10362"/>
                  <p:cNvSpPr>
                    <a:spLocks noChangeArrowheads="1"/>
                  </p:cNvSpPr>
                  <p:nvPr/>
                </p:nvSpPr>
                <p:spPr bwMode="auto">
                  <a:xfrm>
                    <a:off x="174" y="920"/>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25" name="椭圆 10363"/>
                  <p:cNvSpPr>
                    <a:spLocks noChangeArrowheads="1"/>
                  </p:cNvSpPr>
                  <p:nvPr/>
                </p:nvSpPr>
                <p:spPr bwMode="auto">
                  <a:xfrm>
                    <a:off x="174" y="920"/>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24" name="椭圆 10364"/>
                  <p:cNvSpPr>
                    <a:spLocks noChangeArrowheads="1"/>
                  </p:cNvSpPr>
                  <p:nvPr/>
                </p:nvSpPr>
                <p:spPr bwMode="auto">
                  <a:xfrm>
                    <a:off x="207" y="920"/>
                    <a:ext cx="4"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23" name="椭圆 10365"/>
                  <p:cNvSpPr>
                    <a:spLocks noChangeArrowheads="1"/>
                  </p:cNvSpPr>
                  <p:nvPr/>
                </p:nvSpPr>
                <p:spPr bwMode="auto">
                  <a:xfrm>
                    <a:off x="207" y="920"/>
                    <a:ext cx="4"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22" name="椭圆 10366"/>
                  <p:cNvSpPr>
                    <a:spLocks noChangeArrowheads="1"/>
                  </p:cNvSpPr>
                  <p:nvPr/>
                </p:nvSpPr>
                <p:spPr bwMode="auto">
                  <a:xfrm>
                    <a:off x="241" y="920"/>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21" name="椭圆 10367"/>
                  <p:cNvSpPr>
                    <a:spLocks noChangeArrowheads="1"/>
                  </p:cNvSpPr>
                  <p:nvPr/>
                </p:nvSpPr>
                <p:spPr bwMode="auto">
                  <a:xfrm>
                    <a:off x="241" y="920"/>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20" name="椭圆 10368"/>
                  <p:cNvSpPr>
                    <a:spLocks noChangeArrowheads="1"/>
                  </p:cNvSpPr>
                  <p:nvPr/>
                </p:nvSpPr>
                <p:spPr bwMode="auto">
                  <a:xfrm>
                    <a:off x="278" y="920"/>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19" name="椭圆 10369"/>
                  <p:cNvSpPr>
                    <a:spLocks noChangeArrowheads="1"/>
                  </p:cNvSpPr>
                  <p:nvPr/>
                </p:nvSpPr>
                <p:spPr bwMode="auto">
                  <a:xfrm>
                    <a:off x="278" y="920"/>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18" name="椭圆 10370"/>
                  <p:cNvSpPr>
                    <a:spLocks noChangeArrowheads="1"/>
                  </p:cNvSpPr>
                  <p:nvPr/>
                </p:nvSpPr>
                <p:spPr bwMode="auto">
                  <a:xfrm>
                    <a:off x="174" y="949"/>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17" name="椭圆 10371"/>
                  <p:cNvSpPr>
                    <a:spLocks noChangeArrowheads="1"/>
                  </p:cNvSpPr>
                  <p:nvPr/>
                </p:nvSpPr>
                <p:spPr bwMode="auto">
                  <a:xfrm>
                    <a:off x="174" y="949"/>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16" name="椭圆 10372"/>
                  <p:cNvSpPr>
                    <a:spLocks noChangeArrowheads="1"/>
                  </p:cNvSpPr>
                  <p:nvPr/>
                </p:nvSpPr>
                <p:spPr bwMode="auto">
                  <a:xfrm>
                    <a:off x="207" y="949"/>
                    <a:ext cx="4"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15" name="椭圆 10373"/>
                  <p:cNvSpPr>
                    <a:spLocks noChangeArrowheads="1"/>
                  </p:cNvSpPr>
                  <p:nvPr/>
                </p:nvSpPr>
                <p:spPr bwMode="auto">
                  <a:xfrm>
                    <a:off x="207" y="949"/>
                    <a:ext cx="4"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14" name="椭圆 10374"/>
                  <p:cNvSpPr>
                    <a:spLocks noChangeArrowheads="1"/>
                  </p:cNvSpPr>
                  <p:nvPr/>
                </p:nvSpPr>
                <p:spPr bwMode="auto">
                  <a:xfrm>
                    <a:off x="243" y="949"/>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13" name="椭圆 10375"/>
                  <p:cNvSpPr>
                    <a:spLocks noChangeArrowheads="1"/>
                  </p:cNvSpPr>
                  <p:nvPr/>
                </p:nvSpPr>
                <p:spPr bwMode="auto">
                  <a:xfrm>
                    <a:off x="243" y="949"/>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12" name="椭圆 10376"/>
                  <p:cNvSpPr>
                    <a:spLocks noChangeArrowheads="1"/>
                  </p:cNvSpPr>
                  <p:nvPr/>
                </p:nvSpPr>
                <p:spPr bwMode="auto">
                  <a:xfrm>
                    <a:off x="278" y="949"/>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11" name="椭圆 10377"/>
                  <p:cNvSpPr>
                    <a:spLocks noChangeArrowheads="1"/>
                  </p:cNvSpPr>
                  <p:nvPr/>
                </p:nvSpPr>
                <p:spPr bwMode="auto">
                  <a:xfrm>
                    <a:off x="278" y="949"/>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10" name="椭圆 10378"/>
                  <p:cNvSpPr>
                    <a:spLocks noChangeArrowheads="1"/>
                  </p:cNvSpPr>
                  <p:nvPr/>
                </p:nvSpPr>
                <p:spPr bwMode="auto">
                  <a:xfrm>
                    <a:off x="308" y="892"/>
                    <a:ext cx="5"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09" name="椭圆 10379"/>
                  <p:cNvSpPr>
                    <a:spLocks noChangeArrowheads="1"/>
                  </p:cNvSpPr>
                  <p:nvPr/>
                </p:nvSpPr>
                <p:spPr bwMode="auto">
                  <a:xfrm>
                    <a:off x="308" y="892"/>
                    <a:ext cx="5"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08" name="椭圆 10380"/>
                  <p:cNvSpPr>
                    <a:spLocks noChangeArrowheads="1"/>
                  </p:cNvSpPr>
                  <p:nvPr/>
                </p:nvSpPr>
                <p:spPr bwMode="auto">
                  <a:xfrm>
                    <a:off x="308" y="920"/>
                    <a:ext cx="5"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07" name="椭圆 10381"/>
                  <p:cNvSpPr>
                    <a:spLocks noChangeArrowheads="1"/>
                  </p:cNvSpPr>
                  <p:nvPr/>
                </p:nvSpPr>
                <p:spPr bwMode="auto">
                  <a:xfrm>
                    <a:off x="308" y="920"/>
                    <a:ext cx="5"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06" name="椭圆 10382"/>
                  <p:cNvSpPr>
                    <a:spLocks noChangeArrowheads="1"/>
                  </p:cNvSpPr>
                  <p:nvPr/>
                </p:nvSpPr>
                <p:spPr bwMode="auto">
                  <a:xfrm>
                    <a:off x="308" y="949"/>
                    <a:ext cx="5"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05" name="椭圆 10383"/>
                  <p:cNvSpPr>
                    <a:spLocks noChangeArrowheads="1"/>
                  </p:cNvSpPr>
                  <p:nvPr/>
                </p:nvSpPr>
                <p:spPr bwMode="auto">
                  <a:xfrm>
                    <a:off x="308" y="949"/>
                    <a:ext cx="5"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04" name="直线 10384"/>
                  <p:cNvSpPr>
                    <a:spLocks noChangeShapeType="1"/>
                  </p:cNvSpPr>
                  <p:nvPr/>
                </p:nvSpPr>
                <p:spPr bwMode="auto">
                  <a:xfrm>
                    <a:off x="115" y="977"/>
                    <a:ext cx="1" cy="89"/>
                  </a:xfrm>
                  <a:prstGeom prst="line">
                    <a:avLst/>
                  </a:prstGeom>
                  <a:noFill/>
                  <a:ln w="7">
                    <a:solidFill>
                      <a:srgbClr val="7F7F7F"/>
                    </a:solidFill>
                    <a:round/>
                  </a:ln>
                </p:spPr>
                <p:txBody>
                  <a:bodyPr vert="horz" wrap="square" lIns="91440" tIns="45720" rIns="91440" bIns="45720" numCol="1" anchor="t" anchorCtr="0" compatLnSpc="1"/>
                  <a:lstStyle/>
                  <a:p>
                    <a:endParaRPr lang="zh-CN" altLang="en-US" sz="1400"/>
                  </a:p>
                </p:txBody>
              </p:sp>
              <p:sp>
                <p:nvSpPr>
                  <p:cNvPr id="347403" name="矩形 10385"/>
                  <p:cNvSpPr>
                    <a:spLocks noChangeArrowheads="1"/>
                  </p:cNvSpPr>
                  <p:nvPr/>
                </p:nvSpPr>
                <p:spPr bwMode="auto">
                  <a:xfrm>
                    <a:off x="52" y="467"/>
                    <a:ext cx="386" cy="56"/>
                  </a:xfrm>
                  <a:prstGeom prst="rect">
                    <a:avLst/>
                  </a:prstGeom>
                  <a:solidFill>
                    <a:srgbClr val="E5E5E5"/>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402" name="矩形 10386"/>
                  <p:cNvSpPr>
                    <a:spLocks noChangeArrowheads="1"/>
                  </p:cNvSpPr>
                  <p:nvPr/>
                </p:nvSpPr>
                <p:spPr bwMode="auto">
                  <a:xfrm>
                    <a:off x="52" y="467"/>
                    <a:ext cx="386" cy="56"/>
                  </a:xfrm>
                  <a:prstGeom prst="rect">
                    <a:avLst/>
                  </a:prstGeom>
                  <a:noFill/>
                  <a:ln w="2">
                    <a:solidFill>
                      <a:srgbClr val="7F7F7F"/>
                    </a:solidFill>
                    <a:miter lim="800000"/>
                  </a:ln>
                </p:spPr>
                <p:txBody>
                  <a:bodyPr vert="horz" wrap="square" lIns="91440" tIns="45720" rIns="91440" bIns="45720" numCol="1" anchor="t" anchorCtr="0" compatLnSpc="1"/>
                  <a:lstStyle/>
                  <a:p>
                    <a:endParaRPr lang="zh-CN" altLang="en-US" sz="1400"/>
                  </a:p>
                </p:txBody>
              </p:sp>
              <p:sp>
                <p:nvSpPr>
                  <p:cNvPr id="347401" name="矩形 10387"/>
                  <p:cNvSpPr>
                    <a:spLocks noChangeArrowheads="1"/>
                  </p:cNvSpPr>
                  <p:nvPr/>
                </p:nvSpPr>
                <p:spPr bwMode="auto">
                  <a:xfrm>
                    <a:off x="54" y="468"/>
                    <a:ext cx="197" cy="54"/>
                  </a:xfrm>
                  <a:prstGeom prst="rect">
                    <a:avLst/>
                  </a:prstGeom>
                  <a:solidFill>
                    <a:srgbClr val="E5E5E5"/>
                  </a:solidFill>
                  <a:ln w="3">
                    <a:solidFill>
                      <a:srgbClr val="000000"/>
                    </a:solidFill>
                    <a:miter lim="800000"/>
                  </a:ln>
                </p:spPr>
                <p:txBody>
                  <a:bodyPr vert="horz" wrap="square" lIns="91440" tIns="45720" rIns="91440" bIns="45720" numCol="1" anchor="t" anchorCtr="0" compatLnSpc="1"/>
                  <a:lstStyle/>
                  <a:p>
                    <a:endParaRPr lang="zh-CN" altLang="en-US" sz="1400"/>
                  </a:p>
                </p:txBody>
              </p:sp>
              <p:sp>
                <p:nvSpPr>
                  <p:cNvPr id="347400" name="矩形 10388"/>
                  <p:cNvSpPr>
                    <a:spLocks noChangeArrowheads="1"/>
                  </p:cNvSpPr>
                  <p:nvPr/>
                </p:nvSpPr>
                <p:spPr bwMode="auto">
                  <a:xfrm>
                    <a:off x="54" y="468"/>
                    <a:ext cx="197" cy="54"/>
                  </a:xfrm>
                  <a:prstGeom prst="rect">
                    <a:avLst/>
                  </a:prstGeom>
                  <a:noFill/>
                  <a:ln w="3">
                    <a:solidFill>
                      <a:srgbClr val="7F7F7F"/>
                    </a:solidFill>
                    <a:miter lim="800000"/>
                  </a:ln>
                </p:spPr>
                <p:txBody>
                  <a:bodyPr vert="horz" wrap="square" lIns="91440" tIns="45720" rIns="91440" bIns="45720" numCol="1" anchor="t" anchorCtr="0" compatLnSpc="1"/>
                  <a:lstStyle/>
                  <a:p>
                    <a:endParaRPr lang="zh-CN" altLang="en-US" sz="1400"/>
                  </a:p>
                </p:txBody>
              </p:sp>
              <p:sp>
                <p:nvSpPr>
                  <p:cNvPr id="347399" name="矩形 10389"/>
                  <p:cNvSpPr>
                    <a:spLocks noChangeArrowheads="1"/>
                  </p:cNvSpPr>
                  <p:nvPr/>
                </p:nvSpPr>
                <p:spPr bwMode="auto">
                  <a:xfrm>
                    <a:off x="62" y="486"/>
                    <a:ext cx="181" cy="7"/>
                  </a:xfrm>
                  <a:prstGeom prst="rect">
                    <a:avLst/>
                  </a:prstGeom>
                  <a:solidFill>
                    <a:srgbClr val="D8D8D8"/>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98" name="矩形 10390"/>
                  <p:cNvSpPr>
                    <a:spLocks noChangeArrowheads="1"/>
                  </p:cNvSpPr>
                  <p:nvPr/>
                </p:nvSpPr>
                <p:spPr bwMode="auto">
                  <a:xfrm>
                    <a:off x="62" y="486"/>
                    <a:ext cx="181" cy="7"/>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97" name="矩形 10391"/>
                  <p:cNvSpPr>
                    <a:spLocks noChangeArrowheads="1"/>
                  </p:cNvSpPr>
                  <p:nvPr/>
                </p:nvSpPr>
                <p:spPr bwMode="auto">
                  <a:xfrm>
                    <a:off x="122" y="491"/>
                    <a:ext cx="59" cy="10"/>
                  </a:xfrm>
                  <a:prstGeom prst="rect">
                    <a:avLst/>
                  </a:prstGeom>
                  <a:solidFill>
                    <a:srgbClr val="F2F2F2"/>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96" name="矩形 10392"/>
                  <p:cNvSpPr>
                    <a:spLocks noChangeArrowheads="1"/>
                  </p:cNvSpPr>
                  <p:nvPr/>
                </p:nvSpPr>
                <p:spPr bwMode="auto">
                  <a:xfrm>
                    <a:off x="122" y="491"/>
                    <a:ext cx="59" cy="10"/>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95" name="任意多边形 10393"/>
                  <p:cNvSpPr/>
                  <p:nvPr/>
                </p:nvSpPr>
                <p:spPr bwMode="auto">
                  <a:xfrm>
                    <a:off x="120" y="481"/>
                    <a:ext cx="64" cy="3"/>
                  </a:xfrm>
                  <a:custGeom>
                    <a:avLst/>
                    <a:gdLst/>
                    <a:ahLst/>
                    <a:cxnLst>
                      <a:cxn ang="0">
                        <a:pos x="61" y="0"/>
                      </a:cxn>
                      <a:cxn ang="0">
                        <a:pos x="2" y="0"/>
                      </a:cxn>
                      <a:cxn ang="0">
                        <a:pos x="0" y="3"/>
                      </a:cxn>
                      <a:cxn ang="0">
                        <a:pos x="64" y="3"/>
                      </a:cxn>
                      <a:cxn ang="0">
                        <a:pos x="61" y="0"/>
                      </a:cxn>
                    </a:cxnLst>
                    <a:rect l="0" t="0" r="r" b="b"/>
                    <a:pathLst>
                      <a:path w="64" h="3">
                        <a:moveTo>
                          <a:pt x="61" y="0"/>
                        </a:moveTo>
                        <a:lnTo>
                          <a:pt x="2" y="0"/>
                        </a:lnTo>
                        <a:lnTo>
                          <a:pt x="0" y="3"/>
                        </a:lnTo>
                        <a:lnTo>
                          <a:pt x="64" y="3"/>
                        </a:lnTo>
                        <a:lnTo>
                          <a:pt x="61" y="0"/>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394" name="任意多边形 10394"/>
                  <p:cNvSpPr/>
                  <p:nvPr/>
                </p:nvSpPr>
                <p:spPr bwMode="auto">
                  <a:xfrm>
                    <a:off x="120" y="481"/>
                    <a:ext cx="64" cy="3"/>
                  </a:xfrm>
                  <a:custGeom>
                    <a:avLst/>
                    <a:gdLst/>
                    <a:ahLst/>
                    <a:cxnLst>
                      <a:cxn ang="0">
                        <a:pos x="61" y="0"/>
                      </a:cxn>
                      <a:cxn ang="0">
                        <a:pos x="2" y="0"/>
                      </a:cxn>
                      <a:cxn ang="0">
                        <a:pos x="0" y="3"/>
                      </a:cxn>
                      <a:cxn ang="0">
                        <a:pos x="64" y="3"/>
                      </a:cxn>
                      <a:cxn ang="0">
                        <a:pos x="61" y="0"/>
                      </a:cxn>
                    </a:cxnLst>
                    <a:rect l="0" t="0" r="r" b="b"/>
                    <a:pathLst>
                      <a:path w="64" h="3">
                        <a:moveTo>
                          <a:pt x="61" y="0"/>
                        </a:moveTo>
                        <a:lnTo>
                          <a:pt x="2" y="0"/>
                        </a:lnTo>
                        <a:lnTo>
                          <a:pt x="0" y="3"/>
                        </a:lnTo>
                        <a:lnTo>
                          <a:pt x="64" y="3"/>
                        </a:lnTo>
                        <a:lnTo>
                          <a:pt x="61"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93" name="任意多边形 10395"/>
                  <p:cNvSpPr/>
                  <p:nvPr/>
                </p:nvSpPr>
                <p:spPr bwMode="auto">
                  <a:xfrm>
                    <a:off x="181" y="488"/>
                    <a:ext cx="62" cy="3"/>
                  </a:xfrm>
                  <a:custGeom>
                    <a:avLst/>
                    <a:gdLst/>
                    <a:ahLst/>
                    <a:cxnLst>
                      <a:cxn ang="0">
                        <a:pos x="60" y="0"/>
                      </a:cxn>
                      <a:cxn ang="0">
                        <a:pos x="1" y="0"/>
                      </a:cxn>
                      <a:cxn ang="0">
                        <a:pos x="0" y="3"/>
                      </a:cxn>
                      <a:cxn ang="0">
                        <a:pos x="62" y="3"/>
                      </a:cxn>
                      <a:cxn ang="0">
                        <a:pos x="60" y="0"/>
                      </a:cxn>
                    </a:cxnLst>
                    <a:rect l="0" t="0" r="r" b="b"/>
                    <a:pathLst>
                      <a:path w="62" h="3">
                        <a:moveTo>
                          <a:pt x="60" y="0"/>
                        </a:moveTo>
                        <a:lnTo>
                          <a:pt x="1" y="0"/>
                        </a:lnTo>
                        <a:lnTo>
                          <a:pt x="0" y="3"/>
                        </a:lnTo>
                        <a:lnTo>
                          <a:pt x="62" y="3"/>
                        </a:lnTo>
                        <a:lnTo>
                          <a:pt x="60" y="0"/>
                        </a:lnTo>
                        <a:close/>
                      </a:path>
                    </a:pathLst>
                  </a:custGeom>
                  <a:solidFill>
                    <a:srgbClr val="CCCCCC"/>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392" name="任意多边形 10396"/>
                  <p:cNvSpPr/>
                  <p:nvPr/>
                </p:nvSpPr>
                <p:spPr bwMode="auto">
                  <a:xfrm>
                    <a:off x="181" y="488"/>
                    <a:ext cx="62" cy="3"/>
                  </a:xfrm>
                  <a:custGeom>
                    <a:avLst/>
                    <a:gdLst/>
                    <a:ahLst/>
                    <a:cxnLst>
                      <a:cxn ang="0">
                        <a:pos x="60" y="0"/>
                      </a:cxn>
                      <a:cxn ang="0">
                        <a:pos x="1" y="0"/>
                      </a:cxn>
                      <a:cxn ang="0">
                        <a:pos x="0" y="3"/>
                      </a:cxn>
                      <a:cxn ang="0">
                        <a:pos x="62" y="3"/>
                      </a:cxn>
                      <a:cxn ang="0">
                        <a:pos x="60" y="0"/>
                      </a:cxn>
                    </a:cxnLst>
                    <a:rect l="0" t="0" r="r" b="b"/>
                    <a:pathLst>
                      <a:path w="62" h="3">
                        <a:moveTo>
                          <a:pt x="60" y="0"/>
                        </a:moveTo>
                        <a:lnTo>
                          <a:pt x="1" y="0"/>
                        </a:lnTo>
                        <a:lnTo>
                          <a:pt x="0" y="3"/>
                        </a:lnTo>
                        <a:lnTo>
                          <a:pt x="62" y="3"/>
                        </a:lnTo>
                        <a:lnTo>
                          <a:pt x="60"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91" name="任意多边形 10397"/>
                  <p:cNvSpPr/>
                  <p:nvPr/>
                </p:nvSpPr>
                <p:spPr bwMode="auto">
                  <a:xfrm>
                    <a:off x="122" y="493"/>
                    <a:ext cx="4" cy="8"/>
                  </a:xfrm>
                  <a:custGeom>
                    <a:avLst/>
                    <a:gdLst/>
                    <a:ahLst/>
                    <a:cxnLst>
                      <a:cxn ang="0">
                        <a:pos x="0" y="0"/>
                      </a:cxn>
                      <a:cxn ang="0">
                        <a:pos x="0" y="0"/>
                      </a:cxn>
                      <a:cxn ang="0">
                        <a:pos x="0" y="8"/>
                      </a:cxn>
                      <a:cxn ang="0">
                        <a:pos x="4" y="0"/>
                      </a:cxn>
                      <a:cxn ang="0">
                        <a:pos x="0" y="0"/>
                      </a:cxn>
                    </a:cxnLst>
                    <a:rect l="0" t="0" r="r" b="b"/>
                    <a:pathLst>
                      <a:path w="4" h="8">
                        <a:moveTo>
                          <a:pt x="0" y="0"/>
                        </a:moveTo>
                        <a:lnTo>
                          <a:pt x="0" y="0"/>
                        </a:lnTo>
                        <a:lnTo>
                          <a:pt x="0" y="8"/>
                        </a:lnTo>
                        <a:lnTo>
                          <a:pt x="4" y="0"/>
                        </a:lnTo>
                        <a:lnTo>
                          <a:pt x="0" y="0"/>
                        </a:lnTo>
                        <a:close/>
                      </a:path>
                    </a:pathLst>
                  </a:custGeom>
                  <a:solidFill>
                    <a:srgbClr val="000000"/>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390" name="任意多边形 10398"/>
                  <p:cNvSpPr/>
                  <p:nvPr/>
                </p:nvSpPr>
                <p:spPr bwMode="auto">
                  <a:xfrm>
                    <a:off x="122" y="493"/>
                    <a:ext cx="4" cy="8"/>
                  </a:xfrm>
                  <a:custGeom>
                    <a:avLst/>
                    <a:gdLst/>
                    <a:ahLst/>
                    <a:cxnLst>
                      <a:cxn ang="0">
                        <a:pos x="0" y="0"/>
                      </a:cxn>
                      <a:cxn ang="0">
                        <a:pos x="0" y="0"/>
                      </a:cxn>
                      <a:cxn ang="0">
                        <a:pos x="0" y="8"/>
                      </a:cxn>
                      <a:cxn ang="0">
                        <a:pos x="4" y="0"/>
                      </a:cxn>
                      <a:cxn ang="0">
                        <a:pos x="0" y="0"/>
                      </a:cxn>
                    </a:cxnLst>
                    <a:rect l="0" t="0" r="r" b="b"/>
                    <a:pathLst>
                      <a:path w="4" h="8">
                        <a:moveTo>
                          <a:pt x="0" y="0"/>
                        </a:moveTo>
                        <a:lnTo>
                          <a:pt x="0" y="0"/>
                        </a:lnTo>
                        <a:lnTo>
                          <a:pt x="0" y="8"/>
                        </a:lnTo>
                        <a:lnTo>
                          <a:pt x="4" y="0"/>
                        </a:lnTo>
                        <a:lnTo>
                          <a:pt x="0"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89" name="任意多边形 10399"/>
                  <p:cNvSpPr/>
                  <p:nvPr/>
                </p:nvSpPr>
                <p:spPr bwMode="auto">
                  <a:xfrm>
                    <a:off x="177" y="493"/>
                    <a:ext cx="4" cy="8"/>
                  </a:xfrm>
                  <a:custGeom>
                    <a:avLst/>
                    <a:gdLst/>
                    <a:ahLst/>
                    <a:cxnLst>
                      <a:cxn ang="0">
                        <a:pos x="4" y="0"/>
                      </a:cxn>
                      <a:cxn ang="0">
                        <a:pos x="4" y="0"/>
                      </a:cxn>
                      <a:cxn ang="0">
                        <a:pos x="4" y="8"/>
                      </a:cxn>
                      <a:cxn ang="0">
                        <a:pos x="0" y="0"/>
                      </a:cxn>
                      <a:cxn ang="0">
                        <a:pos x="4" y="0"/>
                      </a:cxn>
                    </a:cxnLst>
                    <a:rect l="0" t="0" r="r" b="b"/>
                    <a:pathLst>
                      <a:path w="4" h="8">
                        <a:moveTo>
                          <a:pt x="4" y="0"/>
                        </a:moveTo>
                        <a:lnTo>
                          <a:pt x="4" y="0"/>
                        </a:lnTo>
                        <a:lnTo>
                          <a:pt x="4" y="8"/>
                        </a:lnTo>
                        <a:lnTo>
                          <a:pt x="0" y="0"/>
                        </a:lnTo>
                        <a:lnTo>
                          <a:pt x="4" y="0"/>
                        </a:lnTo>
                        <a:close/>
                      </a:path>
                    </a:pathLst>
                  </a:custGeom>
                  <a:solidFill>
                    <a:srgbClr val="000000"/>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388" name="任意多边形 10400"/>
                  <p:cNvSpPr/>
                  <p:nvPr/>
                </p:nvSpPr>
                <p:spPr bwMode="auto">
                  <a:xfrm>
                    <a:off x="177" y="493"/>
                    <a:ext cx="4" cy="8"/>
                  </a:xfrm>
                  <a:custGeom>
                    <a:avLst/>
                    <a:gdLst/>
                    <a:ahLst/>
                    <a:cxnLst>
                      <a:cxn ang="0">
                        <a:pos x="4" y="0"/>
                      </a:cxn>
                      <a:cxn ang="0">
                        <a:pos x="4" y="0"/>
                      </a:cxn>
                      <a:cxn ang="0">
                        <a:pos x="4" y="8"/>
                      </a:cxn>
                      <a:cxn ang="0">
                        <a:pos x="0" y="0"/>
                      </a:cxn>
                      <a:cxn ang="0">
                        <a:pos x="4" y="0"/>
                      </a:cxn>
                    </a:cxnLst>
                    <a:rect l="0" t="0" r="r" b="b"/>
                    <a:pathLst>
                      <a:path w="4" h="8">
                        <a:moveTo>
                          <a:pt x="4" y="0"/>
                        </a:moveTo>
                        <a:lnTo>
                          <a:pt x="4" y="0"/>
                        </a:lnTo>
                        <a:lnTo>
                          <a:pt x="4" y="8"/>
                        </a:lnTo>
                        <a:lnTo>
                          <a:pt x="0" y="0"/>
                        </a:lnTo>
                        <a:lnTo>
                          <a:pt x="4"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87" name="矩形 10401"/>
                  <p:cNvSpPr>
                    <a:spLocks noChangeArrowheads="1"/>
                  </p:cNvSpPr>
                  <p:nvPr/>
                </p:nvSpPr>
                <p:spPr bwMode="auto">
                  <a:xfrm>
                    <a:off x="100" y="506"/>
                    <a:ext cx="12" cy="3"/>
                  </a:xfrm>
                  <a:prstGeom prst="rect">
                    <a:avLst/>
                  </a:prstGeom>
                  <a:solidFill>
                    <a:srgbClr val="83FF00"/>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86" name="矩形 10402"/>
                  <p:cNvSpPr>
                    <a:spLocks noChangeArrowheads="1"/>
                  </p:cNvSpPr>
                  <p:nvPr/>
                </p:nvSpPr>
                <p:spPr bwMode="auto">
                  <a:xfrm>
                    <a:off x="100" y="506"/>
                    <a:ext cx="12" cy="3"/>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85" name="任意多边形 10403"/>
                  <p:cNvSpPr/>
                  <p:nvPr/>
                </p:nvSpPr>
                <p:spPr bwMode="auto">
                  <a:xfrm>
                    <a:off x="59" y="488"/>
                    <a:ext cx="61" cy="3"/>
                  </a:xfrm>
                  <a:custGeom>
                    <a:avLst/>
                    <a:gdLst/>
                    <a:ahLst/>
                    <a:cxnLst>
                      <a:cxn ang="0">
                        <a:pos x="60" y="0"/>
                      </a:cxn>
                      <a:cxn ang="0">
                        <a:pos x="1" y="0"/>
                      </a:cxn>
                      <a:cxn ang="0">
                        <a:pos x="0" y="3"/>
                      </a:cxn>
                      <a:cxn ang="0">
                        <a:pos x="61" y="3"/>
                      </a:cxn>
                      <a:cxn ang="0">
                        <a:pos x="60" y="0"/>
                      </a:cxn>
                    </a:cxnLst>
                    <a:rect l="0" t="0" r="r" b="b"/>
                    <a:pathLst>
                      <a:path w="61" h="3">
                        <a:moveTo>
                          <a:pt x="60" y="0"/>
                        </a:moveTo>
                        <a:lnTo>
                          <a:pt x="1" y="0"/>
                        </a:lnTo>
                        <a:lnTo>
                          <a:pt x="0" y="3"/>
                        </a:lnTo>
                        <a:lnTo>
                          <a:pt x="61" y="3"/>
                        </a:lnTo>
                        <a:lnTo>
                          <a:pt x="60" y="0"/>
                        </a:lnTo>
                        <a:close/>
                      </a:path>
                    </a:pathLst>
                  </a:custGeom>
                  <a:solidFill>
                    <a:srgbClr val="CCCCCC"/>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384" name="任意多边形 10404"/>
                  <p:cNvSpPr/>
                  <p:nvPr/>
                </p:nvSpPr>
                <p:spPr bwMode="auto">
                  <a:xfrm>
                    <a:off x="59" y="488"/>
                    <a:ext cx="61" cy="3"/>
                  </a:xfrm>
                  <a:custGeom>
                    <a:avLst/>
                    <a:gdLst/>
                    <a:ahLst/>
                    <a:cxnLst>
                      <a:cxn ang="0">
                        <a:pos x="60" y="0"/>
                      </a:cxn>
                      <a:cxn ang="0">
                        <a:pos x="1" y="0"/>
                      </a:cxn>
                      <a:cxn ang="0">
                        <a:pos x="0" y="3"/>
                      </a:cxn>
                      <a:cxn ang="0">
                        <a:pos x="61" y="3"/>
                      </a:cxn>
                      <a:cxn ang="0">
                        <a:pos x="60" y="0"/>
                      </a:cxn>
                    </a:cxnLst>
                    <a:rect l="0" t="0" r="r" b="b"/>
                    <a:pathLst>
                      <a:path w="61" h="3">
                        <a:moveTo>
                          <a:pt x="60" y="0"/>
                        </a:moveTo>
                        <a:lnTo>
                          <a:pt x="1" y="0"/>
                        </a:lnTo>
                        <a:lnTo>
                          <a:pt x="0" y="3"/>
                        </a:lnTo>
                        <a:lnTo>
                          <a:pt x="61" y="3"/>
                        </a:lnTo>
                        <a:lnTo>
                          <a:pt x="60"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83" name="任意多边形 10405"/>
                  <p:cNvSpPr/>
                  <p:nvPr/>
                </p:nvSpPr>
                <p:spPr bwMode="auto">
                  <a:xfrm>
                    <a:off x="191" y="504"/>
                    <a:ext cx="20" cy="6"/>
                  </a:xfrm>
                  <a:custGeom>
                    <a:avLst/>
                    <a:gdLst/>
                    <a:ahLst/>
                    <a:cxnLst>
                      <a:cxn ang="0">
                        <a:pos x="20" y="3"/>
                      </a:cxn>
                      <a:cxn ang="0">
                        <a:pos x="20" y="2"/>
                      </a:cxn>
                      <a:cxn ang="0">
                        <a:pos x="20" y="2"/>
                      </a:cxn>
                      <a:cxn ang="0">
                        <a:pos x="20" y="2"/>
                      </a:cxn>
                      <a:cxn ang="0">
                        <a:pos x="20" y="0"/>
                      </a:cxn>
                      <a:cxn ang="0">
                        <a:pos x="18" y="0"/>
                      </a:cxn>
                      <a:cxn ang="0">
                        <a:pos x="18" y="0"/>
                      </a:cxn>
                      <a:cxn ang="0">
                        <a:pos x="18" y="0"/>
                      </a:cxn>
                      <a:cxn ang="0">
                        <a:pos x="16" y="0"/>
                      </a:cxn>
                      <a:cxn ang="0">
                        <a:pos x="3" y="0"/>
                      </a:cxn>
                      <a:cxn ang="0">
                        <a:pos x="3" y="0"/>
                      </a:cxn>
                      <a:cxn ang="0">
                        <a:pos x="1" y="0"/>
                      </a:cxn>
                      <a:cxn ang="0">
                        <a:pos x="1" y="0"/>
                      </a:cxn>
                      <a:cxn ang="0">
                        <a:pos x="1" y="0"/>
                      </a:cxn>
                      <a:cxn ang="0">
                        <a:pos x="1" y="2"/>
                      </a:cxn>
                      <a:cxn ang="0">
                        <a:pos x="1" y="2"/>
                      </a:cxn>
                      <a:cxn ang="0">
                        <a:pos x="0" y="2"/>
                      </a:cxn>
                      <a:cxn ang="0">
                        <a:pos x="0" y="3"/>
                      </a:cxn>
                      <a:cxn ang="0">
                        <a:pos x="0" y="3"/>
                      </a:cxn>
                      <a:cxn ang="0">
                        <a:pos x="0" y="3"/>
                      </a:cxn>
                      <a:cxn ang="0">
                        <a:pos x="1" y="5"/>
                      </a:cxn>
                      <a:cxn ang="0">
                        <a:pos x="1" y="5"/>
                      </a:cxn>
                      <a:cxn ang="0">
                        <a:pos x="1" y="5"/>
                      </a:cxn>
                      <a:cxn ang="0">
                        <a:pos x="1" y="6"/>
                      </a:cxn>
                      <a:cxn ang="0">
                        <a:pos x="1" y="6"/>
                      </a:cxn>
                      <a:cxn ang="0">
                        <a:pos x="3" y="6"/>
                      </a:cxn>
                      <a:cxn ang="0">
                        <a:pos x="3" y="6"/>
                      </a:cxn>
                      <a:cxn ang="0">
                        <a:pos x="16" y="6"/>
                      </a:cxn>
                      <a:cxn ang="0">
                        <a:pos x="18" y="6"/>
                      </a:cxn>
                      <a:cxn ang="0">
                        <a:pos x="18" y="6"/>
                      </a:cxn>
                      <a:cxn ang="0">
                        <a:pos x="18" y="6"/>
                      </a:cxn>
                      <a:cxn ang="0">
                        <a:pos x="20" y="5"/>
                      </a:cxn>
                      <a:cxn ang="0">
                        <a:pos x="20" y="5"/>
                      </a:cxn>
                      <a:cxn ang="0">
                        <a:pos x="20" y="5"/>
                      </a:cxn>
                      <a:cxn ang="0">
                        <a:pos x="20" y="3"/>
                      </a:cxn>
                      <a:cxn ang="0">
                        <a:pos x="20" y="3"/>
                      </a:cxn>
                      <a:cxn ang="0">
                        <a:pos x="20" y="3"/>
                      </a:cxn>
                    </a:cxnLst>
                    <a:rect l="0" t="0" r="r" b="b"/>
                    <a:pathLst>
                      <a:path w="20" h="6">
                        <a:moveTo>
                          <a:pt x="20" y="3"/>
                        </a:moveTo>
                        <a:lnTo>
                          <a:pt x="20" y="2"/>
                        </a:lnTo>
                        <a:lnTo>
                          <a:pt x="20" y="0"/>
                        </a:lnTo>
                        <a:lnTo>
                          <a:pt x="18" y="0"/>
                        </a:lnTo>
                        <a:lnTo>
                          <a:pt x="16" y="0"/>
                        </a:lnTo>
                        <a:lnTo>
                          <a:pt x="3" y="0"/>
                        </a:lnTo>
                        <a:lnTo>
                          <a:pt x="1" y="0"/>
                        </a:lnTo>
                        <a:lnTo>
                          <a:pt x="1" y="2"/>
                        </a:lnTo>
                        <a:lnTo>
                          <a:pt x="0" y="2"/>
                        </a:lnTo>
                        <a:lnTo>
                          <a:pt x="0" y="3"/>
                        </a:lnTo>
                        <a:lnTo>
                          <a:pt x="1" y="5"/>
                        </a:lnTo>
                        <a:lnTo>
                          <a:pt x="1" y="6"/>
                        </a:lnTo>
                        <a:lnTo>
                          <a:pt x="3" y="6"/>
                        </a:lnTo>
                        <a:lnTo>
                          <a:pt x="16" y="6"/>
                        </a:lnTo>
                        <a:lnTo>
                          <a:pt x="18" y="6"/>
                        </a:lnTo>
                        <a:lnTo>
                          <a:pt x="20" y="5"/>
                        </a:lnTo>
                        <a:lnTo>
                          <a:pt x="20" y="3"/>
                        </a:lnTo>
                        <a:close/>
                      </a:path>
                    </a:pathLst>
                  </a:custGeom>
                  <a:solidFill>
                    <a:srgbClr val="D8D8D8"/>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382" name="任意多边形 10406"/>
                  <p:cNvSpPr/>
                  <p:nvPr/>
                </p:nvSpPr>
                <p:spPr bwMode="auto">
                  <a:xfrm>
                    <a:off x="191" y="504"/>
                    <a:ext cx="20" cy="6"/>
                  </a:xfrm>
                  <a:custGeom>
                    <a:avLst/>
                    <a:gdLst/>
                    <a:ahLst/>
                    <a:cxnLst>
                      <a:cxn ang="0">
                        <a:pos x="20" y="3"/>
                      </a:cxn>
                      <a:cxn ang="0">
                        <a:pos x="20" y="2"/>
                      </a:cxn>
                      <a:cxn ang="0">
                        <a:pos x="20" y="2"/>
                      </a:cxn>
                      <a:cxn ang="0">
                        <a:pos x="20" y="2"/>
                      </a:cxn>
                      <a:cxn ang="0">
                        <a:pos x="20" y="0"/>
                      </a:cxn>
                      <a:cxn ang="0">
                        <a:pos x="18" y="0"/>
                      </a:cxn>
                      <a:cxn ang="0">
                        <a:pos x="18" y="0"/>
                      </a:cxn>
                      <a:cxn ang="0">
                        <a:pos x="18" y="0"/>
                      </a:cxn>
                      <a:cxn ang="0">
                        <a:pos x="16" y="0"/>
                      </a:cxn>
                      <a:cxn ang="0">
                        <a:pos x="3" y="0"/>
                      </a:cxn>
                      <a:cxn ang="0">
                        <a:pos x="3" y="0"/>
                      </a:cxn>
                      <a:cxn ang="0">
                        <a:pos x="1" y="0"/>
                      </a:cxn>
                      <a:cxn ang="0">
                        <a:pos x="1" y="0"/>
                      </a:cxn>
                      <a:cxn ang="0">
                        <a:pos x="1" y="0"/>
                      </a:cxn>
                      <a:cxn ang="0">
                        <a:pos x="1" y="2"/>
                      </a:cxn>
                      <a:cxn ang="0">
                        <a:pos x="1" y="2"/>
                      </a:cxn>
                      <a:cxn ang="0">
                        <a:pos x="0" y="2"/>
                      </a:cxn>
                      <a:cxn ang="0">
                        <a:pos x="0" y="3"/>
                      </a:cxn>
                      <a:cxn ang="0">
                        <a:pos x="0" y="3"/>
                      </a:cxn>
                      <a:cxn ang="0">
                        <a:pos x="0" y="3"/>
                      </a:cxn>
                      <a:cxn ang="0">
                        <a:pos x="1" y="5"/>
                      </a:cxn>
                      <a:cxn ang="0">
                        <a:pos x="1" y="5"/>
                      </a:cxn>
                      <a:cxn ang="0">
                        <a:pos x="1" y="5"/>
                      </a:cxn>
                      <a:cxn ang="0">
                        <a:pos x="1" y="6"/>
                      </a:cxn>
                      <a:cxn ang="0">
                        <a:pos x="1" y="6"/>
                      </a:cxn>
                      <a:cxn ang="0">
                        <a:pos x="3" y="6"/>
                      </a:cxn>
                      <a:cxn ang="0">
                        <a:pos x="3" y="6"/>
                      </a:cxn>
                      <a:cxn ang="0">
                        <a:pos x="16" y="6"/>
                      </a:cxn>
                      <a:cxn ang="0">
                        <a:pos x="18" y="6"/>
                      </a:cxn>
                      <a:cxn ang="0">
                        <a:pos x="18" y="6"/>
                      </a:cxn>
                      <a:cxn ang="0">
                        <a:pos x="18" y="6"/>
                      </a:cxn>
                      <a:cxn ang="0">
                        <a:pos x="20" y="5"/>
                      </a:cxn>
                      <a:cxn ang="0">
                        <a:pos x="20" y="5"/>
                      </a:cxn>
                      <a:cxn ang="0">
                        <a:pos x="20" y="5"/>
                      </a:cxn>
                      <a:cxn ang="0">
                        <a:pos x="20" y="3"/>
                      </a:cxn>
                      <a:cxn ang="0">
                        <a:pos x="20" y="3"/>
                      </a:cxn>
                      <a:cxn ang="0">
                        <a:pos x="20" y="3"/>
                      </a:cxn>
                    </a:cxnLst>
                    <a:rect l="0" t="0" r="r" b="b"/>
                    <a:pathLst>
                      <a:path w="20" h="6">
                        <a:moveTo>
                          <a:pt x="20" y="3"/>
                        </a:moveTo>
                        <a:lnTo>
                          <a:pt x="20" y="2"/>
                        </a:lnTo>
                        <a:lnTo>
                          <a:pt x="20" y="0"/>
                        </a:lnTo>
                        <a:lnTo>
                          <a:pt x="18" y="0"/>
                        </a:lnTo>
                        <a:lnTo>
                          <a:pt x="16" y="0"/>
                        </a:lnTo>
                        <a:lnTo>
                          <a:pt x="3" y="0"/>
                        </a:lnTo>
                        <a:lnTo>
                          <a:pt x="1" y="0"/>
                        </a:lnTo>
                        <a:lnTo>
                          <a:pt x="1" y="2"/>
                        </a:lnTo>
                        <a:lnTo>
                          <a:pt x="0" y="2"/>
                        </a:lnTo>
                        <a:lnTo>
                          <a:pt x="0" y="3"/>
                        </a:lnTo>
                        <a:lnTo>
                          <a:pt x="1" y="5"/>
                        </a:lnTo>
                        <a:lnTo>
                          <a:pt x="1" y="6"/>
                        </a:lnTo>
                        <a:lnTo>
                          <a:pt x="3" y="6"/>
                        </a:lnTo>
                        <a:lnTo>
                          <a:pt x="16" y="6"/>
                        </a:lnTo>
                        <a:lnTo>
                          <a:pt x="18" y="6"/>
                        </a:lnTo>
                        <a:lnTo>
                          <a:pt x="20" y="5"/>
                        </a:lnTo>
                        <a:lnTo>
                          <a:pt x="20" y="3"/>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81" name="直线 10407"/>
                  <p:cNvSpPr>
                    <a:spLocks noChangeShapeType="1"/>
                  </p:cNvSpPr>
                  <p:nvPr/>
                </p:nvSpPr>
                <p:spPr bwMode="auto">
                  <a:xfrm>
                    <a:off x="52" y="210"/>
                    <a:ext cx="383" cy="1"/>
                  </a:xfrm>
                  <a:prstGeom prst="line">
                    <a:avLst/>
                  </a:pr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347380" name="矩形 10408"/>
                  <p:cNvSpPr>
                    <a:spLocks noChangeArrowheads="1"/>
                  </p:cNvSpPr>
                  <p:nvPr/>
                </p:nvSpPr>
                <p:spPr bwMode="auto">
                  <a:xfrm>
                    <a:off x="139" y="122"/>
                    <a:ext cx="212" cy="50"/>
                  </a:xfrm>
                  <a:prstGeom prst="rect">
                    <a:avLst/>
                  </a:prstGeom>
                  <a:solidFill>
                    <a:srgbClr val="E5E5E5"/>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79" name="矩形 10409"/>
                  <p:cNvSpPr>
                    <a:spLocks noChangeArrowheads="1"/>
                  </p:cNvSpPr>
                  <p:nvPr/>
                </p:nvSpPr>
                <p:spPr bwMode="auto">
                  <a:xfrm>
                    <a:off x="139" y="122"/>
                    <a:ext cx="212" cy="50"/>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78" name="矩形 10410"/>
                  <p:cNvSpPr>
                    <a:spLocks noChangeArrowheads="1"/>
                  </p:cNvSpPr>
                  <p:nvPr/>
                </p:nvSpPr>
                <p:spPr bwMode="auto">
                  <a:xfrm>
                    <a:off x="154" y="124"/>
                    <a:ext cx="184" cy="37"/>
                  </a:xfrm>
                  <a:prstGeom prst="rect">
                    <a:avLst/>
                  </a:prstGeom>
                  <a:solidFill>
                    <a:srgbClr val="000000"/>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77" name="矩形 10411"/>
                  <p:cNvSpPr>
                    <a:spLocks noChangeArrowheads="1"/>
                  </p:cNvSpPr>
                  <p:nvPr/>
                </p:nvSpPr>
                <p:spPr bwMode="auto">
                  <a:xfrm>
                    <a:off x="154" y="124"/>
                    <a:ext cx="184" cy="37"/>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76" name="任意多边形 10412"/>
                  <p:cNvSpPr/>
                  <p:nvPr/>
                </p:nvSpPr>
                <p:spPr bwMode="auto">
                  <a:xfrm>
                    <a:off x="154" y="122"/>
                    <a:ext cx="184" cy="37"/>
                  </a:xfrm>
                  <a:custGeom>
                    <a:avLst/>
                    <a:gdLst/>
                    <a:ahLst/>
                    <a:cxnLst>
                      <a:cxn ang="0">
                        <a:pos x="0" y="0"/>
                      </a:cxn>
                      <a:cxn ang="0">
                        <a:pos x="0" y="36"/>
                      </a:cxn>
                      <a:cxn ang="0">
                        <a:pos x="8" y="36"/>
                      </a:cxn>
                      <a:cxn ang="0">
                        <a:pos x="8" y="37"/>
                      </a:cxn>
                      <a:cxn ang="0">
                        <a:pos x="174" y="37"/>
                      </a:cxn>
                      <a:cxn ang="0">
                        <a:pos x="174" y="36"/>
                      </a:cxn>
                      <a:cxn ang="0">
                        <a:pos x="184" y="36"/>
                      </a:cxn>
                      <a:cxn ang="0">
                        <a:pos x="184" y="0"/>
                      </a:cxn>
                      <a:cxn ang="0">
                        <a:pos x="0" y="0"/>
                      </a:cxn>
                    </a:cxnLst>
                    <a:rect l="0" t="0" r="r" b="b"/>
                    <a:pathLst>
                      <a:path w="184" h="37">
                        <a:moveTo>
                          <a:pt x="0" y="0"/>
                        </a:moveTo>
                        <a:lnTo>
                          <a:pt x="0" y="36"/>
                        </a:lnTo>
                        <a:lnTo>
                          <a:pt x="8" y="36"/>
                        </a:lnTo>
                        <a:lnTo>
                          <a:pt x="8" y="37"/>
                        </a:lnTo>
                        <a:lnTo>
                          <a:pt x="174" y="37"/>
                        </a:lnTo>
                        <a:lnTo>
                          <a:pt x="174" y="36"/>
                        </a:lnTo>
                        <a:lnTo>
                          <a:pt x="184" y="36"/>
                        </a:lnTo>
                        <a:lnTo>
                          <a:pt x="184" y="0"/>
                        </a:lnTo>
                        <a:lnTo>
                          <a:pt x="0" y="0"/>
                        </a:lnTo>
                        <a:close/>
                      </a:path>
                    </a:pathLst>
                  </a:custGeom>
                  <a:solidFill>
                    <a:srgbClr val="F2F2F2"/>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375" name="任意多边形 10413"/>
                  <p:cNvSpPr/>
                  <p:nvPr/>
                </p:nvSpPr>
                <p:spPr bwMode="auto">
                  <a:xfrm>
                    <a:off x="154" y="122"/>
                    <a:ext cx="184" cy="37"/>
                  </a:xfrm>
                  <a:custGeom>
                    <a:avLst/>
                    <a:gdLst/>
                    <a:ahLst/>
                    <a:cxnLst>
                      <a:cxn ang="0">
                        <a:pos x="0" y="0"/>
                      </a:cxn>
                      <a:cxn ang="0">
                        <a:pos x="0" y="36"/>
                      </a:cxn>
                      <a:cxn ang="0">
                        <a:pos x="8" y="36"/>
                      </a:cxn>
                      <a:cxn ang="0">
                        <a:pos x="8" y="37"/>
                      </a:cxn>
                      <a:cxn ang="0">
                        <a:pos x="174" y="37"/>
                      </a:cxn>
                      <a:cxn ang="0">
                        <a:pos x="174" y="36"/>
                      </a:cxn>
                      <a:cxn ang="0">
                        <a:pos x="184" y="36"/>
                      </a:cxn>
                      <a:cxn ang="0">
                        <a:pos x="184" y="0"/>
                      </a:cxn>
                      <a:cxn ang="0">
                        <a:pos x="0" y="0"/>
                      </a:cxn>
                    </a:cxnLst>
                    <a:rect l="0" t="0" r="r" b="b"/>
                    <a:pathLst>
                      <a:path w="184" h="37">
                        <a:moveTo>
                          <a:pt x="0" y="0"/>
                        </a:moveTo>
                        <a:lnTo>
                          <a:pt x="0" y="36"/>
                        </a:lnTo>
                        <a:lnTo>
                          <a:pt x="8" y="36"/>
                        </a:lnTo>
                        <a:lnTo>
                          <a:pt x="8" y="37"/>
                        </a:lnTo>
                        <a:lnTo>
                          <a:pt x="174" y="37"/>
                        </a:lnTo>
                        <a:lnTo>
                          <a:pt x="174" y="36"/>
                        </a:lnTo>
                        <a:lnTo>
                          <a:pt x="184" y="36"/>
                        </a:lnTo>
                        <a:lnTo>
                          <a:pt x="184" y="0"/>
                        </a:lnTo>
                        <a:lnTo>
                          <a:pt x="0"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74" name="任意多边形 10414"/>
                  <p:cNvSpPr/>
                  <p:nvPr/>
                </p:nvSpPr>
                <p:spPr bwMode="auto">
                  <a:xfrm>
                    <a:off x="320" y="125"/>
                    <a:ext cx="5" cy="31"/>
                  </a:xfrm>
                  <a:custGeom>
                    <a:avLst/>
                    <a:gdLst/>
                    <a:ahLst/>
                    <a:cxnLst>
                      <a:cxn ang="0">
                        <a:pos x="5" y="2"/>
                      </a:cxn>
                      <a:cxn ang="0">
                        <a:pos x="5" y="2"/>
                      </a:cxn>
                      <a:cxn ang="0">
                        <a:pos x="3" y="2"/>
                      </a:cxn>
                      <a:cxn ang="0">
                        <a:pos x="3" y="2"/>
                      </a:cxn>
                      <a:cxn ang="0">
                        <a:pos x="3" y="0"/>
                      </a:cxn>
                      <a:cxn ang="0">
                        <a:pos x="3" y="0"/>
                      </a:cxn>
                      <a:cxn ang="0">
                        <a:pos x="1" y="2"/>
                      </a:cxn>
                      <a:cxn ang="0">
                        <a:pos x="1" y="2"/>
                      </a:cxn>
                      <a:cxn ang="0">
                        <a:pos x="1" y="2"/>
                      </a:cxn>
                      <a:cxn ang="0">
                        <a:pos x="0" y="2"/>
                      </a:cxn>
                      <a:cxn ang="0">
                        <a:pos x="0" y="29"/>
                      </a:cxn>
                      <a:cxn ang="0">
                        <a:pos x="1" y="31"/>
                      </a:cxn>
                      <a:cxn ang="0">
                        <a:pos x="1" y="31"/>
                      </a:cxn>
                      <a:cxn ang="0">
                        <a:pos x="1" y="31"/>
                      </a:cxn>
                      <a:cxn ang="0">
                        <a:pos x="3" y="31"/>
                      </a:cxn>
                      <a:cxn ang="0">
                        <a:pos x="3" y="31"/>
                      </a:cxn>
                      <a:cxn ang="0">
                        <a:pos x="3" y="31"/>
                      </a:cxn>
                      <a:cxn ang="0">
                        <a:pos x="3" y="31"/>
                      </a:cxn>
                      <a:cxn ang="0">
                        <a:pos x="5" y="31"/>
                      </a:cxn>
                      <a:cxn ang="0">
                        <a:pos x="5" y="29"/>
                      </a:cxn>
                      <a:cxn ang="0">
                        <a:pos x="5" y="2"/>
                      </a:cxn>
                    </a:cxnLst>
                    <a:rect l="0" t="0" r="r" b="b"/>
                    <a:pathLst>
                      <a:path w="5" h="31">
                        <a:moveTo>
                          <a:pt x="5" y="2"/>
                        </a:moveTo>
                        <a:lnTo>
                          <a:pt x="5" y="2"/>
                        </a:lnTo>
                        <a:lnTo>
                          <a:pt x="3" y="2"/>
                        </a:lnTo>
                        <a:lnTo>
                          <a:pt x="3" y="0"/>
                        </a:lnTo>
                        <a:lnTo>
                          <a:pt x="1" y="2"/>
                        </a:lnTo>
                        <a:lnTo>
                          <a:pt x="0" y="2"/>
                        </a:lnTo>
                        <a:lnTo>
                          <a:pt x="0" y="29"/>
                        </a:lnTo>
                        <a:lnTo>
                          <a:pt x="1" y="31"/>
                        </a:lnTo>
                        <a:lnTo>
                          <a:pt x="3" y="31"/>
                        </a:lnTo>
                        <a:lnTo>
                          <a:pt x="5" y="31"/>
                        </a:lnTo>
                        <a:lnTo>
                          <a:pt x="5" y="29"/>
                        </a:lnTo>
                        <a:lnTo>
                          <a:pt x="5" y="2"/>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373" name="任意多边形 10415"/>
                  <p:cNvSpPr/>
                  <p:nvPr/>
                </p:nvSpPr>
                <p:spPr bwMode="auto">
                  <a:xfrm>
                    <a:off x="320" y="125"/>
                    <a:ext cx="5" cy="31"/>
                  </a:xfrm>
                  <a:custGeom>
                    <a:avLst/>
                    <a:gdLst/>
                    <a:ahLst/>
                    <a:cxnLst>
                      <a:cxn ang="0">
                        <a:pos x="5" y="2"/>
                      </a:cxn>
                      <a:cxn ang="0">
                        <a:pos x="5" y="2"/>
                      </a:cxn>
                      <a:cxn ang="0">
                        <a:pos x="3" y="2"/>
                      </a:cxn>
                      <a:cxn ang="0">
                        <a:pos x="3" y="2"/>
                      </a:cxn>
                      <a:cxn ang="0">
                        <a:pos x="3" y="0"/>
                      </a:cxn>
                      <a:cxn ang="0">
                        <a:pos x="3" y="0"/>
                      </a:cxn>
                      <a:cxn ang="0">
                        <a:pos x="1" y="2"/>
                      </a:cxn>
                      <a:cxn ang="0">
                        <a:pos x="1" y="2"/>
                      </a:cxn>
                      <a:cxn ang="0">
                        <a:pos x="1" y="2"/>
                      </a:cxn>
                      <a:cxn ang="0">
                        <a:pos x="0" y="2"/>
                      </a:cxn>
                      <a:cxn ang="0">
                        <a:pos x="0" y="29"/>
                      </a:cxn>
                      <a:cxn ang="0">
                        <a:pos x="1" y="31"/>
                      </a:cxn>
                      <a:cxn ang="0">
                        <a:pos x="1" y="31"/>
                      </a:cxn>
                      <a:cxn ang="0">
                        <a:pos x="1" y="31"/>
                      </a:cxn>
                      <a:cxn ang="0">
                        <a:pos x="3" y="31"/>
                      </a:cxn>
                      <a:cxn ang="0">
                        <a:pos x="3" y="31"/>
                      </a:cxn>
                      <a:cxn ang="0">
                        <a:pos x="3" y="31"/>
                      </a:cxn>
                      <a:cxn ang="0">
                        <a:pos x="3" y="31"/>
                      </a:cxn>
                      <a:cxn ang="0">
                        <a:pos x="5" y="31"/>
                      </a:cxn>
                      <a:cxn ang="0">
                        <a:pos x="5" y="29"/>
                      </a:cxn>
                      <a:cxn ang="0">
                        <a:pos x="5" y="2"/>
                      </a:cxn>
                    </a:cxnLst>
                    <a:rect l="0" t="0" r="r" b="b"/>
                    <a:pathLst>
                      <a:path w="5" h="31">
                        <a:moveTo>
                          <a:pt x="5" y="2"/>
                        </a:moveTo>
                        <a:lnTo>
                          <a:pt x="5" y="2"/>
                        </a:lnTo>
                        <a:lnTo>
                          <a:pt x="3" y="2"/>
                        </a:lnTo>
                        <a:lnTo>
                          <a:pt x="3" y="0"/>
                        </a:lnTo>
                        <a:lnTo>
                          <a:pt x="1" y="2"/>
                        </a:lnTo>
                        <a:lnTo>
                          <a:pt x="0" y="2"/>
                        </a:lnTo>
                        <a:lnTo>
                          <a:pt x="0" y="29"/>
                        </a:lnTo>
                        <a:lnTo>
                          <a:pt x="1" y="31"/>
                        </a:lnTo>
                        <a:lnTo>
                          <a:pt x="3" y="31"/>
                        </a:lnTo>
                        <a:lnTo>
                          <a:pt x="5" y="31"/>
                        </a:lnTo>
                        <a:lnTo>
                          <a:pt x="5" y="29"/>
                        </a:lnTo>
                        <a:lnTo>
                          <a:pt x="5" y="2"/>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72" name="任意多边形 10416"/>
                  <p:cNvSpPr/>
                  <p:nvPr/>
                </p:nvSpPr>
                <p:spPr bwMode="auto">
                  <a:xfrm>
                    <a:off x="166" y="125"/>
                    <a:ext cx="5" cy="31"/>
                  </a:xfrm>
                  <a:custGeom>
                    <a:avLst/>
                    <a:gdLst/>
                    <a:ahLst/>
                    <a:cxnLst>
                      <a:cxn ang="0">
                        <a:pos x="5" y="2"/>
                      </a:cxn>
                      <a:cxn ang="0">
                        <a:pos x="3" y="2"/>
                      </a:cxn>
                      <a:cxn ang="0">
                        <a:pos x="3" y="2"/>
                      </a:cxn>
                      <a:cxn ang="0">
                        <a:pos x="3" y="2"/>
                      </a:cxn>
                      <a:cxn ang="0">
                        <a:pos x="3" y="0"/>
                      </a:cxn>
                      <a:cxn ang="0">
                        <a:pos x="1" y="0"/>
                      </a:cxn>
                      <a:cxn ang="0">
                        <a:pos x="1" y="2"/>
                      </a:cxn>
                      <a:cxn ang="0">
                        <a:pos x="1" y="2"/>
                      </a:cxn>
                      <a:cxn ang="0">
                        <a:pos x="0" y="2"/>
                      </a:cxn>
                      <a:cxn ang="0">
                        <a:pos x="0" y="2"/>
                      </a:cxn>
                      <a:cxn ang="0">
                        <a:pos x="0" y="29"/>
                      </a:cxn>
                      <a:cxn ang="0">
                        <a:pos x="0" y="31"/>
                      </a:cxn>
                      <a:cxn ang="0">
                        <a:pos x="1" y="31"/>
                      </a:cxn>
                      <a:cxn ang="0">
                        <a:pos x="1" y="31"/>
                      </a:cxn>
                      <a:cxn ang="0">
                        <a:pos x="1" y="31"/>
                      </a:cxn>
                      <a:cxn ang="0">
                        <a:pos x="3" y="31"/>
                      </a:cxn>
                      <a:cxn ang="0">
                        <a:pos x="3" y="31"/>
                      </a:cxn>
                      <a:cxn ang="0">
                        <a:pos x="3" y="31"/>
                      </a:cxn>
                      <a:cxn ang="0">
                        <a:pos x="3" y="31"/>
                      </a:cxn>
                      <a:cxn ang="0">
                        <a:pos x="5" y="29"/>
                      </a:cxn>
                      <a:cxn ang="0">
                        <a:pos x="5" y="2"/>
                      </a:cxn>
                    </a:cxnLst>
                    <a:rect l="0" t="0" r="r" b="b"/>
                    <a:pathLst>
                      <a:path w="5" h="31">
                        <a:moveTo>
                          <a:pt x="5" y="2"/>
                        </a:moveTo>
                        <a:lnTo>
                          <a:pt x="3" y="2"/>
                        </a:lnTo>
                        <a:lnTo>
                          <a:pt x="3" y="0"/>
                        </a:lnTo>
                        <a:lnTo>
                          <a:pt x="1" y="0"/>
                        </a:lnTo>
                        <a:lnTo>
                          <a:pt x="1" y="2"/>
                        </a:lnTo>
                        <a:lnTo>
                          <a:pt x="0" y="2"/>
                        </a:lnTo>
                        <a:lnTo>
                          <a:pt x="0" y="29"/>
                        </a:lnTo>
                        <a:lnTo>
                          <a:pt x="0" y="31"/>
                        </a:lnTo>
                        <a:lnTo>
                          <a:pt x="1" y="31"/>
                        </a:lnTo>
                        <a:lnTo>
                          <a:pt x="3" y="31"/>
                        </a:lnTo>
                        <a:lnTo>
                          <a:pt x="5" y="29"/>
                        </a:lnTo>
                        <a:lnTo>
                          <a:pt x="5" y="2"/>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371" name="任意多边形 10417"/>
                  <p:cNvSpPr/>
                  <p:nvPr/>
                </p:nvSpPr>
                <p:spPr bwMode="auto">
                  <a:xfrm>
                    <a:off x="166" y="125"/>
                    <a:ext cx="5" cy="31"/>
                  </a:xfrm>
                  <a:custGeom>
                    <a:avLst/>
                    <a:gdLst/>
                    <a:ahLst/>
                    <a:cxnLst>
                      <a:cxn ang="0">
                        <a:pos x="5" y="2"/>
                      </a:cxn>
                      <a:cxn ang="0">
                        <a:pos x="3" y="2"/>
                      </a:cxn>
                      <a:cxn ang="0">
                        <a:pos x="3" y="2"/>
                      </a:cxn>
                      <a:cxn ang="0">
                        <a:pos x="3" y="2"/>
                      </a:cxn>
                      <a:cxn ang="0">
                        <a:pos x="3" y="0"/>
                      </a:cxn>
                      <a:cxn ang="0">
                        <a:pos x="1" y="0"/>
                      </a:cxn>
                      <a:cxn ang="0">
                        <a:pos x="1" y="2"/>
                      </a:cxn>
                      <a:cxn ang="0">
                        <a:pos x="1" y="2"/>
                      </a:cxn>
                      <a:cxn ang="0">
                        <a:pos x="0" y="2"/>
                      </a:cxn>
                      <a:cxn ang="0">
                        <a:pos x="0" y="2"/>
                      </a:cxn>
                      <a:cxn ang="0">
                        <a:pos x="0" y="29"/>
                      </a:cxn>
                      <a:cxn ang="0">
                        <a:pos x="0" y="31"/>
                      </a:cxn>
                      <a:cxn ang="0">
                        <a:pos x="1" y="31"/>
                      </a:cxn>
                      <a:cxn ang="0">
                        <a:pos x="1" y="31"/>
                      </a:cxn>
                      <a:cxn ang="0">
                        <a:pos x="1" y="31"/>
                      </a:cxn>
                      <a:cxn ang="0">
                        <a:pos x="3" y="31"/>
                      </a:cxn>
                      <a:cxn ang="0">
                        <a:pos x="3" y="31"/>
                      </a:cxn>
                      <a:cxn ang="0">
                        <a:pos x="3" y="31"/>
                      </a:cxn>
                      <a:cxn ang="0">
                        <a:pos x="3" y="31"/>
                      </a:cxn>
                      <a:cxn ang="0">
                        <a:pos x="5" y="29"/>
                      </a:cxn>
                      <a:cxn ang="0">
                        <a:pos x="5" y="2"/>
                      </a:cxn>
                    </a:cxnLst>
                    <a:rect l="0" t="0" r="r" b="b"/>
                    <a:pathLst>
                      <a:path w="5" h="31">
                        <a:moveTo>
                          <a:pt x="5" y="2"/>
                        </a:moveTo>
                        <a:lnTo>
                          <a:pt x="3" y="2"/>
                        </a:lnTo>
                        <a:lnTo>
                          <a:pt x="3" y="0"/>
                        </a:lnTo>
                        <a:lnTo>
                          <a:pt x="1" y="0"/>
                        </a:lnTo>
                        <a:lnTo>
                          <a:pt x="1" y="2"/>
                        </a:lnTo>
                        <a:lnTo>
                          <a:pt x="0" y="2"/>
                        </a:lnTo>
                        <a:lnTo>
                          <a:pt x="0" y="29"/>
                        </a:lnTo>
                        <a:lnTo>
                          <a:pt x="0" y="31"/>
                        </a:lnTo>
                        <a:lnTo>
                          <a:pt x="1" y="31"/>
                        </a:lnTo>
                        <a:lnTo>
                          <a:pt x="3" y="31"/>
                        </a:lnTo>
                        <a:lnTo>
                          <a:pt x="5" y="29"/>
                        </a:lnTo>
                        <a:lnTo>
                          <a:pt x="5" y="2"/>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70" name="直线 10418"/>
                  <p:cNvSpPr>
                    <a:spLocks noChangeShapeType="1"/>
                  </p:cNvSpPr>
                  <p:nvPr/>
                </p:nvSpPr>
                <p:spPr bwMode="auto">
                  <a:xfrm>
                    <a:off x="370" y="977"/>
                    <a:ext cx="1" cy="89"/>
                  </a:xfrm>
                  <a:prstGeom prst="line">
                    <a:avLst/>
                  </a:prstGeom>
                  <a:noFill/>
                  <a:ln w="7">
                    <a:solidFill>
                      <a:srgbClr val="7F7F7F"/>
                    </a:solidFill>
                    <a:round/>
                  </a:ln>
                </p:spPr>
                <p:txBody>
                  <a:bodyPr vert="horz" wrap="square" lIns="91440" tIns="45720" rIns="91440" bIns="45720" numCol="1" anchor="t" anchorCtr="0" compatLnSpc="1"/>
                  <a:lstStyle/>
                  <a:p>
                    <a:endParaRPr lang="zh-CN" altLang="en-US" sz="1400"/>
                  </a:p>
                </p:txBody>
              </p:sp>
              <p:sp>
                <p:nvSpPr>
                  <p:cNvPr id="347369" name="矩形 10419"/>
                  <p:cNvSpPr>
                    <a:spLocks noChangeArrowheads="1"/>
                  </p:cNvSpPr>
                  <p:nvPr/>
                </p:nvSpPr>
                <p:spPr bwMode="auto">
                  <a:xfrm>
                    <a:off x="182" y="567"/>
                    <a:ext cx="139" cy="21"/>
                  </a:xfrm>
                  <a:prstGeom prst="rect">
                    <a:avLst/>
                  </a:prstGeom>
                  <a:solidFill>
                    <a:srgbClr val="003F7F"/>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68" name="矩形 10420"/>
                  <p:cNvSpPr>
                    <a:spLocks noChangeArrowheads="1"/>
                  </p:cNvSpPr>
                  <p:nvPr/>
                </p:nvSpPr>
                <p:spPr bwMode="auto">
                  <a:xfrm>
                    <a:off x="182" y="567"/>
                    <a:ext cx="139" cy="21"/>
                  </a:xfrm>
                  <a:prstGeom prst="rect">
                    <a:avLst/>
                  </a:prstGeom>
                  <a:noFill/>
                  <a:ln w="2">
                    <a:solidFill>
                      <a:srgbClr val="003F7F"/>
                    </a:solidFill>
                    <a:miter lim="800000"/>
                  </a:ln>
                </p:spPr>
                <p:txBody>
                  <a:bodyPr vert="horz" wrap="square" lIns="91440" tIns="45720" rIns="91440" bIns="45720" numCol="1" anchor="t" anchorCtr="0" compatLnSpc="1"/>
                  <a:lstStyle/>
                  <a:p>
                    <a:endParaRPr lang="zh-CN" altLang="en-US" sz="1400"/>
                  </a:p>
                </p:txBody>
              </p:sp>
              <p:sp>
                <p:nvSpPr>
                  <p:cNvPr id="347367" name="任意多边形 10421"/>
                  <p:cNvSpPr/>
                  <p:nvPr/>
                </p:nvSpPr>
                <p:spPr bwMode="auto">
                  <a:xfrm>
                    <a:off x="472" y="862"/>
                    <a:ext cx="957" cy="190"/>
                  </a:xfrm>
                  <a:custGeom>
                    <a:avLst/>
                    <a:gdLst/>
                    <a:ahLst/>
                    <a:cxnLst>
                      <a:cxn ang="0">
                        <a:pos x="0" y="190"/>
                      </a:cxn>
                      <a:cxn ang="0">
                        <a:pos x="35" y="0"/>
                      </a:cxn>
                      <a:cxn ang="0">
                        <a:pos x="909" y="0"/>
                      </a:cxn>
                      <a:cxn ang="0">
                        <a:pos x="957" y="190"/>
                      </a:cxn>
                      <a:cxn ang="0">
                        <a:pos x="0" y="190"/>
                      </a:cxn>
                    </a:cxnLst>
                    <a:rect l="0" t="0" r="r" b="b"/>
                    <a:pathLst>
                      <a:path w="957" h="190">
                        <a:moveTo>
                          <a:pt x="0" y="190"/>
                        </a:moveTo>
                        <a:lnTo>
                          <a:pt x="35" y="0"/>
                        </a:lnTo>
                        <a:lnTo>
                          <a:pt x="909" y="0"/>
                        </a:lnTo>
                        <a:lnTo>
                          <a:pt x="957" y="190"/>
                        </a:lnTo>
                        <a:lnTo>
                          <a:pt x="0" y="190"/>
                        </a:lnTo>
                        <a:close/>
                      </a:path>
                    </a:pathLst>
                  </a:custGeom>
                  <a:solidFill>
                    <a:srgbClr val="FFFFFF"/>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347366" name="任意多边形 10422"/>
                  <p:cNvSpPr/>
                  <p:nvPr/>
                </p:nvSpPr>
                <p:spPr bwMode="auto">
                  <a:xfrm>
                    <a:off x="472" y="862"/>
                    <a:ext cx="957" cy="190"/>
                  </a:xfrm>
                  <a:custGeom>
                    <a:avLst/>
                    <a:gdLst/>
                    <a:ahLst/>
                    <a:cxnLst>
                      <a:cxn ang="0">
                        <a:pos x="0" y="190"/>
                      </a:cxn>
                      <a:cxn ang="0">
                        <a:pos x="35" y="0"/>
                      </a:cxn>
                      <a:cxn ang="0">
                        <a:pos x="909" y="0"/>
                      </a:cxn>
                      <a:cxn ang="0">
                        <a:pos x="957" y="190"/>
                      </a:cxn>
                      <a:cxn ang="0">
                        <a:pos x="0" y="190"/>
                      </a:cxn>
                    </a:cxnLst>
                    <a:rect l="0" t="0" r="r" b="b"/>
                    <a:pathLst>
                      <a:path w="957" h="190">
                        <a:moveTo>
                          <a:pt x="0" y="190"/>
                        </a:moveTo>
                        <a:lnTo>
                          <a:pt x="35" y="0"/>
                        </a:lnTo>
                        <a:lnTo>
                          <a:pt x="909" y="0"/>
                        </a:lnTo>
                        <a:lnTo>
                          <a:pt x="957" y="190"/>
                        </a:lnTo>
                        <a:lnTo>
                          <a:pt x="0" y="190"/>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347365" name="任意多边形 10423"/>
                  <p:cNvSpPr/>
                  <p:nvPr/>
                </p:nvSpPr>
                <p:spPr bwMode="auto">
                  <a:xfrm>
                    <a:off x="472" y="1050"/>
                    <a:ext cx="957" cy="20"/>
                  </a:xfrm>
                  <a:custGeom>
                    <a:avLst/>
                    <a:gdLst/>
                    <a:ahLst/>
                    <a:cxnLst>
                      <a:cxn ang="0">
                        <a:pos x="0" y="0"/>
                      </a:cxn>
                      <a:cxn ang="0">
                        <a:pos x="10" y="20"/>
                      </a:cxn>
                      <a:cxn ang="0">
                        <a:pos x="950" y="20"/>
                      </a:cxn>
                      <a:cxn ang="0">
                        <a:pos x="957" y="0"/>
                      </a:cxn>
                      <a:cxn ang="0">
                        <a:pos x="0" y="0"/>
                      </a:cxn>
                    </a:cxnLst>
                    <a:rect l="0" t="0" r="r" b="b"/>
                    <a:pathLst>
                      <a:path w="957" h="20">
                        <a:moveTo>
                          <a:pt x="0" y="0"/>
                        </a:moveTo>
                        <a:lnTo>
                          <a:pt x="10" y="20"/>
                        </a:lnTo>
                        <a:lnTo>
                          <a:pt x="950" y="20"/>
                        </a:lnTo>
                        <a:lnTo>
                          <a:pt x="957" y="0"/>
                        </a:lnTo>
                        <a:lnTo>
                          <a:pt x="0" y="0"/>
                        </a:lnTo>
                        <a:close/>
                      </a:path>
                    </a:pathLst>
                  </a:custGeom>
                  <a:solidFill>
                    <a:srgbClr val="D8D8D8"/>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347364" name="任意多边形 10424"/>
                  <p:cNvSpPr/>
                  <p:nvPr/>
                </p:nvSpPr>
                <p:spPr bwMode="auto">
                  <a:xfrm>
                    <a:off x="472" y="1050"/>
                    <a:ext cx="957" cy="20"/>
                  </a:xfrm>
                  <a:custGeom>
                    <a:avLst/>
                    <a:gdLst/>
                    <a:ahLst/>
                    <a:cxnLst>
                      <a:cxn ang="0">
                        <a:pos x="0" y="0"/>
                      </a:cxn>
                      <a:cxn ang="0">
                        <a:pos x="10" y="20"/>
                      </a:cxn>
                      <a:cxn ang="0">
                        <a:pos x="950" y="20"/>
                      </a:cxn>
                      <a:cxn ang="0">
                        <a:pos x="957" y="0"/>
                      </a:cxn>
                      <a:cxn ang="0">
                        <a:pos x="0" y="0"/>
                      </a:cxn>
                    </a:cxnLst>
                    <a:rect l="0" t="0" r="r" b="b"/>
                    <a:pathLst>
                      <a:path w="957" h="20">
                        <a:moveTo>
                          <a:pt x="0" y="0"/>
                        </a:moveTo>
                        <a:lnTo>
                          <a:pt x="10" y="20"/>
                        </a:lnTo>
                        <a:lnTo>
                          <a:pt x="950" y="20"/>
                        </a:lnTo>
                        <a:lnTo>
                          <a:pt x="957" y="0"/>
                        </a:lnTo>
                        <a:lnTo>
                          <a:pt x="0" y="0"/>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347363" name="任意多边形 10425"/>
                  <p:cNvSpPr/>
                  <p:nvPr/>
                </p:nvSpPr>
                <p:spPr bwMode="auto">
                  <a:xfrm>
                    <a:off x="639" y="948"/>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62" name="矩形 10426"/>
                  <p:cNvSpPr>
                    <a:spLocks noChangeArrowheads="1"/>
                  </p:cNvSpPr>
                  <p:nvPr/>
                </p:nvSpPr>
                <p:spPr bwMode="auto">
                  <a:xfrm>
                    <a:off x="643" y="94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61" name="任意多边形 10427"/>
                  <p:cNvSpPr/>
                  <p:nvPr/>
                </p:nvSpPr>
                <p:spPr bwMode="auto">
                  <a:xfrm>
                    <a:off x="636" y="941"/>
                    <a:ext cx="7" cy="20"/>
                  </a:xfrm>
                  <a:custGeom>
                    <a:avLst/>
                    <a:gdLst/>
                    <a:ahLst/>
                    <a:cxnLst>
                      <a:cxn ang="0">
                        <a:pos x="7" y="0"/>
                      </a:cxn>
                      <a:cxn ang="0">
                        <a:pos x="0" y="18"/>
                      </a:cxn>
                      <a:cxn ang="0">
                        <a:pos x="3" y="20"/>
                      </a:cxn>
                    </a:cxnLst>
                    <a:rect l="0" t="0" r="r" b="b"/>
                    <a:pathLst>
                      <a:path w="7" h="20">
                        <a:moveTo>
                          <a:pt x="7"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60" name="任意多边形 10428"/>
                  <p:cNvSpPr/>
                  <p:nvPr/>
                </p:nvSpPr>
                <p:spPr bwMode="auto">
                  <a:xfrm>
                    <a:off x="658" y="941"/>
                    <a:ext cx="6" cy="20"/>
                  </a:xfrm>
                  <a:custGeom>
                    <a:avLst/>
                    <a:gdLst/>
                    <a:ahLst/>
                    <a:cxnLst>
                      <a:cxn ang="0">
                        <a:pos x="0" y="0"/>
                      </a:cxn>
                      <a:cxn ang="0">
                        <a:pos x="6" y="18"/>
                      </a:cxn>
                      <a:cxn ang="0">
                        <a:pos x="5" y="20"/>
                      </a:cxn>
                    </a:cxnLst>
                    <a:rect l="0" t="0" r="r" b="b"/>
                    <a:pathLst>
                      <a:path w="6" h="20">
                        <a:moveTo>
                          <a:pt x="0" y="0"/>
                        </a:moveTo>
                        <a:lnTo>
                          <a:pt x="6"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59" name="任意多边形 10429"/>
                  <p:cNvSpPr/>
                  <p:nvPr/>
                </p:nvSpPr>
                <p:spPr bwMode="auto">
                  <a:xfrm>
                    <a:off x="674" y="948"/>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58" name="矩形 10430"/>
                  <p:cNvSpPr>
                    <a:spLocks noChangeArrowheads="1"/>
                  </p:cNvSpPr>
                  <p:nvPr/>
                </p:nvSpPr>
                <p:spPr bwMode="auto">
                  <a:xfrm>
                    <a:off x="678" y="94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57" name="任意多边形 10431"/>
                  <p:cNvSpPr/>
                  <p:nvPr/>
                </p:nvSpPr>
                <p:spPr bwMode="auto">
                  <a:xfrm>
                    <a:off x="671" y="941"/>
                    <a:ext cx="7" cy="20"/>
                  </a:xfrm>
                  <a:custGeom>
                    <a:avLst/>
                    <a:gdLst/>
                    <a:ahLst/>
                    <a:cxnLst>
                      <a:cxn ang="0">
                        <a:pos x="7" y="0"/>
                      </a:cxn>
                      <a:cxn ang="0">
                        <a:pos x="0" y="18"/>
                      </a:cxn>
                      <a:cxn ang="0">
                        <a:pos x="2" y="20"/>
                      </a:cxn>
                    </a:cxnLst>
                    <a:rect l="0" t="0" r="r" b="b"/>
                    <a:pathLst>
                      <a:path w="7" h="20">
                        <a:moveTo>
                          <a:pt x="7" y="0"/>
                        </a:moveTo>
                        <a:lnTo>
                          <a:pt x="0" y="18"/>
                        </a:lnTo>
                        <a:lnTo>
                          <a:pt x="2"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56" name="任意多边形 10432"/>
                  <p:cNvSpPr/>
                  <p:nvPr/>
                </p:nvSpPr>
                <p:spPr bwMode="auto">
                  <a:xfrm>
                    <a:off x="693" y="941"/>
                    <a:ext cx="6" cy="20"/>
                  </a:xfrm>
                  <a:custGeom>
                    <a:avLst/>
                    <a:gdLst/>
                    <a:ahLst/>
                    <a:cxnLst>
                      <a:cxn ang="0">
                        <a:pos x="0" y="0"/>
                      </a:cxn>
                      <a:cxn ang="0">
                        <a:pos x="6" y="18"/>
                      </a:cxn>
                      <a:cxn ang="0">
                        <a:pos x="3" y="20"/>
                      </a:cxn>
                    </a:cxnLst>
                    <a:rect l="0" t="0" r="r" b="b"/>
                    <a:pathLst>
                      <a:path w="6" h="20">
                        <a:moveTo>
                          <a:pt x="0" y="0"/>
                        </a:moveTo>
                        <a:lnTo>
                          <a:pt x="6"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55" name="任意多边形 10433"/>
                  <p:cNvSpPr/>
                  <p:nvPr/>
                </p:nvSpPr>
                <p:spPr bwMode="auto">
                  <a:xfrm>
                    <a:off x="709" y="948"/>
                    <a:ext cx="21" cy="14"/>
                  </a:xfrm>
                  <a:custGeom>
                    <a:avLst/>
                    <a:gdLst/>
                    <a:ahLst/>
                    <a:cxnLst>
                      <a:cxn ang="0">
                        <a:pos x="17" y="0"/>
                      </a:cxn>
                      <a:cxn ang="0">
                        <a:pos x="4" y="0"/>
                      </a:cxn>
                      <a:cxn ang="0">
                        <a:pos x="0" y="14"/>
                      </a:cxn>
                      <a:cxn ang="0">
                        <a:pos x="21" y="14"/>
                      </a:cxn>
                      <a:cxn ang="0">
                        <a:pos x="17" y="0"/>
                      </a:cxn>
                    </a:cxnLst>
                    <a:rect l="0" t="0" r="r" b="b"/>
                    <a:pathLst>
                      <a:path w="21" h="14">
                        <a:moveTo>
                          <a:pt x="17" y="0"/>
                        </a:moveTo>
                        <a:lnTo>
                          <a:pt x="4" y="0"/>
                        </a:lnTo>
                        <a:lnTo>
                          <a:pt x="0" y="14"/>
                        </a:lnTo>
                        <a:lnTo>
                          <a:pt x="21"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54" name="矩形 10434"/>
                  <p:cNvSpPr>
                    <a:spLocks noChangeArrowheads="1"/>
                  </p:cNvSpPr>
                  <p:nvPr/>
                </p:nvSpPr>
                <p:spPr bwMode="auto">
                  <a:xfrm>
                    <a:off x="713" y="943"/>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53" name="任意多边形 10435"/>
                  <p:cNvSpPr/>
                  <p:nvPr/>
                </p:nvSpPr>
                <p:spPr bwMode="auto">
                  <a:xfrm>
                    <a:off x="704" y="941"/>
                    <a:ext cx="7" cy="20"/>
                  </a:xfrm>
                  <a:custGeom>
                    <a:avLst/>
                    <a:gdLst/>
                    <a:ahLst/>
                    <a:cxnLst>
                      <a:cxn ang="0">
                        <a:pos x="7" y="0"/>
                      </a:cxn>
                      <a:cxn ang="0">
                        <a:pos x="0" y="18"/>
                      </a:cxn>
                      <a:cxn ang="0">
                        <a:pos x="4" y="20"/>
                      </a:cxn>
                    </a:cxnLst>
                    <a:rect l="0" t="0" r="r" b="b"/>
                    <a:pathLst>
                      <a:path w="7" h="20">
                        <a:moveTo>
                          <a:pt x="7" y="0"/>
                        </a:moveTo>
                        <a:lnTo>
                          <a:pt x="0" y="18"/>
                        </a:lnTo>
                        <a:lnTo>
                          <a:pt x="4"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52" name="任意多边形 10436"/>
                  <p:cNvSpPr/>
                  <p:nvPr/>
                </p:nvSpPr>
                <p:spPr bwMode="auto">
                  <a:xfrm>
                    <a:off x="726" y="941"/>
                    <a:ext cx="7" cy="20"/>
                  </a:xfrm>
                  <a:custGeom>
                    <a:avLst/>
                    <a:gdLst/>
                    <a:ahLst/>
                    <a:cxnLst>
                      <a:cxn ang="0">
                        <a:pos x="0" y="0"/>
                      </a:cxn>
                      <a:cxn ang="0">
                        <a:pos x="7" y="18"/>
                      </a:cxn>
                      <a:cxn ang="0">
                        <a:pos x="5" y="20"/>
                      </a:cxn>
                    </a:cxnLst>
                    <a:rect l="0" t="0" r="r" b="b"/>
                    <a:pathLst>
                      <a:path w="7" h="20">
                        <a:moveTo>
                          <a:pt x="0" y="0"/>
                        </a:moveTo>
                        <a:lnTo>
                          <a:pt x="7"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51" name="任意多边形 10437"/>
                  <p:cNvSpPr/>
                  <p:nvPr/>
                </p:nvSpPr>
                <p:spPr bwMode="auto">
                  <a:xfrm>
                    <a:off x="743" y="948"/>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50" name="矩形 10438"/>
                  <p:cNvSpPr>
                    <a:spLocks noChangeArrowheads="1"/>
                  </p:cNvSpPr>
                  <p:nvPr/>
                </p:nvSpPr>
                <p:spPr bwMode="auto">
                  <a:xfrm>
                    <a:off x="746" y="94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49" name="任意多边形 10439"/>
                  <p:cNvSpPr/>
                  <p:nvPr/>
                </p:nvSpPr>
                <p:spPr bwMode="auto">
                  <a:xfrm>
                    <a:off x="740" y="941"/>
                    <a:ext cx="6" cy="20"/>
                  </a:xfrm>
                  <a:custGeom>
                    <a:avLst/>
                    <a:gdLst/>
                    <a:ahLst/>
                    <a:cxnLst>
                      <a:cxn ang="0">
                        <a:pos x="6" y="0"/>
                      </a:cxn>
                      <a:cxn ang="0">
                        <a:pos x="0" y="18"/>
                      </a:cxn>
                      <a:cxn ang="0">
                        <a:pos x="3" y="20"/>
                      </a:cxn>
                    </a:cxnLst>
                    <a:rect l="0" t="0" r="r" b="b"/>
                    <a:pathLst>
                      <a:path w="6" h="20">
                        <a:moveTo>
                          <a:pt x="6"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48" name="任意多边形 10440"/>
                  <p:cNvSpPr/>
                  <p:nvPr/>
                </p:nvSpPr>
                <p:spPr bwMode="auto">
                  <a:xfrm>
                    <a:off x="761" y="941"/>
                    <a:ext cx="7" cy="20"/>
                  </a:xfrm>
                  <a:custGeom>
                    <a:avLst/>
                    <a:gdLst/>
                    <a:ahLst/>
                    <a:cxnLst>
                      <a:cxn ang="0">
                        <a:pos x="0" y="0"/>
                      </a:cxn>
                      <a:cxn ang="0">
                        <a:pos x="7" y="18"/>
                      </a:cxn>
                      <a:cxn ang="0">
                        <a:pos x="5" y="20"/>
                      </a:cxn>
                    </a:cxnLst>
                    <a:rect l="0" t="0" r="r" b="b"/>
                    <a:pathLst>
                      <a:path w="7" h="20">
                        <a:moveTo>
                          <a:pt x="0" y="0"/>
                        </a:moveTo>
                        <a:lnTo>
                          <a:pt x="7"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47" name="任意多边形 10441"/>
                  <p:cNvSpPr/>
                  <p:nvPr/>
                </p:nvSpPr>
                <p:spPr bwMode="auto">
                  <a:xfrm>
                    <a:off x="778" y="948"/>
                    <a:ext cx="22" cy="14"/>
                  </a:xfrm>
                  <a:custGeom>
                    <a:avLst/>
                    <a:gdLst/>
                    <a:ahLst/>
                    <a:cxnLst>
                      <a:cxn ang="0">
                        <a:pos x="19" y="0"/>
                      </a:cxn>
                      <a:cxn ang="0">
                        <a:pos x="3" y="0"/>
                      </a:cxn>
                      <a:cxn ang="0">
                        <a:pos x="0" y="14"/>
                      </a:cxn>
                      <a:cxn ang="0">
                        <a:pos x="22" y="14"/>
                      </a:cxn>
                      <a:cxn ang="0">
                        <a:pos x="19" y="0"/>
                      </a:cxn>
                    </a:cxnLst>
                    <a:rect l="0" t="0" r="r" b="b"/>
                    <a:pathLst>
                      <a:path w="22" h="14">
                        <a:moveTo>
                          <a:pt x="19" y="0"/>
                        </a:moveTo>
                        <a:lnTo>
                          <a:pt x="3"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46" name="矩形 10442"/>
                  <p:cNvSpPr>
                    <a:spLocks noChangeArrowheads="1"/>
                  </p:cNvSpPr>
                  <p:nvPr/>
                </p:nvSpPr>
                <p:spPr bwMode="auto">
                  <a:xfrm>
                    <a:off x="781" y="943"/>
                    <a:ext cx="16"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45" name="任意多边形 10443"/>
                  <p:cNvSpPr/>
                  <p:nvPr/>
                </p:nvSpPr>
                <p:spPr bwMode="auto">
                  <a:xfrm>
                    <a:off x="775" y="941"/>
                    <a:ext cx="6" cy="20"/>
                  </a:xfrm>
                  <a:custGeom>
                    <a:avLst/>
                    <a:gdLst/>
                    <a:ahLst/>
                    <a:cxnLst>
                      <a:cxn ang="0">
                        <a:pos x="6" y="0"/>
                      </a:cxn>
                      <a:cxn ang="0">
                        <a:pos x="0" y="18"/>
                      </a:cxn>
                      <a:cxn ang="0">
                        <a:pos x="1" y="20"/>
                      </a:cxn>
                    </a:cxnLst>
                    <a:rect l="0" t="0" r="r" b="b"/>
                    <a:pathLst>
                      <a:path w="6" h="20">
                        <a:moveTo>
                          <a:pt x="6" y="0"/>
                        </a:moveTo>
                        <a:lnTo>
                          <a:pt x="0" y="18"/>
                        </a:lnTo>
                        <a:lnTo>
                          <a:pt x="1"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44" name="任意多边形 10444"/>
                  <p:cNvSpPr/>
                  <p:nvPr/>
                </p:nvSpPr>
                <p:spPr bwMode="auto">
                  <a:xfrm>
                    <a:off x="797" y="941"/>
                    <a:ext cx="6" cy="20"/>
                  </a:xfrm>
                  <a:custGeom>
                    <a:avLst/>
                    <a:gdLst/>
                    <a:ahLst/>
                    <a:cxnLst>
                      <a:cxn ang="0">
                        <a:pos x="0" y="0"/>
                      </a:cxn>
                      <a:cxn ang="0">
                        <a:pos x="6" y="18"/>
                      </a:cxn>
                      <a:cxn ang="0">
                        <a:pos x="3" y="20"/>
                      </a:cxn>
                    </a:cxnLst>
                    <a:rect l="0" t="0" r="r" b="b"/>
                    <a:pathLst>
                      <a:path w="6" h="20">
                        <a:moveTo>
                          <a:pt x="0" y="0"/>
                        </a:moveTo>
                        <a:lnTo>
                          <a:pt x="6"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43" name="任意多边形 10445"/>
                  <p:cNvSpPr/>
                  <p:nvPr/>
                </p:nvSpPr>
                <p:spPr bwMode="auto">
                  <a:xfrm>
                    <a:off x="813" y="948"/>
                    <a:ext cx="20" cy="14"/>
                  </a:xfrm>
                  <a:custGeom>
                    <a:avLst/>
                    <a:gdLst/>
                    <a:ahLst/>
                    <a:cxnLst>
                      <a:cxn ang="0">
                        <a:pos x="17" y="0"/>
                      </a:cxn>
                      <a:cxn ang="0">
                        <a:pos x="4" y="0"/>
                      </a:cxn>
                      <a:cxn ang="0">
                        <a:pos x="0" y="14"/>
                      </a:cxn>
                      <a:cxn ang="0">
                        <a:pos x="20" y="14"/>
                      </a:cxn>
                      <a:cxn ang="0">
                        <a:pos x="17" y="0"/>
                      </a:cxn>
                    </a:cxnLst>
                    <a:rect l="0" t="0" r="r" b="b"/>
                    <a:pathLst>
                      <a:path w="20" h="14">
                        <a:moveTo>
                          <a:pt x="17" y="0"/>
                        </a:moveTo>
                        <a:lnTo>
                          <a:pt x="4"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42" name="矩形 10446"/>
                  <p:cNvSpPr>
                    <a:spLocks noChangeArrowheads="1"/>
                  </p:cNvSpPr>
                  <p:nvPr/>
                </p:nvSpPr>
                <p:spPr bwMode="auto">
                  <a:xfrm>
                    <a:off x="817" y="943"/>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41" name="任意多边形 10447"/>
                  <p:cNvSpPr/>
                  <p:nvPr/>
                </p:nvSpPr>
                <p:spPr bwMode="auto">
                  <a:xfrm>
                    <a:off x="808" y="941"/>
                    <a:ext cx="9" cy="20"/>
                  </a:xfrm>
                  <a:custGeom>
                    <a:avLst/>
                    <a:gdLst/>
                    <a:ahLst/>
                    <a:cxnLst>
                      <a:cxn ang="0">
                        <a:pos x="9" y="0"/>
                      </a:cxn>
                      <a:cxn ang="0">
                        <a:pos x="0" y="18"/>
                      </a:cxn>
                      <a:cxn ang="0">
                        <a:pos x="4" y="20"/>
                      </a:cxn>
                    </a:cxnLst>
                    <a:rect l="0" t="0" r="r" b="b"/>
                    <a:pathLst>
                      <a:path w="9" h="20">
                        <a:moveTo>
                          <a:pt x="9" y="0"/>
                        </a:moveTo>
                        <a:lnTo>
                          <a:pt x="0" y="18"/>
                        </a:lnTo>
                        <a:lnTo>
                          <a:pt x="4"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40" name="任意多边形 10448"/>
                  <p:cNvSpPr/>
                  <p:nvPr/>
                </p:nvSpPr>
                <p:spPr bwMode="auto">
                  <a:xfrm>
                    <a:off x="830" y="941"/>
                    <a:ext cx="7" cy="20"/>
                  </a:xfrm>
                  <a:custGeom>
                    <a:avLst/>
                    <a:gdLst/>
                    <a:ahLst/>
                    <a:cxnLst>
                      <a:cxn ang="0">
                        <a:pos x="0" y="0"/>
                      </a:cxn>
                      <a:cxn ang="0">
                        <a:pos x="7" y="18"/>
                      </a:cxn>
                      <a:cxn ang="0">
                        <a:pos x="5" y="20"/>
                      </a:cxn>
                    </a:cxnLst>
                    <a:rect l="0" t="0" r="r" b="b"/>
                    <a:pathLst>
                      <a:path w="7" h="20">
                        <a:moveTo>
                          <a:pt x="0" y="0"/>
                        </a:moveTo>
                        <a:lnTo>
                          <a:pt x="7"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39" name="任意多边形 10449"/>
                  <p:cNvSpPr/>
                  <p:nvPr/>
                </p:nvSpPr>
                <p:spPr bwMode="auto">
                  <a:xfrm>
                    <a:off x="847" y="948"/>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38" name="矩形 10450"/>
                  <p:cNvSpPr>
                    <a:spLocks noChangeArrowheads="1"/>
                  </p:cNvSpPr>
                  <p:nvPr/>
                </p:nvSpPr>
                <p:spPr bwMode="auto">
                  <a:xfrm>
                    <a:off x="850" y="943"/>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37" name="任意多边形 10451"/>
                  <p:cNvSpPr/>
                  <p:nvPr/>
                </p:nvSpPr>
                <p:spPr bwMode="auto">
                  <a:xfrm>
                    <a:off x="843" y="941"/>
                    <a:ext cx="7" cy="20"/>
                  </a:xfrm>
                  <a:custGeom>
                    <a:avLst/>
                    <a:gdLst/>
                    <a:ahLst/>
                    <a:cxnLst>
                      <a:cxn ang="0">
                        <a:pos x="7" y="0"/>
                      </a:cxn>
                      <a:cxn ang="0">
                        <a:pos x="0" y="18"/>
                      </a:cxn>
                      <a:cxn ang="0">
                        <a:pos x="2" y="20"/>
                      </a:cxn>
                    </a:cxnLst>
                    <a:rect l="0" t="0" r="r" b="b"/>
                    <a:pathLst>
                      <a:path w="7" h="20">
                        <a:moveTo>
                          <a:pt x="7" y="0"/>
                        </a:moveTo>
                        <a:lnTo>
                          <a:pt x="0" y="18"/>
                        </a:lnTo>
                        <a:lnTo>
                          <a:pt x="2"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36" name="任意多边形 10452"/>
                  <p:cNvSpPr/>
                  <p:nvPr/>
                </p:nvSpPr>
                <p:spPr bwMode="auto">
                  <a:xfrm>
                    <a:off x="863" y="941"/>
                    <a:ext cx="9" cy="20"/>
                  </a:xfrm>
                  <a:custGeom>
                    <a:avLst/>
                    <a:gdLst/>
                    <a:ahLst/>
                    <a:cxnLst>
                      <a:cxn ang="0">
                        <a:pos x="0" y="0"/>
                      </a:cxn>
                      <a:cxn ang="0">
                        <a:pos x="9" y="18"/>
                      </a:cxn>
                      <a:cxn ang="0">
                        <a:pos x="5" y="20"/>
                      </a:cxn>
                    </a:cxnLst>
                    <a:rect l="0" t="0" r="r" b="b"/>
                    <a:pathLst>
                      <a:path w="9" h="20">
                        <a:moveTo>
                          <a:pt x="0" y="0"/>
                        </a:moveTo>
                        <a:lnTo>
                          <a:pt x="9"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35" name="任意多边形 10453"/>
                  <p:cNvSpPr/>
                  <p:nvPr/>
                </p:nvSpPr>
                <p:spPr bwMode="auto">
                  <a:xfrm>
                    <a:off x="880" y="948"/>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34" name="矩形 10454"/>
                  <p:cNvSpPr>
                    <a:spLocks noChangeArrowheads="1"/>
                  </p:cNvSpPr>
                  <p:nvPr/>
                </p:nvSpPr>
                <p:spPr bwMode="auto">
                  <a:xfrm>
                    <a:off x="884" y="94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33" name="任意多边形 10455"/>
                  <p:cNvSpPr/>
                  <p:nvPr/>
                </p:nvSpPr>
                <p:spPr bwMode="auto">
                  <a:xfrm>
                    <a:off x="877" y="941"/>
                    <a:ext cx="7" cy="20"/>
                  </a:xfrm>
                  <a:custGeom>
                    <a:avLst/>
                    <a:gdLst/>
                    <a:ahLst/>
                    <a:cxnLst>
                      <a:cxn ang="0">
                        <a:pos x="7" y="0"/>
                      </a:cxn>
                      <a:cxn ang="0">
                        <a:pos x="0" y="18"/>
                      </a:cxn>
                      <a:cxn ang="0">
                        <a:pos x="3" y="20"/>
                      </a:cxn>
                    </a:cxnLst>
                    <a:rect l="0" t="0" r="r" b="b"/>
                    <a:pathLst>
                      <a:path w="7" h="20">
                        <a:moveTo>
                          <a:pt x="7"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32" name="任意多边形 10456"/>
                  <p:cNvSpPr/>
                  <p:nvPr/>
                </p:nvSpPr>
                <p:spPr bwMode="auto">
                  <a:xfrm>
                    <a:off x="899" y="941"/>
                    <a:ext cx="8" cy="20"/>
                  </a:xfrm>
                  <a:custGeom>
                    <a:avLst/>
                    <a:gdLst/>
                    <a:ahLst/>
                    <a:cxnLst>
                      <a:cxn ang="0">
                        <a:pos x="0" y="0"/>
                      </a:cxn>
                      <a:cxn ang="0">
                        <a:pos x="8" y="18"/>
                      </a:cxn>
                      <a:cxn ang="0">
                        <a:pos x="5" y="20"/>
                      </a:cxn>
                    </a:cxnLst>
                    <a:rect l="0" t="0" r="r" b="b"/>
                    <a:pathLst>
                      <a:path w="8" h="20">
                        <a:moveTo>
                          <a:pt x="0" y="0"/>
                        </a:moveTo>
                        <a:lnTo>
                          <a:pt x="8"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31" name="任意多边形 10457"/>
                  <p:cNvSpPr/>
                  <p:nvPr/>
                </p:nvSpPr>
                <p:spPr bwMode="auto">
                  <a:xfrm>
                    <a:off x="915" y="948"/>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30" name="矩形 10458"/>
                  <p:cNvSpPr>
                    <a:spLocks noChangeArrowheads="1"/>
                  </p:cNvSpPr>
                  <p:nvPr/>
                </p:nvSpPr>
                <p:spPr bwMode="auto">
                  <a:xfrm>
                    <a:off x="919" y="94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29" name="任意多边形 10459"/>
                  <p:cNvSpPr/>
                  <p:nvPr/>
                </p:nvSpPr>
                <p:spPr bwMode="auto">
                  <a:xfrm>
                    <a:off x="912" y="941"/>
                    <a:ext cx="7" cy="20"/>
                  </a:xfrm>
                  <a:custGeom>
                    <a:avLst/>
                    <a:gdLst/>
                    <a:ahLst/>
                    <a:cxnLst>
                      <a:cxn ang="0">
                        <a:pos x="7" y="0"/>
                      </a:cxn>
                      <a:cxn ang="0">
                        <a:pos x="0" y="18"/>
                      </a:cxn>
                      <a:cxn ang="0">
                        <a:pos x="2" y="20"/>
                      </a:cxn>
                    </a:cxnLst>
                    <a:rect l="0" t="0" r="r" b="b"/>
                    <a:pathLst>
                      <a:path w="7" h="20">
                        <a:moveTo>
                          <a:pt x="7" y="0"/>
                        </a:moveTo>
                        <a:lnTo>
                          <a:pt x="0" y="18"/>
                        </a:lnTo>
                        <a:lnTo>
                          <a:pt x="2"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28" name="任意多边形 10460"/>
                  <p:cNvSpPr/>
                  <p:nvPr/>
                </p:nvSpPr>
                <p:spPr bwMode="auto">
                  <a:xfrm>
                    <a:off x="934" y="941"/>
                    <a:ext cx="6" cy="20"/>
                  </a:xfrm>
                  <a:custGeom>
                    <a:avLst/>
                    <a:gdLst/>
                    <a:ahLst/>
                    <a:cxnLst>
                      <a:cxn ang="0">
                        <a:pos x="0" y="0"/>
                      </a:cxn>
                      <a:cxn ang="0">
                        <a:pos x="6" y="18"/>
                      </a:cxn>
                      <a:cxn ang="0">
                        <a:pos x="5" y="20"/>
                      </a:cxn>
                    </a:cxnLst>
                    <a:rect l="0" t="0" r="r" b="b"/>
                    <a:pathLst>
                      <a:path w="6" h="20">
                        <a:moveTo>
                          <a:pt x="0" y="0"/>
                        </a:moveTo>
                        <a:lnTo>
                          <a:pt x="6"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27" name="任意多边形 10461"/>
                  <p:cNvSpPr/>
                  <p:nvPr/>
                </p:nvSpPr>
                <p:spPr bwMode="auto">
                  <a:xfrm>
                    <a:off x="950" y="948"/>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26" name="矩形 10462"/>
                  <p:cNvSpPr>
                    <a:spLocks noChangeArrowheads="1"/>
                  </p:cNvSpPr>
                  <p:nvPr/>
                </p:nvSpPr>
                <p:spPr bwMode="auto">
                  <a:xfrm>
                    <a:off x="954" y="94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25" name="任意多边形 10463"/>
                  <p:cNvSpPr/>
                  <p:nvPr/>
                </p:nvSpPr>
                <p:spPr bwMode="auto">
                  <a:xfrm>
                    <a:off x="947" y="941"/>
                    <a:ext cx="7" cy="20"/>
                  </a:xfrm>
                  <a:custGeom>
                    <a:avLst/>
                    <a:gdLst/>
                    <a:ahLst/>
                    <a:cxnLst>
                      <a:cxn ang="0">
                        <a:pos x="7" y="0"/>
                      </a:cxn>
                      <a:cxn ang="0">
                        <a:pos x="0" y="18"/>
                      </a:cxn>
                      <a:cxn ang="0">
                        <a:pos x="2" y="20"/>
                      </a:cxn>
                    </a:cxnLst>
                    <a:rect l="0" t="0" r="r" b="b"/>
                    <a:pathLst>
                      <a:path w="7" h="20">
                        <a:moveTo>
                          <a:pt x="7" y="0"/>
                        </a:moveTo>
                        <a:lnTo>
                          <a:pt x="0" y="18"/>
                        </a:lnTo>
                        <a:lnTo>
                          <a:pt x="2"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24" name="任意多边形 10464"/>
                  <p:cNvSpPr/>
                  <p:nvPr/>
                </p:nvSpPr>
                <p:spPr bwMode="auto">
                  <a:xfrm>
                    <a:off x="969" y="941"/>
                    <a:ext cx="7" cy="20"/>
                  </a:xfrm>
                  <a:custGeom>
                    <a:avLst/>
                    <a:gdLst/>
                    <a:ahLst/>
                    <a:cxnLst>
                      <a:cxn ang="0">
                        <a:pos x="0" y="0"/>
                      </a:cxn>
                      <a:cxn ang="0">
                        <a:pos x="7" y="18"/>
                      </a:cxn>
                      <a:cxn ang="0">
                        <a:pos x="3" y="20"/>
                      </a:cxn>
                    </a:cxnLst>
                    <a:rect l="0" t="0" r="r" b="b"/>
                    <a:pathLst>
                      <a:path w="7" h="20">
                        <a:moveTo>
                          <a:pt x="0" y="0"/>
                        </a:moveTo>
                        <a:lnTo>
                          <a:pt x="7"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23" name="任意多边形 10465"/>
                  <p:cNvSpPr/>
                  <p:nvPr/>
                </p:nvSpPr>
                <p:spPr bwMode="auto">
                  <a:xfrm>
                    <a:off x="984" y="948"/>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22" name="矩形 10466"/>
                  <p:cNvSpPr>
                    <a:spLocks noChangeArrowheads="1"/>
                  </p:cNvSpPr>
                  <p:nvPr/>
                </p:nvSpPr>
                <p:spPr bwMode="auto">
                  <a:xfrm>
                    <a:off x="987" y="94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21" name="任意多边形 10467"/>
                  <p:cNvSpPr/>
                  <p:nvPr/>
                </p:nvSpPr>
                <p:spPr bwMode="auto">
                  <a:xfrm>
                    <a:off x="981" y="941"/>
                    <a:ext cx="6" cy="20"/>
                  </a:xfrm>
                  <a:custGeom>
                    <a:avLst/>
                    <a:gdLst/>
                    <a:ahLst/>
                    <a:cxnLst>
                      <a:cxn ang="0">
                        <a:pos x="6" y="0"/>
                      </a:cxn>
                      <a:cxn ang="0">
                        <a:pos x="0" y="18"/>
                      </a:cxn>
                      <a:cxn ang="0">
                        <a:pos x="3" y="20"/>
                      </a:cxn>
                    </a:cxnLst>
                    <a:rect l="0" t="0" r="r" b="b"/>
                    <a:pathLst>
                      <a:path w="6" h="20">
                        <a:moveTo>
                          <a:pt x="6"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20" name="任意多边形 10468"/>
                  <p:cNvSpPr/>
                  <p:nvPr/>
                </p:nvSpPr>
                <p:spPr bwMode="auto">
                  <a:xfrm>
                    <a:off x="1002" y="941"/>
                    <a:ext cx="7" cy="20"/>
                  </a:xfrm>
                  <a:custGeom>
                    <a:avLst/>
                    <a:gdLst/>
                    <a:ahLst/>
                    <a:cxnLst>
                      <a:cxn ang="0">
                        <a:pos x="0" y="0"/>
                      </a:cxn>
                      <a:cxn ang="0">
                        <a:pos x="7" y="18"/>
                      </a:cxn>
                      <a:cxn ang="0">
                        <a:pos x="5" y="20"/>
                      </a:cxn>
                    </a:cxnLst>
                    <a:rect l="0" t="0" r="r" b="b"/>
                    <a:pathLst>
                      <a:path w="7" h="20">
                        <a:moveTo>
                          <a:pt x="0" y="0"/>
                        </a:moveTo>
                        <a:lnTo>
                          <a:pt x="7"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19" name="任意多边形 10469"/>
                  <p:cNvSpPr/>
                  <p:nvPr/>
                </p:nvSpPr>
                <p:spPr bwMode="auto">
                  <a:xfrm>
                    <a:off x="1019" y="948"/>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18" name="矩形 10470"/>
                  <p:cNvSpPr>
                    <a:spLocks noChangeArrowheads="1"/>
                  </p:cNvSpPr>
                  <p:nvPr/>
                </p:nvSpPr>
                <p:spPr bwMode="auto">
                  <a:xfrm>
                    <a:off x="1022" y="94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17" name="任意多边形 10471"/>
                  <p:cNvSpPr/>
                  <p:nvPr/>
                </p:nvSpPr>
                <p:spPr bwMode="auto">
                  <a:xfrm>
                    <a:off x="1016" y="941"/>
                    <a:ext cx="6" cy="20"/>
                  </a:xfrm>
                  <a:custGeom>
                    <a:avLst/>
                    <a:gdLst/>
                    <a:ahLst/>
                    <a:cxnLst>
                      <a:cxn ang="0">
                        <a:pos x="6" y="0"/>
                      </a:cxn>
                      <a:cxn ang="0">
                        <a:pos x="0" y="18"/>
                      </a:cxn>
                      <a:cxn ang="0">
                        <a:pos x="1" y="20"/>
                      </a:cxn>
                    </a:cxnLst>
                    <a:rect l="0" t="0" r="r" b="b"/>
                    <a:pathLst>
                      <a:path w="6" h="20">
                        <a:moveTo>
                          <a:pt x="6" y="0"/>
                        </a:moveTo>
                        <a:lnTo>
                          <a:pt x="0" y="18"/>
                        </a:lnTo>
                        <a:lnTo>
                          <a:pt x="1"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16" name="任意多边形 10472"/>
                  <p:cNvSpPr/>
                  <p:nvPr/>
                </p:nvSpPr>
                <p:spPr bwMode="auto">
                  <a:xfrm>
                    <a:off x="1037" y="941"/>
                    <a:ext cx="7" cy="20"/>
                  </a:xfrm>
                  <a:custGeom>
                    <a:avLst/>
                    <a:gdLst/>
                    <a:ahLst/>
                    <a:cxnLst>
                      <a:cxn ang="0">
                        <a:pos x="0" y="0"/>
                      </a:cxn>
                      <a:cxn ang="0">
                        <a:pos x="7" y="18"/>
                      </a:cxn>
                      <a:cxn ang="0">
                        <a:pos x="4" y="20"/>
                      </a:cxn>
                    </a:cxnLst>
                    <a:rect l="0" t="0" r="r" b="b"/>
                    <a:pathLst>
                      <a:path w="7" h="20">
                        <a:moveTo>
                          <a:pt x="0" y="0"/>
                        </a:moveTo>
                        <a:lnTo>
                          <a:pt x="7" y="18"/>
                        </a:lnTo>
                        <a:lnTo>
                          <a:pt x="4"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15" name="任意多边形 10473"/>
                  <p:cNvSpPr/>
                  <p:nvPr/>
                </p:nvSpPr>
                <p:spPr bwMode="auto">
                  <a:xfrm>
                    <a:off x="576" y="922"/>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14" name="矩形 10474"/>
                  <p:cNvSpPr>
                    <a:spLocks noChangeArrowheads="1"/>
                  </p:cNvSpPr>
                  <p:nvPr/>
                </p:nvSpPr>
                <p:spPr bwMode="auto">
                  <a:xfrm>
                    <a:off x="579" y="917"/>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13" name="任意多边形 10475"/>
                  <p:cNvSpPr/>
                  <p:nvPr/>
                </p:nvSpPr>
                <p:spPr bwMode="auto">
                  <a:xfrm>
                    <a:off x="572" y="917"/>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12" name="任意多边形 10476"/>
                  <p:cNvSpPr/>
                  <p:nvPr/>
                </p:nvSpPr>
                <p:spPr bwMode="auto">
                  <a:xfrm>
                    <a:off x="592" y="917"/>
                    <a:ext cx="9" cy="19"/>
                  </a:xfrm>
                  <a:custGeom>
                    <a:avLst/>
                    <a:gdLst/>
                    <a:ahLst/>
                    <a:cxnLst>
                      <a:cxn ang="0">
                        <a:pos x="0" y="0"/>
                      </a:cxn>
                      <a:cxn ang="0">
                        <a:pos x="9" y="16"/>
                      </a:cxn>
                      <a:cxn ang="0">
                        <a:pos x="5" y="19"/>
                      </a:cxn>
                    </a:cxnLst>
                    <a:rect l="0" t="0" r="r" b="b"/>
                    <a:pathLst>
                      <a:path w="9" h="19">
                        <a:moveTo>
                          <a:pt x="0" y="0"/>
                        </a:moveTo>
                        <a:lnTo>
                          <a:pt x="9"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11" name="任意多边形 10477"/>
                  <p:cNvSpPr/>
                  <p:nvPr/>
                </p:nvSpPr>
                <p:spPr bwMode="auto">
                  <a:xfrm>
                    <a:off x="609" y="922"/>
                    <a:ext cx="22" cy="14"/>
                  </a:xfrm>
                  <a:custGeom>
                    <a:avLst/>
                    <a:gdLst/>
                    <a:ahLst/>
                    <a:cxnLst>
                      <a:cxn ang="0">
                        <a:pos x="19" y="0"/>
                      </a:cxn>
                      <a:cxn ang="0">
                        <a:pos x="3" y="0"/>
                      </a:cxn>
                      <a:cxn ang="0">
                        <a:pos x="0" y="14"/>
                      </a:cxn>
                      <a:cxn ang="0">
                        <a:pos x="22" y="14"/>
                      </a:cxn>
                      <a:cxn ang="0">
                        <a:pos x="19" y="0"/>
                      </a:cxn>
                    </a:cxnLst>
                    <a:rect l="0" t="0" r="r" b="b"/>
                    <a:pathLst>
                      <a:path w="22" h="14">
                        <a:moveTo>
                          <a:pt x="19" y="0"/>
                        </a:moveTo>
                        <a:lnTo>
                          <a:pt x="3"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10" name="矩形 10478"/>
                  <p:cNvSpPr>
                    <a:spLocks noChangeArrowheads="1"/>
                  </p:cNvSpPr>
                  <p:nvPr/>
                </p:nvSpPr>
                <p:spPr bwMode="auto">
                  <a:xfrm>
                    <a:off x="612" y="917"/>
                    <a:ext cx="16"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09" name="任意多边形 10479"/>
                  <p:cNvSpPr/>
                  <p:nvPr/>
                </p:nvSpPr>
                <p:spPr bwMode="auto">
                  <a:xfrm>
                    <a:off x="606" y="917"/>
                    <a:ext cx="6" cy="19"/>
                  </a:xfrm>
                  <a:custGeom>
                    <a:avLst/>
                    <a:gdLst/>
                    <a:ahLst/>
                    <a:cxnLst>
                      <a:cxn ang="0">
                        <a:pos x="6" y="0"/>
                      </a:cxn>
                      <a:cxn ang="0">
                        <a:pos x="0" y="16"/>
                      </a:cxn>
                      <a:cxn ang="0">
                        <a:pos x="3" y="19"/>
                      </a:cxn>
                    </a:cxnLst>
                    <a:rect l="0" t="0" r="r" b="b"/>
                    <a:pathLst>
                      <a:path w="6" h="19">
                        <a:moveTo>
                          <a:pt x="6"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08" name="任意多边形 10480"/>
                  <p:cNvSpPr/>
                  <p:nvPr/>
                </p:nvSpPr>
                <p:spPr bwMode="auto">
                  <a:xfrm>
                    <a:off x="628" y="917"/>
                    <a:ext cx="8" cy="19"/>
                  </a:xfrm>
                  <a:custGeom>
                    <a:avLst/>
                    <a:gdLst/>
                    <a:ahLst/>
                    <a:cxnLst>
                      <a:cxn ang="0">
                        <a:pos x="0" y="0"/>
                      </a:cxn>
                      <a:cxn ang="0">
                        <a:pos x="8" y="16"/>
                      </a:cxn>
                      <a:cxn ang="0">
                        <a:pos x="5" y="19"/>
                      </a:cxn>
                    </a:cxnLst>
                    <a:rect l="0" t="0" r="r" b="b"/>
                    <a:pathLst>
                      <a:path w="8" h="19">
                        <a:moveTo>
                          <a:pt x="0" y="0"/>
                        </a:moveTo>
                        <a:lnTo>
                          <a:pt x="8"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07" name="任意多边形 10481"/>
                  <p:cNvSpPr/>
                  <p:nvPr/>
                </p:nvSpPr>
                <p:spPr bwMode="auto">
                  <a:xfrm>
                    <a:off x="644" y="922"/>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06" name="矩形 10482"/>
                  <p:cNvSpPr>
                    <a:spLocks noChangeArrowheads="1"/>
                  </p:cNvSpPr>
                  <p:nvPr/>
                </p:nvSpPr>
                <p:spPr bwMode="auto">
                  <a:xfrm>
                    <a:off x="648" y="917"/>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05" name="任意多边形 10483"/>
                  <p:cNvSpPr/>
                  <p:nvPr/>
                </p:nvSpPr>
                <p:spPr bwMode="auto">
                  <a:xfrm>
                    <a:off x="641" y="917"/>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04" name="任意多边形 10484"/>
                  <p:cNvSpPr/>
                  <p:nvPr/>
                </p:nvSpPr>
                <p:spPr bwMode="auto">
                  <a:xfrm>
                    <a:off x="663" y="917"/>
                    <a:ext cx="6" cy="19"/>
                  </a:xfrm>
                  <a:custGeom>
                    <a:avLst/>
                    <a:gdLst/>
                    <a:ahLst/>
                    <a:cxnLst>
                      <a:cxn ang="0">
                        <a:pos x="0" y="0"/>
                      </a:cxn>
                      <a:cxn ang="0">
                        <a:pos x="6" y="16"/>
                      </a:cxn>
                      <a:cxn ang="0">
                        <a:pos x="3" y="19"/>
                      </a:cxn>
                    </a:cxnLst>
                    <a:rect l="0" t="0" r="r" b="b"/>
                    <a:pathLst>
                      <a:path w="6" h="19">
                        <a:moveTo>
                          <a:pt x="0" y="0"/>
                        </a:moveTo>
                        <a:lnTo>
                          <a:pt x="6"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03" name="任意多边形 10485"/>
                  <p:cNvSpPr/>
                  <p:nvPr/>
                </p:nvSpPr>
                <p:spPr bwMode="auto">
                  <a:xfrm>
                    <a:off x="679" y="922"/>
                    <a:ext cx="20" cy="14"/>
                  </a:xfrm>
                  <a:custGeom>
                    <a:avLst/>
                    <a:gdLst/>
                    <a:ahLst/>
                    <a:cxnLst>
                      <a:cxn ang="0">
                        <a:pos x="17" y="0"/>
                      </a:cxn>
                      <a:cxn ang="0">
                        <a:pos x="4" y="0"/>
                      </a:cxn>
                      <a:cxn ang="0">
                        <a:pos x="0" y="14"/>
                      </a:cxn>
                      <a:cxn ang="0">
                        <a:pos x="20" y="14"/>
                      </a:cxn>
                      <a:cxn ang="0">
                        <a:pos x="17" y="0"/>
                      </a:cxn>
                    </a:cxnLst>
                    <a:rect l="0" t="0" r="r" b="b"/>
                    <a:pathLst>
                      <a:path w="20" h="14">
                        <a:moveTo>
                          <a:pt x="17" y="0"/>
                        </a:moveTo>
                        <a:lnTo>
                          <a:pt x="4"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02" name="矩形 10486"/>
                  <p:cNvSpPr>
                    <a:spLocks noChangeArrowheads="1"/>
                  </p:cNvSpPr>
                  <p:nvPr/>
                </p:nvSpPr>
                <p:spPr bwMode="auto">
                  <a:xfrm>
                    <a:off x="683" y="917"/>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01" name="任意多边形 10487"/>
                  <p:cNvSpPr/>
                  <p:nvPr/>
                </p:nvSpPr>
                <p:spPr bwMode="auto">
                  <a:xfrm>
                    <a:off x="676" y="917"/>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00" name="任意多边形 10488"/>
                  <p:cNvSpPr/>
                  <p:nvPr/>
                </p:nvSpPr>
                <p:spPr bwMode="auto">
                  <a:xfrm>
                    <a:off x="696" y="917"/>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99" name="任意多边形 10489"/>
                  <p:cNvSpPr/>
                  <p:nvPr/>
                </p:nvSpPr>
                <p:spPr bwMode="auto">
                  <a:xfrm>
                    <a:off x="713" y="922"/>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98" name="矩形 10490"/>
                  <p:cNvSpPr>
                    <a:spLocks noChangeArrowheads="1"/>
                  </p:cNvSpPr>
                  <p:nvPr/>
                </p:nvSpPr>
                <p:spPr bwMode="auto">
                  <a:xfrm>
                    <a:off x="716" y="917"/>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97" name="任意多边形 10491"/>
                  <p:cNvSpPr/>
                  <p:nvPr/>
                </p:nvSpPr>
                <p:spPr bwMode="auto">
                  <a:xfrm>
                    <a:off x="709" y="917"/>
                    <a:ext cx="7" cy="19"/>
                  </a:xfrm>
                  <a:custGeom>
                    <a:avLst/>
                    <a:gdLst/>
                    <a:ahLst/>
                    <a:cxnLst>
                      <a:cxn ang="0">
                        <a:pos x="7" y="0"/>
                      </a:cxn>
                      <a:cxn ang="0">
                        <a:pos x="0" y="16"/>
                      </a:cxn>
                      <a:cxn ang="0">
                        <a:pos x="4" y="19"/>
                      </a:cxn>
                    </a:cxnLst>
                    <a:rect l="0" t="0" r="r" b="b"/>
                    <a:pathLst>
                      <a:path w="7" h="19">
                        <a:moveTo>
                          <a:pt x="7"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96" name="任意多边形 10492"/>
                  <p:cNvSpPr/>
                  <p:nvPr/>
                </p:nvSpPr>
                <p:spPr bwMode="auto">
                  <a:xfrm>
                    <a:off x="731" y="917"/>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95" name="任意多边形 10493"/>
                  <p:cNvSpPr/>
                  <p:nvPr/>
                </p:nvSpPr>
                <p:spPr bwMode="auto">
                  <a:xfrm>
                    <a:off x="748" y="922"/>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94" name="矩形 10494"/>
                  <p:cNvSpPr>
                    <a:spLocks noChangeArrowheads="1"/>
                  </p:cNvSpPr>
                  <p:nvPr/>
                </p:nvSpPr>
                <p:spPr bwMode="auto">
                  <a:xfrm>
                    <a:off x="751" y="917"/>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93" name="任意多边形 10495"/>
                  <p:cNvSpPr/>
                  <p:nvPr/>
                </p:nvSpPr>
                <p:spPr bwMode="auto">
                  <a:xfrm>
                    <a:off x="745" y="917"/>
                    <a:ext cx="6" cy="19"/>
                  </a:xfrm>
                  <a:custGeom>
                    <a:avLst/>
                    <a:gdLst/>
                    <a:ahLst/>
                    <a:cxnLst>
                      <a:cxn ang="0">
                        <a:pos x="6" y="0"/>
                      </a:cxn>
                      <a:cxn ang="0">
                        <a:pos x="0" y="16"/>
                      </a:cxn>
                      <a:cxn ang="0">
                        <a:pos x="1" y="19"/>
                      </a:cxn>
                    </a:cxnLst>
                    <a:rect l="0" t="0" r="r" b="b"/>
                    <a:pathLst>
                      <a:path w="6" h="19">
                        <a:moveTo>
                          <a:pt x="6" y="0"/>
                        </a:moveTo>
                        <a:lnTo>
                          <a:pt x="0" y="16"/>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92" name="任意多边形 10496"/>
                  <p:cNvSpPr/>
                  <p:nvPr/>
                </p:nvSpPr>
                <p:spPr bwMode="auto">
                  <a:xfrm>
                    <a:off x="766" y="917"/>
                    <a:ext cx="7" cy="19"/>
                  </a:xfrm>
                  <a:custGeom>
                    <a:avLst/>
                    <a:gdLst/>
                    <a:ahLst/>
                    <a:cxnLst>
                      <a:cxn ang="0">
                        <a:pos x="0" y="0"/>
                      </a:cxn>
                      <a:cxn ang="0">
                        <a:pos x="7" y="16"/>
                      </a:cxn>
                      <a:cxn ang="0">
                        <a:pos x="4" y="19"/>
                      </a:cxn>
                    </a:cxnLst>
                    <a:rect l="0" t="0" r="r" b="b"/>
                    <a:pathLst>
                      <a:path w="7" h="19">
                        <a:moveTo>
                          <a:pt x="0" y="0"/>
                        </a:moveTo>
                        <a:lnTo>
                          <a:pt x="7"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91" name="任意多边形 10497"/>
                  <p:cNvSpPr/>
                  <p:nvPr/>
                </p:nvSpPr>
                <p:spPr bwMode="auto">
                  <a:xfrm>
                    <a:off x="783" y="922"/>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90" name="矩形 10498"/>
                  <p:cNvSpPr>
                    <a:spLocks noChangeArrowheads="1"/>
                  </p:cNvSpPr>
                  <p:nvPr/>
                </p:nvSpPr>
                <p:spPr bwMode="auto">
                  <a:xfrm>
                    <a:off x="786" y="917"/>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89" name="任意多边形 10499"/>
                  <p:cNvSpPr/>
                  <p:nvPr/>
                </p:nvSpPr>
                <p:spPr bwMode="auto">
                  <a:xfrm>
                    <a:off x="778" y="917"/>
                    <a:ext cx="8" cy="19"/>
                  </a:xfrm>
                  <a:custGeom>
                    <a:avLst/>
                    <a:gdLst/>
                    <a:ahLst/>
                    <a:cxnLst>
                      <a:cxn ang="0">
                        <a:pos x="8" y="0"/>
                      </a:cxn>
                      <a:cxn ang="0">
                        <a:pos x="0" y="16"/>
                      </a:cxn>
                      <a:cxn ang="0">
                        <a:pos x="3" y="19"/>
                      </a:cxn>
                    </a:cxnLst>
                    <a:rect l="0" t="0" r="r" b="b"/>
                    <a:pathLst>
                      <a:path w="8" h="19">
                        <a:moveTo>
                          <a:pt x="8"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88" name="任意多边形 10500"/>
                  <p:cNvSpPr/>
                  <p:nvPr/>
                </p:nvSpPr>
                <p:spPr bwMode="auto">
                  <a:xfrm>
                    <a:off x="800" y="917"/>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87" name="任意多边形 10501"/>
                  <p:cNvSpPr/>
                  <p:nvPr/>
                </p:nvSpPr>
                <p:spPr bwMode="auto">
                  <a:xfrm>
                    <a:off x="817" y="922"/>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86" name="矩形 10502"/>
                  <p:cNvSpPr>
                    <a:spLocks noChangeArrowheads="1"/>
                  </p:cNvSpPr>
                  <p:nvPr/>
                </p:nvSpPr>
                <p:spPr bwMode="auto">
                  <a:xfrm>
                    <a:off x="820" y="917"/>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85" name="任意多边形 10503"/>
                  <p:cNvSpPr/>
                  <p:nvPr/>
                </p:nvSpPr>
                <p:spPr bwMode="auto">
                  <a:xfrm>
                    <a:off x="813" y="917"/>
                    <a:ext cx="7" cy="19"/>
                  </a:xfrm>
                  <a:custGeom>
                    <a:avLst/>
                    <a:gdLst/>
                    <a:ahLst/>
                    <a:cxnLst>
                      <a:cxn ang="0">
                        <a:pos x="7" y="0"/>
                      </a:cxn>
                      <a:cxn ang="0">
                        <a:pos x="0" y="16"/>
                      </a:cxn>
                      <a:cxn ang="0">
                        <a:pos x="4" y="19"/>
                      </a:cxn>
                    </a:cxnLst>
                    <a:rect l="0" t="0" r="r" b="b"/>
                    <a:pathLst>
                      <a:path w="7" h="19">
                        <a:moveTo>
                          <a:pt x="7"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84" name="任意多边形 10504"/>
                  <p:cNvSpPr/>
                  <p:nvPr/>
                </p:nvSpPr>
                <p:spPr bwMode="auto">
                  <a:xfrm>
                    <a:off x="835" y="917"/>
                    <a:ext cx="7" cy="19"/>
                  </a:xfrm>
                  <a:custGeom>
                    <a:avLst/>
                    <a:gdLst/>
                    <a:ahLst/>
                    <a:cxnLst>
                      <a:cxn ang="0">
                        <a:pos x="0" y="0"/>
                      </a:cxn>
                      <a:cxn ang="0">
                        <a:pos x="7" y="16"/>
                      </a:cxn>
                      <a:cxn ang="0">
                        <a:pos x="3" y="19"/>
                      </a:cxn>
                    </a:cxnLst>
                    <a:rect l="0" t="0" r="r" b="b"/>
                    <a:pathLst>
                      <a:path w="7" h="19">
                        <a:moveTo>
                          <a:pt x="0" y="0"/>
                        </a:moveTo>
                        <a:lnTo>
                          <a:pt x="7"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83" name="任意多边形 10505"/>
                  <p:cNvSpPr/>
                  <p:nvPr/>
                </p:nvSpPr>
                <p:spPr bwMode="auto">
                  <a:xfrm>
                    <a:off x="852" y="922"/>
                    <a:ext cx="21" cy="14"/>
                  </a:xfrm>
                  <a:custGeom>
                    <a:avLst/>
                    <a:gdLst/>
                    <a:ahLst/>
                    <a:cxnLst>
                      <a:cxn ang="0">
                        <a:pos x="16" y="0"/>
                      </a:cxn>
                      <a:cxn ang="0">
                        <a:pos x="3" y="0"/>
                      </a:cxn>
                      <a:cxn ang="0">
                        <a:pos x="0" y="14"/>
                      </a:cxn>
                      <a:cxn ang="0">
                        <a:pos x="21" y="14"/>
                      </a:cxn>
                      <a:cxn ang="0">
                        <a:pos x="16" y="0"/>
                      </a:cxn>
                    </a:cxnLst>
                    <a:rect l="0" t="0" r="r" b="b"/>
                    <a:pathLst>
                      <a:path w="21" h="14">
                        <a:moveTo>
                          <a:pt x="16" y="0"/>
                        </a:moveTo>
                        <a:lnTo>
                          <a:pt x="3" y="0"/>
                        </a:lnTo>
                        <a:lnTo>
                          <a:pt x="0" y="14"/>
                        </a:lnTo>
                        <a:lnTo>
                          <a:pt x="21"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82" name="矩形 10506"/>
                  <p:cNvSpPr>
                    <a:spLocks noChangeArrowheads="1"/>
                  </p:cNvSpPr>
                  <p:nvPr/>
                </p:nvSpPr>
                <p:spPr bwMode="auto">
                  <a:xfrm>
                    <a:off x="855" y="917"/>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81" name="任意多边形 10507"/>
                  <p:cNvSpPr/>
                  <p:nvPr/>
                </p:nvSpPr>
                <p:spPr bwMode="auto">
                  <a:xfrm>
                    <a:off x="848" y="917"/>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80" name="任意多边形 10508"/>
                  <p:cNvSpPr/>
                  <p:nvPr/>
                </p:nvSpPr>
                <p:spPr bwMode="auto">
                  <a:xfrm>
                    <a:off x="868" y="917"/>
                    <a:ext cx="9" cy="19"/>
                  </a:xfrm>
                  <a:custGeom>
                    <a:avLst/>
                    <a:gdLst/>
                    <a:ahLst/>
                    <a:cxnLst>
                      <a:cxn ang="0">
                        <a:pos x="0" y="0"/>
                      </a:cxn>
                      <a:cxn ang="0">
                        <a:pos x="9" y="16"/>
                      </a:cxn>
                      <a:cxn ang="0">
                        <a:pos x="5" y="19"/>
                      </a:cxn>
                    </a:cxnLst>
                    <a:rect l="0" t="0" r="r" b="b"/>
                    <a:pathLst>
                      <a:path w="9" h="19">
                        <a:moveTo>
                          <a:pt x="0" y="0"/>
                        </a:moveTo>
                        <a:lnTo>
                          <a:pt x="9"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79" name="任意多边形 10509"/>
                  <p:cNvSpPr/>
                  <p:nvPr/>
                </p:nvSpPr>
                <p:spPr bwMode="auto">
                  <a:xfrm>
                    <a:off x="887" y="922"/>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78" name="矩形 10510"/>
                  <p:cNvSpPr>
                    <a:spLocks noChangeArrowheads="1"/>
                  </p:cNvSpPr>
                  <p:nvPr/>
                </p:nvSpPr>
                <p:spPr bwMode="auto">
                  <a:xfrm>
                    <a:off x="890" y="917"/>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77" name="任意多边形 10511"/>
                  <p:cNvSpPr/>
                  <p:nvPr/>
                </p:nvSpPr>
                <p:spPr bwMode="auto">
                  <a:xfrm>
                    <a:off x="882" y="917"/>
                    <a:ext cx="8" cy="19"/>
                  </a:xfrm>
                  <a:custGeom>
                    <a:avLst/>
                    <a:gdLst/>
                    <a:ahLst/>
                    <a:cxnLst>
                      <a:cxn ang="0">
                        <a:pos x="8" y="0"/>
                      </a:cxn>
                      <a:cxn ang="0">
                        <a:pos x="0" y="16"/>
                      </a:cxn>
                      <a:cxn ang="0">
                        <a:pos x="3" y="19"/>
                      </a:cxn>
                    </a:cxnLst>
                    <a:rect l="0" t="0" r="r" b="b"/>
                    <a:pathLst>
                      <a:path w="8" h="19">
                        <a:moveTo>
                          <a:pt x="8"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76" name="任意多边形 10512"/>
                  <p:cNvSpPr/>
                  <p:nvPr/>
                </p:nvSpPr>
                <p:spPr bwMode="auto">
                  <a:xfrm>
                    <a:off x="904" y="917"/>
                    <a:ext cx="6" cy="19"/>
                  </a:xfrm>
                  <a:custGeom>
                    <a:avLst/>
                    <a:gdLst/>
                    <a:ahLst/>
                    <a:cxnLst>
                      <a:cxn ang="0">
                        <a:pos x="0" y="0"/>
                      </a:cxn>
                      <a:cxn ang="0">
                        <a:pos x="6" y="16"/>
                      </a:cxn>
                      <a:cxn ang="0">
                        <a:pos x="5" y="19"/>
                      </a:cxn>
                    </a:cxnLst>
                    <a:rect l="0" t="0" r="r" b="b"/>
                    <a:pathLst>
                      <a:path w="6" h="19">
                        <a:moveTo>
                          <a:pt x="0" y="0"/>
                        </a:moveTo>
                        <a:lnTo>
                          <a:pt x="6"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75" name="任意多边形 10513"/>
                  <p:cNvSpPr/>
                  <p:nvPr/>
                </p:nvSpPr>
                <p:spPr bwMode="auto">
                  <a:xfrm>
                    <a:off x="920" y="922"/>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74" name="矩形 10514"/>
                  <p:cNvSpPr>
                    <a:spLocks noChangeArrowheads="1"/>
                  </p:cNvSpPr>
                  <p:nvPr/>
                </p:nvSpPr>
                <p:spPr bwMode="auto">
                  <a:xfrm>
                    <a:off x="924" y="917"/>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73" name="任意多边形 10515"/>
                  <p:cNvSpPr/>
                  <p:nvPr/>
                </p:nvSpPr>
                <p:spPr bwMode="auto">
                  <a:xfrm>
                    <a:off x="917" y="917"/>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72" name="任意多边形 10516"/>
                  <p:cNvSpPr/>
                  <p:nvPr/>
                </p:nvSpPr>
                <p:spPr bwMode="auto">
                  <a:xfrm>
                    <a:off x="939" y="917"/>
                    <a:ext cx="6" cy="19"/>
                  </a:xfrm>
                  <a:custGeom>
                    <a:avLst/>
                    <a:gdLst/>
                    <a:ahLst/>
                    <a:cxnLst>
                      <a:cxn ang="0">
                        <a:pos x="0" y="0"/>
                      </a:cxn>
                      <a:cxn ang="0">
                        <a:pos x="6" y="16"/>
                      </a:cxn>
                      <a:cxn ang="0">
                        <a:pos x="3" y="19"/>
                      </a:cxn>
                    </a:cxnLst>
                    <a:rect l="0" t="0" r="r" b="b"/>
                    <a:pathLst>
                      <a:path w="6" h="19">
                        <a:moveTo>
                          <a:pt x="0" y="0"/>
                        </a:moveTo>
                        <a:lnTo>
                          <a:pt x="6"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71" name="任意多边形 10517"/>
                  <p:cNvSpPr/>
                  <p:nvPr/>
                </p:nvSpPr>
                <p:spPr bwMode="auto">
                  <a:xfrm>
                    <a:off x="955" y="922"/>
                    <a:ext cx="22" cy="14"/>
                  </a:xfrm>
                  <a:custGeom>
                    <a:avLst/>
                    <a:gdLst/>
                    <a:ahLst/>
                    <a:cxnLst>
                      <a:cxn ang="0">
                        <a:pos x="17" y="0"/>
                      </a:cxn>
                      <a:cxn ang="0">
                        <a:pos x="4" y="0"/>
                      </a:cxn>
                      <a:cxn ang="0">
                        <a:pos x="0" y="14"/>
                      </a:cxn>
                      <a:cxn ang="0">
                        <a:pos x="22" y="14"/>
                      </a:cxn>
                      <a:cxn ang="0">
                        <a:pos x="17" y="0"/>
                      </a:cxn>
                    </a:cxnLst>
                    <a:rect l="0" t="0" r="r" b="b"/>
                    <a:pathLst>
                      <a:path w="22" h="14">
                        <a:moveTo>
                          <a:pt x="17" y="0"/>
                        </a:moveTo>
                        <a:lnTo>
                          <a:pt x="4" y="0"/>
                        </a:lnTo>
                        <a:lnTo>
                          <a:pt x="0" y="14"/>
                        </a:lnTo>
                        <a:lnTo>
                          <a:pt x="22"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70" name="矩形 10518"/>
                  <p:cNvSpPr>
                    <a:spLocks noChangeArrowheads="1"/>
                  </p:cNvSpPr>
                  <p:nvPr/>
                </p:nvSpPr>
                <p:spPr bwMode="auto">
                  <a:xfrm>
                    <a:off x="959" y="917"/>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69" name="任意多边形 10519"/>
                  <p:cNvSpPr/>
                  <p:nvPr/>
                </p:nvSpPr>
                <p:spPr bwMode="auto">
                  <a:xfrm>
                    <a:off x="950" y="917"/>
                    <a:ext cx="7" cy="19"/>
                  </a:xfrm>
                  <a:custGeom>
                    <a:avLst/>
                    <a:gdLst/>
                    <a:ahLst/>
                    <a:cxnLst>
                      <a:cxn ang="0">
                        <a:pos x="7" y="0"/>
                      </a:cxn>
                      <a:cxn ang="0">
                        <a:pos x="0" y="16"/>
                      </a:cxn>
                      <a:cxn ang="0">
                        <a:pos x="4" y="19"/>
                      </a:cxn>
                    </a:cxnLst>
                    <a:rect l="0" t="0" r="r" b="b"/>
                    <a:pathLst>
                      <a:path w="7" h="19">
                        <a:moveTo>
                          <a:pt x="7"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68" name="任意多边形 10520"/>
                  <p:cNvSpPr/>
                  <p:nvPr/>
                </p:nvSpPr>
                <p:spPr bwMode="auto">
                  <a:xfrm>
                    <a:off x="972" y="917"/>
                    <a:ext cx="9" cy="19"/>
                  </a:xfrm>
                  <a:custGeom>
                    <a:avLst/>
                    <a:gdLst/>
                    <a:ahLst/>
                    <a:cxnLst>
                      <a:cxn ang="0">
                        <a:pos x="0" y="0"/>
                      </a:cxn>
                      <a:cxn ang="0">
                        <a:pos x="9" y="16"/>
                      </a:cxn>
                      <a:cxn ang="0">
                        <a:pos x="5" y="19"/>
                      </a:cxn>
                    </a:cxnLst>
                    <a:rect l="0" t="0" r="r" b="b"/>
                    <a:pathLst>
                      <a:path w="9" h="19">
                        <a:moveTo>
                          <a:pt x="0" y="0"/>
                        </a:moveTo>
                        <a:lnTo>
                          <a:pt x="9"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67" name="任意多边形 10521"/>
                  <p:cNvSpPr/>
                  <p:nvPr/>
                </p:nvSpPr>
                <p:spPr bwMode="auto">
                  <a:xfrm>
                    <a:off x="991" y="922"/>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66" name="矩形 10522"/>
                  <p:cNvSpPr>
                    <a:spLocks noChangeArrowheads="1"/>
                  </p:cNvSpPr>
                  <p:nvPr/>
                </p:nvSpPr>
                <p:spPr bwMode="auto">
                  <a:xfrm>
                    <a:off x="994" y="917"/>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65" name="任意多边形 10523"/>
                  <p:cNvSpPr/>
                  <p:nvPr/>
                </p:nvSpPr>
                <p:spPr bwMode="auto">
                  <a:xfrm>
                    <a:off x="986" y="917"/>
                    <a:ext cx="8" cy="19"/>
                  </a:xfrm>
                  <a:custGeom>
                    <a:avLst/>
                    <a:gdLst/>
                    <a:ahLst/>
                    <a:cxnLst>
                      <a:cxn ang="0">
                        <a:pos x="8" y="0"/>
                      </a:cxn>
                      <a:cxn ang="0">
                        <a:pos x="0" y="16"/>
                      </a:cxn>
                      <a:cxn ang="0">
                        <a:pos x="3" y="19"/>
                      </a:cxn>
                    </a:cxnLst>
                    <a:rect l="0" t="0" r="r" b="b"/>
                    <a:pathLst>
                      <a:path w="8" h="19">
                        <a:moveTo>
                          <a:pt x="8"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64" name="任意多边形 10524"/>
                  <p:cNvSpPr/>
                  <p:nvPr/>
                </p:nvSpPr>
                <p:spPr bwMode="auto">
                  <a:xfrm>
                    <a:off x="1007" y="917"/>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63" name="任意多边形 10525"/>
                  <p:cNvSpPr/>
                  <p:nvPr/>
                </p:nvSpPr>
                <p:spPr bwMode="auto">
                  <a:xfrm>
                    <a:off x="671" y="974"/>
                    <a:ext cx="22" cy="14"/>
                  </a:xfrm>
                  <a:custGeom>
                    <a:avLst/>
                    <a:gdLst/>
                    <a:ahLst/>
                    <a:cxnLst>
                      <a:cxn ang="0">
                        <a:pos x="18" y="0"/>
                      </a:cxn>
                      <a:cxn ang="0">
                        <a:pos x="5" y="0"/>
                      </a:cxn>
                      <a:cxn ang="0">
                        <a:pos x="0" y="14"/>
                      </a:cxn>
                      <a:cxn ang="0">
                        <a:pos x="22" y="14"/>
                      </a:cxn>
                      <a:cxn ang="0">
                        <a:pos x="18" y="0"/>
                      </a:cxn>
                    </a:cxnLst>
                    <a:rect l="0" t="0" r="r" b="b"/>
                    <a:pathLst>
                      <a:path w="22" h="14">
                        <a:moveTo>
                          <a:pt x="18" y="0"/>
                        </a:moveTo>
                        <a:lnTo>
                          <a:pt x="5"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62" name="矩形 10526"/>
                  <p:cNvSpPr>
                    <a:spLocks noChangeArrowheads="1"/>
                  </p:cNvSpPr>
                  <p:nvPr/>
                </p:nvSpPr>
                <p:spPr bwMode="auto">
                  <a:xfrm>
                    <a:off x="676" y="969"/>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61" name="任意多边形 10527"/>
                  <p:cNvSpPr/>
                  <p:nvPr/>
                </p:nvSpPr>
                <p:spPr bwMode="auto">
                  <a:xfrm>
                    <a:off x="668" y="969"/>
                    <a:ext cx="8" cy="19"/>
                  </a:xfrm>
                  <a:custGeom>
                    <a:avLst/>
                    <a:gdLst/>
                    <a:ahLst/>
                    <a:cxnLst>
                      <a:cxn ang="0">
                        <a:pos x="8" y="0"/>
                      </a:cxn>
                      <a:cxn ang="0">
                        <a:pos x="0" y="18"/>
                      </a:cxn>
                      <a:cxn ang="0">
                        <a:pos x="3" y="19"/>
                      </a:cxn>
                    </a:cxnLst>
                    <a:rect l="0" t="0" r="r" b="b"/>
                    <a:pathLst>
                      <a:path w="8" h="19">
                        <a:moveTo>
                          <a:pt x="8" y="0"/>
                        </a:moveTo>
                        <a:lnTo>
                          <a:pt x="0"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60" name="任意多边形 10528"/>
                  <p:cNvSpPr/>
                  <p:nvPr/>
                </p:nvSpPr>
                <p:spPr bwMode="auto">
                  <a:xfrm>
                    <a:off x="689" y="969"/>
                    <a:ext cx="7" cy="19"/>
                  </a:xfrm>
                  <a:custGeom>
                    <a:avLst/>
                    <a:gdLst/>
                    <a:ahLst/>
                    <a:cxnLst>
                      <a:cxn ang="0">
                        <a:pos x="0" y="0"/>
                      </a:cxn>
                      <a:cxn ang="0">
                        <a:pos x="7" y="18"/>
                      </a:cxn>
                      <a:cxn ang="0">
                        <a:pos x="5" y="19"/>
                      </a:cxn>
                    </a:cxnLst>
                    <a:rect l="0" t="0" r="r" b="b"/>
                    <a:pathLst>
                      <a:path w="7" h="19">
                        <a:moveTo>
                          <a:pt x="0" y="0"/>
                        </a:moveTo>
                        <a:lnTo>
                          <a:pt x="7"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59" name="任意多边形 10529"/>
                  <p:cNvSpPr/>
                  <p:nvPr/>
                </p:nvSpPr>
                <p:spPr bwMode="auto">
                  <a:xfrm>
                    <a:off x="706" y="974"/>
                    <a:ext cx="22" cy="14"/>
                  </a:xfrm>
                  <a:custGeom>
                    <a:avLst/>
                    <a:gdLst/>
                    <a:ahLst/>
                    <a:cxnLst>
                      <a:cxn ang="0">
                        <a:pos x="19" y="0"/>
                      </a:cxn>
                      <a:cxn ang="0">
                        <a:pos x="3" y="0"/>
                      </a:cxn>
                      <a:cxn ang="0">
                        <a:pos x="0" y="14"/>
                      </a:cxn>
                      <a:cxn ang="0">
                        <a:pos x="22" y="14"/>
                      </a:cxn>
                      <a:cxn ang="0">
                        <a:pos x="19" y="0"/>
                      </a:cxn>
                    </a:cxnLst>
                    <a:rect l="0" t="0" r="r" b="b"/>
                    <a:pathLst>
                      <a:path w="22" h="14">
                        <a:moveTo>
                          <a:pt x="19" y="0"/>
                        </a:moveTo>
                        <a:lnTo>
                          <a:pt x="3"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58" name="矩形 10530"/>
                  <p:cNvSpPr>
                    <a:spLocks noChangeArrowheads="1"/>
                  </p:cNvSpPr>
                  <p:nvPr/>
                </p:nvSpPr>
                <p:spPr bwMode="auto">
                  <a:xfrm>
                    <a:off x="709" y="969"/>
                    <a:ext cx="16"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57" name="任意多边形 10531"/>
                  <p:cNvSpPr/>
                  <p:nvPr/>
                </p:nvSpPr>
                <p:spPr bwMode="auto">
                  <a:xfrm>
                    <a:off x="703" y="969"/>
                    <a:ext cx="6" cy="19"/>
                  </a:xfrm>
                  <a:custGeom>
                    <a:avLst/>
                    <a:gdLst/>
                    <a:ahLst/>
                    <a:cxnLst>
                      <a:cxn ang="0">
                        <a:pos x="6" y="0"/>
                      </a:cxn>
                      <a:cxn ang="0">
                        <a:pos x="0" y="18"/>
                      </a:cxn>
                      <a:cxn ang="0">
                        <a:pos x="3" y="19"/>
                      </a:cxn>
                    </a:cxnLst>
                    <a:rect l="0" t="0" r="r" b="b"/>
                    <a:pathLst>
                      <a:path w="6" h="19">
                        <a:moveTo>
                          <a:pt x="6" y="0"/>
                        </a:moveTo>
                        <a:lnTo>
                          <a:pt x="0"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56" name="任意多边形 10532"/>
                  <p:cNvSpPr/>
                  <p:nvPr/>
                </p:nvSpPr>
                <p:spPr bwMode="auto">
                  <a:xfrm>
                    <a:off x="725" y="969"/>
                    <a:ext cx="6" cy="19"/>
                  </a:xfrm>
                  <a:custGeom>
                    <a:avLst/>
                    <a:gdLst/>
                    <a:ahLst/>
                    <a:cxnLst>
                      <a:cxn ang="0">
                        <a:pos x="0" y="0"/>
                      </a:cxn>
                      <a:cxn ang="0">
                        <a:pos x="6" y="18"/>
                      </a:cxn>
                      <a:cxn ang="0">
                        <a:pos x="3" y="19"/>
                      </a:cxn>
                    </a:cxnLst>
                    <a:rect l="0" t="0" r="r" b="b"/>
                    <a:pathLst>
                      <a:path w="6" h="19">
                        <a:moveTo>
                          <a:pt x="0" y="0"/>
                        </a:moveTo>
                        <a:lnTo>
                          <a:pt x="6"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55" name="任意多边形 10533"/>
                  <p:cNvSpPr/>
                  <p:nvPr/>
                </p:nvSpPr>
                <p:spPr bwMode="auto">
                  <a:xfrm>
                    <a:off x="741" y="974"/>
                    <a:ext cx="20" cy="14"/>
                  </a:xfrm>
                  <a:custGeom>
                    <a:avLst/>
                    <a:gdLst/>
                    <a:ahLst/>
                    <a:cxnLst>
                      <a:cxn ang="0">
                        <a:pos x="17" y="0"/>
                      </a:cxn>
                      <a:cxn ang="0">
                        <a:pos x="4" y="0"/>
                      </a:cxn>
                      <a:cxn ang="0">
                        <a:pos x="0" y="14"/>
                      </a:cxn>
                      <a:cxn ang="0">
                        <a:pos x="20" y="14"/>
                      </a:cxn>
                      <a:cxn ang="0">
                        <a:pos x="17" y="0"/>
                      </a:cxn>
                    </a:cxnLst>
                    <a:rect l="0" t="0" r="r" b="b"/>
                    <a:pathLst>
                      <a:path w="20" h="14">
                        <a:moveTo>
                          <a:pt x="17" y="0"/>
                        </a:moveTo>
                        <a:lnTo>
                          <a:pt x="4"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54" name="矩形 10534"/>
                  <p:cNvSpPr>
                    <a:spLocks noChangeArrowheads="1"/>
                  </p:cNvSpPr>
                  <p:nvPr/>
                </p:nvSpPr>
                <p:spPr bwMode="auto">
                  <a:xfrm>
                    <a:off x="745" y="969"/>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53" name="任意多边形 10535"/>
                  <p:cNvSpPr/>
                  <p:nvPr/>
                </p:nvSpPr>
                <p:spPr bwMode="auto">
                  <a:xfrm>
                    <a:off x="738" y="969"/>
                    <a:ext cx="7" cy="19"/>
                  </a:xfrm>
                  <a:custGeom>
                    <a:avLst/>
                    <a:gdLst/>
                    <a:ahLst/>
                    <a:cxnLst>
                      <a:cxn ang="0">
                        <a:pos x="7" y="0"/>
                      </a:cxn>
                      <a:cxn ang="0">
                        <a:pos x="0" y="18"/>
                      </a:cxn>
                      <a:cxn ang="0">
                        <a:pos x="2" y="19"/>
                      </a:cxn>
                    </a:cxnLst>
                    <a:rect l="0" t="0" r="r" b="b"/>
                    <a:pathLst>
                      <a:path w="7" h="19">
                        <a:moveTo>
                          <a:pt x="7" y="0"/>
                        </a:moveTo>
                        <a:lnTo>
                          <a:pt x="0" y="18"/>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52" name="任意多边形 10536"/>
                  <p:cNvSpPr/>
                  <p:nvPr/>
                </p:nvSpPr>
                <p:spPr bwMode="auto">
                  <a:xfrm>
                    <a:off x="758" y="969"/>
                    <a:ext cx="8" cy="19"/>
                  </a:xfrm>
                  <a:custGeom>
                    <a:avLst/>
                    <a:gdLst/>
                    <a:ahLst/>
                    <a:cxnLst>
                      <a:cxn ang="0">
                        <a:pos x="0" y="0"/>
                      </a:cxn>
                      <a:cxn ang="0">
                        <a:pos x="8" y="18"/>
                      </a:cxn>
                      <a:cxn ang="0">
                        <a:pos x="5" y="19"/>
                      </a:cxn>
                    </a:cxnLst>
                    <a:rect l="0" t="0" r="r" b="b"/>
                    <a:pathLst>
                      <a:path w="8" h="19">
                        <a:moveTo>
                          <a:pt x="0" y="0"/>
                        </a:moveTo>
                        <a:lnTo>
                          <a:pt x="8"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51" name="任意多边形 10537"/>
                  <p:cNvSpPr/>
                  <p:nvPr/>
                </p:nvSpPr>
                <p:spPr bwMode="auto">
                  <a:xfrm>
                    <a:off x="775" y="974"/>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50" name="矩形 10538"/>
                  <p:cNvSpPr>
                    <a:spLocks noChangeArrowheads="1"/>
                  </p:cNvSpPr>
                  <p:nvPr/>
                </p:nvSpPr>
                <p:spPr bwMode="auto">
                  <a:xfrm>
                    <a:off x="778" y="969"/>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49" name="任意多边形 10539"/>
                  <p:cNvSpPr/>
                  <p:nvPr/>
                </p:nvSpPr>
                <p:spPr bwMode="auto">
                  <a:xfrm>
                    <a:off x="771" y="969"/>
                    <a:ext cx="7" cy="19"/>
                  </a:xfrm>
                  <a:custGeom>
                    <a:avLst/>
                    <a:gdLst/>
                    <a:ahLst/>
                    <a:cxnLst>
                      <a:cxn ang="0">
                        <a:pos x="7" y="0"/>
                      </a:cxn>
                      <a:cxn ang="0">
                        <a:pos x="0" y="18"/>
                      </a:cxn>
                      <a:cxn ang="0">
                        <a:pos x="4" y="19"/>
                      </a:cxn>
                    </a:cxnLst>
                    <a:rect l="0" t="0" r="r" b="b"/>
                    <a:pathLst>
                      <a:path w="7" h="19">
                        <a:moveTo>
                          <a:pt x="7" y="0"/>
                        </a:moveTo>
                        <a:lnTo>
                          <a:pt x="0" y="18"/>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48" name="任意多边形 10540"/>
                  <p:cNvSpPr/>
                  <p:nvPr/>
                </p:nvSpPr>
                <p:spPr bwMode="auto">
                  <a:xfrm>
                    <a:off x="793" y="969"/>
                    <a:ext cx="7" cy="19"/>
                  </a:xfrm>
                  <a:custGeom>
                    <a:avLst/>
                    <a:gdLst/>
                    <a:ahLst/>
                    <a:cxnLst>
                      <a:cxn ang="0">
                        <a:pos x="0" y="0"/>
                      </a:cxn>
                      <a:cxn ang="0">
                        <a:pos x="7" y="18"/>
                      </a:cxn>
                      <a:cxn ang="0">
                        <a:pos x="5" y="19"/>
                      </a:cxn>
                    </a:cxnLst>
                    <a:rect l="0" t="0" r="r" b="b"/>
                    <a:pathLst>
                      <a:path w="7" h="19">
                        <a:moveTo>
                          <a:pt x="0" y="0"/>
                        </a:moveTo>
                        <a:lnTo>
                          <a:pt x="7"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47" name="任意多边形 10541"/>
                  <p:cNvSpPr/>
                  <p:nvPr/>
                </p:nvSpPr>
                <p:spPr bwMode="auto">
                  <a:xfrm>
                    <a:off x="810" y="974"/>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46" name="矩形 10542"/>
                  <p:cNvSpPr>
                    <a:spLocks noChangeArrowheads="1"/>
                  </p:cNvSpPr>
                  <p:nvPr/>
                </p:nvSpPr>
                <p:spPr bwMode="auto">
                  <a:xfrm>
                    <a:off x="813" y="969"/>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45" name="任意多边形 10543"/>
                  <p:cNvSpPr/>
                  <p:nvPr/>
                </p:nvSpPr>
                <p:spPr bwMode="auto">
                  <a:xfrm>
                    <a:off x="807" y="969"/>
                    <a:ext cx="6" cy="19"/>
                  </a:xfrm>
                  <a:custGeom>
                    <a:avLst/>
                    <a:gdLst/>
                    <a:ahLst/>
                    <a:cxnLst>
                      <a:cxn ang="0">
                        <a:pos x="6" y="0"/>
                      </a:cxn>
                      <a:cxn ang="0">
                        <a:pos x="0" y="18"/>
                      </a:cxn>
                      <a:cxn ang="0">
                        <a:pos x="1" y="19"/>
                      </a:cxn>
                    </a:cxnLst>
                    <a:rect l="0" t="0" r="r" b="b"/>
                    <a:pathLst>
                      <a:path w="6" h="19">
                        <a:moveTo>
                          <a:pt x="6" y="0"/>
                        </a:moveTo>
                        <a:lnTo>
                          <a:pt x="0" y="18"/>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44" name="任意多边形 10544"/>
                  <p:cNvSpPr/>
                  <p:nvPr/>
                </p:nvSpPr>
                <p:spPr bwMode="auto">
                  <a:xfrm>
                    <a:off x="828" y="969"/>
                    <a:ext cx="7" cy="19"/>
                  </a:xfrm>
                  <a:custGeom>
                    <a:avLst/>
                    <a:gdLst/>
                    <a:ahLst/>
                    <a:cxnLst>
                      <a:cxn ang="0">
                        <a:pos x="0" y="0"/>
                      </a:cxn>
                      <a:cxn ang="0">
                        <a:pos x="7" y="18"/>
                      </a:cxn>
                      <a:cxn ang="0">
                        <a:pos x="4" y="19"/>
                      </a:cxn>
                    </a:cxnLst>
                    <a:rect l="0" t="0" r="r" b="b"/>
                    <a:pathLst>
                      <a:path w="7" h="19">
                        <a:moveTo>
                          <a:pt x="0" y="0"/>
                        </a:moveTo>
                        <a:lnTo>
                          <a:pt x="7" y="18"/>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43" name="任意多边形 10545"/>
                  <p:cNvSpPr/>
                  <p:nvPr/>
                </p:nvSpPr>
                <p:spPr bwMode="auto">
                  <a:xfrm>
                    <a:off x="845" y="974"/>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42" name="矩形 10546"/>
                  <p:cNvSpPr>
                    <a:spLocks noChangeArrowheads="1"/>
                  </p:cNvSpPr>
                  <p:nvPr/>
                </p:nvSpPr>
                <p:spPr bwMode="auto">
                  <a:xfrm>
                    <a:off x="848" y="969"/>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41" name="任意多边形 10547"/>
                  <p:cNvSpPr/>
                  <p:nvPr/>
                </p:nvSpPr>
                <p:spPr bwMode="auto">
                  <a:xfrm>
                    <a:off x="842" y="969"/>
                    <a:ext cx="6" cy="19"/>
                  </a:xfrm>
                  <a:custGeom>
                    <a:avLst/>
                    <a:gdLst/>
                    <a:ahLst/>
                    <a:cxnLst>
                      <a:cxn ang="0">
                        <a:pos x="6" y="0"/>
                      </a:cxn>
                      <a:cxn ang="0">
                        <a:pos x="0" y="18"/>
                      </a:cxn>
                      <a:cxn ang="0">
                        <a:pos x="1" y="19"/>
                      </a:cxn>
                    </a:cxnLst>
                    <a:rect l="0" t="0" r="r" b="b"/>
                    <a:pathLst>
                      <a:path w="6" h="19">
                        <a:moveTo>
                          <a:pt x="6" y="0"/>
                        </a:moveTo>
                        <a:lnTo>
                          <a:pt x="0" y="18"/>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40" name="任意多边形 10548"/>
                  <p:cNvSpPr/>
                  <p:nvPr/>
                </p:nvSpPr>
                <p:spPr bwMode="auto">
                  <a:xfrm>
                    <a:off x="862" y="969"/>
                    <a:ext cx="6" cy="19"/>
                  </a:xfrm>
                  <a:custGeom>
                    <a:avLst/>
                    <a:gdLst/>
                    <a:ahLst/>
                    <a:cxnLst>
                      <a:cxn ang="0">
                        <a:pos x="0" y="0"/>
                      </a:cxn>
                      <a:cxn ang="0">
                        <a:pos x="6" y="18"/>
                      </a:cxn>
                      <a:cxn ang="0">
                        <a:pos x="5" y="19"/>
                      </a:cxn>
                    </a:cxnLst>
                    <a:rect l="0" t="0" r="r" b="b"/>
                    <a:pathLst>
                      <a:path w="6" h="19">
                        <a:moveTo>
                          <a:pt x="0" y="0"/>
                        </a:moveTo>
                        <a:lnTo>
                          <a:pt x="6"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grpSp>
            <p:grpSp>
              <p:nvGrpSpPr>
                <p:cNvPr id="347038" name="组合 10549"/>
                <p:cNvGrpSpPr/>
                <p:nvPr/>
              </p:nvGrpSpPr>
              <p:grpSpPr bwMode="auto">
                <a:xfrm>
                  <a:off x="514" y="875"/>
                  <a:ext cx="863" cy="165"/>
                  <a:chOff x="514" y="875"/>
                  <a:chExt cx="863" cy="165"/>
                </a:xfrm>
              </p:grpSpPr>
              <p:sp>
                <p:nvSpPr>
                  <p:cNvPr id="347238" name="任意多边形 10550"/>
                  <p:cNvSpPr/>
                  <p:nvPr/>
                </p:nvSpPr>
                <p:spPr bwMode="auto">
                  <a:xfrm>
                    <a:off x="879" y="974"/>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37" name="矩形 10551"/>
                  <p:cNvSpPr>
                    <a:spLocks noChangeArrowheads="1"/>
                  </p:cNvSpPr>
                  <p:nvPr/>
                </p:nvSpPr>
                <p:spPr bwMode="auto">
                  <a:xfrm>
                    <a:off x="882" y="969"/>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36" name="任意多边形 10552"/>
                  <p:cNvSpPr/>
                  <p:nvPr/>
                </p:nvSpPr>
                <p:spPr bwMode="auto">
                  <a:xfrm>
                    <a:off x="875" y="969"/>
                    <a:ext cx="7" cy="19"/>
                  </a:xfrm>
                  <a:custGeom>
                    <a:avLst/>
                    <a:gdLst/>
                    <a:ahLst/>
                    <a:cxnLst>
                      <a:cxn ang="0">
                        <a:pos x="7" y="0"/>
                      </a:cxn>
                      <a:cxn ang="0">
                        <a:pos x="0" y="18"/>
                      </a:cxn>
                      <a:cxn ang="0">
                        <a:pos x="4" y="19"/>
                      </a:cxn>
                    </a:cxnLst>
                    <a:rect l="0" t="0" r="r" b="b"/>
                    <a:pathLst>
                      <a:path w="7" h="19">
                        <a:moveTo>
                          <a:pt x="7" y="0"/>
                        </a:moveTo>
                        <a:lnTo>
                          <a:pt x="0" y="18"/>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35" name="任意多边形 10553"/>
                  <p:cNvSpPr/>
                  <p:nvPr/>
                </p:nvSpPr>
                <p:spPr bwMode="auto">
                  <a:xfrm>
                    <a:off x="897" y="969"/>
                    <a:ext cx="7" cy="19"/>
                  </a:xfrm>
                  <a:custGeom>
                    <a:avLst/>
                    <a:gdLst/>
                    <a:ahLst/>
                    <a:cxnLst>
                      <a:cxn ang="0">
                        <a:pos x="0" y="0"/>
                      </a:cxn>
                      <a:cxn ang="0">
                        <a:pos x="7" y="18"/>
                      </a:cxn>
                      <a:cxn ang="0">
                        <a:pos x="5" y="19"/>
                      </a:cxn>
                    </a:cxnLst>
                    <a:rect l="0" t="0" r="r" b="b"/>
                    <a:pathLst>
                      <a:path w="7" h="19">
                        <a:moveTo>
                          <a:pt x="0" y="0"/>
                        </a:moveTo>
                        <a:lnTo>
                          <a:pt x="7"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34" name="任意多边形 10554"/>
                  <p:cNvSpPr/>
                  <p:nvPr/>
                </p:nvSpPr>
                <p:spPr bwMode="auto">
                  <a:xfrm>
                    <a:off x="914" y="974"/>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33" name="矩形 10555"/>
                  <p:cNvSpPr>
                    <a:spLocks noChangeArrowheads="1"/>
                  </p:cNvSpPr>
                  <p:nvPr/>
                </p:nvSpPr>
                <p:spPr bwMode="auto">
                  <a:xfrm>
                    <a:off x="917" y="969"/>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32" name="任意多边形 10556"/>
                  <p:cNvSpPr/>
                  <p:nvPr/>
                </p:nvSpPr>
                <p:spPr bwMode="auto">
                  <a:xfrm>
                    <a:off x="910" y="969"/>
                    <a:ext cx="7" cy="19"/>
                  </a:xfrm>
                  <a:custGeom>
                    <a:avLst/>
                    <a:gdLst/>
                    <a:ahLst/>
                    <a:cxnLst>
                      <a:cxn ang="0">
                        <a:pos x="7" y="0"/>
                      </a:cxn>
                      <a:cxn ang="0">
                        <a:pos x="0" y="18"/>
                      </a:cxn>
                      <a:cxn ang="0">
                        <a:pos x="2" y="19"/>
                      </a:cxn>
                    </a:cxnLst>
                    <a:rect l="0" t="0" r="r" b="b"/>
                    <a:pathLst>
                      <a:path w="7" h="19">
                        <a:moveTo>
                          <a:pt x="7" y="0"/>
                        </a:moveTo>
                        <a:lnTo>
                          <a:pt x="0" y="18"/>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31" name="任意多边形 10557"/>
                  <p:cNvSpPr/>
                  <p:nvPr/>
                </p:nvSpPr>
                <p:spPr bwMode="auto">
                  <a:xfrm>
                    <a:off x="932" y="969"/>
                    <a:ext cx="7" cy="19"/>
                  </a:xfrm>
                  <a:custGeom>
                    <a:avLst/>
                    <a:gdLst/>
                    <a:ahLst/>
                    <a:cxnLst>
                      <a:cxn ang="0">
                        <a:pos x="0" y="0"/>
                      </a:cxn>
                      <a:cxn ang="0">
                        <a:pos x="7" y="18"/>
                      </a:cxn>
                      <a:cxn ang="0">
                        <a:pos x="3" y="19"/>
                      </a:cxn>
                    </a:cxnLst>
                    <a:rect l="0" t="0" r="r" b="b"/>
                    <a:pathLst>
                      <a:path w="7" h="19">
                        <a:moveTo>
                          <a:pt x="0" y="0"/>
                        </a:moveTo>
                        <a:lnTo>
                          <a:pt x="7"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30" name="任意多边形 10558"/>
                  <p:cNvSpPr/>
                  <p:nvPr/>
                </p:nvSpPr>
                <p:spPr bwMode="auto">
                  <a:xfrm>
                    <a:off x="949" y="974"/>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29" name="矩形 10559"/>
                  <p:cNvSpPr>
                    <a:spLocks noChangeArrowheads="1"/>
                  </p:cNvSpPr>
                  <p:nvPr/>
                </p:nvSpPr>
                <p:spPr bwMode="auto">
                  <a:xfrm>
                    <a:off x="952" y="969"/>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28" name="任意多边形 10560"/>
                  <p:cNvSpPr/>
                  <p:nvPr/>
                </p:nvSpPr>
                <p:spPr bwMode="auto">
                  <a:xfrm>
                    <a:off x="945" y="969"/>
                    <a:ext cx="7" cy="19"/>
                  </a:xfrm>
                  <a:custGeom>
                    <a:avLst/>
                    <a:gdLst/>
                    <a:ahLst/>
                    <a:cxnLst>
                      <a:cxn ang="0">
                        <a:pos x="7" y="0"/>
                      </a:cxn>
                      <a:cxn ang="0">
                        <a:pos x="0" y="18"/>
                      </a:cxn>
                      <a:cxn ang="0">
                        <a:pos x="2" y="19"/>
                      </a:cxn>
                    </a:cxnLst>
                    <a:rect l="0" t="0" r="r" b="b"/>
                    <a:pathLst>
                      <a:path w="7" h="19">
                        <a:moveTo>
                          <a:pt x="7" y="0"/>
                        </a:moveTo>
                        <a:lnTo>
                          <a:pt x="0" y="18"/>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27" name="任意多边形 10561"/>
                  <p:cNvSpPr/>
                  <p:nvPr/>
                </p:nvSpPr>
                <p:spPr bwMode="auto">
                  <a:xfrm>
                    <a:off x="966" y="969"/>
                    <a:ext cx="6" cy="19"/>
                  </a:xfrm>
                  <a:custGeom>
                    <a:avLst/>
                    <a:gdLst/>
                    <a:ahLst/>
                    <a:cxnLst>
                      <a:cxn ang="0">
                        <a:pos x="0" y="0"/>
                      </a:cxn>
                      <a:cxn ang="0">
                        <a:pos x="6" y="18"/>
                      </a:cxn>
                      <a:cxn ang="0">
                        <a:pos x="5" y="19"/>
                      </a:cxn>
                    </a:cxnLst>
                    <a:rect l="0" t="0" r="r" b="b"/>
                    <a:pathLst>
                      <a:path w="6" h="19">
                        <a:moveTo>
                          <a:pt x="0" y="0"/>
                        </a:moveTo>
                        <a:lnTo>
                          <a:pt x="6"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26" name="任意多边形 10562"/>
                  <p:cNvSpPr/>
                  <p:nvPr/>
                </p:nvSpPr>
                <p:spPr bwMode="auto">
                  <a:xfrm>
                    <a:off x="982" y="974"/>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25" name="矩形 10563"/>
                  <p:cNvSpPr>
                    <a:spLocks noChangeArrowheads="1"/>
                  </p:cNvSpPr>
                  <p:nvPr/>
                </p:nvSpPr>
                <p:spPr bwMode="auto">
                  <a:xfrm>
                    <a:off x="986" y="969"/>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24" name="任意多边形 10564"/>
                  <p:cNvSpPr/>
                  <p:nvPr/>
                </p:nvSpPr>
                <p:spPr bwMode="auto">
                  <a:xfrm>
                    <a:off x="979" y="969"/>
                    <a:ext cx="7" cy="19"/>
                  </a:xfrm>
                  <a:custGeom>
                    <a:avLst/>
                    <a:gdLst/>
                    <a:ahLst/>
                    <a:cxnLst>
                      <a:cxn ang="0">
                        <a:pos x="7" y="0"/>
                      </a:cxn>
                      <a:cxn ang="0">
                        <a:pos x="0" y="18"/>
                      </a:cxn>
                      <a:cxn ang="0">
                        <a:pos x="3" y="19"/>
                      </a:cxn>
                    </a:cxnLst>
                    <a:rect l="0" t="0" r="r" b="b"/>
                    <a:pathLst>
                      <a:path w="7" h="19">
                        <a:moveTo>
                          <a:pt x="7" y="0"/>
                        </a:moveTo>
                        <a:lnTo>
                          <a:pt x="0"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23" name="任意多边形 10565"/>
                  <p:cNvSpPr/>
                  <p:nvPr/>
                </p:nvSpPr>
                <p:spPr bwMode="auto">
                  <a:xfrm>
                    <a:off x="1001" y="969"/>
                    <a:ext cx="6" cy="19"/>
                  </a:xfrm>
                  <a:custGeom>
                    <a:avLst/>
                    <a:gdLst/>
                    <a:ahLst/>
                    <a:cxnLst>
                      <a:cxn ang="0">
                        <a:pos x="0" y="0"/>
                      </a:cxn>
                      <a:cxn ang="0">
                        <a:pos x="6" y="18"/>
                      </a:cxn>
                      <a:cxn ang="0">
                        <a:pos x="5" y="19"/>
                      </a:cxn>
                    </a:cxnLst>
                    <a:rect l="0" t="0" r="r" b="b"/>
                    <a:pathLst>
                      <a:path w="6" h="19">
                        <a:moveTo>
                          <a:pt x="0" y="0"/>
                        </a:moveTo>
                        <a:lnTo>
                          <a:pt x="6"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22" name="任意多边形 10566"/>
                  <p:cNvSpPr/>
                  <p:nvPr/>
                </p:nvSpPr>
                <p:spPr bwMode="auto">
                  <a:xfrm>
                    <a:off x="1016" y="974"/>
                    <a:ext cx="21" cy="14"/>
                  </a:xfrm>
                  <a:custGeom>
                    <a:avLst/>
                    <a:gdLst/>
                    <a:ahLst/>
                    <a:cxnLst>
                      <a:cxn ang="0">
                        <a:pos x="18" y="0"/>
                      </a:cxn>
                      <a:cxn ang="0">
                        <a:pos x="5" y="0"/>
                      </a:cxn>
                      <a:cxn ang="0">
                        <a:pos x="0" y="14"/>
                      </a:cxn>
                      <a:cxn ang="0">
                        <a:pos x="21" y="14"/>
                      </a:cxn>
                      <a:cxn ang="0">
                        <a:pos x="18" y="0"/>
                      </a:cxn>
                    </a:cxnLst>
                    <a:rect l="0" t="0" r="r" b="b"/>
                    <a:pathLst>
                      <a:path w="21" h="14">
                        <a:moveTo>
                          <a:pt x="18" y="0"/>
                        </a:moveTo>
                        <a:lnTo>
                          <a:pt x="5"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21" name="矩形 10567"/>
                  <p:cNvSpPr>
                    <a:spLocks noChangeArrowheads="1"/>
                  </p:cNvSpPr>
                  <p:nvPr/>
                </p:nvSpPr>
                <p:spPr bwMode="auto">
                  <a:xfrm>
                    <a:off x="1021" y="969"/>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20" name="任意多边形 10568"/>
                  <p:cNvSpPr/>
                  <p:nvPr/>
                </p:nvSpPr>
                <p:spPr bwMode="auto">
                  <a:xfrm>
                    <a:off x="1012" y="969"/>
                    <a:ext cx="9" cy="19"/>
                  </a:xfrm>
                  <a:custGeom>
                    <a:avLst/>
                    <a:gdLst/>
                    <a:ahLst/>
                    <a:cxnLst>
                      <a:cxn ang="0">
                        <a:pos x="9" y="0"/>
                      </a:cxn>
                      <a:cxn ang="0">
                        <a:pos x="0" y="18"/>
                      </a:cxn>
                      <a:cxn ang="0">
                        <a:pos x="4" y="19"/>
                      </a:cxn>
                    </a:cxnLst>
                    <a:rect l="0" t="0" r="r" b="b"/>
                    <a:pathLst>
                      <a:path w="9" h="19">
                        <a:moveTo>
                          <a:pt x="9" y="0"/>
                        </a:moveTo>
                        <a:lnTo>
                          <a:pt x="0" y="18"/>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19" name="任意多边形 10569"/>
                  <p:cNvSpPr/>
                  <p:nvPr/>
                </p:nvSpPr>
                <p:spPr bwMode="auto">
                  <a:xfrm>
                    <a:off x="1036" y="969"/>
                    <a:ext cx="6" cy="19"/>
                  </a:xfrm>
                  <a:custGeom>
                    <a:avLst/>
                    <a:gdLst/>
                    <a:ahLst/>
                    <a:cxnLst>
                      <a:cxn ang="0">
                        <a:pos x="0" y="0"/>
                      </a:cxn>
                      <a:cxn ang="0">
                        <a:pos x="6" y="18"/>
                      </a:cxn>
                      <a:cxn ang="0">
                        <a:pos x="3" y="19"/>
                      </a:cxn>
                    </a:cxnLst>
                    <a:rect l="0" t="0" r="r" b="b"/>
                    <a:pathLst>
                      <a:path w="6" h="19">
                        <a:moveTo>
                          <a:pt x="0" y="0"/>
                        </a:moveTo>
                        <a:lnTo>
                          <a:pt x="6"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18" name="任意多边形 10570"/>
                  <p:cNvSpPr/>
                  <p:nvPr/>
                </p:nvSpPr>
                <p:spPr bwMode="auto">
                  <a:xfrm>
                    <a:off x="634" y="1000"/>
                    <a:ext cx="20" cy="14"/>
                  </a:xfrm>
                  <a:custGeom>
                    <a:avLst/>
                    <a:gdLst/>
                    <a:ahLst/>
                    <a:cxnLst>
                      <a:cxn ang="0">
                        <a:pos x="17" y="0"/>
                      </a:cxn>
                      <a:cxn ang="0">
                        <a:pos x="4" y="0"/>
                      </a:cxn>
                      <a:cxn ang="0">
                        <a:pos x="0" y="14"/>
                      </a:cxn>
                      <a:cxn ang="0">
                        <a:pos x="20" y="14"/>
                      </a:cxn>
                      <a:cxn ang="0">
                        <a:pos x="17" y="0"/>
                      </a:cxn>
                    </a:cxnLst>
                    <a:rect l="0" t="0" r="r" b="b"/>
                    <a:pathLst>
                      <a:path w="20" h="14">
                        <a:moveTo>
                          <a:pt x="17" y="0"/>
                        </a:moveTo>
                        <a:lnTo>
                          <a:pt x="4"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17" name="矩形 10571"/>
                  <p:cNvSpPr>
                    <a:spLocks noChangeArrowheads="1"/>
                  </p:cNvSpPr>
                  <p:nvPr/>
                </p:nvSpPr>
                <p:spPr bwMode="auto">
                  <a:xfrm>
                    <a:off x="638" y="995"/>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16" name="任意多边形 10572"/>
                  <p:cNvSpPr/>
                  <p:nvPr/>
                </p:nvSpPr>
                <p:spPr bwMode="auto">
                  <a:xfrm>
                    <a:off x="631" y="993"/>
                    <a:ext cx="7" cy="21"/>
                  </a:xfrm>
                  <a:custGeom>
                    <a:avLst/>
                    <a:gdLst/>
                    <a:ahLst/>
                    <a:cxnLst>
                      <a:cxn ang="0">
                        <a:pos x="7" y="0"/>
                      </a:cxn>
                      <a:cxn ang="0">
                        <a:pos x="0" y="18"/>
                      </a:cxn>
                      <a:cxn ang="0">
                        <a:pos x="2" y="21"/>
                      </a:cxn>
                    </a:cxnLst>
                    <a:rect l="0" t="0" r="r" b="b"/>
                    <a:pathLst>
                      <a:path w="7" h="21">
                        <a:moveTo>
                          <a:pt x="7" y="0"/>
                        </a:moveTo>
                        <a:lnTo>
                          <a:pt x="0" y="18"/>
                        </a:lnTo>
                        <a:lnTo>
                          <a:pt x="2"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15" name="任意多边形 10573"/>
                  <p:cNvSpPr/>
                  <p:nvPr/>
                </p:nvSpPr>
                <p:spPr bwMode="auto">
                  <a:xfrm>
                    <a:off x="651" y="993"/>
                    <a:ext cx="7" cy="21"/>
                  </a:xfrm>
                  <a:custGeom>
                    <a:avLst/>
                    <a:gdLst/>
                    <a:ahLst/>
                    <a:cxnLst>
                      <a:cxn ang="0">
                        <a:pos x="0" y="0"/>
                      </a:cxn>
                      <a:cxn ang="0">
                        <a:pos x="7" y="18"/>
                      </a:cxn>
                      <a:cxn ang="0">
                        <a:pos x="5" y="21"/>
                      </a:cxn>
                    </a:cxnLst>
                    <a:rect l="0" t="0" r="r" b="b"/>
                    <a:pathLst>
                      <a:path w="7" h="21">
                        <a:moveTo>
                          <a:pt x="0" y="0"/>
                        </a:moveTo>
                        <a:lnTo>
                          <a:pt x="7"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14" name="任意多边形 10574"/>
                  <p:cNvSpPr/>
                  <p:nvPr/>
                </p:nvSpPr>
                <p:spPr bwMode="auto">
                  <a:xfrm>
                    <a:off x="668" y="1000"/>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13" name="矩形 10575"/>
                  <p:cNvSpPr>
                    <a:spLocks noChangeArrowheads="1"/>
                  </p:cNvSpPr>
                  <p:nvPr/>
                </p:nvSpPr>
                <p:spPr bwMode="auto">
                  <a:xfrm>
                    <a:off x="671" y="995"/>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12" name="任意多边形 10576"/>
                  <p:cNvSpPr/>
                  <p:nvPr/>
                </p:nvSpPr>
                <p:spPr bwMode="auto">
                  <a:xfrm>
                    <a:off x="664" y="993"/>
                    <a:ext cx="7" cy="21"/>
                  </a:xfrm>
                  <a:custGeom>
                    <a:avLst/>
                    <a:gdLst/>
                    <a:ahLst/>
                    <a:cxnLst>
                      <a:cxn ang="0">
                        <a:pos x="7" y="0"/>
                      </a:cxn>
                      <a:cxn ang="0">
                        <a:pos x="0" y="18"/>
                      </a:cxn>
                      <a:cxn ang="0">
                        <a:pos x="2" y="21"/>
                      </a:cxn>
                    </a:cxnLst>
                    <a:rect l="0" t="0" r="r" b="b"/>
                    <a:pathLst>
                      <a:path w="7" h="21">
                        <a:moveTo>
                          <a:pt x="7" y="0"/>
                        </a:moveTo>
                        <a:lnTo>
                          <a:pt x="0" y="18"/>
                        </a:lnTo>
                        <a:lnTo>
                          <a:pt x="2"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11" name="任意多边形 10577"/>
                  <p:cNvSpPr/>
                  <p:nvPr/>
                </p:nvSpPr>
                <p:spPr bwMode="auto">
                  <a:xfrm>
                    <a:off x="684" y="993"/>
                    <a:ext cx="9" cy="21"/>
                  </a:xfrm>
                  <a:custGeom>
                    <a:avLst/>
                    <a:gdLst/>
                    <a:ahLst/>
                    <a:cxnLst>
                      <a:cxn ang="0">
                        <a:pos x="0" y="0"/>
                      </a:cxn>
                      <a:cxn ang="0">
                        <a:pos x="9" y="18"/>
                      </a:cxn>
                      <a:cxn ang="0">
                        <a:pos x="5" y="21"/>
                      </a:cxn>
                    </a:cxnLst>
                    <a:rect l="0" t="0" r="r" b="b"/>
                    <a:pathLst>
                      <a:path w="9" h="21">
                        <a:moveTo>
                          <a:pt x="0" y="0"/>
                        </a:moveTo>
                        <a:lnTo>
                          <a:pt x="9"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10" name="任意多边形 10578"/>
                  <p:cNvSpPr/>
                  <p:nvPr/>
                </p:nvSpPr>
                <p:spPr bwMode="auto">
                  <a:xfrm>
                    <a:off x="701" y="1000"/>
                    <a:ext cx="22" cy="14"/>
                  </a:xfrm>
                  <a:custGeom>
                    <a:avLst/>
                    <a:gdLst/>
                    <a:ahLst/>
                    <a:cxnLst>
                      <a:cxn ang="0">
                        <a:pos x="19" y="0"/>
                      </a:cxn>
                      <a:cxn ang="0">
                        <a:pos x="5" y="0"/>
                      </a:cxn>
                      <a:cxn ang="0">
                        <a:pos x="0" y="14"/>
                      </a:cxn>
                      <a:cxn ang="0">
                        <a:pos x="22" y="14"/>
                      </a:cxn>
                      <a:cxn ang="0">
                        <a:pos x="19" y="0"/>
                      </a:cxn>
                    </a:cxnLst>
                    <a:rect l="0" t="0" r="r" b="b"/>
                    <a:pathLst>
                      <a:path w="22" h="14">
                        <a:moveTo>
                          <a:pt x="19" y="0"/>
                        </a:moveTo>
                        <a:lnTo>
                          <a:pt x="5"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09" name="矩形 10579"/>
                  <p:cNvSpPr>
                    <a:spLocks noChangeArrowheads="1"/>
                  </p:cNvSpPr>
                  <p:nvPr/>
                </p:nvSpPr>
                <p:spPr bwMode="auto">
                  <a:xfrm>
                    <a:off x="706" y="995"/>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08" name="任意多边形 10580"/>
                  <p:cNvSpPr/>
                  <p:nvPr/>
                </p:nvSpPr>
                <p:spPr bwMode="auto">
                  <a:xfrm>
                    <a:off x="698" y="993"/>
                    <a:ext cx="8" cy="21"/>
                  </a:xfrm>
                  <a:custGeom>
                    <a:avLst/>
                    <a:gdLst/>
                    <a:ahLst/>
                    <a:cxnLst>
                      <a:cxn ang="0">
                        <a:pos x="8" y="0"/>
                      </a:cxn>
                      <a:cxn ang="0">
                        <a:pos x="0" y="18"/>
                      </a:cxn>
                      <a:cxn ang="0">
                        <a:pos x="3" y="21"/>
                      </a:cxn>
                    </a:cxnLst>
                    <a:rect l="0" t="0" r="r" b="b"/>
                    <a:pathLst>
                      <a:path w="8" h="21">
                        <a:moveTo>
                          <a:pt x="8" y="0"/>
                        </a:moveTo>
                        <a:lnTo>
                          <a:pt x="0"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07" name="任意多边形 10581"/>
                  <p:cNvSpPr/>
                  <p:nvPr/>
                </p:nvSpPr>
                <p:spPr bwMode="auto">
                  <a:xfrm>
                    <a:off x="720" y="993"/>
                    <a:ext cx="6" cy="21"/>
                  </a:xfrm>
                  <a:custGeom>
                    <a:avLst/>
                    <a:gdLst/>
                    <a:ahLst/>
                    <a:cxnLst>
                      <a:cxn ang="0">
                        <a:pos x="0" y="0"/>
                      </a:cxn>
                      <a:cxn ang="0">
                        <a:pos x="6" y="18"/>
                      </a:cxn>
                      <a:cxn ang="0">
                        <a:pos x="5" y="21"/>
                      </a:cxn>
                    </a:cxnLst>
                    <a:rect l="0" t="0" r="r" b="b"/>
                    <a:pathLst>
                      <a:path w="6" h="21">
                        <a:moveTo>
                          <a:pt x="0" y="0"/>
                        </a:moveTo>
                        <a:lnTo>
                          <a:pt x="6"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06" name="任意多边形 10582"/>
                  <p:cNvSpPr/>
                  <p:nvPr/>
                </p:nvSpPr>
                <p:spPr bwMode="auto">
                  <a:xfrm>
                    <a:off x="736" y="1000"/>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05" name="矩形 10583"/>
                  <p:cNvSpPr>
                    <a:spLocks noChangeArrowheads="1"/>
                  </p:cNvSpPr>
                  <p:nvPr/>
                </p:nvSpPr>
                <p:spPr bwMode="auto">
                  <a:xfrm>
                    <a:off x="740" y="995"/>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04" name="任意多边形 10584"/>
                  <p:cNvSpPr/>
                  <p:nvPr/>
                </p:nvSpPr>
                <p:spPr bwMode="auto">
                  <a:xfrm>
                    <a:off x="733" y="993"/>
                    <a:ext cx="7" cy="21"/>
                  </a:xfrm>
                  <a:custGeom>
                    <a:avLst/>
                    <a:gdLst/>
                    <a:ahLst/>
                    <a:cxnLst>
                      <a:cxn ang="0">
                        <a:pos x="7" y="0"/>
                      </a:cxn>
                      <a:cxn ang="0">
                        <a:pos x="0" y="18"/>
                      </a:cxn>
                      <a:cxn ang="0">
                        <a:pos x="3" y="21"/>
                      </a:cxn>
                    </a:cxnLst>
                    <a:rect l="0" t="0" r="r" b="b"/>
                    <a:pathLst>
                      <a:path w="7" h="21">
                        <a:moveTo>
                          <a:pt x="7" y="0"/>
                        </a:moveTo>
                        <a:lnTo>
                          <a:pt x="0"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03" name="任意多边形 10585"/>
                  <p:cNvSpPr/>
                  <p:nvPr/>
                </p:nvSpPr>
                <p:spPr bwMode="auto">
                  <a:xfrm>
                    <a:off x="755" y="993"/>
                    <a:ext cx="6" cy="21"/>
                  </a:xfrm>
                  <a:custGeom>
                    <a:avLst/>
                    <a:gdLst/>
                    <a:ahLst/>
                    <a:cxnLst>
                      <a:cxn ang="0">
                        <a:pos x="0" y="0"/>
                      </a:cxn>
                      <a:cxn ang="0">
                        <a:pos x="6" y="18"/>
                      </a:cxn>
                      <a:cxn ang="0">
                        <a:pos x="3" y="21"/>
                      </a:cxn>
                    </a:cxnLst>
                    <a:rect l="0" t="0" r="r" b="b"/>
                    <a:pathLst>
                      <a:path w="6" h="21">
                        <a:moveTo>
                          <a:pt x="0" y="0"/>
                        </a:moveTo>
                        <a:lnTo>
                          <a:pt x="6"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02" name="任意多边形 10586"/>
                  <p:cNvSpPr/>
                  <p:nvPr/>
                </p:nvSpPr>
                <p:spPr bwMode="auto">
                  <a:xfrm>
                    <a:off x="770" y="1000"/>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01" name="矩形 10587"/>
                  <p:cNvSpPr>
                    <a:spLocks noChangeArrowheads="1"/>
                  </p:cNvSpPr>
                  <p:nvPr/>
                </p:nvSpPr>
                <p:spPr bwMode="auto">
                  <a:xfrm>
                    <a:off x="773" y="995"/>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00" name="任意多边形 10588"/>
                  <p:cNvSpPr/>
                  <p:nvPr/>
                </p:nvSpPr>
                <p:spPr bwMode="auto">
                  <a:xfrm>
                    <a:off x="766" y="993"/>
                    <a:ext cx="7" cy="21"/>
                  </a:xfrm>
                  <a:custGeom>
                    <a:avLst/>
                    <a:gdLst/>
                    <a:ahLst/>
                    <a:cxnLst>
                      <a:cxn ang="0">
                        <a:pos x="7" y="0"/>
                      </a:cxn>
                      <a:cxn ang="0">
                        <a:pos x="0" y="18"/>
                      </a:cxn>
                      <a:cxn ang="0">
                        <a:pos x="4" y="21"/>
                      </a:cxn>
                    </a:cxnLst>
                    <a:rect l="0" t="0" r="r" b="b"/>
                    <a:pathLst>
                      <a:path w="7" h="21">
                        <a:moveTo>
                          <a:pt x="7" y="0"/>
                        </a:moveTo>
                        <a:lnTo>
                          <a:pt x="0" y="18"/>
                        </a:lnTo>
                        <a:lnTo>
                          <a:pt x="4"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99" name="任意多边形 10589"/>
                  <p:cNvSpPr/>
                  <p:nvPr/>
                </p:nvSpPr>
                <p:spPr bwMode="auto">
                  <a:xfrm>
                    <a:off x="788" y="993"/>
                    <a:ext cx="9" cy="21"/>
                  </a:xfrm>
                  <a:custGeom>
                    <a:avLst/>
                    <a:gdLst/>
                    <a:ahLst/>
                    <a:cxnLst>
                      <a:cxn ang="0">
                        <a:pos x="0" y="0"/>
                      </a:cxn>
                      <a:cxn ang="0">
                        <a:pos x="9" y="18"/>
                      </a:cxn>
                      <a:cxn ang="0">
                        <a:pos x="5" y="21"/>
                      </a:cxn>
                    </a:cxnLst>
                    <a:rect l="0" t="0" r="r" b="b"/>
                    <a:pathLst>
                      <a:path w="9" h="21">
                        <a:moveTo>
                          <a:pt x="0" y="0"/>
                        </a:moveTo>
                        <a:lnTo>
                          <a:pt x="9"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98" name="任意多边形 10590"/>
                  <p:cNvSpPr/>
                  <p:nvPr/>
                </p:nvSpPr>
                <p:spPr bwMode="auto">
                  <a:xfrm>
                    <a:off x="805" y="1000"/>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97" name="矩形 10591"/>
                  <p:cNvSpPr>
                    <a:spLocks noChangeArrowheads="1"/>
                  </p:cNvSpPr>
                  <p:nvPr/>
                </p:nvSpPr>
                <p:spPr bwMode="auto">
                  <a:xfrm>
                    <a:off x="808" y="995"/>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96" name="任意多边形 10592"/>
                  <p:cNvSpPr/>
                  <p:nvPr/>
                </p:nvSpPr>
                <p:spPr bwMode="auto">
                  <a:xfrm>
                    <a:off x="802" y="993"/>
                    <a:ext cx="6" cy="21"/>
                  </a:xfrm>
                  <a:custGeom>
                    <a:avLst/>
                    <a:gdLst/>
                    <a:ahLst/>
                    <a:cxnLst>
                      <a:cxn ang="0">
                        <a:pos x="6" y="0"/>
                      </a:cxn>
                      <a:cxn ang="0">
                        <a:pos x="0" y="18"/>
                      </a:cxn>
                      <a:cxn ang="0">
                        <a:pos x="1" y="21"/>
                      </a:cxn>
                    </a:cxnLst>
                    <a:rect l="0" t="0" r="r" b="b"/>
                    <a:pathLst>
                      <a:path w="6" h="21">
                        <a:moveTo>
                          <a:pt x="6" y="0"/>
                        </a:moveTo>
                        <a:lnTo>
                          <a:pt x="0" y="18"/>
                        </a:lnTo>
                        <a:lnTo>
                          <a:pt x="1"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95" name="任意多边形 10593"/>
                  <p:cNvSpPr/>
                  <p:nvPr/>
                </p:nvSpPr>
                <p:spPr bwMode="auto">
                  <a:xfrm>
                    <a:off x="823" y="993"/>
                    <a:ext cx="7" cy="21"/>
                  </a:xfrm>
                  <a:custGeom>
                    <a:avLst/>
                    <a:gdLst/>
                    <a:ahLst/>
                    <a:cxnLst>
                      <a:cxn ang="0">
                        <a:pos x="0" y="0"/>
                      </a:cxn>
                      <a:cxn ang="0">
                        <a:pos x="7" y="18"/>
                      </a:cxn>
                      <a:cxn ang="0">
                        <a:pos x="5" y="21"/>
                      </a:cxn>
                    </a:cxnLst>
                    <a:rect l="0" t="0" r="r" b="b"/>
                    <a:pathLst>
                      <a:path w="7" h="21">
                        <a:moveTo>
                          <a:pt x="0" y="0"/>
                        </a:moveTo>
                        <a:lnTo>
                          <a:pt x="7"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94" name="任意多边形 10594"/>
                  <p:cNvSpPr/>
                  <p:nvPr/>
                </p:nvSpPr>
                <p:spPr bwMode="auto">
                  <a:xfrm>
                    <a:off x="840" y="1000"/>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93" name="矩形 10595"/>
                  <p:cNvSpPr>
                    <a:spLocks noChangeArrowheads="1"/>
                  </p:cNvSpPr>
                  <p:nvPr/>
                </p:nvSpPr>
                <p:spPr bwMode="auto">
                  <a:xfrm>
                    <a:off x="843" y="995"/>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92" name="任意多边形 10596"/>
                  <p:cNvSpPr/>
                  <p:nvPr/>
                </p:nvSpPr>
                <p:spPr bwMode="auto">
                  <a:xfrm>
                    <a:off x="835" y="993"/>
                    <a:ext cx="8" cy="21"/>
                  </a:xfrm>
                  <a:custGeom>
                    <a:avLst/>
                    <a:gdLst/>
                    <a:ahLst/>
                    <a:cxnLst>
                      <a:cxn ang="0">
                        <a:pos x="8" y="0"/>
                      </a:cxn>
                      <a:cxn ang="0">
                        <a:pos x="0" y="18"/>
                      </a:cxn>
                      <a:cxn ang="0">
                        <a:pos x="3" y="21"/>
                      </a:cxn>
                    </a:cxnLst>
                    <a:rect l="0" t="0" r="r" b="b"/>
                    <a:pathLst>
                      <a:path w="8" h="21">
                        <a:moveTo>
                          <a:pt x="8" y="0"/>
                        </a:moveTo>
                        <a:lnTo>
                          <a:pt x="0"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91" name="任意多边形 10597"/>
                  <p:cNvSpPr/>
                  <p:nvPr/>
                </p:nvSpPr>
                <p:spPr bwMode="auto">
                  <a:xfrm>
                    <a:off x="858" y="993"/>
                    <a:ext cx="7" cy="21"/>
                  </a:xfrm>
                  <a:custGeom>
                    <a:avLst/>
                    <a:gdLst/>
                    <a:ahLst/>
                    <a:cxnLst>
                      <a:cxn ang="0">
                        <a:pos x="0" y="0"/>
                      </a:cxn>
                      <a:cxn ang="0">
                        <a:pos x="7" y="18"/>
                      </a:cxn>
                      <a:cxn ang="0">
                        <a:pos x="4" y="21"/>
                      </a:cxn>
                    </a:cxnLst>
                    <a:rect l="0" t="0" r="r" b="b"/>
                    <a:pathLst>
                      <a:path w="7" h="21">
                        <a:moveTo>
                          <a:pt x="0" y="0"/>
                        </a:moveTo>
                        <a:lnTo>
                          <a:pt x="7" y="18"/>
                        </a:lnTo>
                        <a:lnTo>
                          <a:pt x="4"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90" name="任意多边形 10598"/>
                  <p:cNvSpPr/>
                  <p:nvPr/>
                </p:nvSpPr>
                <p:spPr bwMode="auto">
                  <a:xfrm>
                    <a:off x="875" y="1000"/>
                    <a:ext cx="20" cy="14"/>
                  </a:xfrm>
                  <a:custGeom>
                    <a:avLst/>
                    <a:gdLst/>
                    <a:ahLst/>
                    <a:cxnLst>
                      <a:cxn ang="0">
                        <a:pos x="17" y="0"/>
                      </a:cxn>
                      <a:cxn ang="0">
                        <a:pos x="4" y="0"/>
                      </a:cxn>
                      <a:cxn ang="0">
                        <a:pos x="0" y="14"/>
                      </a:cxn>
                      <a:cxn ang="0">
                        <a:pos x="20" y="14"/>
                      </a:cxn>
                      <a:cxn ang="0">
                        <a:pos x="17" y="0"/>
                      </a:cxn>
                    </a:cxnLst>
                    <a:rect l="0" t="0" r="r" b="b"/>
                    <a:pathLst>
                      <a:path w="20" h="14">
                        <a:moveTo>
                          <a:pt x="17" y="0"/>
                        </a:moveTo>
                        <a:lnTo>
                          <a:pt x="4"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89" name="矩形 10599"/>
                  <p:cNvSpPr>
                    <a:spLocks noChangeArrowheads="1"/>
                  </p:cNvSpPr>
                  <p:nvPr/>
                </p:nvSpPr>
                <p:spPr bwMode="auto">
                  <a:xfrm>
                    <a:off x="879" y="995"/>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88" name="任意多边形 10600"/>
                  <p:cNvSpPr/>
                  <p:nvPr/>
                </p:nvSpPr>
                <p:spPr bwMode="auto">
                  <a:xfrm>
                    <a:off x="872" y="993"/>
                    <a:ext cx="7" cy="21"/>
                  </a:xfrm>
                  <a:custGeom>
                    <a:avLst/>
                    <a:gdLst/>
                    <a:ahLst/>
                    <a:cxnLst>
                      <a:cxn ang="0">
                        <a:pos x="7" y="0"/>
                      </a:cxn>
                      <a:cxn ang="0">
                        <a:pos x="0" y="18"/>
                      </a:cxn>
                      <a:cxn ang="0">
                        <a:pos x="1" y="21"/>
                      </a:cxn>
                    </a:cxnLst>
                    <a:rect l="0" t="0" r="r" b="b"/>
                    <a:pathLst>
                      <a:path w="7" h="21">
                        <a:moveTo>
                          <a:pt x="7" y="0"/>
                        </a:moveTo>
                        <a:lnTo>
                          <a:pt x="0" y="18"/>
                        </a:lnTo>
                        <a:lnTo>
                          <a:pt x="1"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87" name="任意多边形 10601"/>
                  <p:cNvSpPr/>
                  <p:nvPr/>
                </p:nvSpPr>
                <p:spPr bwMode="auto">
                  <a:xfrm>
                    <a:off x="892" y="993"/>
                    <a:ext cx="7" cy="21"/>
                  </a:xfrm>
                  <a:custGeom>
                    <a:avLst/>
                    <a:gdLst/>
                    <a:ahLst/>
                    <a:cxnLst>
                      <a:cxn ang="0">
                        <a:pos x="0" y="0"/>
                      </a:cxn>
                      <a:cxn ang="0">
                        <a:pos x="7" y="18"/>
                      </a:cxn>
                      <a:cxn ang="0">
                        <a:pos x="5" y="21"/>
                      </a:cxn>
                    </a:cxnLst>
                    <a:rect l="0" t="0" r="r" b="b"/>
                    <a:pathLst>
                      <a:path w="7" h="21">
                        <a:moveTo>
                          <a:pt x="0" y="0"/>
                        </a:moveTo>
                        <a:lnTo>
                          <a:pt x="7"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86" name="任意多边形 10602"/>
                  <p:cNvSpPr/>
                  <p:nvPr/>
                </p:nvSpPr>
                <p:spPr bwMode="auto">
                  <a:xfrm>
                    <a:off x="909" y="1000"/>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85" name="矩形 10603"/>
                  <p:cNvSpPr>
                    <a:spLocks noChangeArrowheads="1"/>
                  </p:cNvSpPr>
                  <p:nvPr/>
                </p:nvSpPr>
                <p:spPr bwMode="auto">
                  <a:xfrm>
                    <a:off x="912" y="995"/>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84" name="任意多边形 10604"/>
                  <p:cNvSpPr/>
                  <p:nvPr/>
                </p:nvSpPr>
                <p:spPr bwMode="auto">
                  <a:xfrm>
                    <a:off x="905" y="993"/>
                    <a:ext cx="7" cy="21"/>
                  </a:xfrm>
                  <a:custGeom>
                    <a:avLst/>
                    <a:gdLst/>
                    <a:ahLst/>
                    <a:cxnLst>
                      <a:cxn ang="0">
                        <a:pos x="7" y="0"/>
                      </a:cxn>
                      <a:cxn ang="0">
                        <a:pos x="0" y="18"/>
                      </a:cxn>
                      <a:cxn ang="0">
                        <a:pos x="2" y="21"/>
                      </a:cxn>
                    </a:cxnLst>
                    <a:rect l="0" t="0" r="r" b="b"/>
                    <a:pathLst>
                      <a:path w="7" h="21">
                        <a:moveTo>
                          <a:pt x="7" y="0"/>
                        </a:moveTo>
                        <a:lnTo>
                          <a:pt x="0" y="18"/>
                        </a:lnTo>
                        <a:lnTo>
                          <a:pt x="2"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83" name="任意多边形 10605"/>
                  <p:cNvSpPr/>
                  <p:nvPr/>
                </p:nvSpPr>
                <p:spPr bwMode="auto">
                  <a:xfrm>
                    <a:off x="925" y="993"/>
                    <a:ext cx="9" cy="21"/>
                  </a:xfrm>
                  <a:custGeom>
                    <a:avLst/>
                    <a:gdLst/>
                    <a:ahLst/>
                    <a:cxnLst>
                      <a:cxn ang="0">
                        <a:pos x="0" y="0"/>
                      </a:cxn>
                      <a:cxn ang="0">
                        <a:pos x="9" y="18"/>
                      </a:cxn>
                      <a:cxn ang="0">
                        <a:pos x="5" y="21"/>
                      </a:cxn>
                    </a:cxnLst>
                    <a:rect l="0" t="0" r="r" b="b"/>
                    <a:pathLst>
                      <a:path w="9" h="21">
                        <a:moveTo>
                          <a:pt x="0" y="0"/>
                        </a:moveTo>
                        <a:lnTo>
                          <a:pt x="9"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82" name="任意多边形 10606"/>
                  <p:cNvSpPr/>
                  <p:nvPr/>
                </p:nvSpPr>
                <p:spPr bwMode="auto">
                  <a:xfrm>
                    <a:off x="942" y="1000"/>
                    <a:ext cx="22" cy="14"/>
                  </a:xfrm>
                  <a:custGeom>
                    <a:avLst/>
                    <a:gdLst/>
                    <a:ahLst/>
                    <a:cxnLst>
                      <a:cxn ang="0">
                        <a:pos x="19" y="0"/>
                      </a:cxn>
                      <a:cxn ang="0">
                        <a:pos x="5" y="0"/>
                      </a:cxn>
                      <a:cxn ang="0">
                        <a:pos x="0" y="14"/>
                      </a:cxn>
                      <a:cxn ang="0">
                        <a:pos x="22" y="14"/>
                      </a:cxn>
                      <a:cxn ang="0">
                        <a:pos x="19" y="0"/>
                      </a:cxn>
                    </a:cxnLst>
                    <a:rect l="0" t="0" r="r" b="b"/>
                    <a:pathLst>
                      <a:path w="22" h="14">
                        <a:moveTo>
                          <a:pt x="19" y="0"/>
                        </a:moveTo>
                        <a:lnTo>
                          <a:pt x="5"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81" name="矩形 10607"/>
                  <p:cNvSpPr>
                    <a:spLocks noChangeArrowheads="1"/>
                  </p:cNvSpPr>
                  <p:nvPr/>
                </p:nvSpPr>
                <p:spPr bwMode="auto">
                  <a:xfrm>
                    <a:off x="947" y="995"/>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80" name="任意多边形 10608"/>
                  <p:cNvSpPr/>
                  <p:nvPr/>
                </p:nvSpPr>
                <p:spPr bwMode="auto">
                  <a:xfrm>
                    <a:off x="939" y="993"/>
                    <a:ext cx="8" cy="21"/>
                  </a:xfrm>
                  <a:custGeom>
                    <a:avLst/>
                    <a:gdLst/>
                    <a:ahLst/>
                    <a:cxnLst>
                      <a:cxn ang="0">
                        <a:pos x="8" y="0"/>
                      </a:cxn>
                      <a:cxn ang="0">
                        <a:pos x="0" y="18"/>
                      </a:cxn>
                      <a:cxn ang="0">
                        <a:pos x="3" y="21"/>
                      </a:cxn>
                    </a:cxnLst>
                    <a:rect l="0" t="0" r="r" b="b"/>
                    <a:pathLst>
                      <a:path w="8" h="21">
                        <a:moveTo>
                          <a:pt x="8" y="0"/>
                        </a:moveTo>
                        <a:lnTo>
                          <a:pt x="0"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79" name="任意多边形 10609"/>
                  <p:cNvSpPr/>
                  <p:nvPr/>
                </p:nvSpPr>
                <p:spPr bwMode="auto">
                  <a:xfrm>
                    <a:off x="961" y="993"/>
                    <a:ext cx="6" cy="21"/>
                  </a:xfrm>
                  <a:custGeom>
                    <a:avLst/>
                    <a:gdLst/>
                    <a:ahLst/>
                    <a:cxnLst>
                      <a:cxn ang="0">
                        <a:pos x="0" y="0"/>
                      </a:cxn>
                      <a:cxn ang="0">
                        <a:pos x="6" y="18"/>
                      </a:cxn>
                      <a:cxn ang="0">
                        <a:pos x="5" y="21"/>
                      </a:cxn>
                    </a:cxnLst>
                    <a:rect l="0" t="0" r="r" b="b"/>
                    <a:pathLst>
                      <a:path w="6" h="21">
                        <a:moveTo>
                          <a:pt x="0" y="0"/>
                        </a:moveTo>
                        <a:lnTo>
                          <a:pt x="6"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78" name="任意多边形 10610"/>
                  <p:cNvSpPr/>
                  <p:nvPr/>
                </p:nvSpPr>
                <p:spPr bwMode="auto">
                  <a:xfrm>
                    <a:off x="1026" y="922"/>
                    <a:ext cx="45" cy="14"/>
                  </a:xfrm>
                  <a:custGeom>
                    <a:avLst/>
                    <a:gdLst/>
                    <a:ahLst/>
                    <a:cxnLst>
                      <a:cxn ang="0">
                        <a:pos x="38" y="0"/>
                      </a:cxn>
                      <a:cxn ang="0">
                        <a:pos x="5" y="0"/>
                      </a:cxn>
                      <a:cxn ang="0">
                        <a:pos x="0" y="14"/>
                      </a:cxn>
                      <a:cxn ang="0">
                        <a:pos x="45" y="14"/>
                      </a:cxn>
                      <a:cxn ang="0">
                        <a:pos x="38" y="0"/>
                      </a:cxn>
                    </a:cxnLst>
                    <a:rect l="0" t="0" r="r" b="b"/>
                    <a:pathLst>
                      <a:path w="45" h="14">
                        <a:moveTo>
                          <a:pt x="38" y="0"/>
                        </a:moveTo>
                        <a:lnTo>
                          <a:pt x="5" y="0"/>
                        </a:lnTo>
                        <a:lnTo>
                          <a:pt x="0" y="14"/>
                        </a:lnTo>
                        <a:lnTo>
                          <a:pt x="45" y="14"/>
                        </a:lnTo>
                        <a:lnTo>
                          <a:pt x="3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77" name="矩形 10611"/>
                  <p:cNvSpPr>
                    <a:spLocks noChangeArrowheads="1"/>
                  </p:cNvSpPr>
                  <p:nvPr/>
                </p:nvSpPr>
                <p:spPr bwMode="auto">
                  <a:xfrm>
                    <a:off x="1031" y="917"/>
                    <a:ext cx="3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76" name="任意多边形 10612"/>
                  <p:cNvSpPr/>
                  <p:nvPr/>
                </p:nvSpPr>
                <p:spPr bwMode="auto">
                  <a:xfrm>
                    <a:off x="1019" y="919"/>
                    <a:ext cx="12" cy="16"/>
                  </a:xfrm>
                  <a:custGeom>
                    <a:avLst/>
                    <a:gdLst/>
                    <a:ahLst/>
                    <a:cxnLst>
                      <a:cxn ang="0">
                        <a:pos x="12" y="0"/>
                      </a:cxn>
                      <a:cxn ang="0">
                        <a:pos x="0" y="14"/>
                      </a:cxn>
                      <a:cxn ang="0">
                        <a:pos x="5" y="16"/>
                      </a:cxn>
                    </a:cxnLst>
                    <a:rect l="0" t="0" r="r" b="b"/>
                    <a:pathLst>
                      <a:path w="12" h="16">
                        <a:moveTo>
                          <a:pt x="12" y="0"/>
                        </a:moveTo>
                        <a:lnTo>
                          <a:pt x="0" y="14"/>
                        </a:lnTo>
                        <a:lnTo>
                          <a:pt x="5" y="16"/>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75" name="任意多边形 10613"/>
                  <p:cNvSpPr/>
                  <p:nvPr/>
                </p:nvSpPr>
                <p:spPr bwMode="auto">
                  <a:xfrm>
                    <a:off x="1066" y="919"/>
                    <a:ext cx="12" cy="16"/>
                  </a:xfrm>
                  <a:custGeom>
                    <a:avLst/>
                    <a:gdLst/>
                    <a:ahLst/>
                    <a:cxnLst>
                      <a:cxn ang="0">
                        <a:pos x="0" y="0"/>
                      </a:cxn>
                      <a:cxn ang="0">
                        <a:pos x="12" y="14"/>
                      </a:cxn>
                      <a:cxn ang="0">
                        <a:pos x="7" y="16"/>
                      </a:cxn>
                    </a:cxnLst>
                    <a:rect l="0" t="0" r="r" b="b"/>
                    <a:pathLst>
                      <a:path w="12" h="16">
                        <a:moveTo>
                          <a:pt x="0" y="0"/>
                        </a:moveTo>
                        <a:lnTo>
                          <a:pt x="12" y="14"/>
                        </a:lnTo>
                        <a:lnTo>
                          <a:pt x="7" y="16"/>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74" name="直线 10614"/>
                  <p:cNvSpPr>
                    <a:spLocks noChangeShapeType="1"/>
                  </p:cNvSpPr>
                  <p:nvPr/>
                </p:nvSpPr>
                <p:spPr bwMode="auto">
                  <a:xfrm>
                    <a:off x="514" y="875"/>
                    <a:ext cx="863" cy="1"/>
                  </a:xfrm>
                  <a:prstGeom prst="line">
                    <a:avLst/>
                  </a:pr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73" name="任意多边形 10615"/>
                  <p:cNvSpPr/>
                  <p:nvPr/>
                </p:nvSpPr>
                <p:spPr bwMode="auto">
                  <a:xfrm>
                    <a:off x="1012" y="1000"/>
                    <a:ext cx="57" cy="14"/>
                  </a:xfrm>
                  <a:custGeom>
                    <a:avLst/>
                    <a:gdLst/>
                    <a:ahLst/>
                    <a:cxnLst>
                      <a:cxn ang="0">
                        <a:pos x="49" y="0"/>
                      </a:cxn>
                      <a:cxn ang="0">
                        <a:pos x="9" y="0"/>
                      </a:cxn>
                      <a:cxn ang="0">
                        <a:pos x="0" y="14"/>
                      </a:cxn>
                      <a:cxn ang="0">
                        <a:pos x="57" y="14"/>
                      </a:cxn>
                      <a:cxn ang="0">
                        <a:pos x="49" y="0"/>
                      </a:cxn>
                    </a:cxnLst>
                    <a:rect l="0" t="0" r="r" b="b"/>
                    <a:pathLst>
                      <a:path w="57" h="14">
                        <a:moveTo>
                          <a:pt x="49" y="0"/>
                        </a:moveTo>
                        <a:lnTo>
                          <a:pt x="9" y="0"/>
                        </a:lnTo>
                        <a:lnTo>
                          <a:pt x="0" y="14"/>
                        </a:lnTo>
                        <a:lnTo>
                          <a:pt x="57" y="14"/>
                        </a:lnTo>
                        <a:lnTo>
                          <a:pt x="4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72" name="矩形 10616"/>
                  <p:cNvSpPr>
                    <a:spLocks noChangeArrowheads="1"/>
                  </p:cNvSpPr>
                  <p:nvPr/>
                </p:nvSpPr>
                <p:spPr bwMode="auto">
                  <a:xfrm>
                    <a:off x="1021" y="995"/>
                    <a:ext cx="40"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71" name="任意多边形 10617"/>
                  <p:cNvSpPr/>
                  <p:nvPr/>
                </p:nvSpPr>
                <p:spPr bwMode="auto">
                  <a:xfrm>
                    <a:off x="1006" y="997"/>
                    <a:ext cx="15" cy="17"/>
                  </a:xfrm>
                  <a:custGeom>
                    <a:avLst/>
                    <a:gdLst/>
                    <a:ahLst/>
                    <a:cxnLst>
                      <a:cxn ang="0">
                        <a:pos x="15" y="0"/>
                      </a:cxn>
                      <a:cxn ang="0">
                        <a:pos x="0" y="14"/>
                      </a:cxn>
                      <a:cxn ang="0">
                        <a:pos x="6" y="17"/>
                      </a:cxn>
                    </a:cxnLst>
                    <a:rect l="0" t="0" r="r" b="b"/>
                    <a:pathLst>
                      <a:path w="15" h="17">
                        <a:moveTo>
                          <a:pt x="15" y="0"/>
                        </a:moveTo>
                        <a:lnTo>
                          <a:pt x="0" y="14"/>
                        </a:lnTo>
                        <a:lnTo>
                          <a:pt x="6"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70" name="任意多边形 10618"/>
                  <p:cNvSpPr/>
                  <p:nvPr/>
                </p:nvSpPr>
                <p:spPr bwMode="auto">
                  <a:xfrm>
                    <a:off x="1063" y="997"/>
                    <a:ext cx="13" cy="17"/>
                  </a:xfrm>
                  <a:custGeom>
                    <a:avLst/>
                    <a:gdLst/>
                    <a:ahLst/>
                    <a:cxnLst>
                      <a:cxn ang="0">
                        <a:pos x="0" y="0"/>
                      </a:cxn>
                      <a:cxn ang="0">
                        <a:pos x="13" y="14"/>
                      </a:cxn>
                      <a:cxn ang="0">
                        <a:pos x="8" y="17"/>
                      </a:cxn>
                    </a:cxnLst>
                    <a:rect l="0" t="0" r="r" b="b"/>
                    <a:pathLst>
                      <a:path w="13" h="17">
                        <a:moveTo>
                          <a:pt x="0" y="0"/>
                        </a:moveTo>
                        <a:lnTo>
                          <a:pt x="13" y="14"/>
                        </a:lnTo>
                        <a:lnTo>
                          <a:pt x="8"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69" name="任意多边形 10619"/>
                  <p:cNvSpPr/>
                  <p:nvPr/>
                </p:nvSpPr>
                <p:spPr bwMode="auto">
                  <a:xfrm>
                    <a:off x="581" y="974"/>
                    <a:ext cx="45" cy="14"/>
                  </a:xfrm>
                  <a:custGeom>
                    <a:avLst/>
                    <a:gdLst/>
                    <a:ahLst/>
                    <a:cxnLst>
                      <a:cxn ang="0">
                        <a:pos x="38" y="0"/>
                      </a:cxn>
                      <a:cxn ang="0">
                        <a:pos x="6" y="0"/>
                      </a:cxn>
                      <a:cxn ang="0">
                        <a:pos x="0" y="14"/>
                      </a:cxn>
                      <a:cxn ang="0">
                        <a:pos x="45" y="14"/>
                      </a:cxn>
                      <a:cxn ang="0">
                        <a:pos x="38" y="0"/>
                      </a:cxn>
                    </a:cxnLst>
                    <a:rect l="0" t="0" r="r" b="b"/>
                    <a:pathLst>
                      <a:path w="45" h="14">
                        <a:moveTo>
                          <a:pt x="38" y="0"/>
                        </a:moveTo>
                        <a:lnTo>
                          <a:pt x="6" y="0"/>
                        </a:lnTo>
                        <a:lnTo>
                          <a:pt x="0" y="14"/>
                        </a:lnTo>
                        <a:lnTo>
                          <a:pt x="45" y="14"/>
                        </a:lnTo>
                        <a:lnTo>
                          <a:pt x="3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68" name="矩形 10620"/>
                  <p:cNvSpPr>
                    <a:spLocks noChangeArrowheads="1"/>
                  </p:cNvSpPr>
                  <p:nvPr/>
                </p:nvSpPr>
                <p:spPr bwMode="auto">
                  <a:xfrm>
                    <a:off x="586" y="969"/>
                    <a:ext cx="3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67" name="任意多边形 10621"/>
                  <p:cNvSpPr/>
                  <p:nvPr/>
                </p:nvSpPr>
                <p:spPr bwMode="auto">
                  <a:xfrm>
                    <a:off x="574" y="971"/>
                    <a:ext cx="12" cy="17"/>
                  </a:xfrm>
                  <a:custGeom>
                    <a:avLst/>
                    <a:gdLst/>
                    <a:ahLst/>
                    <a:cxnLst>
                      <a:cxn ang="0">
                        <a:pos x="12" y="0"/>
                      </a:cxn>
                      <a:cxn ang="0">
                        <a:pos x="0" y="14"/>
                      </a:cxn>
                      <a:cxn ang="0">
                        <a:pos x="5" y="17"/>
                      </a:cxn>
                    </a:cxnLst>
                    <a:rect l="0" t="0" r="r" b="b"/>
                    <a:pathLst>
                      <a:path w="12" h="17">
                        <a:moveTo>
                          <a:pt x="12" y="0"/>
                        </a:moveTo>
                        <a:lnTo>
                          <a:pt x="0" y="14"/>
                        </a:lnTo>
                        <a:lnTo>
                          <a:pt x="5"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66" name="任意多边形 10622"/>
                  <p:cNvSpPr/>
                  <p:nvPr/>
                </p:nvSpPr>
                <p:spPr bwMode="auto">
                  <a:xfrm>
                    <a:off x="621" y="971"/>
                    <a:ext cx="12" cy="17"/>
                  </a:xfrm>
                  <a:custGeom>
                    <a:avLst/>
                    <a:gdLst/>
                    <a:ahLst/>
                    <a:cxnLst>
                      <a:cxn ang="0">
                        <a:pos x="0" y="0"/>
                      </a:cxn>
                      <a:cxn ang="0">
                        <a:pos x="12" y="14"/>
                      </a:cxn>
                      <a:cxn ang="0">
                        <a:pos x="7" y="17"/>
                      </a:cxn>
                    </a:cxnLst>
                    <a:rect l="0" t="0" r="r" b="b"/>
                    <a:pathLst>
                      <a:path w="12" h="17">
                        <a:moveTo>
                          <a:pt x="0" y="0"/>
                        </a:moveTo>
                        <a:lnTo>
                          <a:pt x="12" y="14"/>
                        </a:lnTo>
                        <a:lnTo>
                          <a:pt x="7"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65" name="任意多边形 10623"/>
                  <p:cNvSpPr/>
                  <p:nvPr/>
                </p:nvSpPr>
                <p:spPr bwMode="auto">
                  <a:xfrm>
                    <a:off x="577" y="886"/>
                    <a:ext cx="22" cy="15"/>
                  </a:xfrm>
                  <a:custGeom>
                    <a:avLst/>
                    <a:gdLst/>
                    <a:ahLst/>
                    <a:cxnLst>
                      <a:cxn ang="0">
                        <a:pos x="19" y="0"/>
                      </a:cxn>
                      <a:cxn ang="0">
                        <a:pos x="4" y="0"/>
                      </a:cxn>
                      <a:cxn ang="0">
                        <a:pos x="0" y="15"/>
                      </a:cxn>
                      <a:cxn ang="0">
                        <a:pos x="22" y="15"/>
                      </a:cxn>
                      <a:cxn ang="0">
                        <a:pos x="19" y="0"/>
                      </a:cxn>
                    </a:cxnLst>
                    <a:rect l="0" t="0" r="r" b="b"/>
                    <a:pathLst>
                      <a:path w="22" h="15">
                        <a:moveTo>
                          <a:pt x="19" y="0"/>
                        </a:moveTo>
                        <a:lnTo>
                          <a:pt x="4" y="0"/>
                        </a:lnTo>
                        <a:lnTo>
                          <a:pt x="0" y="15"/>
                        </a:lnTo>
                        <a:lnTo>
                          <a:pt x="22" y="15"/>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64" name="矩形 10624"/>
                  <p:cNvSpPr>
                    <a:spLocks noChangeArrowheads="1"/>
                  </p:cNvSpPr>
                  <p:nvPr/>
                </p:nvSpPr>
                <p:spPr bwMode="auto">
                  <a:xfrm>
                    <a:off x="581" y="88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63" name="任意多边形 10625"/>
                  <p:cNvSpPr/>
                  <p:nvPr/>
                </p:nvSpPr>
                <p:spPr bwMode="auto">
                  <a:xfrm>
                    <a:off x="574" y="883"/>
                    <a:ext cx="7" cy="19"/>
                  </a:xfrm>
                  <a:custGeom>
                    <a:avLst/>
                    <a:gdLst/>
                    <a:ahLst/>
                    <a:cxnLst>
                      <a:cxn ang="0">
                        <a:pos x="7" y="0"/>
                      </a:cxn>
                      <a:cxn ang="0">
                        <a:pos x="0" y="16"/>
                      </a:cxn>
                      <a:cxn ang="0">
                        <a:pos x="3" y="19"/>
                      </a:cxn>
                    </a:cxnLst>
                    <a:rect l="0" t="0" r="r" b="b"/>
                    <a:pathLst>
                      <a:path w="7" h="19">
                        <a:moveTo>
                          <a:pt x="7"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62" name="任意多边形 10626"/>
                  <p:cNvSpPr/>
                  <p:nvPr/>
                </p:nvSpPr>
                <p:spPr bwMode="auto">
                  <a:xfrm>
                    <a:off x="596" y="883"/>
                    <a:ext cx="6" cy="19"/>
                  </a:xfrm>
                  <a:custGeom>
                    <a:avLst/>
                    <a:gdLst/>
                    <a:ahLst/>
                    <a:cxnLst>
                      <a:cxn ang="0">
                        <a:pos x="0" y="0"/>
                      </a:cxn>
                      <a:cxn ang="0">
                        <a:pos x="6" y="16"/>
                      </a:cxn>
                      <a:cxn ang="0">
                        <a:pos x="5" y="19"/>
                      </a:cxn>
                    </a:cxnLst>
                    <a:rect l="0" t="0" r="r" b="b"/>
                    <a:pathLst>
                      <a:path w="6" h="19">
                        <a:moveTo>
                          <a:pt x="0" y="0"/>
                        </a:moveTo>
                        <a:lnTo>
                          <a:pt x="6"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61" name="任意多边形 10627"/>
                  <p:cNvSpPr/>
                  <p:nvPr/>
                </p:nvSpPr>
                <p:spPr bwMode="auto">
                  <a:xfrm>
                    <a:off x="612" y="886"/>
                    <a:ext cx="22" cy="15"/>
                  </a:xfrm>
                  <a:custGeom>
                    <a:avLst/>
                    <a:gdLst/>
                    <a:ahLst/>
                    <a:cxnLst>
                      <a:cxn ang="0">
                        <a:pos x="19" y="0"/>
                      </a:cxn>
                      <a:cxn ang="0">
                        <a:pos x="4" y="0"/>
                      </a:cxn>
                      <a:cxn ang="0">
                        <a:pos x="0" y="15"/>
                      </a:cxn>
                      <a:cxn ang="0">
                        <a:pos x="22" y="15"/>
                      </a:cxn>
                      <a:cxn ang="0">
                        <a:pos x="19" y="0"/>
                      </a:cxn>
                    </a:cxnLst>
                    <a:rect l="0" t="0" r="r" b="b"/>
                    <a:pathLst>
                      <a:path w="22" h="15">
                        <a:moveTo>
                          <a:pt x="19" y="0"/>
                        </a:moveTo>
                        <a:lnTo>
                          <a:pt x="4" y="0"/>
                        </a:lnTo>
                        <a:lnTo>
                          <a:pt x="0" y="15"/>
                        </a:lnTo>
                        <a:lnTo>
                          <a:pt x="22" y="15"/>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60" name="矩形 10628"/>
                  <p:cNvSpPr>
                    <a:spLocks noChangeArrowheads="1"/>
                  </p:cNvSpPr>
                  <p:nvPr/>
                </p:nvSpPr>
                <p:spPr bwMode="auto">
                  <a:xfrm>
                    <a:off x="616" y="88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59" name="任意多边形 10629"/>
                  <p:cNvSpPr/>
                  <p:nvPr/>
                </p:nvSpPr>
                <p:spPr bwMode="auto">
                  <a:xfrm>
                    <a:off x="609" y="883"/>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58" name="任意多边形 10630"/>
                  <p:cNvSpPr/>
                  <p:nvPr/>
                </p:nvSpPr>
                <p:spPr bwMode="auto">
                  <a:xfrm>
                    <a:off x="631" y="883"/>
                    <a:ext cx="7" cy="19"/>
                  </a:xfrm>
                  <a:custGeom>
                    <a:avLst/>
                    <a:gdLst/>
                    <a:ahLst/>
                    <a:cxnLst>
                      <a:cxn ang="0">
                        <a:pos x="0" y="0"/>
                      </a:cxn>
                      <a:cxn ang="0">
                        <a:pos x="7" y="16"/>
                      </a:cxn>
                      <a:cxn ang="0">
                        <a:pos x="3" y="19"/>
                      </a:cxn>
                    </a:cxnLst>
                    <a:rect l="0" t="0" r="r" b="b"/>
                    <a:pathLst>
                      <a:path w="7" h="19">
                        <a:moveTo>
                          <a:pt x="0" y="0"/>
                        </a:moveTo>
                        <a:lnTo>
                          <a:pt x="7"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57" name="任意多边形 10631"/>
                  <p:cNvSpPr/>
                  <p:nvPr/>
                </p:nvSpPr>
                <p:spPr bwMode="auto">
                  <a:xfrm>
                    <a:off x="648" y="886"/>
                    <a:ext cx="20" cy="15"/>
                  </a:xfrm>
                  <a:custGeom>
                    <a:avLst/>
                    <a:gdLst/>
                    <a:ahLst/>
                    <a:cxnLst>
                      <a:cxn ang="0">
                        <a:pos x="16" y="0"/>
                      </a:cxn>
                      <a:cxn ang="0">
                        <a:pos x="3" y="0"/>
                      </a:cxn>
                      <a:cxn ang="0">
                        <a:pos x="0" y="15"/>
                      </a:cxn>
                      <a:cxn ang="0">
                        <a:pos x="20" y="15"/>
                      </a:cxn>
                      <a:cxn ang="0">
                        <a:pos x="16" y="0"/>
                      </a:cxn>
                    </a:cxnLst>
                    <a:rect l="0" t="0" r="r" b="b"/>
                    <a:pathLst>
                      <a:path w="20" h="15">
                        <a:moveTo>
                          <a:pt x="16" y="0"/>
                        </a:moveTo>
                        <a:lnTo>
                          <a:pt x="3" y="0"/>
                        </a:lnTo>
                        <a:lnTo>
                          <a:pt x="0" y="15"/>
                        </a:lnTo>
                        <a:lnTo>
                          <a:pt x="20" y="15"/>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56" name="矩形 10632"/>
                  <p:cNvSpPr>
                    <a:spLocks noChangeArrowheads="1"/>
                  </p:cNvSpPr>
                  <p:nvPr/>
                </p:nvSpPr>
                <p:spPr bwMode="auto">
                  <a:xfrm>
                    <a:off x="651" y="883"/>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55" name="任意多边形 10633"/>
                  <p:cNvSpPr/>
                  <p:nvPr/>
                </p:nvSpPr>
                <p:spPr bwMode="auto">
                  <a:xfrm>
                    <a:off x="643" y="883"/>
                    <a:ext cx="8" cy="19"/>
                  </a:xfrm>
                  <a:custGeom>
                    <a:avLst/>
                    <a:gdLst/>
                    <a:ahLst/>
                    <a:cxnLst>
                      <a:cxn ang="0">
                        <a:pos x="8" y="0"/>
                      </a:cxn>
                      <a:cxn ang="0">
                        <a:pos x="0" y="16"/>
                      </a:cxn>
                      <a:cxn ang="0">
                        <a:pos x="3" y="19"/>
                      </a:cxn>
                    </a:cxnLst>
                    <a:rect l="0" t="0" r="r" b="b"/>
                    <a:pathLst>
                      <a:path w="8" h="19">
                        <a:moveTo>
                          <a:pt x="8"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54" name="任意多边形 10634"/>
                  <p:cNvSpPr/>
                  <p:nvPr/>
                </p:nvSpPr>
                <p:spPr bwMode="auto">
                  <a:xfrm>
                    <a:off x="664" y="883"/>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53" name="任意多边形 10635"/>
                  <p:cNvSpPr/>
                  <p:nvPr/>
                </p:nvSpPr>
                <p:spPr bwMode="auto">
                  <a:xfrm>
                    <a:off x="681" y="886"/>
                    <a:ext cx="22" cy="15"/>
                  </a:xfrm>
                  <a:custGeom>
                    <a:avLst/>
                    <a:gdLst/>
                    <a:ahLst/>
                    <a:cxnLst>
                      <a:cxn ang="0">
                        <a:pos x="18" y="0"/>
                      </a:cxn>
                      <a:cxn ang="0">
                        <a:pos x="3" y="0"/>
                      </a:cxn>
                      <a:cxn ang="0">
                        <a:pos x="0" y="15"/>
                      </a:cxn>
                      <a:cxn ang="0">
                        <a:pos x="22" y="15"/>
                      </a:cxn>
                      <a:cxn ang="0">
                        <a:pos x="18" y="0"/>
                      </a:cxn>
                    </a:cxnLst>
                    <a:rect l="0" t="0" r="r" b="b"/>
                    <a:pathLst>
                      <a:path w="22" h="15">
                        <a:moveTo>
                          <a:pt x="18" y="0"/>
                        </a:moveTo>
                        <a:lnTo>
                          <a:pt x="3" y="0"/>
                        </a:lnTo>
                        <a:lnTo>
                          <a:pt x="0" y="15"/>
                        </a:lnTo>
                        <a:lnTo>
                          <a:pt x="22"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52" name="矩形 10636"/>
                  <p:cNvSpPr>
                    <a:spLocks noChangeArrowheads="1"/>
                  </p:cNvSpPr>
                  <p:nvPr/>
                </p:nvSpPr>
                <p:spPr bwMode="auto">
                  <a:xfrm>
                    <a:off x="684" y="88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51" name="任意多边形 10637"/>
                  <p:cNvSpPr/>
                  <p:nvPr/>
                </p:nvSpPr>
                <p:spPr bwMode="auto">
                  <a:xfrm>
                    <a:off x="678" y="883"/>
                    <a:ext cx="6" cy="19"/>
                  </a:xfrm>
                  <a:custGeom>
                    <a:avLst/>
                    <a:gdLst/>
                    <a:ahLst/>
                    <a:cxnLst>
                      <a:cxn ang="0">
                        <a:pos x="6" y="0"/>
                      </a:cxn>
                      <a:cxn ang="0">
                        <a:pos x="0" y="16"/>
                      </a:cxn>
                      <a:cxn ang="0">
                        <a:pos x="3" y="19"/>
                      </a:cxn>
                    </a:cxnLst>
                    <a:rect l="0" t="0" r="r" b="b"/>
                    <a:pathLst>
                      <a:path w="6" h="19">
                        <a:moveTo>
                          <a:pt x="6"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50" name="任意多边形 10638"/>
                  <p:cNvSpPr/>
                  <p:nvPr/>
                </p:nvSpPr>
                <p:spPr bwMode="auto">
                  <a:xfrm>
                    <a:off x="699" y="883"/>
                    <a:ext cx="7" cy="19"/>
                  </a:xfrm>
                  <a:custGeom>
                    <a:avLst/>
                    <a:gdLst/>
                    <a:ahLst/>
                    <a:cxnLst>
                      <a:cxn ang="0">
                        <a:pos x="0" y="0"/>
                      </a:cxn>
                      <a:cxn ang="0">
                        <a:pos x="7" y="16"/>
                      </a:cxn>
                      <a:cxn ang="0">
                        <a:pos x="4" y="19"/>
                      </a:cxn>
                    </a:cxnLst>
                    <a:rect l="0" t="0" r="r" b="b"/>
                    <a:pathLst>
                      <a:path w="7" h="19">
                        <a:moveTo>
                          <a:pt x="0" y="0"/>
                        </a:moveTo>
                        <a:lnTo>
                          <a:pt x="7"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49" name="任意多边形 10639"/>
                  <p:cNvSpPr/>
                  <p:nvPr/>
                </p:nvSpPr>
                <p:spPr bwMode="auto">
                  <a:xfrm>
                    <a:off x="741" y="886"/>
                    <a:ext cx="20" cy="15"/>
                  </a:xfrm>
                  <a:custGeom>
                    <a:avLst/>
                    <a:gdLst/>
                    <a:ahLst/>
                    <a:cxnLst>
                      <a:cxn ang="0">
                        <a:pos x="17" y="0"/>
                      </a:cxn>
                      <a:cxn ang="0">
                        <a:pos x="4" y="0"/>
                      </a:cxn>
                      <a:cxn ang="0">
                        <a:pos x="0" y="15"/>
                      </a:cxn>
                      <a:cxn ang="0">
                        <a:pos x="20" y="15"/>
                      </a:cxn>
                      <a:cxn ang="0">
                        <a:pos x="17" y="0"/>
                      </a:cxn>
                    </a:cxnLst>
                    <a:rect l="0" t="0" r="r" b="b"/>
                    <a:pathLst>
                      <a:path w="20" h="15">
                        <a:moveTo>
                          <a:pt x="17" y="0"/>
                        </a:moveTo>
                        <a:lnTo>
                          <a:pt x="4" y="0"/>
                        </a:lnTo>
                        <a:lnTo>
                          <a:pt x="0" y="15"/>
                        </a:lnTo>
                        <a:lnTo>
                          <a:pt x="20" y="15"/>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48" name="矩形 10640"/>
                  <p:cNvSpPr>
                    <a:spLocks noChangeArrowheads="1"/>
                  </p:cNvSpPr>
                  <p:nvPr/>
                </p:nvSpPr>
                <p:spPr bwMode="auto">
                  <a:xfrm>
                    <a:off x="745" y="883"/>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47" name="任意多边形 10641"/>
                  <p:cNvSpPr/>
                  <p:nvPr/>
                </p:nvSpPr>
                <p:spPr bwMode="auto">
                  <a:xfrm>
                    <a:off x="736" y="883"/>
                    <a:ext cx="7" cy="19"/>
                  </a:xfrm>
                  <a:custGeom>
                    <a:avLst/>
                    <a:gdLst/>
                    <a:ahLst/>
                    <a:cxnLst>
                      <a:cxn ang="0">
                        <a:pos x="7" y="0"/>
                      </a:cxn>
                      <a:cxn ang="0">
                        <a:pos x="0" y="16"/>
                      </a:cxn>
                      <a:cxn ang="0">
                        <a:pos x="4" y="19"/>
                      </a:cxn>
                    </a:cxnLst>
                    <a:rect l="0" t="0" r="r" b="b"/>
                    <a:pathLst>
                      <a:path w="7" h="19">
                        <a:moveTo>
                          <a:pt x="7"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46" name="任意多边形 10642"/>
                  <p:cNvSpPr/>
                  <p:nvPr/>
                </p:nvSpPr>
                <p:spPr bwMode="auto">
                  <a:xfrm>
                    <a:off x="758" y="883"/>
                    <a:ext cx="8" cy="19"/>
                  </a:xfrm>
                  <a:custGeom>
                    <a:avLst/>
                    <a:gdLst/>
                    <a:ahLst/>
                    <a:cxnLst>
                      <a:cxn ang="0">
                        <a:pos x="0" y="0"/>
                      </a:cxn>
                      <a:cxn ang="0">
                        <a:pos x="8" y="16"/>
                      </a:cxn>
                      <a:cxn ang="0">
                        <a:pos x="5" y="19"/>
                      </a:cxn>
                    </a:cxnLst>
                    <a:rect l="0" t="0" r="r" b="b"/>
                    <a:pathLst>
                      <a:path w="8" h="19">
                        <a:moveTo>
                          <a:pt x="0" y="0"/>
                        </a:moveTo>
                        <a:lnTo>
                          <a:pt x="8"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45" name="任意多边形 10643"/>
                  <p:cNvSpPr/>
                  <p:nvPr/>
                </p:nvSpPr>
                <p:spPr bwMode="auto">
                  <a:xfrm>
                    <a:off x="775" y="886"/>
                    <a:ext cx="22" cy="15"/>
                  </a:xfrm>
                  <a:custGeom>
                    <a:avLst/>
                    <a:gdLst/>
                    <a:ahLst/>
                    <a:cxnLst>
                      <a:cxn ang="0">
                        <a:pos x="18" y="0"/>
                      </a:cxn>
                      <a:cxn ang="0">
                        <a:pos x="3" y="0"/>
                      </a:cxn>
                      <a:cxn ang="0">
                        <a:pos x="0" y="15"/>
                      </a:cxn>
                      <a:cxn ang="0">
                        <a:pos x="22" y="15"/>
                      </a:cxn>
                      <a:cxn ang="0">
                        <a:pos x="18" y="0"/>
                      </a:cxn>
                    </a:cxnLst>
                    <a:rect l="0" t="0" r="r" b="b"/>
                    <a:pathLst>
                      <a:path w="22" h="15">
                        <a:moveTo>
                          <a:pt x="18" y="0"/>
                        </a:moveTo>
                        <a:lnTo>
                          <a:pt x="3" y="0"/>
                        </a:lnTo>
                        <a:lnTo>
                          <a:pt x="0" y="15"/>
                        </a:lnTo>
                        <a:lnTo>
                          <a:pt x="22"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44" name="矩形 10644"/>
                  <p:cNvSpPr>
                    <a:spLocks noChangeArrowheads="1"/>
                  </p:cNvSpPr>
                  <p:nvPr/>
                </p:nvSpPr>
                <p:spPr bwMode="auto">
                  <a:xfrm>
                    <a:off x="778" y="88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43" name="任意多边形 10645"/>
                  <p:cNvSpPr/>
                  <p:nvPr/>
                </p:nvSpPr>
                <p:spPr bwMode="auto">
                  <a:xfrm>
                    <a:off x="771" y="883"/>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42" name="任意多边形 10646"/>
                  <p:cNvSpPr/>
                  <p:nvPr/>
                </p:nvSpPr>
                <p:spPr bwMode="auto">
                  <a:xfrm>
                    <a:off x="793" y="883"/>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41" name="任意多边形 10647"/>
                  <p:cNvSpPr/>
                  <p:nvPr/>
                </p:nvSpPr>
                <p:spPr bwMode="auto">
                  <a:xfrm>
                    <a:off x="810" y="886"/>
                    <a:ext cx="22" cy="15"/>
                  </a:xfrm>
                  <a:custGeom>
                    <a:avLst/>
                    <a:gdLst/>
                    <a:ahLst/>
                    <a:cxnLst>
                      <a:cxn ang="0">
                        <a:pos x="18" y="0"/>
                      </a:cxn>
                      <a:cxn ang="0">
                        <a:pos x="3" y="0"/>
                      </a:cxn>
                      <a:cxn ang="0">
                        <a:pos x="0" y="15"/>
                      </a:cxn>
                      <a:cxn ang="0">
                        <a:pos x="22" y="15"/>
                      </a:cxn>
                      <a:cxn ang="0">
                        <a:pos x="18" y="0"/>
                      </a:cxn>
                    </a:cxnLst>
                    <a:rect l="0" t="0" r="r" b="b"/>
                    <a:pathLst>
                      <a:path w="22" h="15">
                        <a:moveTo>
                          <a:pt x="18" y="0"/>
                        </a:moveTo>
                        <a:lnTo>
                          <a:pt x="3" y="0"/>
                        </a:lnTo>
                        <a:lnTo>
                          <a:pt x="0" y="15"/>
                        </a:lnTo>
                        <a:lnTo>
                          <a:pt x="22"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40" name="矩形 10648"/>
                  <p:cNvSpPr>
                    <a:spLocks noChangeArrowheads="1"/>
                  </p:cNvSpPr>
                  <p:nvPr/>
                </p:nvSpPr>
                <p:spPr bwMode="auto">
                  <a:xfrm>
                    <a:off x="813" y="88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39" name="任意多边形 10649"/>
                  <p:cNvSpPr/>
                  <p:nvPr/>
                </p:nvSpPr>
                <p:spPr bwMode="auto">
                  <a:xfrm>
                    <a:off x="807" y="883"/>
                    <a:ext cx="6" cy="19"/>
                  </a:xfrm>
                  <a:custGeom>
                    <a:avLst/>
                    <a:gdLst/>
                    <a:ahLst/>
                    <a:cxnLst>
                      <a:cxn ang="0">
                        <a:pos x="6" y="0"/>
                      </a:cxn>
                      <a:cxn ang="0">
                        <a:pos x="0" y="16"/>
                      </a:cxn>
                      <a:cxn ang="0">
                        <a:pos x="1" y="19"/>
                      </a:cxn>
                    </a:cxnLst>
                    <a:rect l="0" t="0" r="r" b="b"/>
                    <a:pathLst>
                      <a:path w="6" h="19">
                        <a:moveTo>
                          <a:pt x="6" y="0"/>
                        </a:moveTo>
                        <a:lnTo>
                          <a:pt x="0" y="16"/>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38" name="任意多边形 10650"/>
                  <p:cNvSpPr/>
                  <p:nvPr/>
                </p:nvSpPr>
                <p:spPr bwMode="auto">
                  <a:xfrm>
                    <a:off x="828" y="883"/>
                    <a:ext cx="7" cy="19"/>
                  </a:xfrm>
                  <a:custGeom>
                    <a:avLst/>
                    <a:gdLst/>
                    <a:ahLst/>
                    <a:cxnLst>
                      <a:cxn ang="0">
                        <a:pos x="0" y="0"/>
                      </a:cxn>
                      <a:cxn ang="0">
                        <a:pos x="7" y="16"/>
                      </a:cxn>
                      <a:cxn ang="0">
                        <a:pos x="4" y="19"/>
                      </a:cxn>
                    </a:cxnLst>
                    <a:rect l="0" t="0" r="r" b="b"/>
                    <a:pathLst>
                      <a:path w="7" h="19">
                        <a:moveTo>
                          <a:pt x="0" y="0"/>
                        </a:moveTo>
                        <a:lnTo>
                          <a:pt x="7"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37" name="任意多边形 10651"/>
                  <p:cNvSpPr/>
                  <p:nvPr/>
                </p:nvSpPr>
                <p:spPr bwMode="auto">
                  <a:xfrm>
                    <a:off x="845" y="886"/>
                    <a:ext cx="20" cy="15"/>
                  </a:xfrm>
                  <a:custGeom>
                    <a:avLst/>
                    <a:gdLst/>
                    <a:ahLst/>
                    <a:cxnLst>
                      <a:cxn ang="0">
                        <a:pos x="17" y="0"/>
                      </a:cxn>
                      <a:cxn ang="0">
                        <a:pos x="3" y="0"/>
                      </a:cxn>
                      <a:cxn ang="0">
                        <a:pos x="0" y="15"/>
                      </a:cxn>
                      <a:cxn ang="0">
                        <a:pos x="20" y="15"/>
                      </a:cxn>
                      <a:cxn ang="0">
                        <a:pos x="17" y="0"/>
                      </a:cxn>
                    </a:cxnLst>
                    <a:rect l="0" t="0" r="r" b="b"/>
                    <a:pathLst>
                      <a:path w="20" h="15">
                        <a:moveTo>
                          <a:pt x="17" y="0"/>
                        </a:moveTo>
                        <a:lnTo>
                          <a:pt x="3" y="0"/>
                        </a:lnTo>
                        <a:lnTo>
                          <a:pt x="0" y="15"/>
                        </a:lnTo>
                        <a:lnTo>
                          <a:pt x="20" y="15"/>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36" name="矩形 10652"/>
                  <p:cNvSpPr>
                    <a:spLocks noChangeArrowheads="1"/>
                  </p:cNvSpPr>
                  <p:nvPr/>
                </p:nvSpPr>
                <p:spPr bwMode="auto">
                  <a:xfrm>
                    <a:off x="848" y="883"/>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35" name="任意多边形 10653"/>
                  <p:cNvSpPr/>
                  <p:nvPr/>
                </p:nvSpPr>
                <p:spPr bwMode="auto">
                  <a:xfrm>
                    <a:off x="842" y="883"/>
                    <a:ext cx="6" cy="19"/>
                  </a:xfrm>
                  <a:custGeom>
                    <a:avLst/>
                    <a:gdLst/>
                    <a:ahLst/>
                    <a:cxnLst>
                      <a:cxn ang="0">
                        <a:pos x="6" y="0"/>
                      </a:cxn>
                      <a:cxn ang="0">
                        <a:pos x="0" y="16"/>
                      </a:cxn>
                      <a:cxn ang="0">
                        <a:pos x="1" y="19"/>
                      </a:cxn>
                    </a:cxnLst>
                    <a:rect l="0" t="0" r="r" b="b"/>
                    <a:pathLst>
                      <a:path w="6" h="19">
                        <a:moveTo>
                          <a:pt x="6" y="0"/>
                        </a:moveTo>
                        <a:lnTo>
                          <a:pt x="0" y="16"/>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34" name="任意多边形 10654"/>
                  <p:cNvSpPr/>
                  <p:nvPr/>
                </p:nvSpPr>
                <p:spPr bwMode="auto">
                  <a:xfrm>
                    <a:off x="862" y="883"/>
                    <a:ext cx="6" cy="19"/>
                  </a:xfrm>
                  <a:custGeom>
                    <a:avLst/>
                    <a:gdLst/>
                    <a:ahLst/>
                    <a:cxnLst>
                      <a:cxn ang="0">
                        <a:pos x="0" y="0"/>
                      </a:cxn>
                      <a:cxn ang="0">
                        <a:pos x="6" y="16"/>
                      </a:cxn>
                      <a:cxn ang="0">
                        <a:pos x="5" y="19"/>
                      </a:cxn>
                    </a:cxnLst>
                    <a:rect l="0" t="0" r="r" b="b"/>
                    <a:pathLst>
                      <a:path w="6" h="19">
                        <a:moveTo>
                          <a:pt x="0" y="0"/>
                        </a:moveTo>
                        <a:lnTo>
                          <a:pt x="6"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33" name="任意多边形 10655"/>
                  <p:cNvSpPr/>
                  <p:nvPr/>
                </p:nvSpPr>
                <p:spPr bwMode="auto">
                  <a:xfrm>
                    <a:off x="949" y="886"/>
                    <a:ext cx="22" cy="15"/>
                  </a:xfrm>
                  <a:custGeom>
                    <a:avLst/>
                    <a:gdLst/>
                    <a:ahLst/>
                    <a:cxnLst>
                      <a:cxn ang="0">
                        <a:pos x="18" y="0"/>
                      </a:cxn>
                      <a:cxn ang="0">
                        <a:pos x="3" y="0"/>
                      </a:cxn>
                      <a:cxn ang="0">
                        <a:pos x="0" y="15"/>
                      </a:cxn>
                      <a:cxn ang="0">
                        <a:pos x="22" y="15"/>
                      </a:cxn>
                      <a:cxn ang="0">
                        <a:pos x="18" y="0"/>
                      </a:cxn>
                    </a:cxnLst>
                    <a:rect l="0" t="0" r="r" b="b"/>
                    <a:pathLst>
                      <a:path w="22" h="15">
                        <a:moveTo>
                          <a:pt x="18" y="0"/>
                        </a:moveTo>
                        <a:lnTo>
                          <a:pt x="3" y="0"/>
                        </a:lnTo>
                        <a:lnTo>
                          <a:pt x="0" y="15"/>
                        </a:lnTo>
                        <a:lnTo>
                          <a:pt x="22"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32" name="矩形 10656"/>
                  <p:cNvSpPr>
                    <a:spLocks noChangeArrowheads="1"/>
                  </p:cNvSpPr>
                  <p:nvPr/>
                </p:nvSpPr>
                <p:spPr bwMode="auto">
                  <a:xfrm>
                    <a:off x="952" y="88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31" name="任意多边形 10657"/>
                  <p:cNvSpPr/>
                  <p:nvPr/>
                </p:nvSpPr>
                <p:spPr bwMode="auto">
                  <a:xfrm>
                    <a:off x="945" y="883"/>
                    <a:ext cx="7" cy="19"/>
                  </a:xfrm>
                  <a:custGeom>
                    <a:avLst/>
                    <a:gdLst/>
                    <a:ahLst/>
                    <a:cxnLst>
                      <a:cxn ang="0">
                        <a:pos x="7" y="0"/>
                      </a:cxn>
                      <a:cxn ang="0">
                        <a:pos x="0" y="16"/>
                      </a:cxn>
                      <a:cxn ang="0">
                        <a:pos x="4" y="19"/>
                      </a:cxn>
                    </a:cxnLst>
                    <a:rect l="0" t="0" r="r" b="b"/>
                    <a:pathLst>
                      <a:path w="7" h="19">
                        <a:moveTo>
                          <a:pt x="7"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30" name="任意多边形 10658"/>
                  <p:cNvSpPr/>
                  <p:nvPr/>
                </p:nvSpPr>
                <p:spPr bwMode="auto">
                  <a:xfrm>
                    <a:off x="967" y="883"/>
                    <a:ext cx="7" cy="19"/>
                  </a:xfrm>
                  <a:custGeom>
                    <a:avLst/>
                    <a:gdLst/>
                    <a:ahLst/>
                    <a:cxnLst>
                      <a:cxn ang="0">
                        <a:pos x="0" y="0"/>
                      </a:cxn>
                      <a:cxn ang="0">
                        <a:pos x="7" y="16"/>
                      </a:cxn>
                      <a:cxn ang="0">
                        <a:pos x="4" y="19"/>
                      </a:cxn>
                    </a:cxnLst>
                    <a:rect l="0" t="0" r="r" b="b"/>
                    <a:pathLst>
                      <a:path w="7" h="19">
                        <a:moveTo>
                          <a:pt x="0" y="0"/>
                        </a:moveTo>
                        <a:lnTo>
                          <a:pt x="7"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29" name="任意多边形 10659"/>
                  <p:cNvSpPr/>
                  <p:nvPr/>
                </p:nvSpPr>
                <p:spPr bwMode="auto">
                  <a:xfrm>
                    <a:off x="984" y="886"/>
                    <a:ext cx="22" cy="15"/>
                  </a:xfrm>
                  <a:custGeom>
                    <a:avLst/>
                    <a:gdLst/>
                    <a:ahLst/>
                    <a:cxnLst>
                      <a:cxn ang="0">
                        <a:pos x="17" y="0"/>
                      </a:cxn>
                      <a:cxn ang="0">
                        <a:pos x="3" y="0"/>
                      </a:cxn>
                      <a:cxn ang="0">
                        <a:pos x="0" y="15"/>
                      </a:cxn>
                      <a:cxn ang="0">
                        <a:pos x="22" y="15"/>
                      </a:cxn>
                      <a:cxn ang="0">
                        <a:pos x="17" y="0"/>
                      </a:cxn>
                    </a:cxnLst>
                    <a:rect l="0" t="0" r="r" b="b"/>
                    <a:pathLst>
                      <a:path w="22" h="15">
                        <a:moveTo>
                          <a:pt x="17" y="0"/>
                        </a:moveTo>
                        <a:lnTo>
                          <a:pt x="3" y="0"/>
                        </a:lnTo>
                        <a:lnTo>
                          <a:pt x="0" y="15"/>
                        </a:lnTo>
                        <a:lnTo>
                          <a:pt x="22" y="15"/>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28" name="矩形 10660"/>
                  <p:cNvSpPr>
                    <a:spLocks noChangeArrowheads="1"/>
                  </p:cNvSpPr>
                  <p:nvPr/>
                </p:nvSpPr>
                <p:spPr bwMode="auto">
                  <a:xfrm>
                    <a:off x="987" y="883"/>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27" name="任意多边形 10661"/>
                  <p:cNvSpPr/>
                  <p:nvPr/>
                </p:nvSpPr>
                <p:spPr bwMode="auto">
                  <a:xfrm>
                    <a:off x="979" y="883"/>
                    <a:ext cx="7" cy="19"/>
                  </a:xfrm>
                  <a:custGeom>
                    <a:avLst/>
                    <a:gdLst/>
                    <a:ahLst/>
                    <a:cxnLst>
                      <a:cxn ang="0">
                        <a:pos x="7" y="0"/>
                      </a:cxn>
                      <a:cxn ang="0">
                        <a:pos x="0" y="16"/>
                      </a:cxn>
                      <a:cxn ang="0">
                        <a:pos x="3" y="19"/>
                      </a:cxn>
                    </a:cxnLst>
                    <a:rect l="0" t="0" r="r" b="b"/>
                    <a:pathLst>
                      <a:path w="7" h="19">
                        <a:moveTo>
                          <a:pt x="7"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26" name="任意多边形 10662"/>
                  <p:cNvSpPr/>
                  <p:nvPr/>
                </p:nvSpPr>
                <p:spPr bwMode="auto">
                  <a:xfrm>
                    <a:off x="1001" y="883"/>
                    <a:ext cx="8" cy="19"/>
                  </a:xfrm>
                  <a:custGeom>
                    <a:avLst/>
                    <a:gdLst/>
                    <a:ahLst/>
                    <a:cxnLst>
                      <a:cxn ang="0">
                        <a:pos x="0" y="0"/>
                      </a:cxn>
                      <a:cxn ang="0">
                        <a:pos x="8" y="16"/>
                      </a:cxn>
                      <a:cxn ang="0">
                        <a:pos x="5" y="19"/>
                      </a:cxn>
                    </a:cxnLst>
                    <a:rect l="0" t="0" r="r" b="b"/>
                    <a:pathLst>
                      <a:path w="8" h="19">
                        <a:moveTo>
                          <a:pt x="0" y="0"/>
                        </a:moveTo>
                        <a:lnTo>
                          <a:pt x="8"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25" name="任意多边形 10663"/>
                  <p:cNvSpPr/>
                  <p:nvPr/>
                </p:nvSpPr>
                <p:spPr bwMode="auto">
                  <a:xfrm>
                    <a:off x="1017" y="886"/>
                    <a:ext cx="22" cy="15"/>
                  </a:xfrm>
                  <a:custGeom>
                    <a:avLst/>
                    <a:gdLst/>
                    <a:ahLst/>
                    <a:cxnLst>
                      <a:cxn ang="0">
                        <a:pos x="19" y="0"/>
                      </a:cxn>
                      <a:cxn ang="0">
                        <a:pos x="5" y="0"/>
                      </a:cxn>
                      <a:cxn ang="0">
                        <a:pos x="0" y="15"/>
                      </a:cxn>
                      <a:cxn ang="0">
                        <a:pos x="22" y="15"/>
                      </a:cxn>
                      <a:cxn ang="0">
                        <a:pos x="19" y="0"/>
                      </a:cxn>
                    </a:cxnLst>
                    <a:rect l="0" t="0" r="r" b="b"/>
                    <a:pathLst>
                      <a:path w="22" h="15">
                        <a:moveTo>
                          <a:pt x="19" y="0"/>
                        </a:moveTo>
                        <a:lnTo>
                          <a:pt x="5" y="0"/>
                        </a:lnTo>
                        <a:lnTo>
                          <a:pt x="0" y="15"/>
                        </a:lnTo>
                        <a:lnTo>
                          <a:pt x="22" y="15"/>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24" name="矩形 10664"/>
                  <p:cNvSpPr>
                    <a:spLocks noChangeArrowheads="1"/>
                  </p:cNvSpPr>
                  <p:nvPr/>
                </p:nvSpPr>
                <p:spPr bwMode="auto">
                  <a:xfrm>
                    <a:off x="1022" y="883"/>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23" name="任意多边形 10665"/>
                  <p:cNvSpPr/>
                  <p:nvPr/>
                </p:nvSpPr>
                <p:spPr bwMode="auto">
                  <a:xfrm>
                    <a:off x="1014" y="883"/>
                    <a:ext cx="8" cy="19"/>
                  </a:xfrm>
                  <a:custGeom>
                    <a:avLst/>
                    <a:gdLst/>
                    <a:ahLst/>
                    <a:cxnLst>
                      <a:cxn ang="0">
                        <a:pos x="8" y="0"/>
                      </a:cxn>
                      <a:cxn ang="0">
                        <a:pos x="0" y="16"/>
                      </a:cxn>
                      <a:cxn ang="0">
                        <a:pos x="3" y="19"/>
                      </a:cxn>
                    </a:cxnLst>
                    <a:rect l="0" t="0" r="r" b="b"/>
                    <a:pathLst>
                      <a:path w="8" h="19">
                        <a:moveTo>
                          <a:pt x="8"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22" name="任意多边形 10666"/>
                  <p:cNvSpPr/>
                  <p:nvPr/>
                </p:nvSpPr>
                <p:spPr bwMode="auto">
                  <a:xfrm>
                    <a:off x="1036" y="883"/>
                    <a:ext cx="6" cy="19"/>
                  </a:xfrm>
                  <a:custGeom>
                    <a:avLst/>
                    <a:gdLst/>
                    <a:ahLst/>
                    <a:cxnLst>
                      <a:cxn ang="0">
                        <a:pos x="0" y="0"/>
                      </a:cxn>
                      <a:cxn ang="0">
                        <a:pos x="6" y="16"/>
                      </a:cxn>
                      <a:cxn ang="0">
                        <a:pos x="5" y="19"/>
                      </a:cxn>
                    </a:cxnLst>
                    <a:rect l="0" t="0" r="r" b="b"/>
                    <a:pathLst>
                      <a:path w="6" h="19">
                        <a:moveTo>
                          <a:pt x="0" y="0"/>
                        </a:moveTo>
                        <a:lnTo>
                          <a:pt x="6"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21" name="任意多边形 10667"/>
                  <p:cNvSpPr/>
                  <p:nvPr/>
                </p:nvSpPr>
                <p:spPr bwMode="auto">
                  <a:xfrm>
                    <a:off x="1053" y="886"/>
                    <a:ext cx="21" cy="15"/>
                  </a:xfrm>
                  <a:custGeom>
                    <a:avLst/>
                    <a:gdLst/>
                    <a:ahLst/>
                    <a:cxnLst>
                      <a:cxn ang="0">
                        <a:pos x="18" y="0"/>
                      </a:cxn>
                      <a:cxn ang="0">
                        <a:pos x="3" y="0"/>
                      </a:cxn>
                      <a:cxn ang="0">
                        <a:pos x="0" y="15"/>
                      </a:cxn>
                      <a:cxn ang="0">
                        <a:pos x="21" y="15"/>
                      </a:cxn>
                      <a:cxn ang="0">
                        <a:pos x="18" y="0"/>
                      </a:cxn>
                    </a:cxnLst>
                    <a:rect l="0" t="0" r="r" b="b"/>
                    <a:pathLst>
                      <a:path w="21" h="15">
                        <a:moveTo>
                          <a:pt x="18" y="0"/>
                        </a:moveTo>
                        <a:lnTo>
                          <a:pt x="3" y="0"/>
                        </a:lnTo>
                        <a:lnTo>
                          <a:pt x="0" y="15"/>
                        </a:lnTo>
                        <a:lnTo>
                          <a:pt x="21"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20" name="矩形 10668"/>
                  <p:cNvSpPr>
                    <a:spLocks noChangeArrowheads="1"/>
                  </p:cNvSpPr>
                  <p:nvPr/>
                </p:nvSpPr>
                <p:spPr bwMode="auto">
                  <a:xfrm>
                    <a:off x="1056" y="88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19" name="任意多边形 10669"/>
                  <p:cNvSpPr/>
                  <p:nvPr/>
                </p:nvSpPr>
                <p:spPr bwMode="auto">
                  <a:xfrm>
                    <a:off x="1049" y="883"/>
                    <a:ext cx="7" cy="19"/>
                  </a:xfrm>
                  <a:custGeom>
                    <a:avLst/>
                    <a:gdLst/>
                    <a:ahLst/>
                    <a:cxnLst>
                      <a:cxn ang="0">
                        <a:pos x="7" y="0"/>
                      </a:cxn>
                      <a:cxn ang="0">
                        <a:pos x="0" y="16"/>
                      </a:cxn>
                      <a:cxn ang="0">
                        <a:pos x="4" y="19"/>
                      </a:cxn>
                    </a:cxnLst>
                    <a:rect l="0" t="0" r="r" b="b"/>
                    <a:pathLst>
                      <a:path w="7" h="19">
                        <a:moveTo>
                          <a:pt x="7"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18" name="任意多边形 10670"/>
                  <p:cNvSpPr/>
                  <p:nvPr/>
                </p:nvSpPr>
                <p:spPr bwMode="auto">
                  <a:xfrm>
                    <a:off x="1071" y="883"/>
                    <a:ext cx="7" cy="19"/>
                  </a:xfrm>
                  <a:custGeom>
                    <a:avLst/>
                    <a:gdLst/>
                    <a:ahLst/>
                    <a:cxnLst>
                      <a:cxn ang="0">
                        <a:pos x="0" y="0"/>
                      </a:cxn>
                      <a:cxn ang="0">
                        <a:pos x="7" y="16"/>
                      </a:cxn>
                      <a:cxn ang="0">
                        <a:pos x="3" y="19"/>
                      </a:cxn>
                    </a:cxnLst>
                    <a:rect l="0" t="0" r="r" b="b"/>
                    <a:pathLst>
                      <a:path w="7" h="19">
                        <a:moveTo>
                          <a:pt x="0" y="0"/>
                        </a:moveTo>
                        <a:lnTo>
                          <a:pt x="7"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17" name="任意多边形 10671"/>
                  <p:cNvSpPr/>
                  <p:nvPr/>
                </p:nvSpPr>
                <p:spPr bwMode="auto">
                  <a:xfrm>
                    <a:off x="1114" y="886"/>
                    <a:ext cx="22" cy="15"/>
                  </a:xfrm>
                  <a:custGeom>
                    <a:avLst/>
                    <a:gdLst/>
                    <a:ahLst/>
                    <a:cxnLst>
                      <a:cxn ang="0">
                        <a:pos x="19" y="0"/>
                      </a:cxn>
                      <a:cxn ang="0">
                        <a:pos x="4" y="0"/>
                      </a:cxn>
                      <a:cxn ang="0">
                        <a:pos x="0" y="15"/>
                      </a:cxn>
                      <a:cxn ang="0">
                        <a:pos x="22" y="15"/>
                      </a:cxn>
                      <a:cxn ang="0">
                        <a:pos x="19" y="0"/>
                      </a:cxn>
                    </a:cxnLst>
                    <a:rect l="0" t="0" r="r" b="b"/>
                    <a:pathLst>
                      <a:path w="22" h="15">
                        <a:moveTo>
                          <a:pt x="19" y="0"/>
                        </a:moveTo>
                        <a:lnTo>
                          <a:pt x="4" y="0"/>
                        </a:lnTo>
                        <a:lnTo>
                          <a:pt x="0" y="15"/>
                        </a:lnTo>
                        <a:lnTo>
                          <a:pt x="22" y="15"/>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16" name="矩形 10672"/>
                  <p:cNvSpPr>
                    <a:spLocks noChangeArrowheads="1"/>
                  </p:cNvSpPr>
                  <p:nvPr/>
                </p:nvSpPr>
                <p:spPr bwMode="auto">
                  <a:xfrm>
                    <a:off x="1118" y="88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15" name="任意多边形 10673"/>
                  <p:cNvSpPr/>
                  <p:nvPr/>
                </p:nvSpPr>
                <p:spPr bwMode="auto">
                  <a:xfrm>
                    <a:off x="1111" y="883"/>
                    <a:ext cx="7" cy="19"/>
                  </a:xfrm>
                  <a:custGeom>
                    <a:avLst/>
                    <a:gdLst/>
                    <a:ahLst/>
                    <a:cxnLst>
                      <a:cxn ang="0">
                        <a:pos x="7" y="0"/>
                      </a:cxn>
                      <a:cxn ang="0">
                        <a:pos x="0" y="16"/>
                      </a:cxn>
                      <a:cxn ang="0">
                        <a:pos x="3" y="19"/>
                      </a:cxn>
                    </a:cxnLst>
                    <a:rect l="0" t="0" r="r" b="b"/>
                    <a:pathLst>
                      <a:path w="7" h="19">
                        <a:moveTo>
                          <a:pt x="7"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14" name="任意多边形 10674"/>
                  <p:cNvSpPr/>
                  <p:nvPr/>
                </p:nvSpPr>
                <p:spPr bwMode="auto">
                  <a:xfrm>
                    <a:off x="1133" y="883"/>
                    <a:ext cx="7" cy="19"/>
                  </a:xfrm>
                  <a:custGeom>
                    <a:avLst/>
                    <a:gdLst/>
                    <a:ahLst/>
                    <a:cxnLst>
                      <a:cxn ang="0">
                        <a:pos x="0" y="0"/>
                      </a:cxn>
                      <a:cxn ang="0">
                        <a:pos x="7" y="16"/>
                      </a:cxn>
                      <a:cxn ang="0">
                        <a:pos x="3" y="19"/>
                      </a:cxn>
                    </a:cxnLst>
                    <a:rect l="0" t="0" r="r" b="b"/>
                    <a:pathLst>
                      <a:path w="7" h="19">
                        <a:moveTo>
                          <a:pt x="0" y="0"/>
                        </a:moveTo>
                        <a:lnTo>
                          <a:pt x="7"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13" name="任意多边形 10675"/>
                  <p:cNvSpPr/>
                  <p:nvPr/>
                </p:nvSpPr>
                <p:spPr bwMode="auto">
                  <a:xfrm>
                    <a:off x="1114" y="922"/>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12" name="矩形 10676"/>
                  <p:cNvSpPr>
                    <a:spLocks noChangeArrowheads="1"/>
                  </p:cNvSpPr>
                  <p:nvPr/>
                </p:nvSpPr>
                <p:spPr bwMode="auto">
                  <a:xfrm>
                    <a:off x="1118" y="917"/>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11" name="任意多边形 10677"/>
                  <p:cNvSpPr/>
                  <p:nvPr/>
                </p:nvSpPr>
                <p:spPr bwMode="auto">
                  <a:xfrm>
                    <a:off x="1111" y="917"/>
                    <a:ext cx="7" cy="19"/>
                  </a:xfrm>
                  <a:custGeom>
                    <a:avLst/>
                    <a:gdLst/>
                    <a:ahLst/>
                    <a:cxnLst>
                      <a:cxn ang="0">
                        <a:pos x="7" y="0"/>
                      </a:cxn>
                      <a:cxn ang="0">
                        <a:pos x="0" y="16"/>
                      </a:cxn>
                      <a:cxn ang="0">
                        <a:pos x="3" y="19"/>
                      </a:cxn>
                    </a:cxnLst>
                    <a:rect l="0" t="0" r="r" b="b"/>
                    <a:pathLst>
                      <a:path w="7" h="19">
                        <a:moveTo>
                          <a:pt x="7"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10" name="任意多边形 10678"/>
                  <p:cNvSpPr/>
                  <p:nvPr/>
                </p:nvSpPr>
                <p:spPr bwMode="auto">
                  <a:xfrm>
                    <a:off x="1133" y="917"/>
                    <a:ext cx="7" cy="19"/>
                  </a:xfrm>
                  <a:custGeom>
                    <a:avLst/>
                    <a:gdLst/>
                    <a:ahLst/>
                    <a:cxnLst>
                      <a:cxn ang="0">
                        <a:pos x="0" y="0"/>
                      </a:cxn>
                      <a:cxn ang="0">
                        <a:pos x="7" y="16"/>
                      </a:cxn>
                      <a:cxn ang="0">
                        <a:pos x="3" y="19"/>
                      </a:cxn>
                    </a:cxnLst>
                    <a:rect l="0" t="0" r="r" b="b"/>
                    <a:pathLst>
                      <a:path w="7" h="19">
                        <a:moveTo>
                          <a:pt x="0" y="0"/>
                        </a:moveTo>
                        <a:lnTo>
                          <a:pt x="7"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09" name="任意多边形 10679"/>
                  <p:cNvSpPr/>
                  <p:nvPr/>
                </p:nvSpPr>
                <p:spPr bwMode="auto">
                  <a:xfrm>
                    <a:off x="1150" y="922"/>
                    <a:ext cx="21" cy="14"/>
                  </a:xfrm>
                  <a:custGeom>
                    <a:avLst/>
                    <a:gdLst/>
                    <a:ahLst/>
                    <a:cxnLst>
                      <a:cxn ang="0">
                        <a:pos x="16" y="0"/>
                      </a:cxn>
                      <a:cxn ang="0">
                        <a:pos x="3" y="0"/>
                      </a:cxn>
                      <a:cxn ang="0">
                        <a:pos x="0" y="14"/>
                      </a:cxn>
                      <a:cxn ang="0">
                        <a:pos x="21" y="14"/>
                      </a:cxn>
                      <a:cxn ang="0">
                        <a:pos x="16" y="0"/>
                      </a:cxn>
                    </a:cxnLst>
                    <a:rect l="0" t="0" r="r" b="b"/>
                    <a:pathLst>
                      <a:path w="21" h="14">
                        <a:moveTo>
                          <a:pt x="16" y="0"/>
                        </a:moveTo>
                        <a:lnTo>
                          <a:pt x="3" y="0"/>
                        </a:lnTo>
                        <a:lnTo>
                          <a:pt x="0" y="14"/>
                        </a:lnTo>
                        <a:lnTo>
                          <a:pt x="21"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08" name="矩形 10680"/>
                  <p:cNvSpPr>
                    <a:spLocks noChangeArrowheads="1"/>
                  </p:cNvSpPr>
                  <p:nvPr/>
                </p:nvSpPr>
                <p:spPr bwMode="auto">
                  <a:xfrm>
                    <a:off x="1153" y="917"/>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07" name="任意多边形 10681"/>
                  <p:cNvSpPr/>
                  <p:nvPr/>
                </p:nvSpPr>
                <p:spPr bwMode="auto">
                  <a:xfrm>
                    <a:off x="1146" y="917"/>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06" name="任意多边形 10682"/>
                  <p:cNvSpPr/>
                  <p:nvPr/>
                </p:nvSpPr>
                <p:spPr bwMode="auto">
                  <a:xfrm>
                    <a:off x="1166" y="917"/>
                    <a:ext cx="9" cy="19"/>
                  </a:xfrm>
                  <a:custGeom>
                    <a:avLst/>
                    <a:gdLst/>
                    <a:ahLst/>
                    <a:cxnLst>
                      <a:cxn ang="0">
                        <a:pos x="0" y="0"/>
                      </a:cxn>
                      <a:cxn ang="0">
                        <a:pos x="9" y="16"/>
                      </a:cxn>
                      <a:cxn ang="0">
                        <a:pos x="5" y="19"/>
                      </a:cxn>
                    </a:cxnLst>
                    <a:rect l="0" t="0" r="r" b="b"/>
                    <a:pathLst>
                      <a:path w="9" h="19">
                        <a:moveTo>
                          <a:pt x="0" y="0"/>
                        </a:moveTo>
                        <a:lnTo>
                          <a:pt x="9"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05" name="任意多边形 10683"/>
                  <p:cNvSpPr/>
                  <p:nvPr/>
                </p:nvSpPr>
                <p:spPr bwMode="auto">
                  <a:xfrm>
                    <a:off x="1183" y="922"/>
                    <a:ext cx="22" cy="14"/>
                  </a:xfrm>
                  <a:custGeom>
                    <a:avLst/>
                    <a:gdLst/>
                    <a:ahLst/>
                    <a:cxnLst>
                      <a:cxn ang="0">
                        <a:pos x="18" y="0"/>
                      </a:cxn>
                      <a:cxn ang="0">
                        <a:pos x="5" y="0"/>
                      </a:cxn>
                      <a:cxn ang="0">
                        <a:pos x="0" y="14"/>
                      </a:cxn>
                      <a:cxn ang="0">
                        <a:pos x="22" y="14"/>
                      </a:cxn>
                      <a:cxn ang="0">
                        <a:pos x="18" y="0"/>
                      </a:cxn>
                    </a:cxnLst>
                    <a:rect l="0" t="0" r="r" b="b"/>
                    <a:pathLst>
                      <a:path w="22" h="14">
                        <a:moveTo>
                          <a:pt x="18" y="0"/>
                        </a:moveTo>
                        <a:lnTo>
                          <a:pt x="5"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04" name="矩形 10684"/>
                  <p:cNvSpPr>
                    <a:spLocks noChangeArrowheads="1"/>
                  </p:cNvSpPr>
                  <p:nvPr/>
                </p:nvSpPr>
                <p:spPr bwMode="auto">
                  <a:xfrm>
                    <a:off x="1188" y="917"/>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03" name="任意多边形 10685"/>
                  <p:cNvSpPr/>
                  <p:nvPr/>
                </p:nvSpPr>
                <p:spPr bwMode="auto">
                  <a:xfrm>
                    <a:off x="1180" y="917"/>
                    <a:ext cx="8" cy="19"/>
                  </a:xfrm>
                  <a:custGeom>
                    <a:avLst/>
                    <a:gdLst/>
                    <a:ahLst/>
                    <a:cxnLst>
                      <a:cxn ang="0">
                        <a:pos x="8" y="0"/>
                      </a:cxn>
                      <a:cxn ang="0">
                        <a:pos x="0" y="16"/>
                      </a:cxn>
                      <a:cxn ang="0">
                        <a:pos x="3" y="19"/>
                      </a:cxn>
                    </a:cxnLst>
                    <a:rect l="0" t="0" r="r" b="b"/>
                    <a:pathLst>
                      <a:path w="8" h="19">
                        <a:moveTo>
                          <a:pt x="8"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02" name="任意多边形 10686"/>
                  <p:cNvSpPr/>
                  <p:nvPr/>
                </p:nvSpPr>
                <p:spPr bwMode="auto">
                  <a:xfrm>
                    <a:off x="1201" y="917"/>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01" name="任意多边形 10687"/>
                  <p:cNvSpPr/>
                  <p:nvPr/>
                </p:nvSpPr>
                <p:spPr bwMode="auto">
                  <a:xfrm>
                    <a:off x="1114" y="948"/>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00" name="矩形 10688"/>
                  <p:cNvSpPr>
                    <a:spLocks noChangeArrowheads="1"/>
                  </p:cNvSpPr>
                  <p:nvPr/>
                </p:nvSpPr>
                <p:spPr bwMode="auto">
                  <a:xfrm>
                    <a:off x="1118" y="94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99" name="任意多边形 10689"/>
                  <p:cNvSpPr/>
                  <p:nvPr/>
                </p:nvSpPr>
                <p:spPr bwMode="auto">
                  <a:xfrm>
                    <a:off x="1111" y="941"/>
                    <a:ext cx="7" cy="20"/>
                  </a:xfrm>
                  <a:custGeom>
                    <a:avLst/>
                    <a:gdLst/>
                    <a:ahLst/>
                    <a:cxnLst>
                      <a:cxn ang="0">
                        <a:pos x="7" y="0"/>
                      </a:cxn>
                      <a:cxn ang="0">
                        <a:pos x="0" y="18"/>
                      </a:cxn>
                      <a:cxn ang="0">
                        <a:pos x="3" y="20"/>
                      </a:cxn>
                    </a:cxnLst>
                    <a:rect l="0" t="0" r="r" b="b"/>
                    <a:pathLst>
                      <a:path w="7" h="20">
                        <a:moveTo>
                          <a:pt x="7"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98" name="任意多边形 10690"/>
                  <p:cNvSpPr/>
                  <p:nvPr/>
                </p:nvSpPr>
                <p:spPr bwMode="auto">
                  <a:xfrm>
                    <a:off x="1133" y="941"/>
                    <a:ext cx="7" cy="20"/>
                  </a:xfrm>
                  <a:custGeom>
                    <a:avLst/>
                    <a:gdLst/>
                    <a:ahLst/>
                    <a:cxnLst>
                      <a:cxn ang="0">
                        <a:pos x="0" y="0"/>
                      </a:cxn>
                      <a:cxn ang="0">
                        <a:pos x="7" y="18"/>
                      </a:cxn>
                      <a:cxn ang="0">
                        <a:pos x="3" y="20"/>
                      </a:cxn>
                    </a:cxnLst>
                    <a:rect l="0" t="0" r="r" b="b"/>
                    <a:pathLst>
                      <a:path w="7" h="20">
                        <a:moveTo>
                          <a:pt x="0" y="0"/>
                        </a:moveTo>
                        <a:lnTo>
                          <a:pt x="7"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97" name="任意多边形 10691"/>
                  <p:cNvSpPr/>
                  <p:nvPr/>
                </p:nvSpPr>
                <p:spPr bwMode="auto">
                  <a:xfrm>
                    <a:off x="1150" y="948"/>
                    <a:ext cx="21" cy="14"/>
                  </a:xfrm>
                  <a:custGeom>
                    <a:avLst/>
                    <a:gdLst/>
                    <a:ahLst/>
                    <a:cxnLst>
                      <a:cxn ang="0">
                        <a:pos x="16" y="0"/>
                      </a:cxn>
                      <a:cxn ang="0">
                        <a:pos x="3" y="0"/>
                      </a:cxn>
                      <a:cxn ang="0">
                        <a:pos x="0" y="14"/>
                      </a:cxn>
                      <a:cxn ang="0">
                        <a:pos x="21" y="14"/>
                      </a:cxn>
                      <a:cxn ang="0">
                        <a:pos x="16" y="0"/>
                      </a:cxn>
                    </a:cxnLst>
                    <a:rect l="0" t="0" r="r" b="b"/>
                    <a:pathLst>
                      <a:path w="21" h="14">
                        <a:moveTo>
                          <a:pt x="16" y="0"/>
                        </a:moveTo>
                        <a:lnTo>
                          <a:pt x="3" y="0"/>
                        </a:lnTo>
                        <a:lnTo>
                          <a:pt x="0" y="14"/>
                        </a:lnTo>
                        <a:lnTo>
                          <a:pt x="21"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96" name="矩形 10692"/>
                  <p:cNvSpPr>
                    <a:spLocks noChangeArrowheads="1"/>
                  </p:cNvSpPr>
                  <p:nvPr/>
                </p:nvSpPr>
                <p:spPr bwMode="auto">
                  <a:xfrm>
                    <a:off x="1153" y="943"/>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95" name="任意多边形 10693"/>
                  <p:cNvSpPr/>
                  <p:nvPr/>
                </p:nvSpPr>
                <p:spPr bwMode="auto">
                  <a:xfrm>
                    <a:off x="1146" y="941"/>
                    <a:ext cx="7" cy="20"/>
                  </a:xfrm>
                  <a:custGeom>
                    <a:avLst/>
                    <a:gdLst/>
                    <a:ahLst/>
                    <a:cxnLst>
                      <a:cxn ang="0">
                        <a:pos x="7" y="0"/>
                      </a:cxn>
                      <a:cxn ang="0">
                        <a:pos x="0" y="18"/>
                      </a:cxn>
                      <a:cxn ang="0">
                        <a:pos x="2" y="20"/>
                      </a:cxn>
                    </a:cxnLst>
                    <a:rect l="0" t="0" r="r" b="b"/>
                    <a:pathLst>
                      <a:path w="7" h="20">
                        <a:moveTo>
                          <a:pt x="7" y="0"/>
                        </a:moveTo>
                        <a:lnTo>
                          <a:pt x="0" y="18"/>
                        </a:lnTo>
                        <a:lnTo>
                          <a:pt x="2"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94" name="任意多边形 10694"/>
                  <p:cNvSpPr/>
                  <p:nvPr/>
                </p:nvSpPr>
                <p:spPr bwMode="auto">
                  <a:xfrm>
                    <a:off x="1166" y="941"/>
                    <a:ext cx="9" cy="20"/>
                  </a:xfrm>
                  <a:custGeom>
                    <a:avLst/>
                    <a:gdLst/>
                    <a:ahLst/>
                    <a:cxnLst>
                      <a:cxn ang="0">
                        <a:pos x="0" y="0"/>
                      </a:cxn>
                      <a:cxn ang="0">
                        <a:pos x="9" y="18"/>
                      </a:cxn>
                      <a:cxn ang="0">
                        <a:pos x="5" y="20"/>
                      </a:cxn>
                    </a:cxnLst>
                    <a:rect l="0" t="0" r="r" b="b"/>
                    <a:pathLst>
                      <a:path w="9" h="20">
                        <a:moveTo>
                          <a:pt x="0" y="0"/>
                        </a:moveTo>
                        <a:lnTo>
                          <a:pt x="9"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93" name="任意多边形 10695"/>
                  <p:cNvSpPr/>
                  <p:nvPr/>
                </p:nvSpPr>
                <p:spPr bwMode="auto">
                  <a:xfrm>
                    <a:off x="1183" y="948"/>
                    <a:ext cx="22" cy="14"/>
                  </a:xfrm>
                  <a:custGeom>
                    <a:avLst/>
                    <a:gdLst/>
                    <a:ahLst/>
                    <a:cxnLst>
                      <a:cxn ang="0">
                        <a:pos x="18" y="0"/>
                      </a:cxn>
                      <a:cxn ang="0">
                        <a:pos x="5" y="0"/>
                      </a:cxn>
                      <a:cxn ang="0">
                        <a:pos x="0" y="14"/>
                      </a:cxn>
                      <a:cxn ang="0">
                        <a:pos x="22" y="14"/>
                      </a:cxn>
                      <a:cxn ang="0">
                        <a:pos x="18" y="0"/>
                      </a:cxn>
                    </a:cxnLst>
                    <a:rect l="0" t="0" r="r" b="b"/>
                    <a:pathLst>
                      <a:path w="22" h="14">
                        <a:moveTo>
                          <a:pt x="18" y="0"/>
                        </a:moveTo>
                        <a:lnTo>
                          <a:pt x="5"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92" name="矩形 10696"/>
                  <p:cNvSpPr>
                    <a:spLocks noChangeArrowheads="1"/>
                  </p:cNvSpPr>
                  <p:nvPr/>
                </p:nvSpPr>
                <p:spPr bwMode="auto">
                  <a:xfrm>
                    <a:off x="1188" y="943"/>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91" name="任意多边形 10697"/>
                  <p:cNvSpPr/>
                  <p:nvPr/>
                </p:nvSpPr>
                <p:spPr bwMode="auto">
                  <a:xfrm>
                    <a:off x="1180" y="941"/>
                    <a:ext cx="8" cy="20"/>
                  </a:xfrm>
                  <a:custGeom>
                    <a:avLst/>
                    <a:gdLst/>
                    <a:ahLst/>
                    <a:cxnLst>
                      <a:cxn ang="0">
                        <a:pos x="8" y="0"/>
                      </a:cxn>
                      <a:cxn ang="0">
                        <a:pos x="0" y="18"/>
                      </a:cxn>
                      <a:cxn ang="0">
                        <a:pos x="3" y="20"/>
                      </a:cxn>
                    </a:cxnLst>
                    <a:rect l="0" t="0" r="r" b="b"/>
                    <a:pathLst>
                      <a:path w="8" h="20">
                        <a:moveTo>
                          <a:pt x="8"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90" name="任意多边形 10698"/>
                  <p:cNvSpPr/>
                  <p:nvPr/>
                </p:nvSpPr>
                <p:spPr bwMode="auto">
                  <a:xfrm>
                    <a:off x="1201" y="941"/>
                    <a:ext cx="7" cy="20"/>
                  </a:xfrm>
                  <a:custGeom>
                    <a:avLst/>
                    <a:gdLst/>
                    <a:ahLst/>
                    <a:cxnLst>
                      <a:cxn ang="0">
                        <a:pos x="0" y="0"/>
                      </a:cxn>
                      <a:cxn ang="0">
                        <a:pos x="7" y="18"/>
                      </a:cxn>
                      <a:cxn ang="0">
                        <a:pos x="5" y="20"/>
                      </a:cxn>
                    </a:cxnLst>
                    <a:rect l="0" t="0" r="r" b="b"/>
                    <a:pathLst>
                      <a:path w="7" h="20">
                        <a:moveTo>
                          <a:pt x="0" y="0"/>
                        </a:moveTo>
                        <a:lnTo>
                          <a:pt x="7"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89" name="任意多边形 10699"/>
                  <p:cNvSpPr/>
                  <p:nvPr/>
                </p:nvSpPr>
                <p:spPr bwMode="auto">
                  <a:xfrm>
                    <a:off x="1151" y="974"/>
                    <a:ext cx="22" cy="14"/>
                  </a:xfrm>
                  <a:custGeom>
                    <a:avLst/>
                    <a:gdLst/>
                    <a:ahLst/>
                    <a:cxnLst>
                      <a:cxn ang="0">
                        <a:pos x="17" y="0"/>
                      </a:cxn>
                      <a:cxn ang="0">
                        <a:pos x="4" y="0"/>
                      </a:cxn>
                      <a:cxn ang="0">
                        <a:pos x="0" y="14"/>
                      </a:cxn>
                      <a:cxn ang="0">
                        <a:pos x="22" y="14"/>
                      </a:cxn>
                      <a:cxn ang="0">
                        <a:pos x="17" y="0"/>
                      </a:cxn>
                    </a:cxnLst>
                    <a:rect l="0" t="0" r="r" b="b"/>
                    <a:pathLst>
                      <a:path w="22" h="14">
                        <a:moveTo>
                          <a:pt x="17" y="0"/>
                        </a:moveTo>
                        <a:lnTo>
                          <a:pt x="4" y="0"/>
                        </a:lnTo>
                        <a:lnTo>
                          <a:pt x="0" y="14"/>
                        </a:lnTo>
                        <a:lnTo>
                          <a:pt x="22"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88" name="矩形 10700"/>
                  <p:cNvSpPr>
                    <a:spLocks noChangeArrowheads="1"/>
                  </p:cNvSpPr>
                  <p:nvPr/>
                </p:nvSpPr>
                <p:spPr bwMode="auto">
                  <a:xfrm>
                    <a:off x="1155" y="969"/>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87" name="任意多边形 10701"/>
                  <p:cNvSpPr/>
                  <p:nvPr/>
                </p:nvSpPr>
                <p:spPr bwMode="auto">
                  <a:xfrm>
                    <a:off x="1146" y="969"/>
                    <a:ext cx="7" cy="19"/>
                  </a:xfrm>
                  <a:custGeom>
                    <a:avLst/>
                    <a:gdLst/>
                    <a:ahLst/>
                    <a:cxnLst>
                      <a:cxn ang="0">
                        <a:pos x="7" y="0"/>
                      </a:cxn>
                      <a:cxn ang="0">
                        <a:pos x="0" y="18"/>
                      </a:cxn>
                      <a:cxn ang="0">
                        <a:pos x="4" y="19"/>
                      </a:cxn>
                    </a:cxnLst>
                    <a:rect l="0" t="0" r="r" b="b"/>
                    <a:pathLst>
                      <a:path w="7" h="19">
                        <a:moveTo>
                          <a:pt x="7" y="0"/>
                        </a:moveTo>
                        <a:lnTo>
                          <a:pt x="0" y="18"/>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86" name="任意多边形 10702"/>
                  <p:cNvSpPr/>
                  <p:nvPr/>
                </p:nvSpPr>
                <p:spPr bwMode="auto">
                  <a:xfrm>
                    <a:off x="1168" y="969"/>
                    <a:ext cx="8" cy="19"/>
                  </a:xfrm>
                  <a:custGeom>
                    <a:avLst/>
                    <a:gdLst/>
                    <a:ahLst/>
                    <a:cxnLst>
                      <a:cxn ang="0">
                        <a:pos x="0" y="0"/>
                      </a:cxn>
                      <a:cxn ang="0">
                        <a:pos x="8" y="18"/>
                      </a:cxn>
                      <a:cxn ang="0">
                        <a:pos x="5" y="19"/>
                      </a:cxn>
                    </a:cxnLst>
                    <a:rect l="0" t="0" r="r" b="b"/>
                    <a:pathLst>
                      <a:path w="8" h="19">
                        <a:moveTo>
                          <a:pt x="0" y="0"/>
                        </a:moveTo>
                        <a:lnTo>
                          <a:pt x="8"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85" name="任意多边形 10703"/>
                  <p:cNvSpPr/>
                  <p:nvPr/>
                </p:nvSpPr>
                <p:spPr bwMode="auto">
                  <a:xfrm>
                    <a:off x="653" y="1027"/>
                    <a:ext cx="346" cy="13"/>
                  </a:xfrm>
                  <a:custGeom>
                    <a:avLst/>
                    <a:gdLst/>
                    <a:ahLst/>
                    <a:cxnLst>
                      <a:cxn ang="0">
                        <a:pos x="338" y="0"/>
                      </a:cxn>
                      <a:cxn ang="0">
                        <a:pos x="6" y="0"/>
                      </a:cxn>
                      <a:cxn ang="0">
                        <a:pos x="0" y="13"/>
                      </a:cxn>
                      <a:cxn ang="0">
                        <a:pos x="346" y="13"/>
                      </a:cxn>
                      <a:cxn ang="0">
                        <a:pos x="338" y="0"/>
                      </a:cxn>
                    </a:cxnLst>
                    <a:rect l="0" t="0" r="r" b="b"/>
                    <a:pathLst>
                      <a:path w="346" h="13">
                        <a:moveTo>
                          <a:pt x="338" y="0"/>
                        </a:moveTo>
                        <a:lnTo>
                          <a:pt x="6" y="0"/>
                        </a:lnTo>
                        <a:lnTo>
                          <a:pt x="0" y="13"/>
                        </a:lnTo>
                        <a:lnTo>
                          <a:pt x="346" y="13"/>
                        </a:lnTo>
                        <a:lnTo>
                          <a:pt x="33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84" name="矩形 10704"/>
                  <p:cNvSpPr>
                    <a:spLocks noChangeArrowheads="1"/>
                  </p:cNvSpPr>
                  <p:nvPr/>
                </p:nvSpPr>
                <p:spPr bwMode="auto">
                  <a:xfrm>
                    <a:off x="659" y="1021"/>
                    <a:ext cx="332" cy="6"/>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83" name="任意多边形 10705"/>
                  <p:cNvSpPr/>
                  <p:nvPr/>
                </p:nvSpPr>
                <p:spPr bwMode="auto">
                  <a:xfrm>
                    <a:off x="991" y="1021"/>
                    <a:ext cx="13" cy="19"/>
                  </a:xfrm>
                  <a:custGeom>
                    <a:avLst/>
                    <a:gdLst/>
                    <a:ahLst/>
                    <a:cxnLst>
                      <a:cxn ang="0">
                        <a:pos x="0" y="0"/>
                      </a:cxn>
                      <a:cxn ang="0">
                        <a:pos x="13" y="18"/>
                      </a:cxn>
                      <a:cxn ang="0">
                        <a:pos x="8" y="19"/>
                      </a:cxn>
                    </a:cxnLst>
                    <a:rect l="0" t="0" r="r" b="b"/>
                    <a:pathLst>
                      <a:path w="13" h="19">
                        <a:moveTo>
                          <a:pt x="0" y="0"/>
                        </a:moveTo>
                        <a:lnTo>
                          <a:pt x="13" y="18"/>
                        </a:lnTo>
                        <a:lnTo>
                          <a:pt x="8"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82" name="任意多边形 10706"/>
                  <p:cNvSpPr/>
                  <p:nvPr/>
                </p:nvSpPr>
                <p:spPr bwMode="auto">
                  <a:xfrm>
                    <a:off x="648" y="1023"/>
                    <a:ext cx="11" cy="17"/>
                  </a:xfrm>
                  <a:custGeom>
                    <a:avLst/>
                    <a:gdLst/>
                    <a:ahLst/>
                    <a:cxnLst>
                      <a:cxn ang="0">
                        <a:pos x="11" y="0"/>
                      </a:cxn>
                      <a:cxn ang="0">
                        <a:pos x="0" y="14"/>
                      </a:cxn>
                      <a:cxn ang="0">
                        <a:pos x="6" y="17"/>
                      </a:cxn>
                    </a:cxnLst>
                    <a:rect l="0" t="0" r="r" b="b"/>
                    <a:pathLst>
                      <a:path w="11" h="17">
                        <a:moveTo>
                          <a:pt x="11" y="0"/>
                        </a:moveTo>
                        <a:lnTo>
                          <a:pt x="0" y="14"/>
                        </a:lnTo>
                        <a:lnTo>
                          <a:pt x="6"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81" name="任意多边形 10707"/>
                  <p:cNvSpPr/>
                  <p:nvPr/>
                </p:nvSpPr>
                <p:spPr bwMode="auto">
                  <a:xfrm>
                    <a:off x="1116" y="1000"/>
                    <a:ext cx="22" cy="14"/>
                  </a:xfrm>
                  <a:custGeom>
                    <a:avLst/>
                    <a:gdLst/>
                    <a:ahLst/>
                    <a:cxnLst>
                      <a:cxn ang="0">
                        <a:pos x="19" y="0"/>
                      </a:cxn>
                      <a:cxn ang="0">
                        <a:pos x="3" y="0"/>
                      </a:cxn>
                      <a:cxn ang="0">
                        <a:pos x="0" y="14"/>
                      </a:cxn>
                      <a:cxn ang="0">
                        <a:pos x="22" y="14"/>
                      </a:cxn>
                      <a:cxn ang="0">
                        <a:pos x="19" y="0"/>
                      </a:cxn>
                    </a:cxnLst>
                    <a:rect l="0" t="0" r="r" b="b"/>
                    <a:pathLst>
                      <a:path w="22" h="14">
                        <a:moveTo>
                          <a:pt x="19" y="0"/>
                        </a:moveTo>
                        <a:lnTo>
                          <a:pt x="3"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80" name="矩形 10708"/>
                  <p:cNvSpPr>
                    <a:spLocks noChangeArrowheads="1"/>
                  </p:cNvSpPr>
                  <p:nvPr/>
                </p:nvSpPr>
                <p:spPr bwMode="auto">
                  <a:xfrm>
                    <a:off x="1119" y="995"/>
                    <a:ext cx="16"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79" name="任意多边形 10709"/>
                  <p:cNvSpPr/>
                  <p:nvPr/>
                </p:nvSpPr>
                <p:spPr bwMode="auto">
                  <a:xfrm>
                    <a:off x="1113" y="993"/>
                    <a:ext cx="6" cy="21"/>
                  </a:xfrm>
                  <a:custGeom>
                    <a:avLst/>
                    <a:gdLst/>
                    <a:ahLst/>
                    <a:cxnLst>
                      <a:cxn ang="0">
                        <a:pos x="6" y="0"/>
                      </a:cxn>
                      <a:cxn ang="0">
                        <a:pos x="0" y="18"/>
                      </a:cxn>
                      <a:cxn ang="0">
                        <a:pos x="1" y="21"/>
                      </a:cxn>
                    </a:cxnLst>
                    <a:rect l="0" t="0" r="r" b="b"/>
                    <a:pathLst>
                      <a:path w="6" h="21">
                        <a:moveTo>
                          <a:pt x="6" y="0"/>
                        </a:moveTo>
                        <a:lnTo>
                          <a:pt x="0" y="18"/>
                        </a:lnTo>
                        <a:lnTo>
                          <a:pt x="1"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78" name="任意多边形 10710"/>
                  <p:cNvSpPr/>
                  <p:nvPr/>
                </p:nvSpPr>
                <p:spPr bwMode="auto">
                  <a:xfrm>
                    <a:off x="1135" y="993"/>
                    <a:ext cx="6" cy="21"/>
                  </a:xfrm>
                  <a:custGeom>
                    <a:avLst/>
                    <a:gdLst/>
                    <a:ahLst/>
                    <a:cxnLst>
                      <a:cxn ang="0">
                        <a:pos x="0" y="0"/>
                      </a:cxn>
                      <a:cxn ang="0">
                        <a:pos x="6" y="18"/>
                      </a:cxn>
                      <a:cxn ang="0">
                        <a:pos x="3" y="21"/>
                      </a:cxn>
                    </a:cxnLst>
                    <a:rect l="0" t="0" r="r" b="b"/>
                    <a:pathLst>
                      <a:path w="6" h="21">
                        <a:moveTo>
                          <a:pt x="0" y="0"/>
                        </a:moveTo>
                        <a:lnTo>
                          <a:pt x="6"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77" name="任意多边形 10711"/>
                  <p:cNvSpPr/>
                  <p:nvPr/>
                </p:nvSpPr>
                <p:spPr bwMode="auto">
                  <a:xfrm>
                    <a:off x="1151" y="1000"/>
                    <a:ext cx="22" cy="14"/>
                  </a:xfrm>
                  <a:custGeom>
                    <a:avLst/>
                    <a:gdLst/>
                    <a:ahLst/>
                    <a:cxnLst>
                      <a:cxn ang="0">
                        <a:pos x="17" y="0"/>
                      </a:cxn>
                      <a:cxn ang="0">
                        <a:pos x="4" y="0"/>
                      </a:cxn>
                      <a:cxn ang="0">
                        <a:pos x="0" y="14"/>
                      </a:cxn>
                      <a:cxn ang="0">
                        <a:pos x="22" y="14"/>
                      </a:cxn>
                      <a:cxn ang="0">
                        <a:pos x="17" y="0"/>
                      </a:cxn>
                    </a:cxnLst>
                    <a:rect l="0" t="0" r="r" b="b"/>
                    <a:pathLst>
                      <a:path w="22" h="14">
                        <a:moveTo>
                          <a:pt x="17" y="0"/>
                        </a:moveTo>
                        <a:lnTo>
                          <a:pt x="4" y="0"/>
                        </a:lnTo>
                        <a:lnTo>
                          <a:pt x="0" y="14"/>
                        </a:lnTo>
                        <a:lnTo>
                          <a:pt x="22"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76" name="矩形 10712"/>
                  <p:cNvSpPr>
                    <a:spLocks noChangeArrowheads="1"/>
                  </p:cNvSpPr>
                  <p:nvPr/>
                </p:nvSpPr>
                <p:spPr bwMode="auto">
                  <a:xfrm>
                    <a:off x="1155" y="995"/>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75" name="任意多边形 10713"/>
                  <p:cNvSpPr/>
                  <p:nvPr/>
                </p:nvSpPr>
                <p:spPr bwMode="auto">
                  <a:xfrm>
                    <a:off x="1146" y="993"/>
                    <a:ext cx="7" cy="21"/>
                  </a:xfrm>
                  <a:custGeom>
                    <a:avLst/>
                    <a:gdLst/>
                    <a:ahLst/>
                    <a:cxnLst>
                      <a:cxn ang="0">
                        <a:pos x="7" y="0"/>
                      </a:cxn>
                      <a:cxn ang="0">
                        <a:pos x="0" y="18"/>
                      </a:cxn>
                      <a:cxn ang="0">
                        <a:pos x="4" y="21"/>
                      </a:cxn>
                    </a:cxnLst>
                    <a:rect l="0" t="0" r="r" b="b"/>
                    <a:pathLst>
                      <a:path w="7" h="21">
                        <a:moveTo>
                          <a:pt x="7" y="0"/>
                        </a:moveTo>
                        <a:lnTo>
                          <a:pt x="0" y="18"/>
                        </a:lnTo>
                        <a:lnTo>
                          <a:pt x="4"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74" name="任意多边形 10714"/>
                  <p:cNvSpPr/>
                  <p:nvPr/>
                </p:nvSpPr>
                <p:spPr bwMode="auto">
                  <a:xfrm>
                    <a:off x="1168" y="993"/>
                    <a:ext cx="8" cy="21"/>
                  </a:xfrm>
                  <a:custGeom>
                    <a:avLst/>
                    <a:gdLst/>
                    <a:ahLst/>
                    <a:cxnLst>
                      <a:cxn ang="0">
                        <a:pos x="0" y="0"/>
                      </a:cxn>
                      <a:cxn ang="0">
                        <a:pos x="8" y="18"/>
                      </a:cxn>
                      <a:cxn ang="0">
                        <a:pos x="5" y="21"/>
                      </a:cxn>
                    </a:cxnLst>
                    <a:rect l="0" t="0" r="r" b="b"/>
                    <a:pathLst>
                      <a:path w="8" h="21">
                        <a:moveTo>
                          <a:pt x="0" y="0"/>
                        </a:moveTo>
                        <a:lnTo>
                          <a:pt x="8"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73" name="任意多边形 10715"/>
                  <p:cNvSpPr/>
                  <p:nvPr/>
                </p:nvSpPr>
                <p:spPr bwMode="auto">
                  <a:xfrm>
                    <a:off x="1185" y="1000"/>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72" name="矩形 10716"/>
                  <p:cNvSpPr>
                    <a:spLocks noChangeArrowheads="1"/>
                  </p:cNvSpPr>
                  <p:nvPr/>
                </p:nvSpPr>
                <p:spPr bwMode="auto">
                  <a:xfrm>
                    <a:off x="1188" y="995"/>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71" name="任意多边形 10717"/>
                  <p:cNvSpPr/>
                  <p:nvPr/>
                </p:nvSpPr>
                <p:spPr bwMode="auto">
                  <a:xfrm>
                    <a:off x="1181" y="993"/>
                    <a:ext cx="7" cy="21"/>
                  </a:xfrm>
                  <a:custGeom>
                    <a:avLst/>
                    <a:gdLst/>
                    <a:ahLst/>
                    <a:cxnLst>
                      <a:cxn ang="0">
                        <a:pos x="7" y="0"/>
                      </a:cxn>
                      <a:cxn ang="0">
                        <a:pos x="0" y="18"/>
                      </a:cxn>
                      <a:cxn ang="0">
                        <a:pos x="2" y="21"/>
                      </a:cxn>
                    </a:cxnLst>
                    <a:rect l="0" t="0" r="r" b="b"/>
                    <a:pathLst>
                      <a:path w="7" h="21">
                        <a:moveTo>
                          <a:pt x="7" y="0"/>
                        </a:moveTo>
                        <a:lnTo>
                          <a:pt x="0" y="18"/>
                        </a:lnTo>
                        <a:lnTo>
                          <a:pt x="2"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70" name="任意多边形 10718"/>
                  <p:cNvSpPr/>
                  <p:nvPr/>
                </p:nvSpPr>
                <p:spPr bwMode="auto">
                  <a:xfrm>
                    <a:off x="1203" y="993"/>
                    <a:ext cx="7" cy="21"/>
                  </a:xfrm>
                  <a:custGeom>
                    <a:avLst/>
                    <a:gdLst/>
                    <a:ahLst/>
                    <a:cxnLst>
                      <a:cxn ang="0">
                        <a:pos x="0" y="0"/>
                      </a:cxn>
                      <a:cxn ang="0">
                        <a:pos x="7" y="18"/>
                      </a:cxn>
                      <a:cxn ang="0">
                        <a:pos x="3" y="21"/>
                      </a:cxn>
                    </a:cxnLst>
                    <a:rect l="0" t="0" r="r" b="b"/>
                    <a:pathLst>
                      <a:path w="7" h="21">
                        <a:moveTo>
                          <a:pt x="0" y="0"/>
                        </a:moveTo>
                        <a:lnTo>
                          <a:pt x="7"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69" name="任意多边形 10719"/>
                  <p:cNvSpPr/>
                  <p:nvPr/>
                </p:nvSpPr>
                <p:spPr bwMode="auto">
                  <a:xfrm>
                    <a:off x="1250" y="922"/>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68" name="矩形 10720"/>
                  <p:cNvSpPr>
                    <a:spLocks noChangeArrowheads="1"/>
                  </p:cNvSpPr>
                  <p:nvPr/>
                </p:nvSpPr>
                <p:spPr bwMode="auto">
                  <a:xfrm>
                    <a:off x="1253" y="917"/>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67" name="任意多边形 10721"/>
                  <p:cNvSpPr/>
                  <p:nvPr/>
                </p:nvSpPr>
                <p:spPr bwMode="auto">
                  <a:xfrm>
                    <a:off x="1247" y="917"/>
                    <a:ext cx="6" cy="19"/>
                  </a:xfrm>
                  <a:custGeom>
                    <a:avLst/>
                    <a:gdLst/>
                    <a:ahLst/>
                    <a:cxnLst>
                      <a:cxn ang="0">
                        <a:pos x="6" y="0"/>
                      </a:cxn>
                      <a:cxn ang="0">
                        <a:pos x="0" y="16"/>
                      </a:cxn>
                      <a:cxn ang="0">
                        <a:pos x="1" y="19"/>
                      </a:cxn>
                    </a:cxnLst>
                    <a:rect l="0" t="0" r="r" b="b"/>
                    <a:pathLst>
                      <a:path w="6" h="19">
                        <a:moveTo>
                          <a:pt x="6" y="0"/>
                        </a:moveTo>
                        <a:lnTo>
                          <a:pt x="0" y="16"/>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66" name="任意多边形 10722"/>
                  <p:cNvSpPr/>
                  <p:nvPr/>
                </p:nvSpPr>
                <p:spPr bwMode="auto">
                  <a:xfrm>
                    <a:off x="1267" y="917"/>
                    <a:ext cx="6" cy="19"/>
                  </a:xfrm>
                  <a:custGeom>
                    <a:avLst/>
                    <a:gdLst/>
                    <a:ahLst/>
                    <a:cxnLst>
                      <a:cxn ang="0">
                        <a:pos x="0" y="0"/>
                      </a:cxn>
                      <a:cxn ang="0">
                        <a:pos x="6" y="16"/>
                      </a:cxn>
                      <a:cxn ang="0">
                        <a:pos x="5" y="19"/>
                      </a:cxn>
                    </a:cxnLst>
                    <a:rect l="0" t="0" r="r" b="b"/>
                    <a:pathLst>
                      <a:path w="6" h="19">
                        <a:moveTo>
                          <a:pt x="0" y="0"/>
                        </a:moveTo>
                        <a:lnTo>
                          <a:pt x="6"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65" name="任意多边形 10723"/>
                  <p:cNvSpPr/>
                  <p:nvPr/>
                </p:nvSpPr>
                <p:spPr bwMode="auto">
                  <a:xfrm>
                    <a:off x="1283" y="922"/>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64" name="矩形 10724"/>
                  <p:cNvSpPr>
                    <a:spLocks noChangeArrowheads="1"/>
                  </p:cNvSpPr>
                  <p:nvPr/>
                </p:nvSpPr>
                <p:spPr bwMode="auto">
                  <a:xfrm>
                    <a:off x="1287" y="917"/>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63" name="任意多边形 10725"/>
                  <p:cNvSpPr/>
                  <p:nvPr/>
                </p:nvSpPr>
                <p:spPr bwMode="auto">
                  <a:xfrm>
                    <a:off x="1280" y="917"/>
                    <a:ext cx="7" cy="19"/>
                  </a:xfrm>
                  <a:custGeom>
                    <a:avLst/>
                    <a:gdLst/>
                    <a:ahLst/>
                    <a:cxnLst>
                      <a:cxn ang="0">
                        <a:pos x="7" y="0"/>
                      </a:cxn>
                      <a:cxn ang="0">
                        <a:pos x="0" y="16"/>
                      </a:cxn>
                      <a:cxn ang="0">
                        <a:pos x="3" y="19"/>
                      </a:cxn>
                    </a:cxnLst>
                    <a:rect l="0" t="0" r="r" b="b"/>
                    <a:pathLst>
                      <a:path w="7" h="19">
                        <a:moveTo>
                          <a:pt x="7"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62" name="任意多边形 10726"/>
                  <p:cNvSpPr/>
                  <p:nvPr/>
                </p:nvSpPr>
                <p:spPr bwMode="auto">
                  <a:xfrm>
                    <a:off x="1302" y="917"/>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61" name="任意多边形 10727"/>
                  <p:cNvSpPr/>
                  <p:nvPr/>
                </p:nvSpPr>
                <p:spPr bwMode="auto">
                  <a:xfrm>
                    <a:off x="1319" y="922"/>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60" name="矩形 10728"/>
                  <p:cNvSpPr>
                    <a:spLocks noChangeArrowheads="1"/>
                  </p:cNvSpPr>
                  <p:nvPr/>
                </p:nvSpPr>
                <p:spPr bwMode="auto">
                  <a:xfrm>
                    <a:off x="1322" y="917"/>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59" name="任意多边形 10729"/>
                  <p:cNvSpPr/>
                  <p:nvPr/>
                </p:nvSpPr>
                <p:spPr bwMode="auto">
                  <a:xfrm>
                    <a:off x="1315" y="917"/>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58" name="任意多边形 10730"/>
                  <p:cNvSpPr/>
                  <p:nvPr/>
                </p:nvSpPr>
                <p:spPr bwMode="auto">
                  <a:xfrm>
                    <a:off x="1337" y="917"/>
                    <a:ext cx="7" cy="19"/>
                  </a:xfrm>
                  <a:custGeom>
                    <a:avLst/>
                    <a:gdLst/>
                    <a:ahLst/>
                    <a:cxnLst>
                      <a:cxn ang="0">
                        <a:pos x="0" y="0"/>
                      </a:cxn>
                      <a:cxn ang="0">
                        <a:pos x="7" y="16"/>
                      </a:cxn>
                      <a:cxn ang="0">
                        <a:pos x="3" y="19"/>
                      </a:cxn>
                    </a:cxnLst>
                    <a:rect l="0" t="0" r="r" b="b"/>
                    <a:pathLst>
                      <a:path w="7" h="19">
                        <a:moveTo>
                          <a:pt x="0" y="0"/>
                        </a:moveTo>
                        <a:lnTo>
                          <a:pt x="7"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57" name="任意多边形 10731"/>
                  <p:cNvSpPr/>
                  <p:nvPr/>
                </p:nvSpPr>
                <p:spPr bwMode="auto">
                  <a:xfrm>
                    <a:off x="1354" y="922"/>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56" name="矩形 10732"/>
                  <p:cNvSpPr>
                    <a:spLocks noChangeArrowheads="1"/>
                  </p:cNvSpPr>
                  <p:nvPr/>
                </p:nvSpPr>
                <p:spPr bwMode="auto">
                  <a:xfrm>
                    <a:off x="1357" y="917"/>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55" name="任意多边形 10733"/>
                  <p:cNvSpPr/>
                  <p:nvPr/>
                </p:nvSpPr>
                <p:spPr bwMode="auto">
                  <a:xfrm>
                    <a:off x="1349" y="917"/>
                    <a:ext cx="8" cy="19"/>
                  </a:xfrm>
                  <a:custGeom>
                    <a:avLst/>
                    <a:gdLst/>
                    <a:ahLst/>
                    <a:cxnLst>
                      <a:cxn ang="0">
                        <a:pos x="8" y="0"/>
                      </a:cxn>
                      <a:cxn ang="0">
                        <a:pos x="0" y="16"/>
                      </a:cxn>
                      <a:cxn ang="0">
                        <a:pos x="3" y="19"/>
                      </a:cxn>
                    </a:cxnLst>
                    <a:rect l="0" t="0" r="r" b="b"/>
                    <a:pathLst>
                      <a:path w="8" h="19">
                        <a:moveTo>
                          <a:pt x="8"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54" name="任意多边形 10734"/>
                  <p:cNvSpPr/>
                  <p:nvPr/>
                </p:nvSpPr>
                <p:spPr bwMode="auto">
                  <a:xfrm>
                    <a:off x="1370" y="917"/>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53" name="任意多边形 10735"/>
                  <p:cNvSpPr/>
                  <p:nvPr/>
                </p:nvSpPr>
                <p:spPr bwMode="auto">
                  <a:xfrm>
                    <a:off x="1250" y="948"/>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52" name="矩形 10736"/>
                  <p:cNvSpPr>
                    <a:spLocks noChangeArrowheads="1"/>
                  </p:cNvSpPr>
                  <p:nvPr/>
                </p:nvSpPr>
                <p:spPr bwMode="auto">
                  <a:xfrm>
                    <a:off x="1253" y="943"/>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51" name="任意多边形 10737"/>
                  <p:cNvSpPr/>
                  <p:nvPr/>
                </p:nvSpPr>
                <p:spPr bwMode="auto">
                  <a:xfrm>
                    <a:off x="1247" y="941"/>
                    <a:ext cx="6" cy="20"/>
                  </a:xfrm>
                  <a:custGeom>
                    <a:avLst/>
                    <a:gdLst/>
                    <a:ahLst/>
                    <a:cxnLst>
                      <a:cxn ang="0">
                        <a:pos x="6" y="0"/>
                      </a:cxn>
                      <a:cxn ang="0">
                        <a:pos x="0" y="18"/>
                      </a:cxn>
                      <a:cxn ang="0">
                        <a:pos x="1" y="20"/>
                      </a:cxn>
                    </a:cxnLst>
                    <a:rect l="0" t="0" r="r" b="b"/>
                    <a:pathLst>
                      <a:path w="6" h="20">
                        <a:moveTo>
                          <a:pt x="6" y="0"/>
                        </a:moveTo>
                        <a:lnTo>
                          <a:pt x="0" y="18"/>
                        </a:lnTo>
                        <a:lnTo>
                          <a:pt x="1"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50" name="任意多边形 10738"/>
                  <p:cNvSpPr/>
                  <p:nvPr/>
                </p:nvSpPr>
                <p:spPr bwMode="auto">
                  <a:xfrm>
                    <a:off x="1267" y="941"/>
                    <a:ext cx="6" cy="20"/>
                  </a:xfrm>
                  <a:custGeom>
                    <a:avLst/>
                    <a:gdLst/>
                    <a:ahLst/>
                    <a:cxnLst>
                      <a:cxn ang="0">
                        <a:pos x="0" y="0"/>
                      </a:cxn>
                      <a:cxn ang="0">
                        <a:pos x="6" y="18"/>
                      </a:cxn>
                      <a:cxn ang="0">
                        <a:pos x="5" y="20"/>
                      </a:cxn>
                    </a:cxnLst>
                    <a:rect l="0" t="0" r="r" b="b"/>
                    <a:pathLst>
                      <a:path w="6" h="20">
                        <a:moveTo>
                          <a:pt x="0" y="0"/>
                        </a:moveTo>
                        <a:lnTo>
                          <a:pt x="6"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49" name="任意多边形 10739"/>
                  <p:cNvSpPr/>
                  <p:nvPr/>
                </p:nvSpPr>
                <p:spPr bwMode="auto">
                  <a:xfrm>
                    <a:off x="1283" y="948"/>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48" name="矩形 10740"/>
                  <p:cNvSpPr>
                    <a:spLocks noChangeArrowheads="1"/>
                  </p:cNvSpPr>
                  <p:nvPr/>
                </p:nvSpPr>
                <p:spPr bwMode="auto">
                  <a:xfrm>
                    <a:off x="1287" y="94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47" name="任意多边形 10741"/>
                  <p:cNvSpPr/>
                  <p:nvPr/>
                </p:nvSpPr>
                <p:spPr bwMode="auto">
                  <a:xfrm>
                    <a:off x="1280" y="941"/>
                    <a:ext cx="7" cy="20"/>
                  </a:xfrm>
                  <a:custGeom>
                    <a:avLst/>
                    <a:gdLst/>
                    <a:ahLst/>
                    <a:cxnLst>
                      <a:cxn ang="0">
                        <a:pos x="7" y="0"/>
                      </a:cxn>
                      <a:cxn ang="0">
                        <a:pos x="0" y="18"/>
                      </a:cxn>
                      <a:cxn ang="0">
                        <a:pos x="3" y="20"/>
                      </a:cxn>
                    </a:cxnLst>
                    <a:rect l="0" t="0" r="r" b="b"/>
                    <a:pathLst>
                      <a:path w="7" h="20">
                        <a:moveTo>
                          <a:pt x="7"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46" name="任意多边形 10742"/>
                  <p:cNvSpPr/>
                  <p:nvPr/>
                </p:nvSpPr>
                <p:spPr bwMode="auto">
                  <a:xfrm>
                    <a:off x="1302" y="941"/>
                    <a:ext cx="7" cy="20"/>
                  </a:xfrm>
                  <a:custGeom>
                    <a:avLst/>
                    <a:gdLst/>
                    <a:ahLst/>
                    <a:cxnLst>
                      <a:cxn ang="0">
                        <a:pos x="0" y="0"/>
                      </a:cxn>
                      <a:cxn ang="0">
                        <a:pos x="7" y="18"/>
                      </a:cxn>
                      <a:cxn ang="0">
                        <a:pos x="5" y="20"/>
                      </a:cxn>
                    </a:cxnLst>
                    <a:rect l="0" t="0" r="r" b="b"/>
                    <a:pathLst>
                      <a:path w="7" h="20">
                        <a:moveTo>
                          <a:pt x="0" y="0"/>
                        </a:moveTo>
                        <a:lnTo>
                          <a:pt x="7"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45" name="任意多边形 10743"/>
                  <p:cNvSpPr/>
                  <p:nvPr/>
                </p:nvSpPr>
                <p:spPr bwMode="auto">
                  <a:xfrm>
                    <a:off x="1319" y="948"/>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44" name="矩形 10744"/>
                  <p:cNvSpPr>
                    <a:spLocks noChangeArrowheads="1"/>
                  </p:cNvSpPr>
                  <p:nvPr/>
                </p:nvSpPr>
                <p:spPr bwMode="auto">
                  <a:xfrm>
                    <a:off x="1322" y="94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43" name="任意多边形 10745"/>
                  <p:cNvSpPr/>
                  <p:nvPr/>
                </p:nvSpPr>
                <p:spPr bwMode="auto">
                  <a:xfrm>
                    <a:off x="1315" y="941"/>
                    <a:ext cx="7" cy="20"/>
                  </a:xfrm>
                  <a:custGeom>
                    <a:avLst/>
                    <a:gdLst/>
                    <a:ahLst/>
                    <a:cxnLst>
                      <a:cxn ang="0">
                        <a:pos x="7" y="0"/>
                      </a:cxn>
                      <a:cxn ang="0">
                        <a:pos x="0" y="18"/>
                      </a:cxn>
                      <a:cxn ang="0">
                        <a:pos x="2" y="20"/>
                      </a:cxn>
                    </a:cxnLst>
                    <a:rect l="0" t="0" r="r" b="b"/>
                    <a:pathLst>
                      <a:path w="7" h="20">
                        <a:moveTo>
                          <a:pt x="7" y="0"/>
                        </a:moveTo>
                        <a:lnTo>
                          <a:pt x="0" y="18"/>
                        </a:lnTo>
                        <a:lnTo>
                          <a:pt x="2"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42" name="任意多边形 10746"/>
                  <p:cNvSpPr/>
                  <p:nvPr/>
                </p:nvSpPr>
                <p:spPr bwMode="auto">
                  <a:xfrm>
                    <a:off x="1337" y="941"/>
                    <a:ext cx="7" cy="20"/>
                  </a:xfrm>
                  <a:custGeom>
                    <a:avLst/>
                    <a:gdLst/>
                    <a:ahLst/>
                    <a:cxnLst>
                      <a:cxn ang="0">
                        <a:pos x="0" y="0"/>
                      </a:cxn>
                      <a:cxn ang="0">
                        <a:pos x="7" y="18"/>
                      </a:cxn>
                      <a:cxn ang="0">
                        <a:pos x="3" y="20"/>
                      </a:cxn>
                    </a:cxnLst>
                    <a:rect l="0" t="0" r="r" b="b"/>
                    <a:pathLst>
                      <a:path w="7" h="20">
                        <a:moveTo>
                          <a:pt x="0" y="0"/>
                        </a:moveTo>
                        <a:lnTo>
                          <a:pt x="7"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41" name="任意多边形 10747"/>
                  <p:cNvSpPr/>
                  <p:nvPr/>
                </p:nvSpPr>
                <p:spPr bwMode="auto">
                  <a:xfrm>
                    <a:off x="1250" y="974"/>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40" name="矩形 10748"/>
                  <p:cNvSpPr>
                    <a:spLocks noChangeArrowheads="1"/>
                  </p:cNvSpPr>
                  <p:nvPr/>
                </p:nvSpPr>
                <p:spPr bwMode="auto">
                  <a:xfrm>
                    <a:off x="1253" y="969"/>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39" name="任意多边形 10749"/>
                  <p:cNvSpPr/>
                  <p:nvPr/>
                </p:nvSpPr>
                <p:spPr bwMode="auto">
                  <a:xfrm>
                    <a:off x="1247" y="969"/>
                    <a:ext cx="6" cy="19"/>
                  </a:xfrm>
                  <a:custGeom>
                    <a:avLst/>
                    <a:gdLst/>
                    <a:ahLst/>
                    <a:cxnLst>
                      <a:cxn ang="0">
                        <a:pos x="6" y="0"/>
                      </a:cxn>
                      <a:cxn ang="0">
                        <a:pos x="0" y="18"/>
                      </a:cxn>
                      <a:cxn ang="0">
                        <a:pos x="1" y="19"/>
                      </a:cxn>
                    </a:cxnLst>
                    <a:rect l="0" t="0" r="r" b="b"/>
                    <a:pathLst>
                      <a:path w="6" h="19">
                        <a:moveTo>
                          <a:pt x="6" y="0"/>
                        </a:moveTo>
                        <a:lnTo>
                          <a:pt x="0" y="18"/>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grpSp>
            <p:sp>
              <p:nvSpPr>
                <p:cNvPr id="347037" name="任意多边形 10750"/>
                <p:cNvSpPr/>
                <p:nvPr/>
              </p:nvSpPr>
              <p:spPr bwMode="auto">
                <a:xfrm>
                  <a:off x="1267" y="969"/>
                  <a:ext cx="6" cy="19"/>
                </a:xfrm>
                <a:custGeom>
                  <a:avLst/>
                  <a:gdLst/>
                  <a:ahLst/>
                  <a:cxnLst>
                    <a:cxn ang="0">
                      <a:pos x="0" y="0"/>
                    </a:cxn>
                    <a:cxn ang="0">
                      <a:pos x="6" y="18"/>
                    </a:cxn>
                    <a:cxn ang="0">
                      <a:pos x="5" y="19"/>
                    </a:cxn>
                  </a:cxnLst>
                  <a:rect l="0" t="0" r="r" b="b"/>
                  <a:pathLst>
                    <a:path w="6" h="19">
                      <a:moveTo>
                        <a:pt x="0" y="0"/>
                      </a:moveTo>
                      <a:lnTo>
                        <a:pt x="6"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36" name="任意多边形 10751"/>
                <p:cNvSpPr/>
                <p:nvPr/>
              </p:nvSpPr>
              <p:spPr bwMode="auto">
                <a:xfrm>
                  <a:off x="1283" y="974"/>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35" name="矩形 10752"/>
                <p:cNvSpPr>
                  <a:spLocks noChangeArrowheads="1"/>
                </p:cNvSpPr>
                <p:nvPr/>
              </p:nvSpPr>
              <p:spPr bwMode="auto">
                <a:xfrm>
                  <a:off x="1287" y="969"/>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34" name="任意多边形 10753"/>
                <p:cNvSpPr/>
                <p:nvPr/>
              </p:nvSpPr>
              <p:spPr bwMode="auto">
                <a:xfrm>
                  <a:off x="1280" y="969"/>
                  <a:ext cx="7" cy="19"/>
                </a:xfrm>
                <a:custGeom>
                  <a:avLst/>
                  <a:gdLst/>
                  <a:ahLst/>
                  <a:cxnLst>
                    <a:cxn ang="0">
                      <a:pos x="7" y="0"/>
                    </a:cxn>
                    <a:cxn ang="0">
                      <a:pos x="0" y="18"/>
                    </a:cxn>
                    <a:cxn ang="0">
                      <a:pos x="3" y="19"/>
                    </a:cxn>
                  </a:cxnLst>
                  <a:rect l="0" t="0" r="r" b="b"/>
                  <a:pathLst>
                    <a:path w="7" h="19">
                      <a:moveTo>
                        <a:pt x="7" y="0"/>
                      </a:moveTo>
                      <a:lnTo>
                        <a:pt x="0"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33" name="任意多边形 10754"/>
                <p:cNvSpPr/>
                <p:nvPr/>
              </p:nvSpPr>
              <p:spPr bwMode="auto">
                <a:xfrm>
                  <a:off x="1302" y="969"/>
                  <a:ext cx="7" cy="19"/>
                </a:xfrm>
                <a:custGeom>
                  <a:avLst/>
                  <a:gdLst/>
                  <a:ahLst/>
                  <a:cxnLst>
                    <a:cxn ang="0">
                      <a:pos x="0" y="0"/>
                    </a:cxn>
                    <a:cxn ang="0">
                      <a:pos x="7" y="18"/>
                    </a:cxn>
                    <a:cxn ang="0">
                      <a:pos x="5" y="19"/>
                    </a:cxn>
                  </a:cxnLst>
                  <a:rect l="0" t="0" r="r" b="b"/>
                  <a:pathLst>
                    <a:path w="7" h="19">
                      <a:moveTo>
                        <a:pt x="0" y="0"/>
                      </a:moveTo>
                      <a:lnTo>
                        <a:pt x="7"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32" name="任意多边形 10755"/>
                <p:cNvSpPr/>
                <p:nvPr/>
              </p:nvSpPr>
              <p:spPr bwMode="auto">
                <a:xfrm>
                  <a:off x="1319" y="974"/>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31" name="矩形 10756"/>
                <p:cNvSpPr>
                  <a:spLocks noChangeArrowheads="1"/>
                </p:cNvSpPr>
                <p:nvPr/>
              </p:nvSpPr>
              <p:spPr bwMode="auto">
                <a:xfrm>
                  <a:off x="1322" y="969"/>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30" name="任意多边形 10757"/>
                <p:cNvSpPr/>
                <p:nvPr/>
              </p:nvSpPr>
              <p:spPr bwMode="auto">
                <a:xfrm>
                  <a:off x="1315" y="969"/>
                  <a:ext cx="7" cy="19"/>
                </a:xfrm>
                <a:custGeom>
                  <a:avLst/>
                  <a:gdLst/>
                  <a:ahLst/>
                  <a:cxnLst>
                    <a:cxn ang="0">
                      <a:pos x="7" y="0"/>
                    </a:cxn>
                    <a:cxn ang="0">
                      <a:pos x="0" y="18"/>
                    </a:cxn>
                    <a:cxn ang="0">
                      <a:pos x="2" y="19"/>
                    </a:cxn>
                  </a:cxnLst>
                  <a:rect l="0" t="0" r="r" b="b"/>
                  <a:pathLst>
                    <a:path w="7" h="19">
                      <a:moveTo>
                        <a:pt x="7" y="0"/>
                      </a:moveTo>
                      <a:lnTo>
                        <a:pt x="0" y="18"/>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29" name="任意多边形 10758"/>
                <p:cNvSpPr/>
                <p:nvPr/>
              </p:nvSpPr>
              <p:spPr bwMode="auto">
                <a:xfrm>
                  <a:off x="1337" y="969"/>
                  <a:ext cx="7" cy="19"/>
                </a:xfrm>
                <a:custGeom>
                  <a:avLst/>
                  <a:gdLst/>
                  <a:ahLst/>
                  <a:cxnLst>
                    <a:cxn ang="0">
                      <a:pos x="0" y="0"/>
                    </a:cxn>
                    <a:cxn ang="0">
                      <a:pos x="7" y="18"/>
                    </a:cxn>
                    <a:cxn ang="0">
                      <a:pos x="3" y="19"/>
                    </a:cxn>
                  </a:cxnLst>
                  <a:rect l="0" t="0" r="r" b="b"/>
                  <a:pathLst>
                    <a:path w="7" h="19">
                      <a:moveTo>
                        <a:pt x="0" y="0"/>
                      </a:moveTo>
                      <a:lnTo>
                        <a:pt x="7"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28" name="任意多边形 10759"/>
                <p:cNvSpPr/>
                <p:nvPr/>
              </p:nvSpPr>
              <p:spPr bwMode="auto">
                <a:xfrm>
                  <a:off x="1319" y="1000"/>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27" name="矩形 10760"/>
                <p:cNvSpPr>
                  <a:spLocks noChangeArrowheads="1"/>
                </p:cNvSpPr>
                <p:nvPr/>
              </p:nvSpPr>
              <p:spPr bwMode="auto">
                <a:xfrm>
                  <a:off x="1322" y="995"/>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26" name="任意多边形 10761"/>
                <p:cNvSpPr/>
                <p:nvPr/>
              </p:nvSpPr>
              <p:spPr bwMode="auto">
                <a:xfrm>
                  <a:off x="1315" y="993"/>
                  <a:ext cx="7" cy="21"/>
                </a:xfrm>
                <a:custGeom>
                  <a:avLst/>
                  <a:gdLst/>
                  <a:ahLst/>
                  <a:cxnLst>
                    <a:cxn ang="0">
                      <a:pos x="7" y="0"/>
                    </a:cxn>
                    <a:cxn ang="0">
                      <a:pos x="0" y="18"/>
                    </a:cxn>
                    <a:cxn ang="0">
                      <a:pos x="2" y="21"/>
                    </a:cxn>
                  </a:cxnLst>
                  <a:rect l="0" t="0" r="r" b="b"/>
                  <a:pathLst>
                    <a:path w="7" h="21">
                      <a:moveTo>
                        <a:pt x="7" y="0"/>
                      </a:moveTo>
                      <a:lnTo>
                        <a:pt x="0" y="18"/>
                      </a:lnTo>
                      <a:lnTo>
                        <a:pt x="2"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25" name="任意多边形 10762"/>
                <p:cNvSpPr/>
                <p:nvPr/>
              </p:nvSpPr>
              <p:spPr bwMode="auto">
                <a:xfrm>
                  <a:off x="1337" y="993"/>
                  <a:ext cx="7" cy="21"/>
                </a:xfrm>
                <a:custGeom>
                  <a:avLst/>
                  <a:gdLst/>
                  <a:ahLst/>
                  <a:cxnLst>
                    <a:cxn ang="0">
                      <a:pos x="0" y="0"/>
                    </a:cxn>
                    <a:cxn ang="0">
                      <a:pos x="7" y="18"/>
                    </a:cxn>
                    <a:cxn ang="0">
                      <a:pos x="3" y="21"/>
                    </a:cxn>
                  </a:cxnLst>
                  <a:rect l="0" t="0" r="r" b="b"/>
                  <a:pathLst>
                    <a:path w="7" h="21">
                      <a:moveTo>
                        <a:pt x="0" y="0"/>
                      </a:moveTo>
                      <a:lnTo>
                        <a:pt x="7"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24" name="任意多边形 10763"/>
                <p:cNvSpPr/>
                <p:nvPr/>
              </p:nvSpPr>
              <p:spPr bwMode="auto">
                <a:xfrm>
                  <a:off x="1253" y="1000"/>
                  <a:ext cx="46" cy="14"/>
                </a:xfrm>
                <a:custGeom>
                  <a:avLst/>
                  <a:gdLst/>
                  <a:ahLst/>
                  <a:cxnLst>
                    <a:cxn ang="0">
                      <a:pos x="39" y="0"/>
                    </a:cxn>
                    <a:cxn ang="0">
                      <a:pos x="5" y="0"/>
                    </a:cxn>
                    <a:cxn ang="0">
                      <a:pos x="0" y="14"/>
                    </a:cxn>
                    <a:cxn ang="0">
                      <a:pos x="46" y="14"/>
                    </a:cxn>
                    <a:cxn ang="0">
                      <a:pos x="39" y="0"/>
                    </a:cxn>
                  </a:cxnLst>
                  <a:rect l="0" t="0" r="r" b="b"/>
                  <a:pathLst>
                    <a:path w="46" h="14">
                      <a:moveTo>
                        <a:pt x="39" y="0"/>
                      </a:moveTo>
                      <a:lnTo>
                        <a:pt x="5" y="0"/>
                      </a:lnTo>
                      <a:lnTo>
                        <a:pt x="0" y="14"/>
                      </a:lnTo>
                      <a:lnTo>
                        <a:pt x="46" y="14"/>
                      </a:lnTo>
                      <a:lnTo>
                        <a:pt x="3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23" name="矩形 10764"/>
                <p:cNvSpPr>
                  <a:spLocks noChangeArrowheads="1"/>
                </p:cNvSpPr>
                <p:nvPr/>
              </p:nvSpPr>
              <p:spPr bwMode="auto">
                <a:xfrm>
                  <a:off x="1258" y="995"/>
                  <a:ext cx="3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22" name="任意多边形 10765"/>
                <p:cNvSpPr/>
                <p:nvPr/>
              </p:nvSpPr>
              <p:spPr bwMode="auto">
                <a:xfrm>
                  <a:off x="1247" y="997"/>
                  <a:ext cx="11" cy="17"/>
                </a:xfrm>
                <a:custGeom>
                  <a:avLst/>
                  <a:gdLst/>
                  <a:ahLst/>
                  <a:cxnLst>
                    <a:cxn ang="0">
                      <a:pos x="11" y="0"/>
                    </a:cxn>
                    <a:cxn ang="0">
                      <a:pos x="0" y="14"/>
                    </a:cxn>
                    <a:cxn ang="0">
                      <a:pos x="5" y="17"/>
                    </a:cxn>
                  </a:cxnLst>
                  <a:rect l="0" t="0" r="r" b="b"/>
                  <a:pathLst>
                    <a:path w="11" h="17">
                      <a:moveTo>
                        <a:pt x="11" y="0"/>
                      </a:moveTo>
                      <a:lnTo>
                        <a:pt x="0" y="14"/>
                      </a:lnTo>
                      <a:lnTo>
                        <a:pt x="5"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21" name="任意多边形 10766"/>
                <p:cNvSpPr/>
                <p:nvPr/>
              </p:nvSpPr>
              <p:spPr bwMode="auto">
                <a:xfrm>
                  <a:off x="1293" y="997"/>
                  <a:ext cx="14" cy="17"/>
                </a:xfrm>
                <a:custGeom>
                  <a:avLst/>
                  <a:gdLst/>
                  <a:ahLst/>
                  <a:cxnLst>
                    <a:cxn ang="0">
                      <a:pos x="0" y="0"/>
                    </a:cxn>
                    <a:cxn ang="0">
                      <a:pos x="14" y="14"/>
                    </a:cxn>
                    <a:cxn ang="0">
                      <a:pos x="7" y="17"/>
                    </a:cxn>
                  </a:cxnLst>
                  <a:rect l="0" t="0" r="r" b="b"/>
                  <a:pathLst>
                    <a:path w="14" h="17">
                      <a:moveTo>
                        <a:pt x="0" y="0"/>
                      </a:moveTo>
                      <a:lnTo>
                        <a:pt x="14" y="14"/>
                      </a:lnTo>
                      <a:lnTo>
                        <a:pt x="7"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20" name="任意多边形 10767"/>
                <p:cNvSpPr/>
                <p:nvPr/>
              </p:nvSpPr>
              <p:spPr bwMode="auto">
                <a:xfrm>
                  <a:off x="1354" y="1006"/>
                  <a:ext cx="23" cy="8"/>
                </a:xfrm>
                <a:custGeom>
                  <a:avLst/>
                  <a:gdLst/>
                  <a:ahLst/>
                  <a:cxnLst>
                    <a:cxn ang="0">
                      <a:pos x="21" y="0"/>
                    </a:cxn>
                    <a:cxn ang="0">
                      <a:pos x="1" y="0"/>
                    </a:cxn>
                    <a:cxn ang="0">
                      <a:pos x="0" y="8"/>
                    </a:cxn>
                    <a:cxn ang="0">
                      <a:pos x="23" y="8"/>
                    </a:cxn>
                    <a:cxn ang="0">
                      <a:pos x="21" y="0"/>
                    </a:cxn>
                  </a:cxnLst>
                  <a:rect l="0" t="0" r="r" b="b"/>
                  <a:pathLst>
                    <a:path w="23" h="8">
                      <a:moveTo>
                        <a:pt x="21" y="0"/>
                      </a:moveTo>
                      <a:lnTo>
                        <a:pt x="1" y="0"/>
                      </a:lnTo>
                      <a:lnTo>
                        <a:pt x="0" y="8"/>
                      </a:lnTo>
                      <a:lnTo>
                        <a:pt x="23" y="8"/>
                      </a:lnTo>
                      <a:lnTo>
                        <a:pt x="21"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19" name="任意多边形 10768"/>
                <p:cNvSpPr/>
                <p:nvPr/>
              </p:nvSpPr>
              <p:spPr bwMode="auto">
                <a:xfrm>
                  <a:off x="1349" y="967"/>
                  <a:ext cx="6" cy="47"/>
                </a:xfrm>
                <a:custGeom>
                  <a:avLst/>
                  <a:gdLst/>
                  <a:ahLst/>
                  <a:cxnLst>
                    <a:cxn ang="0">
                      <a:pos x="6" y="0"/>
                    </a:cxn>
                    <a:cxn ang="0">
                      <a:pos x="0" y="43"/>
                    </a:cxn>
                    <a:cxn ang="0">
                      <a:pos x="5" y="47"/>
                    </a:cxn>
                  </a:cxnLst>
                  <a:rect l="0" t="0" r="r" b="b"/>
                  <a:pathLst>
                    <a:path w="6" h="47">
                      <a:moveTo>
                        <a:pt x="6" y="0"/>
                      </a:moveTo>
                      <a:lnTo>
                        <a:pt x="0" y="43"/>
                      </a:lnTo>
                      <a:lnTo>
                        <a:pt x="5" y="4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18" name="矩形 10769"/>
                <p:cNvSpPr>
                  <a:spLocks noChangeArrowheads="1"/>
                </p:cNvSpPr>
                <p:nvPr/>
              </p:nvSpPr>
              <p:spPr bwMode="auto">
                <a:xfrm>
                  <a:off x="1355" y="967"/>
                  <a:ext cx="20" cy="39"/>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17" name="任意多边形 10770"/>
                <p:cNvSpPr/>
                <p:nvPr/>
              </p:nvSpPr>
              <p:spPr bwMode="auto">
                <a:xfrm>
                  <a:off x="1375" y="967"/>
                  <a:ext cx="2" cy="47"/>
                </a:xfrm>
                <a:custGeom>
                  <a:avLst/>
                  <a:gdLst/>
                  <a:ahLst/>
                  <a:cxnLst>
                    <a:cxn ang="0">
                      <a:pos x="0" y="0"/>
                    </a:cxn>
                    <a:cxn ang="0">
                      <a:pos x="2" y="38"/>
                    </a:cxn>
                    <a:cxn ang="0">
                      <a:pos x="2" y="47"/>
                    </a:cxn>
                  </a:cxnLst>
                  <a:rect l="0" t="0" r="r" b="b"/>
                  <a:pathLst>
                    <a:path w="2" h="47">
                      <a:moveTo>
                        <a:pt x="0" y="0"/>
                      </a:moveTo>
                      <a:lnTo>
                        <a:pt x="2" y="38"/>
                      </a:lnTo>
                      <a:lnTo>
                        <a:pt x="2" y="4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16" name="任意多边形 10771"/>
                <p:cNvSpPr/>
                <p:nvPr/>
              </p:nvSpPr>
              <p:spPr bwMode="auto">
                <a:xfrm>
                  <a:off x="879" y="886"/>
                  <a:ext cx="21" cy="15"/>
                </a:xfrm>
                <a:custGeom>
                  <a:avLst/>
                  <a:gdLst/>
                  <a:ahLst/>
                  <a:cxnLst>
                    <a:cxn ang="0">
                      <a:pos x="18" y="0"/>
                    </a:cxn>
                    <a:cxn ang="0">
                      <a:pos x="3" y="0"/>
                    </a:cxn>
                    <a:cxn ang="0">
                      <a:pos x="0" y="15"/>
                    </a:cxn>
                    <a:cxn ang="0">
                      <a:pos x="21" y="15"/>
                    </a:cxn>
                    <a:cxn ang="0">
                      <a:pos x="18" y="0"/>
                    </a:cxn>
                  </a:cxnLst>
                  <a:rect l="0" t="0" r="r" b="b"/>
                  <a:pathLst>
                    <a:path w="21" h="15">
                      <a:moveTo>
                        <a:pt x="18" y="0"/>
                      </a:moveTo>
                      <a:lnTo>
                        <a:pt x="3" y="0"/>
                      </a:lnTo>
                      <a:lnTo>
                        <a:pt x="0" y="15"/>
                      </a:lnTo>
                      <a:lnTo>
                        <a:pt x="21"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15" name="矩形 10772"/>
                <p:cNvSpPr>
                  <a:spLocks noChangeArrowheads="1"/>
                </p:cNvSpPr>
                <p:nvPr/>
              </p:nvSpPr>
              <p:spPr bwMode="auto">
                <a:xfrm>
                  <a:off x="882" y="88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14" name="任意多边形 10773"/>
                <p:cNvSpPr/>
                <p:nvPr/>
              </p:nvSpPr>
              <p:spPr bwMode="auto">
                <a:xfrm>
                  <a:off x="875" y="883"/>
                  <a:ext cx="7" cy="19"/>
                </a:xfrm>
                <a:custGeom>
                  <a:avLst/>
                  <a:gdLst/>
                  <a:ahLst/>
                  <a:cxnLst>
                    <a:cxn ang="0">
                      <a:pos x="7" y="0"/>
                    </a:cxn>
                    <a:cxn ang="0">
                      <a:pos x="0" y="16"/>
                    </a:cxn>
                    <a:cxn ang="0">
                      <a:pos x="4" y="19"/>
                    </a:cxn>
                  </a:cxnLst>
                  <a:rect l="0" t="0" r="r" b="b"/>
                  <a:pathLst>
                    <a:path w="7" h="19">
                      <a:moveTo>
                        <a:pt x="7"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13" name="任意多边形 10774"/>
                <p:cNvSpPr/>
                <p:nvPr/>
              </p:nvSpPr>
              <p:spPr bwMode="auto">
                <a:xfrm>
                  <a:off x="897" y="883"/>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12" name="任意多边形 10775"/>
                <p:cNvSpPr/>
                <p:nvPr/>
              </p:nvSpPr>
              <p:spPr bwMode="auto">
                <a:xfrm>
                  <a:off x="1156" y="886"/>
                  <a:ext cx="47" cy="15"/>
                </a:xfrm>
                <a:custGeom>
                  <a:avLst/>
                  <a:gdLst/>
                  <a:ahLst/>
                  <a:cxnLst>
                    <a:cxn ang="0">
                      <a:pos x="39" y="0"/>
                    </a:cxn>
                    <a:cxn ang="0">
                      <a:pos x="7" y="0"/>
                    </a:cxn>
                    <a:cxn ang="0">
                      <a:pos x="0" y="15"/>
                    </a:cxn>
                    <a:cxn ang="0">
                      <a:pos x="47" y="15"/>
                    </a:cxn>
                    <a:cxn ang="0">
                      <a:pos x="39" y="0"/>
                    </a:cxn>
                  </a:cxnLst>
                  <a:rect l="0" t="0" r="r" b="b"/>
                  <a:pathLst>
                    <a:path w="47" h="15">
                      <a:moveTo>
                        <a:pt x="39" y="0"/>
                      </a:moveTo>
                      <a:lnTo>
                        <a:pt x="7" y="0"/>
                      </a:lnTo>
                      <a:lnTo>
                        <a:pt x="0" y="15"/>
                      </a:lnTo>
                      <a:lnTo>
                        <a:pt x="47" y="15"/>
                      </a:lnTo>
                      <a:lnTo>
                        <a:pt x="3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11" name="矩形 10776"/>
                <p:cNvSpPr>
                  <a:spLocks noChangeArrowheads="1"/>
                </p:cNvSpPr>
                <p:nvPr/>
              </p:nvSpPr>
              <p:spPr bwMode="auto">
                <a:xfrm>
                  <a:off x="1163" y="883"/>
                  <a:ext cx="3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10" name="任意多边形 10777"/>
                <p:cNvSpPr/>
                <p:nvPr/>
              </p:nvSpPr>
              <p:spPr bwMode="auto">
                <a:xfrm>
                  <a:off x="1150" y="883"/>
                  <a:ext cx="13" cy="18"/>
                </a:xfrm>
                <a:custGeom>
                  <a:avLst/>
                  <a:gdLst/>
                  <a:ahLst/>
                  <a:cxnLst>
                    <a:cxn ang="0">
                      <a:pos x="13" y="0"/>
                    </a:cxn>
                    <a:cxn ang="0">
                      <a:pos x="0" y="14"/>
                    </a:cxn>
                    <a:cxn ang="0">
                      <a:pos x="6" y="18"/>
                    </a:cxn>
                  </a:cxnLst>
                  <a:rect l="0" t="0" r="r" b="b"/>
                  <a:pathLst>
                    <a:path w="13" h="18">
                      <a:moveTo>
                        <a:pt x="13" y="0"/>
                      </a:moveTo>
                      <a:lnTo>
                        <a:pt x="0" y="14"/>
                      </a:lnTo>
                      <a:lnTo>
                        <a:pt x="6" y="18"/>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09" name="任意多边形 10778"/>
                <p:cNvSpPr/>
                <p:nvPr/>
              </p:nvSpPr>
              <p:spPr bwMode="auto">
                <a:xfrm>
                  <a:off x="1196" y="883"/>
                  <a:ext cx="14" cy="18"/>
                </a:xfrm>
                <a:custGeom>
                  <a:avLst/>
                  <a:gdLst/>
                  <a:ahLst/>
                  <a:cxnLst>
                    <a:cxn ang="0">
                      <a:pos x="0" y="0"/>
                    </a:cxn>
                    <a:cxn ang="0">
                      <a:pos x="14" y="14"/>
                    </a:cxn>
                    <a:cxn ang="0">
                      <a:pos x="9" y="18"/>
                    </a:cxn>
                  </a:cxnLst>
                  <a:rect l="0" t="0" r="r" b="b"/>
                  <a:pathLst>
                    <a:path w="14" h="18">
                      <a:moveTo>
                        <a:pt x="0" y="0"/>
                      </a:moveTo>
                      <a:lnTo>
                        <a:pt x="14" y="14"/>
                      </a:lnTo>
                      <a:lnTo>
                        <a:pt x="9" y="18"/>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08" name="任意多边形 10779"/>
                <p:cNvSpPr/>
                <p:nvPr/>
              </p:nvSpPr>
              <p:spPr bwMode="auto">
                <a:xfrm>
                  <a:off x="1250" y="886"/>
                  <a:ext cx="20" cy="15"/>
                </a:xfrm>
                <a:custGeom>
                  <a:avLst/>
                  <a:gdLst/>
                  <a:ahLst/>
                  <a:cxnLst>
                    <a:cxn ang="0">
                      <a:pos x="17" y="0"/>
                    </a:cxn>
                    <a:cxn ang="0">
                      <a:pos x="3" y="0"/>
                    </a:cxn>
                    <a:cxn ang="0">
                      <a:pos x="0" y="15"/>
                    </a:cxn>
                    <a:cxn ang="0">
                      <a:pos x="20" y="15"/>
                    </a:cxn>
                    <a:cxn ang="0">
                      <a:pos x="17" y="0"/>
                    </a:cxn>
                  </a:cxnLst>
                  <a:rect l="0" t="0" r="r" b="b"/>
                  <a:pathLst>
                    <a:path w="20" h="15">
                      <a:moveTo>
                        <a:pt x="17" y="0"/>
                      </a:moveTo>
                      <a:lnTo>
                        <a:pt x="3" y="0"/>
                      </a:lnTo>
                      <a:lnTo>
                        <a:pt x="0" y="15"/>
                      </a:lnTo>
                      <a:lnTo>
                        <a:pt x="20" y="15"/>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07" name="矩形 10780"/>
                <p:cNvSpPr>
                  <a:spLocks noChangeArrowheads="1"/>
                </p:cNvSpPr>
                <p:nvPr/>
              </p:nvSpPr>
              <p:spPr bwMode="auto">
                <a:xfrm>
                  <a:off x="1253" y="883"/>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06" name="任意多边形 10781"/>
                <p:cNvSpPr/>
                <p:nvPr/>
              </p:nvSpPr>
              <p:spPr bwMode="auto">
                <a:xfrm>
                  <a:off x="1247" y="883"/>
                  <a:ext cx="6" cy="19"/>
                </a:xfrm>
                <a:custGeom>
                  <a:avLst/>
                  <a:gdLst/>
                  <a:ahLst/>
                  <a:cxnLst>
                    <a:cxn ang="0">
                      <a:pos x="6" y="0"/>
                    </a:cxn>
                    <a:cxn ang="0">
                      <a:pos x="0" y="16"/>
                    </a:cxn>
                    <a:cxn ang="0">
                      <a:pos x="1" y="19"/>
                    </a:cxn>
                  </a:cxnLst>
                  <a:rect l="0" t="0" r="r" b="b"/>
                  <a:pathLst>
                    <a:path w="6" h="19">
                      <a:moveTo>
                        <a:pt x="6" y="0"/>
                      </a:moveTo>
                      <a:lnTo>
                        <a:pt x="0" y="16"/>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05" name="任意多边形 10782"/>
                <p:cNvSpPr/>
                <p:nvPr/>
              </p:nvSpPr>
              <p:spPr bwMode="auto">
                <a:xfrm>
                  <a:off x="1267" y="883"/>
                  <a:ext cx="6" cy="19"/>
                </a:xfrm>
                <a:custGeom>
                  <a:avLst/>
                  <a:gdLst/>
                  <a:ahLst/>
                  <a:cxnLst>
                    <a:cxn ang="0">
                      <a:pos x="0" y="0"/>
                    </a:cxn>
                    <a:cxn ang="0">
                      <a:pos x="6" y="16"/>
                    </a:cxn>
                    <a:cxn ang="0">
                      <a:pos x="5" y="19"/>
                    </a:cxn>
                  </a:cxnLst>
                  <a:rect l="0" t="0" r="r" b="b"/>
                  <a:pathLst>
                    <a:path w="6" h="19">
                      <a:moveTo>
                        <a:pt x="0" y="0"/>
                      </a:moveTo>
                      <a:lnTo>
                        <a:pt x="6"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04" name="任意多边形 10783"/>
                <p:cNvSpPr/>
                <p:nvPr/>
              </p:nvSpPr>
              <p:spPr bwMode="auto">
                <a:xfrm>
                  <a:off x="1283" y="886"/>
                  <a:ext cx="22" cy="15"/>
                </a:xfrm>
                <a:custGeom>
                  <a:avLst/>
                  <a:gdLst/>
                  <a:ahLst/>
                  <a:cxnLst>
                    <a:cxn ang="0">
                      <a:pos x="19" y="0"/>
                    </a:cxn>
                    <a:cxn ang="0">
                      <a:pos x="4" y="0"/>
                    </a:cxn>
                    <a:cxn ang="0">
                      <a:pos x="0" y="15"/>
                    </a:cxn>
                    <a:cxn ang="0">
                      <a:pos x="22" y="15"/>
                    </a:cxn>
                    <a:cxn ang="0">
                      <a:pos x="19" y="0"/>
                    </a:cxn>
                  </a:cxnLst>
                  <a:rect l="0" t="0" r="r" b="b"/>
                  <a:pathLst>
                    <a:path w="22" h="15">
                      <a:moveTo>
                        <a:pt x="19" y="0"/>
                      </a:moveTo>
                      <a:lnTo>
                        <a:pt x="4" y="0"/>
                      </a:lnTo>
                      <a:lnTo>
                        <a:pt x="0" y="15"/>
                      </a:lnTo>
                      <a:lnTo>
                        <a:pt x="22" y="15"/>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03" name="矩形 10784"/>
                <p:cNvSpPr>
                  <a:spLocks noChangeArrowheads="1"/>
                </p:cNvSpPr>
                <p:nvPr/>
              </p:nvSpPr>
              <p:spPr bwMode="auto">
                <a:xfrm>
                  <a:off x="1287" y="88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02" name="任意多边形 10785"/>
                <p:cNvSpPr/>
                <p:nvPr/>
              </p:nvSpPr>
              <p:spPr bwMode="auto">
                <a:xfrm>
                  <a:off x="1280" y="883"/>
                  <a:ext cx="7" cy="19"/>
                </a:xfrm>
                <a:custGeom>
                  <a:avLst/>
                  <a:gdLst/>
                  <a:ahLst/>
                  <a:cxnLst>
                    <a:cxn ang="0">
                      <a:pos x="7" y="0"/>
                    </a:cxn>
                    <a:cxn ang="0">
                      <a:pos x="0" y="16"/>
                    </a:cxn>
                    <a:cxn ang="0">
                      <a:pos x="3" y="19"/>
                    </a:cxn>
                  </a:cxnLst>
                  <a:rect l="0" t="0" r="r" b="b"/>
                  <a:pathLst>
                    <a:path w="7" h="19">
                      <a:moveTo>
                        <a:pt x="7"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01" name="任意多边形 10786"/>
                <p:cNvSpPr/>
                <p:nvPr/>
              </p:nvSpPr>
              <p:spPr bwMode="auto">
                <a:xfrm>
                  <a:off x="1302" y="883"/>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00" name="任意多边形 10787"/>
                <p:cNvSpPr/>
                <p:nvPr/>
              </p:nvSpPr>
              <p:spPr bwMode="auto">
                <a:xfrm>
                  <a:off x="1319" y="886"/>
                  <a:ext cx="21" cy="15"/>
                </a:xfrm>
                <a:custGeom>
                  <a:avLst/>
                  <a:gdLst/>
                  <a:ahLst/>
                  <a:cxnLst>
                    <a:cxn ang="0">
                      <a:pos x="18" y="0"/>
                    </a:cxn>
                    <a:cxn ang="0">
                      <a:pos x="3" y="0"/>
                    </a:cxn>
                    <a:cxn ang="0">
                      <a:pos x="0" y="15"/>
                    </a:cxn>
                    <a:cxn ang="0">
                      <a:pos x="21" y="15"/>
                    </a:cxn>
                    <a:cxn ang="0">
                      <a:pos x="18" y="0"/>
                    </a:cxn>
                  </a:cxnLst>
                  <a:rect l="0" t="0" r="r" b="b"/>
                  <a:pathLst>
                    <a:path w="21" h="15">
                      <a:moveTo>
                        <a:pt x="18" y="0"/>
                      </a:moveTo>
                      <a:lnTo>
                        <a:pt x="3" y="0"/>
                      </a:lnTo>
                      <a:lnTo>
                        <a:pt x="0" y="15"/>
                      </a:lnTo>
                      <a:lnTo>
                        <a:pt x="21"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99" name="矩形 10788"/>
                <p:cNvSpPr>
                  <a:spLocks noChangeArrowheads="1"/>
                </p:cNvSpPr>
                <p:nvPr/>
              </p:nvSpPr>
              <p:spPr bwMode="auto">
                <a:xfrm>
                  <a:off x="1322" y="88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98" name="任意多边形 10789"/>
                <p:cNvSpPr/>
                <p:nvPr/>
              </p:nvSpPr>
              <p:spPr bwMode="auto">
                <a:xfrm>
                  <a:off x="1315" y="883"/>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97" name="任意多边形 10790"/>
                <p:cNvSpPr/>
                <p:nvPr/>
              </p:nvSpPr>
              <p:spPr bwMode="auto">
                <a:xfrm>
                  <a:off x="1337" y="883"/>
                  <a:ext cx="7" cy="19"/>
                </a:xfrm>
                <a:custGeom>
                  <a:avLst/>
                  <a:gdLst/>
                  <a:ahLst/>
                  <a:cxnLst>
                    <a:cxn ang="0">
                      <a:pos x="0" y="0"/>
                    </a:cxn>
                    <a:cxn ang="0">
                      <a:pos x="7" y="16"/>
                    </a:cxn>
                    <a:cxn ang="0">
                      <a:pos x="3" y="19"/>
                    </a:cxn>
                  </a:cxnLst>
                  <a:rect l="0" t="0" r="r" b="b"/>
                  <a:pathLst>
                    <a:path w="7" h="19">
                      <a:moveTo>
                        <a:pt x="0" y="0"/>
                      </a:moveTo>
                      <a:lnTo>
                        <a:pt x="7"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96" name="任意多边形 10791"/>
                <p:cNvSpPr/>
                <p:nvPr/>
              </p:nvSpPr>
              <p:spPr bwMode="auto">
                <a:xfrm>
                  <a:off x="1354" y="886"/>
                  <a:ext cx="20" cy="15"/>
                </a:xfrm>
                <a:custGeom>
                  <a:avLst/>
                  <a:gdLst/>
                  <a:ahLst/>
                  <a:cxnLst>
                    <a:cxn ang="0">
                      <a:pos x="16" y="0"/>
                    </a:cxn>
                    <a:cxn ang="0">
                      <a:pos x="3" y="0"/>
                    </a:cxn>
                    <a:cxn ang="0">
                      <a:pos x="0" y="15"/>
                    </a:cxn>
                    <a:cxn ang="0">
                      <a:pos x="20" y="15"/>
                    </a:cxn>
                    <a:cxn ang="0">
                      <a:pos x="16" y="0"/>
                    </a:cxn>
                  </a:cxnLst>
                  <a:rect l="0" t="0" r="r" b="b"/>
                  <a:pathLst>
                    <a:path w="20" h="15">
                      <a:moveTo>
                        <a:pt x="16" y="0"/>
                      </a:moveTo>
                      <a:lnTo>
                        <a:pt x="3" y="0"/>
                      </a:lnTo>
                      <a:lnTo>
                        <a:pt x="0" y="15"/>
                      </a:lnTo>
                      <a:lnTo>
                        <a:pt x="20" y="15"/>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95" name="矩形 10792"/>
                <p:cNvSpPr>
                  <a:spLocks noChangeArrowheads="1"/>
                </p:cNvSpPr>
                <p:nvPr/>
              </p:nvSpPr>
              <p:spPr bwMode="auto">
                <a:xfrm>
                  <a:off x="1357" y="883"/>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94" name="任意多边形 10793"/>
                <p:cNvSpPr/>
                <p:nvPr/>
              </p:nvSpPr>
              <p:spPr bwMode="auto">
                <a:xfrm>
                  <a:off x="1349" y="883"/>
                  <a:ext cx="8" cy="19"/>
                </a:xfrm>
                <a:custGeom>
                  <a:avLst/>
                  <a:gdLst/>
                  <a:ahLst/>
                  <a:cxnLst>
                    <a:cxn ang="0">
                      <a:pos x="8" y="0"/>
                    </a:cxn>
                    <a:cxn ang="0">
                      <a:pos x="0" y="16"/>
                    </a:cxn>
                    <a:cxn ang="0">
                      <a:pos x="3" y="19"/>
                    </a:cxn>
                  </a:cxnLst>
                  <a:rect l="0" t="0" r="r" b="b"/>
                  <a:pathLst>
                    <a:path w="8" h="19">
                      <a:moveTo>
                        <a:pt x="8"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93" name="任意多边形 10794"/>
                <p:cNvSpPr/>
                <p:nvPr/>
              </p:nvSpPr>
              <p:spPr bwMode="auto">
                <a:xfrm>
                  <a:off x="1370" y="883"/>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92" name="任意多边形 10795"/>
                <p:cNvSpPr/>
                <p:nvPr/>
              </p:nvSpPr>
              <p:spPr bwMode="auto">
                <a:xfrm>
                  <a:off x="1354" y="948"/>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91" name="矩形 10796"/>
                <p:cNvSpPr>
                  <a:spLocks noChangeArrowheads="1"/>
                </p:cNvSpPr>
                <p:nvPr/>
              </p:nvSpPr>
              <p:spPr bwMode="auto">
                <a:xfrm>
                  <a:off x="1357" y="94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90" name="任意多边形 10797"/>
                <p:cNvSpPr/>
                <p:nvPr/>
              </p:nvSpPr>
              <p:spPr bwMode="auto">
                <a:xfrm>
                  <a:off x="1350" y="941"/>
                  <a:ext cx="7" cy="20"/>
                </a:xfrm>
                <a:custGeom>
                  <a:avLst/>
                  <a:gdLst/>
                  <a:ahLst/>
                  <a:cxnLst>
                    <a:cxn ang="0">
                      <a:pos x="7" y="0"/>
                    </a:cxn>
                    <a:cxn ang="0">
                      <a:pos x="0" y="18"/>
                    </a:cxn>
                    <a:cxn ang="0">
                      <a:pos x="4" y="20"/>
                    </a:cxn>
                  </a:cxnLst>
                  <a:rect l="0" t="0" r="r" b="b"/>
                  <a:pathLst>
                    <a:path w="7" h="20">
                      <a:moveTo>
                        <a:pt x="7" y="0"/>
                      </a:moveTo>
                      <a:lnTo>
                        <a:pt x="0" y="18"/>
                      </a:lnTo>
                      <a:lnTo>
                        <a:pt x="4"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89" name="任意多边形 10798"/>
                <p:cNvSpPr/>
                <p:nvPr/>
              </p:nvSpPr>
              <p:spPr bwMode="auto">
                <a:xfrm>
                  <a:off x="1372" y="941"/>
                  <a:ext cx="7" cy="20"/>
                </a:xfrm>
                <a:custGeom>
                  <a:avLst/>
                  <a:gdLst/>
                  <a:ahLst/>
                  <a:cxnLst>
                    <a:cxn ang="0">
                      <a:pos x="0" y="0"/>
                    </a:cxn>
                    <a:cxn ang="0">
                      <a:pos x="7" y="18"/>
                    </a:cxn>
                    <a:cxn ang="0">
                      <a:pos x="3" y="20"/>
                    </a:cxn>
                  </a:cxnLst>
                  <a:rect l="0" t="0" r="r" b="b"/>
                  <a:pathLst>
                    <a:path w="7" h="20">
                      <a:moveTo>
                        <a:pt x="0" y="0"/>
                      </a:moveTo>
                      <a:lnTo>
                        <a:pt x="7"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88" name="矩形 10799"/>
                <p:cNvSpPr>
                  <a:spLocks noChangeArrowheads="1"/>
                </p:cNvSpPr>
                <p:nvPr/>
              </p:nvSpPr>
              <p:spPr bwMode="auto">
                <a:xfrm>
                  <a:off x="1053" y="980"/>
                  <a:ext cx="21" cy="7"/>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87" name="任意多边形 10800"/>
                <p:cNvSpPr/>
                <p:nvPr/>
              </p:nvSpPr>
              <p:spPr bwMode="auto">
                <a:xfrm>
                  <a:off x="1048" y="941"/>
                  <a:ext cx="6" cy="46"/>
                </a:xfrm>
                <a:custGeom>
                  <a:avLst/>
                  <a:gdLst/>
                  <a:ahLst/>
                  <a:cxnLst>
                    <a:cxn ang="0">
                      <a:pos x="6" y="0"/>
                    </a:cxn>
                    <a:cxn ang="0">
                      <a:pos x="0" y="41"/>
                    </a:cxn>
                    <a:cxn ang="0">
                      <a:pos x="5" y="46"/>
                    </a:cxn>
                  </a:cxnLst>
                  <a:rect l="0" t="0" r="r" b="b"/>
                  <a:pathLst>
                    <a:path w="6" h="46">
                      <a:moveTo>
                        <a:pt x="6" y="0"/>
                      </a:moveTo>
                      <a:lnTo>
                        <a:pt x="0" y="41"/>
                      </a:lnTo>
                      <a:lnTo>
                        <a:pt x="5" y="46"/>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86" name="矩形 10801"/>
                <p:cNvSpPr>
                  <a:spLocks noChangeArrowheads="1"/>
                </p:cNvSpPr>
                <p:nvPr/>
              </p:nvSpPr>
              <p:spPr bwMode="auto">
                <a:xfrm>
                  <a:off x="1053" y="941"/>
                  <a:ext cx="21" cy="39"/>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85" name="任意多边形 10802"/>
                <p:cNvSpPr/>
                <p:nvPr/>
              </p:nvSpPr>
              <p:spPr bwMode="auto">
                <a:xfrm>
                  <a:off x="1074" y="941"/>
                  <a:ext cx="2" cy="46"/>
                </a:xfrm>
                <a:custGeom>
                  <a:avLst/>
                  <a:gdLst/>
                  <a:ahLst/>
                  <a:cxnLst>
                    <a:cxn ang="0">
                      <a:pos x="0" y="0"/>
                    </a:cxn>
                    <a:cxn ang="0">
                      <a:pos x="2" y="38"/>
                    </a:cxn>
                    <a:cxn ang="0">
                      <a:pos x="2" y="46"/>
                    </a:cxn>
                  </a:cxnLst>
                  <a:rect l="0" t="0" r="r" b="b"/>
                  <a:pathLst>
                    <a:path w="2" h="46">
                      <a:moveTo>
                        <a:pt x="0" y="0"/>
                      </a:moveTo>
                      <a:lnTo>
                        <a:pt x="2" y="38"/>
                      </a:lnTo>
                      <a:lnTo>
                        <a:pt x="2" y="46"/>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84" name="任意多边形 10803"/>
                <p:cNvSpPr/>
                <p:nvPr/>
              </p:nvSpPr>
              <p:spPr bwMode="auto">
                <a:xfrm>
                  <a:off x="579" y="948"/>
                  <a:ext cx="45" cy="14"/>
                </a:xfrm>
                <a:custGeom>
                  <a:avLst/>
                  <a:gdLst/>
                  <a:ahLst/>
                  <a:cxnLst>
                    <a:cxn ang="0">
                      <a:pos x="38" y="0"/>
                    </a:cxn>
                    <a:cxn ang="0">
                      <a:pos x="7" y="0"/>
                    </a:cxn>
                    <a:cxn ang="0">
                      <a:pos x="0" y="14"/>
                    </a:cxn>
                    <a:cxn ang="0">
                      <a:pos x="45" y="14"/>
                    </a:cxn>
                    <a:cxn ang="0">
                      <a:pos x="38" y="0"/>
                    </a:cxn>
                  </a:cxnLst>
                  <a:rect l="0" t="0" r="r" b="b"/>
                  <a:pathLst>
                    <a:path w="45" h="14">
                      <a:moveTo>
                        <a:pt x="38" y="0"/>
                      </a:moveTo>
                      <a:lnTo>
                        <a:pt x="7" y="0"/>
                      </a:lnTo>
                      <a:lnTo>
                        <a:pt x="0" y="14"/>
                      </a:lnTo>
                      <a:lnTo>
                        <a:pt x="45" y="14"/>
                      </a:lnTo>
                      <a:lnTo>
                        <a:pt x="3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83" name="矩形 10804"/>
                <p:cNvSpPr>
                  <a:spLocks noChangeArrowheads="1"/>
                </p:cNvSpPr>
                <p:nvPr/>
              </p:nvSpPr>
              <p:spPr bwMode="auto">
                <a:xfrm>
                  <a:off x="586" y="943"/>
                  <a:ext cx="3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82" name="任意多边形 10805"/>
                <p:cNvSpPr/>
                <p:nvPr/>
              </p:nvSpPr>
              <p:spPr bwMode="auto">
                <a:xfrm>
                  <a:off x="572" y="943"/>
                  <a:ext cx="14" cy="18"/>
                </a:xfrm>
                <a:custGeom>
                  <a:avLst/>
                  <a:gdLst/>
                  <a:ahLst/>
                  <a:cxnLst>
                    <a:cxn ang="0">
                      <a:pos x="14" y="0"/>
                    </a:cxn>
                    <a:cxn ang="0">
                      <a:pos x="0" y="16"/>
                    </a:cxn>
                    <a:cxn ang="0">
                      <a:pos x="5" y="18"/>
                    </a:cxn>
                  </a:cxnLst>
                  <a:rect l="0" t="0" r="r" b="b"/>
                  <a:pathLst>
                    <a:path w="14" h="18">
                      <a:moveTo>
                        <a:pt x="14" y="0"/>
                      </a:moveTo>
                      <a:lnTo>
                        <a:pt x="0" y="16"/>
                      </a:lnTo>
                      <a:lnTo>
                        <a:pt x="5" y="18"/>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81" name="任意多边形 10806"/>
                <p:cNvSpPr/>
                <p:nvPr/>
              </p:nvSpPr>
              <p:spPr bwMode="auto">
                <a:xfrm>
                  <a:off x="619" y="943"/>
                  <a:ext cx="14" cy="18"/>
                </a:xfrm>
                <a:custGeom>
                  <a:avLst/>
                  <a:gdLst/>
                  <a:ahLst/>
                  <a:cxnLst>
                    <a:cxn ang="0">
                      <a:pos x="0" y="0"/>
                    </a:cxn>
                    <a:cxn ang="0">
                      <a:pos x="14" y="16"/>
                    </a:cxn>
                    <a:cxn ang="0">
                      <a:pos x="7" y="18"/>
                    </a:cxn>
                  </a:cxnLst>
                  <a:rect l="0" t="0" r="r" b="b"/>
                  <a:pathLst>
                    <a:path w="14" h="18">
                      <a:moveTo>
                        <a:pt x="0" y="0"/>
                      </a:moveTo>
                      <a:lnTo>
                        <a:pt x="14" y="16"/>
                      </a:lnTo>
                      <a:lnTo>
                        <a:pt x="7" y="18"/>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80" name="任意多边形 10807"/>
                <p:cNvSpPr/>
                <p:nvPr/>
              </p:nvSpPr>
              <p:spPr bwMode="auto">
                <a:xfrm>
                  <a:off x="539" y="1000"/>
                  <a:ext cx="47" cy="14"/>
                </a:xfrm>
                <a:custGeom>
                  <a:avLst/>
                  <a:gdLst/>
                  <a:ahLst/>
                  <a:cxnLst>
                    <a:cxn ang="0">
                      <a:pos x="38" y="0"/>
                    </a:cxn>
                    <a:cxn ang="0">
                      <a:pos x="7" y="0"/>
                    </a:cxn>
                    <a:cxn ang="0">
                      <a:pos x="0" y="14"/>
                    </a:cxn>
                    <a:cxn ang="0">
                      <a:pos x="47" y="14"/>
                    </a:cxn>
                    <a:cxn ang="0">
                      <a:pos x="38" y="0"/>
                    </a:cxn>
                  </a:cxnLst>
                  <a:rect l="0" t="0" r="r" b="b"/>
                  <a:pathLst>
                    <a:path w="47" h="14">
                      <a:moveTo>
                        <a:pt x="38" y="0"/>
                      </a:moveTo>
                      <a:lnTo>
                        <a:pt x="7" y="0"/>
                      </a:lnTo>
                      <a:lnTo>
                        <a:pt x="0" y="14"/>
                      </a:lnTo>
                      <a:lnTo>
                        <a:pt x="47" y="14"/>
                      </a:lnTo>
                      <a:lnTo>
                        <a:pt x="3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79" name="矩形 10808"/>
                <p:cNvSpPr>
                  <a:spLocks noChangeArrowheads="1"/>
                </p:cNvSpPr>
                <p:nvPr/>
              </p:nvSpPr>
              <p:spPr bwMode="auto">
                <a:xfrm>
                  <a:off x="546" y="995"/>
                  <a:ext cx="3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78" name="任意多边形 10809"/>
                <p:cNvSpPr/>
                <p:nvPr/>
              </p:nvSpPr>
              <p:spPr bwMode="auto">
                <a:xfrm>
                  <a:off x="532" y="997"/>
                  <a:ext cx="12" cy="17"/>
                </a:xfrm>
                <a:custGeom>
                  <a:avLst/>
                  <a:gdLst/>
                  <a:ahLst/>
                  <a:cxnLst>
                    <a:cxn ang="0">
                      <a:pos x="12" y="0"/>
                    </a:cxn>
                    <a:cxn ang="0">
                      <a:pos x="0" y="14"/>
                    </a:cxn>
                    <a:cxn ang="0">
                      <a:pos x="5" y="17"/>
                    </a:cxn>
                  </a:cxnLst>
                  <a:rect l="0" t="0" r="r" b="b"/>
                  <a:pathLst>
                    <a:path w="12" h="17">
                      <a:moveTo>
                        <a:pt x="12" y="0"/>
                      </a:moveTo>
                      <a:lnTo>
                        <a:pt x="0" y="14"/>
                      </a:lnTo>
                      <a:lnTo>
                        <a:pt x="5"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77" name="任意多边形 10810"/>
                <p:cNvSpPr/>
                <p:nvPr/>
              </p:nvSpPr>
              <p:spPr bwMode="auto">
                <a:xfrm>
                  <a:off x="579" y="997"/>
                  <a:ext cx="13" cy="17"/>
                </a:xfrm>
                <a:custGeom>
                  <a:avLst/>
                  <a:gdLst/>
                  <a:ahLst/>
                  <a:cxnLst>
                    <a:cxn ang="0">
                      <a:pos x="0" y="0"/>
                    </a:cxn>
                    <a:cxn ang="0">
                      <a:pos x="13" y="14"/>
                    </a:cxn>
                    <a:cxn ang="0">
                      <a:pos x="8" y="17"/>
                    </a:cxn>
                  </a:cxnLst>
                  <a:rect l="0" t="0" r="r" b="b"/>
                  <a:pathLst>
                    <a:path w="13" h="17">
                      <a:moveTo>
                        <a:pt x="0" y="0"/>
                      </a:moveTo>
                      <a:lnTo>
                        <a:pt x="13" y="14"/>
                      </a:lnTo>
                      <a:lnTo>
                        <a:pt x="8"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76" name="任意多边形 10811"/>
                <p:cNvSpPr/>
                <p:nvPr/>
              </p:nvSpPr>
              <p:spPr bwMode="auto">
                <a:xfrm>
                  <a:off x="502" y="1000"/>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75" name="矩形 10812"/>
                <p:cNvSpPr>
                  <a:spLocks noChangeArrowheads="1"/>
                </p:cNvSpPr>
                <p:nvPr/>
              </p:nvSpPr>
              <p:spPr bwMode="auto">
                <a:xfrm>
                  <a:off x="505" y="995"/>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74" name="任意多边形 10813"/>
                <p:cNvSpPr/>
                <p:nvPr/>
              </p:nvSpPr>
              <p:spPr bwMode="auto">
                <a:xfrm>
                  <a:off x="499" y="993"/>
                  <a:ext cx="6" cy="21"/>
                </a:xfrm>
                <a:custGeom>
                  <a:avLst/>
                  <a:gdLst/>
                  <a:ahLst/>
                  <a:cxnLst>
                    <a:cxn ang="0">
                      <a:pos x="6" y="0"/>
                    </a:cxn>
                    <a:cxn ang="0">
                      <a:pos x="0" y="18"/>
                    </a:cxn>
                    <a:cxn ang="0">
                      <a:pos x="1" y="21"/>
                    </a:cxn>
                  </a:cxnLst>
                  <a:rect l="0" t="0" r="r" b="b"/>
                  <a:pathLst>
                    <a:path w="6" h="21">
                      <a:moveTo>
                        <a:pt x="6" y="0"/>
                      </a:moveTo>
                      <a:lnTo>
                        <a:pt x="0" y="18"/>
                      </a:lnTo>
                      <a:lnTo>
                        <a:pt x="1"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73" name="任意多边形 10814"/>
                <p:cNvSpPr/>
                <p:nvPr/>
              </p:nvSpPr>
              <p:spPr bwMode="auto">
                <a:xfrm>
                  <a:off x="519" y="993"/>
                  <a:ext cx="8" cy="21"/>
                </a:xfrm>
                <a:custGeom>
                  <a:avLst/>
                  <a:gdLst/>
                  <a:ahLst/>
                  <a:cxnLst>
                    <a:cxn ang="0">
                      <a:pos x="0" y="0"/>
                    </a:cxn>
                    <a:cxn ang="0">
                      <a:pos x="8" y="18"/>
                    </a:cxn>
                    <a:cxn ang="0">
                      <a:pos x="5" y="21"/>
                    </a:cxn>
                  </a:cxnLst>
                  <a:rect l="0" t="0" r="r" b="b"/>
                  <a:pathLst>
                    <a:path w="8" h="21">
                      <a:moveTo>
                        <a:pt x="0" y="0"/>
                      </a:moveTo>
                      <a:lnTo>
                        <a:pt x="8"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72" name="任意多边形 10815"/>
                <p:cNvSpPr/>
                <p:nvPr/>
              </p:nvSpPr>
              <p:spPr bwMode="auto">
                <a:xfrm>
                  <a:off x="581" y="1027"/>
                  <a:ext cx="45" cy="13"/>
                </a:xfrm>
                <a:custGeom>
                  <a:avLst/>
                  <a:gdLst/>
                  <a:ahLst/>
                  <a:cxnLst>
                    <a:cxn ang="0">
                      <a:pos x="38" y="0"/>
                    </a:cxn>
                    <a:cxn ang="0">
                      <a:pos x="6" y="0"/>
                    </a:cxn>
                    <a:cxn ang="0">
                      <a:pos x="0" y="13"/>
                    </a:cxn>
                    <a:cxn ang="0">
                      <a:pos x="45" y="13"/>
                    </a:cxn>
                    <a:cxn ang="0">
                      <a:pos x="38" y="0"/>
                    </a:cxn>
                  </a:cxnLst>
                  <a:rect l="0" t="0" r="r" b="b"/>
                  <a:pathLst>
                    <a:path w="45" h="13">
                      <a:moveTo>
                        <a:pt x="38" y="0"/>
                      </a:moveTo>
                      <a:lnTo>
                        <a:pt x="6" y="0"/>
                      </a:lnTo>
                      <a:lnTo>
                        <a:pt x="0" y="13"/>
                      </a:lnTo>
                      <a:lnTo>
                        <a:pt x="45" y="13"/>
                      </a:lnTo>
                      <a:lnTo>
                        <a:pt x="3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71" name="矩形 10816"/>
                <p:cNvSpPr>
                  <a:spLocks noChangeArrowheads="1"/>
                </p:cNvSpPr>
                <p:nvPr/>
              </p:nvSpPr>
              <p:spPr bwMode="auto">
                <a:xfrm>
                  <a:off x="586" y="1021"/>
                  <a:ext cx="33" cy="6"/>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70" name="任意多边形 10817"/>
                <p:cNvSpPr/>
                <p:nvPr/>
              </p:nvSpPr>
              <p:spPr bwMode="auto">
                <a:xfrm>
                  <a:off x="574" y="1023"/>
                  <a:ext cx="12" cy="17"/>
                </a:xfrm>
                <a:custGeom>
                  <a:avLst/>
                  <a:gdLst/>
                  <a:ahLst/>
                  <a:cxnLst>
                    <a:cxn ang="0">
                      <a:pos x="12" y="0"/>
                    </a:cxn>
                    <a:cxn ang="0">
                      <a:pos x="0" y="14"/>
                    </a:cxn>
                    <a:cxn ang="0">
                      <a:pos x="5" y="17"/>
                    </a:cxn>
                  </a:cxnLst>
                  <a:rect l="0" t="0" r="r" b="b"/>
                  <a:pathLst>
                    <a:path w="12" h="17">
                      <a:moveTo>
                        <a:pt x="12" y="0"/>
                      </a:moveTo>
                      <a:lnTo>
                        <a:pt x="0" y="14"/>
                      </a:lnTo>
                      <a:lnTo>
                        <a:pt x="5"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69" name="任意多边形 10818"/>
                <p:cNvSpPr/>
                <p:nvPr/>
              </p:nvSpPr>
              <p:spPr bwMode="auto">
                <a:xfrm>
                  <a:off x="621" y="1023"/>
                  <a:ext cx="12" cy="17"/>
                </a:xfrm>
                <a:custGeom>
                  <a:avLst/>
                  <a:gdLst/>
                  <a:ahLst/>
                  <a:cxnLst>
                    <a:cxn ang="0">
                      <a:pos x="0" y="0"/>
                    </a:cxn>
                    <a:cxn ang="0">
                      <a:pos x="12" y="14"/>
                    </a:cxn>
                    <a:cxn ang="0">
                      <a:pos x="7" y="17"/>
                    </a:cxn>
                  </a:cxnLst>
                  <a:rect l="0" t="0" r="r" b="b"/>
                  <a:pathLst>
                    <a:path w="12" h="17">
                      <a:moveTo>
                        <a:pt x="0" y="0"/>
                      </a:moveTo>
                      <a:lnTo>
                        <a:pt x="12" y="14"/>
                      </a:lnTo>
                      <a:lnTo>
                        <a:pt x="7"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68" name="任意多边形 10819"/>
                <p:cNvSpPr/>
                <p:nvPr/>
              </p:nvSpPr>
              <p:spPr bwMode="auto">
                <a:xfrm>
                  <a:off x="601" y="1000"/>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67" name="矩形 10820"/>
                <p:cNvSpPr>
                  <a:spLocks noChangeArrowheads="1"/>
                </p:cNvSpPr>
                <p:nvPr/>
              </p:nvSpPr>
              <p:spPr bwMode="auto">
                <a:xfrm>
                  <a:off x="604" y="995"/>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66" name="任意多边形 10821"/>
                <p:cNvSpPr/>
                <p:nvPr/>
              </p:nvSpPr>
              <p:spPr bwMode="auto">
                <a:xfrm>
                  <a:off x="596" y="993"/>
                  <a:ext cx="8" cy="21"/>
                </a:xfrm>
                <a:custGeom>
                  <a:avLst/>
                  <a:gdLst/>
                  <a:ahLst/>
                  <a:cxnLst>
                    <a:cxn ang="0">
                      <a:pos x="8" y="0"/>
                    </a:cxn>
                    <a:cxn ang="0">
                      <a:pos x="0" y="18"/>
                    </a:cxn>
                    <a:cxn ang="0">
                      <a:pos x="3" y="21"/>
                    </a:cxn>
                  </a:cxnLst>
                  <a:rect l="0" t="0" r="r" b="b"/>
                  <a:pathLst>
                    <a:path w="8" h="21">
                      <a:moveTo>
                        <a:pt x="8" y="0"/>
                      </a:moveTo>
                      <a:lnTo>
                        <a:pt x="0"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65" name="任意多边形 10822"/>
                <p:cNvSpPr/>
                <p:nvPr/>
              </p:nvSpPr>
              <p:spPr bwMode="auto">
                <a:xfrm>
                  <a:off x="617" y="993"/>
                  <a:ext cx="7" cy="21"/>
                </a:xfrm>
                <a:custGeom>
                  <a:avLst/>
                  <a:gdLst/>
                  <a:ahLst/>
                  <a:cxnLst>
                    <a:cxn ang="0">
                      <a:pos x="0" y="0"/>
                    </a:cxn>
                    <a:cxn ang="0">
                      <a:pos x="7" y="18"/>
                    </a:cxn>
                    <a:cxn ang="0">
                      <a:pos x="5" y="21"/>
                    </a:cxn>
                  </a:cxnLst>
                  <a:rect l="0" t="0" r="r" b="b"/>
                  <a:pathLst>
                    <a:path w="7" h="21">
                      <a:moveTo>
                        <a:pt x="0" y="0"/>
                      </a:moveTo>
                      <a:lnTo>
                        <a:pt x="7"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64" name="任意多边形 10823"/>
                <p:cNvSpPr/>
                <p:nvPr/>
              </p:nvSpPr>
              <p:spPr bwMode="auto">
                <a:xfrm>
                  <a:off x="639" y="974"/>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63" name="矩形 10824"/>
                <p:cNvSpPr>
                  <a:spLocks noChangeArrowheads="1"/>
                </p:cNvSpPr>
                <p:nvPr/>
              </p:nvSpPr>
              <p:spPr bwMode="auto">
                <a:xfrm>
                  <a:off x="643" y="969"/>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62" name="任意多边形 10825"/>
                <p:cNvSpPr/>
                <p:nvPr/>
              </p:nvSpPr>
              <p:spPr bwMode="auto">
                <a:xfrm>
                  <a:off x="636" y="969"/>
                  <a:ext cx="7" cy="19"/>
                </a:xfrm>
                <a:custGeom>
                  <a:avLst/>
                  <a:gdLst/>
                  <a:ahLst/>
                  <a:cxnLst>
                    <a:cxn ang="0">
                      <a:pos x="7" y="0"/>
                    </a:cxn>
                    <a:cxn ang="0">
                      <a:pos x="0" y="18"/>
                    </a:cxn>
                    <a:cxn ang="0">
                      <a:pos x="3" y="19"/>
                    </a:cxn>
                  </a:cxnLst>
                  <a:rect l="0" t="0" r="r" b="b"/>
                  <a:pathLst>
                    <a:path w="7" h="19">
                      <a:moveTo>
                        <a:pt x="7" y="0"/>
                      </a:moveTo>
                      <a:lnTo>
                        <a:pt x="0"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61" name="任意多边形 10826"/>
                <p:cNvSpPr/>
                <p:nvPr/>
              </p:nvSpPr>
              <p:spPr bwMode="auto">
                <a:xfrm>
                  <a:off x="658" y="969"/>
                  <a:ext cx="6" cy="19"/>
                </a:xfrm>
                <a:custGeom>
                  <a:avLst/>
                  <a:gdLst/>
                  <a:ahLst/>
                  <a:cxnLst>
                    <a:cxn ang="0">
                      <a:pos x="0" y="0"/>
                    </a:cxn>
                    <a:cxn ang="0">
                      <a:pos x="6" y="18"/>
                    </a:cxn>
                    <a:cxn ang="0">
                      <a:pos x="5" y="19"/>
                    </a:cxn>
                  </a:cxnLst>
                  <a:rect l="0" t="0" r="r" b="b"/>
                  <a:pathLst>
                    <a:path w="6" h="19">
                      <a:moveTo>
                        <a:pt x="0" y="0"/>
                      </a:moveTo>
                      <a:lnTo>
                        <a:pt x="6"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60" name="任意多边形 10827"/>
                <p:cNvSpPr/>
                <p:nvPr/>
              </p:nvSpPr>
              <p:spPr bwMode="auto">
                <a:xfrm>
                  <a:off x="977" y="1000"/>
                  <a:ext cx="20" cy="14"/>
                </a:xfrm>
                <a:custGeom>
                  <a:avLst/>
                  <a:gdLst/>
                  <a:ahLst/>
                  <a:cxnLst>
                    <a:cxn ang="0">
                      <a:pos x="17" y="0"/>
                    </a:cxn>
                    <a:cxn ang="0">
                      <a:pos x="4" y="0"/>
                    </a:cxn>
                    <a:cxn ang="0">
                      <a:pos x="0" y="14"/>
                    </a:cxn>
                    <a:cxn ang="0">
                      <a:pos x="20" y="14"/>
                    </a:cxn>
                    <a:cxn ang="0">
                      <a:pos x="17" y="0"/>
                    </a:cxn>
                  </a:cxnLst>
                  <a:rect l="0" t="0" r="r" b="b"/>
                  <a:pathLst>
                    <a:path w="20" h="14">
                      <a:moveTo>
                        <a:pt x="17" y="0"/>
                      </a:moveTo>
                      <a:lnTo>
                        <a:pt x="4"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59" name="矩形 10828"/>
                <p:cNvSpPr>
                  <a:spLocks noChangeArrowheads="1"/>
                </p:cNvSpPr>
                <p:nvPr/>
              </p:nvSpPr>
              <p:spPr bwMode="auto">
                <a:xfrm>
                  <a:off x="981" y="995"/>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58" name="任意多边形 10829"/>
                <p:cNvSpPr/>
                <p:nvPr/>
              </p:nvSpPr>
              <p:spPr bwMode="auto">
                <a:xfrm>
                  <a:off x="972" y="993"/>
                  <a:ext cx="9" cy="21"/>
                </a:xfrm>
                <a:custGeom>
                  <a:avLst/>
                  <a:gdLst/>
                  <a:ahLst/>
                  <a:cxnLst>
                    <a:cxn ang="0">
                      <a:pos x="9" y="0"/>
                    </a:cxn>
                    <a:cxn ang="0">
                      <a:pos x="0" y="18"/>
                    </a:cxn>
                    <a:cxn ang="0">
                      <a:pos x="4" y="21"/>
                    </a:cxn>
                  </a:cxnLst>
                  <a:rect l="0" t="0" r="r" b="b"/>
                  <a:pathLst>
                    <a:path w="9" h="21">
                      <a:moveTo>
                        <a:pt x="9" y="0"/>
                      </a:moveTo>
                      <a:lnTo>
                        <a:pt x="0" y="18"/>
                      </a:lnTo>
                      <a:lnTo>
                        <a:pt x="4"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57" name="任意多边形 10830"/>
                <p:cNvSpPr/>
                <p:nvPr/>
              </p:nvSpPr>
              <p:spPr bwMode="auto">
                <a:xfrm>
                  <a:off x="994" y="993"/>
                  <a:ext cx="7" cy="21"/>
                </a:xfrm>
                <a:custGeom>
                  <a:avLst/>
                  <a:gdLst/>
                  <a:ahLst/>
                  <a:cxnLst>
                    <a:cxn ang="0">
                      <a:pos x="0" y="0"/>
                    </a:cxn>
                    <a:cxn ang="0">
                      <a:pos x="7" y="18"/>
                    </a:cxn>
                    <a:cxn ang="0">
                      <a:pos x="5" y="21"/>
                    </a:cxn>
                  </a:cxnLst>
                  <a:rect l="0" t="0" r="r" b="b"/>
                  <a:pathLst>
                    <a:path w="7" h="21">
                      <a:moveTo>
                        <a:pt x="0" y="0"/>
                      </a:moveTo>
                      <a:lnTo>
                        <a:pt x="7"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56" name="直线 10831"/>
                <p:cNvSpPr>
                  <a:spLocks noChangeShapeType="1"/>
                </p:cNvSpPr>
                <p:nvPr/>
              </p:nvSpPr>
              <p:spPr bwMode="auto">
                <a:xfrm>
                  <a:off x="514" y="870"/>
                  <a:ext cx="863" cy="1"/>
                </a:xfrm>
                <a:prstGeom prst="line">
                  <a:avLst/>
                </a:pr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55" name="任意多边形 10832"/>
                <p:cNvSpPr/>
                <p:nvPr/>
              </p:nvSpPr>
              <p:spPr bwMode="auto">
                <a:xfrm>
                  <a:off x="684" y="297"/>
                  <a:ext cx="534" cy="448"/>
                </a:xfrm>
                <a:custGeom>
                  <a:avLst/>
                  <a:gdLst/>
                  <a:ahLst/>
                  <a:cxnLst>
                    <a:cxn ang="0">
                      <a:pos x="534" y="20"/>
                    </a:cxn>
                    <a:cxn ang="0">
                      <a:pos x="533" y="17"/>
                    </a:cxn>
                    <a:cxn ang="0">
                      <a:pos x="531" y="12"/>
                    </a:cxn>
                    <a:cxn ang="0">
                      <a:pos x="529" y="9"/>
                    </a:cxn>
                    <a:cxn ang="0">
                      <a:pos x="526" y="5"/>
                    </a:cxn>
                    <a:cxn ang="0">
                      <a:pos x="522" y="2"/>
                    </a:cxn>
                    <a:cxn ang="0">
                      <a:pos x="517" y="0"/>
                    </a:cxn>
                    <a:cxn ang="0">
                      <a:pos x="514" y="0"/>
                    </a:cxn>
                    <a:cxn ang="0">
                      <a:pos x="22" y="0"/>
                    </a:cxn>
                    <a:cxn ang="0">
                      <a:pos x="19" y="0"/>
                    </a:cxn>
                    <a:cxn ang="0">
                      <a:pos x="14" y="2"/>
                    </a:cxn>
                    <a:cxn ang="0">
                      <a:pos x="10" y="4"/>
                    </a:cxn>
                    <a:cxn ang="0">
                      <a:pos x="7" y="7"/>
                    </a:cxn>
                    <a:cxn ang="0">
                      <a:pos x="4" y="10"/>
                    </a:cxn>
                    <a:cxn ang="0">
                      <a:pos x="2" y="14"/>
                    </a:cxn>
                    <a:cxn ang="0">
                      <a:pos x="0" y="18"/>
                    </a:cxn>
                    <a:cxn ang="0">
                      <a:pos x="0" y="23"/>
                    </a:cxn>
                    <a:cxn ang="0">
                      <a:pos x="0" y="426"/>
                    </a:cxn>
                    <a:cxn ang="0">
                      <a:pos x="0" y="431"/>
                    </a:cxn>
                    <a:cxn ang="0">
                      <a:pos x="2" y="436"/>
                    </a:cxn>
                    <a:cxn ang="0">
                      <a:pos x="5" y="439"/>
                    </a:cxn>
                    <a:cxn ang="0">
                      <a:pos x="9" y="443"/>
                    </a:cxn>
                    <a:cxn ang="0">
                      <a:pos x="12" y="444"/>
                    </a:cxn>
                    <a:cxn ang="0">
                      <a:pos x="15" y="446"/>
                    </a:cxn>
                    <a:cxn ang="0">
                      <a:pos x="20" y="448"/>
                    </a:cxn>
                    <a:cxn ang="0">
                      <a:pos x="511" y="448"/>
                    </a:cxn>
                    <a:cxn ang="0">
                      <a:pos x="516" y="448"/>
                    </a:cxn>
                    <a:cxn ang="0">
                      <a:pos x="521" y="446"/>
                    </a:cxn>
                    <a:cxn ang="0">
                      <a:pos x="524" y="444"/>
                    </a:cxn>
                    <a:cxn ang="0">
                      <a:pos x="528" y="441"/>
                    </a:cxn>
                    <a:cxn ang="0">
                      <a:pos x="531" y="438"/>
                    </a:cxn>
                    <a:cxn ang="0">
                      <a:pos x="533" y="433"/>
                    </a:cxn>
                    <a:cxn ang="0">
                      <a:pos x="534" y="430"/>
                    </a:cxn>
                    <a:cxn ang="0">
                      <a:pos x="534" y="425"/>
                    </a:cxn>
                  </a:cxnLst>
                  <a:rect l="0" t="0" r="r" b="b"/>
                  <a:pathLst>
                    <a:path w="534" h="448">
                      <a:moveTo>
                        <a:pt x="534" y="23"/>
                      </a:moveTo>
                      <a:lnTo>
                        <a:pt x="534" y="20"/>
                      </a:lnTo>
                      <a:lnTo>
                        <a:pt x="534" y="18"/>
                      </a:lnTo>
                      <a:lnTo>
                        <a:pt x="533" y="17"/>
                      </a:lnTo>
                      <a:lnTo>
                        <a:pt x="533" y="14"/>
                      </a:lnTo>
                      <a:lnTo>
                        <a:pt x="531" y="12"/>
                      </a:lnTo>
                      <a:lnTo>
                        <a:pt x="531" y="10"/>
                      </a:lnTo>
                      <a:lnTo>
                        <a:pt x="529" y="9"/>
                      </a:lnTo>
                      <a:lnTo>
                        <a:pt x="528" y="7"/>
                      </a:lnTo>
                      <a:lnTo>
                        <a:pt x="526" y="5"/>
                      </a:lnTo>
                      <a:lnTo>
                        <a:pt x="524" y="4"/>
                      </a:lnTo>
                      <a:lnTo>
                        <a:pt x="522" y="2"/>
                      </a:lnTo>
                      <a:lnTo>
                        <a:pt x="521" y="2"/>
                      </a:lnTo>
                      <a:lnTo>
                        <a:pt x="517" y="0"/>
                      </a:lnTo>
                      <a:lnTo>
                        <a:pt x="516" y="0"/>
                      </a:lnTo>
                      <a:lnTo>
                        <a:pt x="514" y="0"/>
                      </a:lnTo>
                      <a:lnTo>
                        <a:pt x="511" y="0"/>
                      </a:lnTo>
                      <a:lnTo>
                        <a:pt x="22" y="0"/>
                      </a:lnTo>
                      <a:lnTo>
                        <a:pt x="20" y="0"/>
                      </a:lnTo>
                      <a:lnTo>
                        <a:pt x="19" y="0"/>
                      </a:lnTo>
                      <a:lnTo>
                        <a:pt x="15" y="0"/>
                      </a:lnTo>
                      <a:lnTo>
                        <a:pt x="14" y="2"/>
                      </a:lnTo>
                      <a:lnTo>
                        <a:pt x="12" y="2"/>
                      </a:lnTo>
                      <a:lnTo>
                        <a:pt x="10" y="4"/>
                      </a:lnTo>
                      <a:lnTo>
                        <a:pt x="9" y="5"/>
                      </a:lnTo>
                      <a:lnTo>
                        <a:pt x="7" y="7"/>
                      </a:lnTo>
                      <a:lnTo>
                        <a:pt x="5" y="9"/>
                      </a:lnTo>
                      <a:lnTo>
                        <a:pt x="4" y="10"/>
                      </a:lnTo>
                      <a:lnTo>
                        <a:pt x="2" y="12"/>
                      </a:lnTo>
                      <a:lnTo>
                        <a:pt x="2" y="14"/>
                      </a:lnTo>
                      <a:lnTo>
                        <a:pt x="0" y="17"/>
                      </a:lnTo>
                      <a:lnTo>
                        <a:pt x="0" y="18"/>
                      </a:lnTo>
                      <a:lnTo>
                        <a:pt x="0" y="20"/>
                      </a:lnTo>
                      <a:lnTo>
                        <a:pt x="0" y="23"/>
                      </a:lnTo>
                      <a:lnTo>
                        <a:pt x="0" y="425"/>
                      </a:lnTo>
                      <a:lnTo>
                        <a:pt x="0" y="426"/>
                      </a:lnTo>
                      <a:lnTo>
                        <a:pt x="0" y="430"/>
                      </a:lnTo>
                      <a:lnTo>
                        <a:pt x="0" y="431"/>
                      </a:lnTo>
                      <a:lnTo>
                        <a:pt x="2" y="433"/>
                      </a:lnTo>
                      <a:lnTo>
                        <a:pt x="2" y="436"/>
                      </a:lnTo>
                      <a:lnTo>
                        <a:pt x="4" y="438"/>
                      </a:lnTo>
                      <a:lnTo>
                        <a:pt x="5" y="439"/>
                      </a:lnTo>
                      <a:lnTo>
                        <a:pt x="7" y="441"/>
                      </a:lnTo>
                      <a:lnTo>
                        <a:pt x="9" y="443"/>
                      </a:lnTo>
                      <a:lnTo>
                        <a:pt x="10" y="444"/>
                      </a:lnTo>
                      <a:lnTo>
                        <a:pt x="12" y="444"/>
                      </a:lnTo>
                      <a:lnTo>
                        <a:pt x="14" y="446"/>
                      </a:lnTo>
                      <a:lnTo>
                        <a:pt x="15" y="446"/>
                      </a:lnTo>
                      <a:lnTo>
                        <a:pt x="19" y="448"/>
                      </a:lnTo>
                      <a:lnTo>
                        <a:pt x="20" y="448"/>
                      </a:lnTo>
                      <a:lnTo>
                        <a:pt x="22" y="448"/>
                      </a:lnTo>
                      <a:lnTo>
                        <a:pt x="511" y="448"/>
                      </a:lnTo>
                      <a:lnTo>
                        <a:pt x="514" y="448"/>
                      </a:lnTo>
                      <a:lnTo>
                        <a:pt x="516" y="448"/>
                      </a:lnTo>
                      <a:lnTo>
                        <a:pt x="517" y="446"/>
                      </a:lnTo>
                      <a:lnTo>
                        <a:pt x="521" y="446"/>
                      </a:lnTo>
                      <a:lnTo>
                        <a:pt x="522" y="444"/>
                      </a:lnTo>
                      <a:lnTo>
                        <a:pt x="524" y="444"/>
                      </a:lnTo>
                      <a:lnTo>
                        <a:pt x="526" y="443"/>
                      </a:lnTo>
                      <a:lnTo>
                        <a:pt x="528" y="441"/>
                      </a:lnTo>
                      <a:lnTo>
                        <a:pt x="529" y="439"/>
                      </a:lnTo>
                      <a:lnTo>
                        <a:pt x="531" y="438"/>
                      </a:lnTo>
                      <a:lnTo>
                        <a:pt x="531" y="436"/>
                      </a:lnTo>
                      <a:lnTo>
                        <a:pt x="533" y="433"/>
                      </a:lnTo>
                      <a:lnTo>
                        <a:pt x="533" y="431"/>
                      </a:lnTo>
                      <a:lnTo>
                        <a:pt x="534" y="430"/>
                      </a:lnTo>
                      <a:lnTo>
                        <a:pt x="534" y="426"/>
                      </a:lnTo>
                      <a:lnTo>
                        <a:pt x="534" y="425"/>
                      </a:lnTo>
                      <a:lnTo>
                        <a:pt x="534" y="23"/>
                      </a:lnTo>
                      <a:close/>
                    </a:path>
                  </a:pathLst>
                </a:custGeom>
                <a:solidFill>
                  <a:srgbClr val="E5E5E5"/>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346954" name="任意多边形 10833"/>
                <p:cNvSpPr/>
                <p:nvPr/>
              </p:nvSpPr>
              <p:spPr bwMode="auto">
                <a:xfrm>
                  <a:off x="684" y="297"/>
                  <a:ext cx="534" cy="448"/>
                </a:xfrm>
                <a:custGeom>
                  <a:avLst/>
                  <a:gdLst/>
                  <a:ahLst/>
                  <a:cxnLst>
                    <a:cxn ang="0">
                      <a:pos x="534" y="20"/>
                    </a:cxn>
                    <a:cxn ang="0">
                      <a:pos x="533" y="17"/>
                    </a:cxn>
                    <a:cxn ang="0">
                      <a:pos x="531" y="12"/>
                    </a:cxn>
                    <a:cxn ang="0">
                      <a:pos x="529" y="9"/>
                    </a:cxn>
                    <a:cxn ang="0">
                      <a:pos x="526" y="5"/>
                    </a:cxn>
                    <a:cxn ang="0">
                      <a:pos x="522" y="2"/>
                    </a:cxn>
                    <a:cxn ang="0">
                      <a:pos x="517" y="0"/>
                    </a:cxn>
                    <a:cxn ang="0">
                      <a:pos x="514" y="0"/>
                    </a:cxn>
                    <a:cxn ang="0">
                      <a:pos x="22" y="0"/>
                    </a:cxn>
                    <a:cxn ang="0">
                      <a:pos x="19" y="0"/>
                    </a:cxn>
                    <a:cxn ang="0">
                      <a:pos x="14" y="2"/>
                    </a:cxn>
                    <a:cxn ang="0">
                      <a:pos x="10" y="4"/>
                    </a:cxn>
                    <a:cxn ang="0">
                      <a:pos x="7" y="7"/>
                    </a:cxn>
                    <a:cxn ang="0">
                      <a:pos x="4" y="10"/>
                    </a:cxn>
                    <a:cxn ang="0">
                      <a:pos x="2" y="14"/>
                    </a:cxn>
                    <a:cxn ang="0">
                      <a:pos x="0" y="18"/>
                    </a:cxn>
                    <a:cxn ang="0">
                      <a:pos x="0" y="23"/>
                    </a:cxn>
                    <a:cxn ang="0">
                      <a:pos x="0" y="426"/>
                    </a:cxn>
                    <a:cxn ang="0">
                      <a:pos x="0" y="431"/>
                    </a:cxn>
                    <a:cxn ang="0">
                      <a:pos x="2" y="436"/>
                    </a:cxn>
                    <a:cxn ang="0">
                      <a:pos x="5" y="439"/>
                    </a:cxn>
                    <a:cxn ang="0">
                      <a:pos x="9" y="443"/>
                    </a:cxn>
                    <a:cxn ang="0">
                      <a:pos x="12" y="444"/>
                    </a:cxn>
                    <a:cxn ang="0">
                      <a:pos x="15" y="446"/>
                    </a:cxn>
                    <a:cxn ang="0">
                      <a:pos x="20" y="448"/>
                    </a:cxn>
                    <a:cxn ang="0">
                      <a:pos x="511" y="448"/>
                    </a:cxn>
                    <a:cxn ang="0">
                      <a:pos x="516" y="448"/>
                    </a:cxn>
                    <a:cxn ang="0">
                      <a:pos x="521" y="446"/>
                    </a:cxn>
                    <a:cxn ang="0">
                      <a:pos x="524" y="444"/>
                    </a:cxn>
                    <a:cxn ang="0">
                      <a:pos x="528" y="441"/>
                    </a:cxn>
                    <a:cxn ang="0">
                      <a:pos x="531" y="438"/>
                    </a:cxn>
                    <a:cxn ang="0">
                      <a:pos x="533" y="433"/>
                    </a:cxn>
                    <a:cxn ang="0">
                      <a:pos x="534" y="430"/>
                    </a:cxn>
                    <a:cxn ang="0">
                      <a:pos x="534" y="425"/>
                    </a:cxn>
                  </a:cxnLst>
                  <a:rect l="0" t="0" r="r" b="b"/>
                  <a:pathLst>
                    <a:path w="534" h="448">
                      <a:moveTo>
                        <a:pt x="534" y="23"/>
                      </a:moveTo>
                      <a:lnTo>
                        <a:pt x="534" y="20"/>
                      </a:lnTo>
                      <a:lnTo>
                        <a:pt x="534" y="18"/>
                      </a:lnTo>
                      <a:lnTo>
                        <a:pt x="533" y="17"/>
                      </a:lnTo>
                      <a:lnTo>
                        <a:pt x="533" y="14"/>
                      </a:lnTo>
                      <a:lnTo>
                        <a:pt x="531" y="12"/>
                      </a:lnTo>
                      <a:lnTo>
                        <a:pt x="531" y="10"/>
                      </a:lnTo>
                      <a:lnTo>
                        <a:pt x="529" y="9"/>
                      </a:lnTo>
                      <a:lnTo>
                        <a:pt x="528" y="7"/>
                      </a:lnTo>
                      <a:lnTo>
                        <a:pt x="526" y="5"/>
                      </a:lnTo>
                      <a:lnTo>
                        <a:pt x="524" y="4"/>
                      </a:lnTo>
                      <a:lnTo>
                        <a:pt x="522" y="2"/>
                      </a:lnTo>
                      <a:lnTo>
                        <a:pt x="521" y="2"/>
                      </a:lnTo>
                      <a:lnTo>
                        <a:pt x="517" y="0"/>
                      </a:lnTo>
                      <a:lnTo>
                        <a:pt x="516" y="0"/>
                      </a:lnTo>
                      <a:lnTo>
                        <a:pt x="514" y="0"/>
                      </a:lnTo>
                      <a:lnTo>
                        <a:pt x="511" y="0"/>
                      </a:lnTo>
                      <a:lnTo>
                        <a:pt x="22" y="0"/>
                      </a:lnTo>
                      <a:lnTo>
                        <a:pt x="20" y="0"/>
                      </a:lnTo>
                      <a:lnTo>
                        <a:pt x="19" y="0"/>
                      </a:lnTo>
                      <a:lnTo>
                        <a:pt x="15" y="0"/>
                      </a:lnTo>
                      <a:lnTo>
                        <a:pt x="14" y="2"/>
                      </a:lnTo>
                      <a:lnTo>
                        <a:pt x="12" y="2"/>
                      </a:lnTo>
                      <a:lnTo>
                        <a:pt x="10" y="4"/>
                      </a:lnTo>
                      <a:lnTo>
                        <a:pt x="9" y="5"/>
                      </a:lnTo>
                      <a:lnTo>
                        <a:pt x="7" y="7"/>
                      </a:lnTo>
                      <a:lnTo>
                        <a:pt x="5" y="9"/>
                      </a:lnTo>
                      <a:lnTo>
                        <a:pt x="4" y="10"/>
                      </a:lnTo>
                      <a:lnTo>
                        <a:pt x="2" y="12"/>
                      </a:lnTo>
                      <a:lnTo>
                        <a:pt x="2" y="14"/>
                      </a:lnTo>
                      <a:lnTo>
                        <a:pt x="0" y="17"/>
                      </a:lnTo>
                      <a:lnTo>
                        <a:pt x="0" y="18"/>
                      </a:lnTo>
                      <a:lnTo>
                        <a:pt x="0" y="20"/>
                      </a:lnTo>
                      <a:lnTo>
                        <a:pt x="0" y="23"/>
                      </a:lnTo>
                      <a:lnTo>
                        <a:pt x="0" y="425"/>
                      </a:lnTo>
                      <a:lnTo>
                        <a:pt x="0" y="426"/>
                      </a:lnTo>
                      <a:lnTo>
                        <a:pt x="0" y="430"/>
                      </a:lnTo>
                      <a:lnTo>
                        <a:pt x="0" y="431"/>
                      </a:lnTo>
                      <a:lnTo>
                        <a:pt x="2" y="433"/>
                      </a:lnTo>
                      <a:lnTo>
                        <a:pt x="2" y="436"/>
                      </a:lnTo>
                      <a:lnTo>
                        <a:pt x="4" y="438"/>
                      </a:lnTo>
                      <a:lnTo>
                        <a:pt x="5" y="439"/>
                      </a:lnTo>
                      <a:lnTo>
                        <a:pt x="7" y="441"/>
                      </a:lnTo>
                      <a:lnTo>
                        <a:pt x="9" y="443"/>
                      </a:lnTo>
                      <a:lnTo>
                        <a:pt x="10" y="444"/>
                      </a:lnTo>
                      <a:lnTo>
                        <a:pt x="12" y="444"/>
                      </a:lnTo>
                      <a:lnTo>
                        <a:pt x="14" y="446"/>
                      </a:lnTo>
                      <a:lnTo>
                        <a:pt x="15" y="446"/>
                      </a:lnTo>
                      <a:lnTo>
                        <a:pt x="19" y="448"/>
                      </a:lnTo>
                      <a:lnTo>
                        <a:pt x="20" y="448"/>
                      </a:lnTo>
                      <a:lnTo>
                        <a:pt x="22" y="448"/>
                      </a:lnTo>
                      <a:lnTo>
                        <a:pt x="511" y="448"/>
                      </a:lnTo>
                      <a:lnTo>
                        <a:pt x="514" y="448"/>
                      </a:lnTo>
                      <a:lnTo>
                        <a:pt x="516" y="448"/>
                      </a:lnTo>
                      <a:lnTo>
                        <a:pt x="517" y="446"/>
                      </a:lnTo>
                      <a:lnTo>
                        <a:pt x="521" y="446"/>
                      </a:lnTo>
                      <a:lnTo>
                        <a:pt x="522" y="444"/>
                      </a:lnTo>
                      <a:lnTo>
                        <a:pt x="524" y="444"/>
                      </a:lnTo>
                      <a:lnTo>
                        <a:pt x="526" y="443"/>
                      </a:lnTo>
                      <a:lnTo>
                        <a:pt x="528" y="441"/>
                      </a:lnTo>
                      <a:lnTo>
                        <a:pt x="529" y="439"/>
                      </a:lnTo>
                      <a:lnTo>
                        <a:pt x="531" y="438"/>
                      </a:lnTo>
                      <a:lnTo>
                        <a:pt x="531" y="436"/>
                      </a:lnTo>
                      <a:lnTo>
                        <a:pt x="533" y="433"/>
                      </a:lnTo>
                      <a:lnTo>
                        <a:pt x="533" y="431"/>
                      </a:lnTo>
                      <a:lnTo>
                        <a:pt x="534" y="430"/>
                      </a:lnTo>
                      <a:lnTo>
                        <a:pt x="534" y="426"/>
                      </a:lnTo>
                      <a:lnTo>
                        <a:pt x="534" y="425"/>
                      </a:lnTo>
                      <a:lnTo>
                        <a:pt x="534" y="23"/>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346953" name="任意多边形 10834"/>
                <p:cNvSpPr/>
                <p:nvPr/>
              </p:nvSpPr>
              <p:spPr bwMode="auto">
                <a:xfrm>
                  <a:off x="728" y="358"/>
                  <a:ext cx="445" cy="326"/>
                </a:xfrm>
                <a:custGeom>
                  <a:avLst/>
                  <a:gdLst/>
                  <a:ahLst/>
                  <a:cxnLst>
                    <a:cxn ang="0">
                      <a:pos x="445" y="19"/>
                    </a:cxn>
                    <a:cxn ang="0">
                      <a:pos x="445" y="16"/>
                    </a:cxn>
                    <a:cxn ang="0">
                      <a:pos x="443" y="11"/>
                    </a:cxn>
                    <a:cxn ang="0">
                      <a:pos x="440" y="8"/>
                    </a:cxn>
                    <a:cxn ang="0">
                      <a:pos x="437" y="5"/>
                    </a:cxn>
                    <a:cxn ang="0">
                      <a:pos x="433" y="1"/>
                    </a:cxn>
                    <a:cxn ang="0">
                      <a:pos x="430" y="0"/>
                    </a:cxn>
                    <a:cxn ang="0">
                      <a:pos x="425" y="0"/>
                    </a:cxn>
                    <a:cxn ang="0">
                      <a:pos x="23" y="0"/>
                    </a:cxn>
                    <a:cxn ang="0">
                      <a:pos x="18" y="0"/>
                    </a:cxn>
                    <a:cxn ang="0">
                      <a:pos x="13" y="1"/>
                    </a:cxn>
                    <a:cxn ang="0">
                      <a:pos x="10" y="3"/>
                    </a:cxn>
                    <a:cxn ang="0">
                      <a:pos x="7" y="6"/>
                    </a:cxn>
                    <a:cxn ang="0">
                      <a:pos x="3" y="9"/>
                    </a:cxn>
                    <a:cxn ang="0">
                      <a:pos x="2" y="13"/>
                    </a:cxn>
                    <a:cxn ang="0">
                      <a:pos x="0" y="18"/>
                    </a:cxn>
                    <a:cxn ang="0">
                      <a:pos x="0" y="22"/>
                    </a:cxn>
                    <a:cxn ang="0">
                      <a:pos x="0" y="305"/>
                    </a:cxn>
                    <a:cxn ang="0">
                      <a:pos x="2" y="310"/>
                    </a:cxn>
                    <a:cxn ang="0">
                      <a:pos x="3" y="315"/>
                    </a:cxn>
                    <a:cxn ang="0">
                      <a:pos x="5" y="318"/>
                    </a:cxn>
                    <a:cxn ang="0">
                      <a:pos x="8" y="322"/>
                    </a:cxn>
                    <a:cxn ang="0">
                      <a:pos x="12" y="323"/>
                    </a:cxn>
                    <a:cxn ang="0">
                      <a:pos x="17" y="325"/>
                    </a:cxn>
                    <a:cxn ang="0">
                      <a:pos x="20" y="326"/>
                    </a:cxn>
                    <a:cxn ang="0">
                      <a:pos x="423" y="326"/>
                    </a:cxn>
                    <a:cxn ang="0">
                      <a:pos x="427" y="326"/>
                    </a:cxn>
                    <a:cxn ang="0">
                      <a:pos x="432" y="325"/>
                    </a:cxn>
                    <a:cxn ang="0">
                      <a:pos x="435" y="323"/>
                    </a:cxn>
                    <a:cxn ang="0">
                      <a:pos x="438" y="320"/>
                    </a:cxn>
                    <a:cxn ang="0">
                      <a:pos x="442" y="317"/>
                    </a:cxn>
                    <a:cxn ang="0">
                      <a:pos x="443" y="313"/>
                    </a:cxn>
                    <a:cxn ang="0">
                      <a:pos x="445" y="309"/>
                    </a:cxn>
                    <a:cxn ang="0">
                      <a:pos x="445" y="304"/>
                    </a:cxn>
                  </a:cxnLst>
                  <a:rect l="0" t="0" r="r" b="b"/>
                  <a:pathLst>
                    <a:path w="445" h="326">
                      <a:moveTo>
                        <a:pt x="445" y="22"/>
                      </a:moveTo>
                      <a:lnTo>
                        <a:pt x="445" y="19"/>
                      </a:lnTo>
                      <a:lnTo>
                        <a:pt x="445" y="18"/>
                      </a:lnTo>
                      <a:lnTo>
                        <a:pt x="445" y="16"/>
                      </a:lnTo>
                      <a:lnTo>
                        <a:pt x="443" y="13"/>
                      </a:lnTo>
                      <a:lnTo>
                        <a:pt x="443" y="11"/>
                      </a:lnTo>
                      <a:lnTo>
                        <a:pt x="442" y="9"/>
                      </a:lnTo>
                      <a:lnTo>
                        <a:pt x="440" y="8"/>
                      </a:lnTo>
                      <a:lnTo>
                        <a:pt x="438" y="6"/>
                      </a:lnTo>
                      <a:lnTo>
                        <a:pt x="437" y="5"/>
                      </a:lnTo>
                      <a:lnTo>
                        <a:pt x="435" y="3"/>
                      </a:lnTo>
                      <a:lnTo>
                        <a:pt x="433" y="1"/>
                      </a:lnTo>
                      <a:lnTo>
                        <a:pt x="432" y="1"/>
                      </a:lnTo>
                      <a:lnTo>
                        <a:pt x="430" y="0"/>
                      </a:lnTo>
                      <a:lnTo>
                        <a:pt x="427" y="0"/>
                      </a:lnTo>
                      <a:lnTo>
                        <a:pt x="425" y="0"/>
                      </a:lnTo>
                      <a:lnTo>
                        <a:pt x="423" y="0"/>
                      </a:lnTo>
                      <a:lnTo>
                        <a:pt x="23" y="0"/>
                      </a:lnTo>
                      <a:lnTo>
                        <a:pt x="20" y="0"/>
                      </a:lnTo>
                      <a:lnTo>
                        <a:pt x="18" y="0"/>
                      </a:lnTo>
                      <a:lnTo>
                        <a:pt x="17" y="0"/>
                      </a:lnTo>
                      <a:lnTo>
                        <a:pt x="13" y="1"/>
                      </a:lnTo>
                      <a:lnTo>
                        <a:pt x="12" y="1"/>
                      </a:lnTo>
                      <a:lnTo>
                        <a:pt x="10" y="3"/>
                      </a:lnTo>
                      <a:lnTo>
                        <a:pt x="8" y="5"/>
                      </a:lnTo>
                      <a:lnTo>
                        <a:pt x="7" y="6"/>
                      </a:lnTo>
                      <a:lnTo>
                        <a:pt x="5" y="8"/>
                      </a:lnTo>
                      <a:lnTo>
                        <a:pt x="3" y="9"/>
                      </a:lnTo>
                      <a:lnTo>
                        <a:pt x="3" y="11"/>
                      </a:lnTo>
                      <a:lnTo>
                        <a:pt x="2" y="13"/>
                      </a:lnTo>
                      <a:lnTo>
                        <a:pt x="2" y="16"/>
                      </a:lnTo>
                      <a:lnTo>
                        <a:pt x="0" y="18"/>
                      </a:lnTo>
                      <a:lnTo>
                        <a:pt x="0" y="19"/>
                      </a:lnTo>
                      <a:lnTo>
                        <a:pt x="0" y="22"/>
                      </a:lnTo>
                      <a:lnTo>
                        <a:pt x="0" y="304"/>
                      </a:lnTo>
                      <a:lnTo>
                        <a:pt x="0" y="305"/>
                      </a:lnTo>
                      <a:lnTo>
                        <a:pt x="0" y="309"/>
                      </a:lnTo>
                      <a:lnTo>
                        <a:pt x="2" y="310"/>
                      </a:lnTo>
                      <a:lnTo>
                        <a:pt x="2" y="313"/>
                      </a:lnTo>
                      <a:lnTo>
                        <a:pt x="3" y="315"/>
                      </a:lnTo>
                      <a:lnTo>
                        <a:pt x="3" y="317"/>
                      </a:lnTo>
                      <a:lnTo>
                        <a:pt x="5" y="318"/>
                      </a:lnTo>
                      <a:lnTo>
                        <a:pt x="7" y="320"/>
                      </a:lnTo>
                      <a:lnTo>
                        <a:pt x="8" y="322"/>
                      </a:lnTo>
                      <a:lnTo>
                        <a:pt x="10" y="323"/>
                      </a:lnTo>
                      <a:lnTo>
                        <a:pt x="12" y="323"/>
                      </a:lnTo>
                      <a:lnTo>
                        <a:pt x="13" y="325"/>
                      </a:lnTo>
                      <a:lnTo>
                        <a:pt x="17" y="325"/>
                      </a:lnTo>
                      <a:lnTo>
                        <a:pt x="18" y="326"/>
                      </a:lnTo>
                      <a:lnTo>
                        <a:pt x="20" y="326"/>
                      </a:lnTo>
                      <a:lnTo>
                        <a:pt x="23" y="326"/>
                      </a:lnTo>
                      <a:lnTo>
                        <a:pt x="423" y="326"/>
                      </a:lnTo>
                      <a:lnTo>
                        <a:pt x="425" y="326"/>
                      </a:lnTo>
                      <a:lnTo>
                        <a:pt x="427" y="326"/>
                      </a:lnTo>
                      <a:lnTo>
                        <a:pt x="430" y="325"/>
                      </a:lnTo>
                      <a:lnTo>
                        <a:pt x="432" y="325"/>
                      </a:lnTo>
                      <a:lnTo>
                        <a:pt x="433" y="323"/>
                      </a:lnTo>
                      <a:lnTo>
                        <a:pt x="435" y="323"/>
                      </a:lnTo>
                      <a:lnTo>
                        <a:pt x="437" y="322"/>
                      </a:lnTo>
                      <a:lnTo>
                        <a:pt x="438" y="320"/>
                      </a:lnTo>
                      <a:lnTo>
                        <a:pt x="440" y="318"/>
                      </a:lnTo>
                      <a:lnTo>
                        <a:pt x="442" y="317"/>
                      </a:lnTo>
                      <a:lnTo>
                        <a:pt x="443" y="315"/>
                      </a:lnTo>
                      <a:lnTo>
                        <a:pt x="443" y="313"/>
                      </a:lnTo>
                      <a:lnTo>
                        <a:pt x="445" y="310"/>
                      </a:lnTo>
                      <a:lnTo>
                        <a:pt x="445" y="309"/>
                      </a:lnTo>
                      <a:lnTo>
                        <a:pt x="445" y="305"/>
                      </a:lnTo>
                      <a:lnTo>
                        <a:pt x="445" y="304"/>
                      </a:lnTo>
                      <a:lnTo>
                        <a:pt x="445" y="22"/>
                      </a:lnTo>
                      <a:close/>
                    </a:path>
                  </a:pathLst>
                </a:custGeom>
                <a:solidFill>
                  <a:srgbClr val="FFFFF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6952" name="任意多边形 10835"/>
                <p:cNvSpPr/>
                <p:nvPr/>
              </p:nvSpPr>
              <p:spPr bwMode="auto">
                <a:xfrm>
                  <a:off x="728" y="358"/>
                  <a:ext cx="445" cy="326"/>
                </a:xfrm>
                <a:custGeom>
                  <a:avLst/>
                  <a:gdLst/>
                  <a:ahLst/>
                  <a:cxnLst>
                    <a:cxn ang="0">
                      <a:pos x="445" y="19"/>
                    </a:cxn>
                    <a:cxn ang="0">
                      <a:pos x="445" y="16"/>
                    </a:cxn>
                    <a:cxn ang="0">
                      <a:pos x="443" y="11"/>
                    </a:cxn>
                    <a:cxn ang="0">
                      <a:pos x="440" y="8"/>
                    </a:cxn>
                    <a:cxn ang="0">
                      <a:pos x="437" y="5"/>
                    </a:cxn>
                    <a:cxn ang="0">
                      <a:pos x="433" y="1"/>
                    </a:cxn>
                    <a:cxn ang="0">
                      <a:pos x="430" y="0"/>
                    </a:cxn>
                    <a:cxn ang="0">
                      <a:pos x="425" y="0"/>
                    </a:cxn>
                    <a:cxn ang="0">
                      <a:pos x="23" y="0"/>
                    </a:cxn>
                    <a:cxn ang="0">
                      <a:pos x="18" y="0"/>
                    </a:cxn>
                    <a:cxn ang="0">
                      <a:pos x="13" y="1"/>
                    </a:cxn>
                    <a:cxn ang="0">
                      <a:pos x="10" y="3"/>
                    </a:cxn>
                    <a:cxn ang="0">
                      <a:pos x="7" y="6"/>
                    </a:cxn>
                    <a:cxn ang="0">
                      <a:pos x="3" y="9"/>
                    </a:cxn>
                    <a:cxn ang="0">
                      <a:pos x="2" y="13"/>
                    </a:cxn>
                    <a:cxn ang="0">
                      <a:pos x="0" y="18"/>
                    </a:cxn>
                    <a:cxn ang="0">
                      <a:pos x="0" y="22"/>
                    </a:cxn>
                    <a:cxn ang="0">
                      <a:pos x="0" y="305"/>
                    </a:cxn>
                    <a:cxn ang="0">
                      <a:pos x="2" y="310"/>
                    </a:cxn>
                    <a:cxn ang="0">
                      <a:pos x="3" y="315"/>
                    </a:cxn>
                    <a:cxn ang="0">
                      <a:pos x="5" y="318"/>
                    </a:cxn>
                    <a:cxn ang="0">
                      <a:pos x="8" y="322"/>
                    </a:cxn>
                    <a:cxn ang="0">
                      <a:pos x="12" y="323"/>
                    </a:cxn>
                    <a:cxn ang="0">
                      <a:pos x="17" y="325"/>
                    </a:cxn>
                    <a:cxn ang="0">
                      <a:pos x="20" y="326"/>
                    </a:cxn>
                    <a:cxn ang="0">
                      <a:pos x="423" y="326"/>
                    </a:cxn>
                    <a:cxn ang="0">
                      <a:pos x="427" y="326"/>
                    </a:cxn>
                    <a:cxn ang="0">
                      <a:pos x="432" y="325"/>
                    </a:cxn>
                    <a:cxn ang="0">
                      <a:pos x="435" y="323"/>
                    </a:cxn>
                    <a:cxn ang="0">
                      <a:pos x="438" y="320"/>
                    </a:cxn>
                    <a:cxn ang="0">
                      <a:pos x="442" y="317"/>
                    </a:cxn>
                    <a:cxn ang="0">
                      <a:pos x="443" y="313"/>
                    </a:cxn>
                    <a:cxn ang="0">
                      <a:pos x="445" y="309"/>
                    </a:cxn>
                    <a:cxn ang="0">
                      <a:pos x="445" y="304"/>
                    </a:cxn>
                  </a:cxnLst>
                  <a:rect l="0" t="0" r="r" b="b"/>
                  <a:pathLst>
                    <a:path w="445" h="326">
                      <a:moveTo>
                        <a:pt x="445" y="22"/>
                      </a:moveTo>
                      <a:lnTo>
                        <a:pt x="445" y="19"/>
                      </a:lnTo>
                      <a:lnTo>
                        <a:pt x="445" y="18"/>
                      </a:lnTo>
                      <a:lnTo>
                        <a:pt x="445" y="16"/>
                      </a:lnTo>
                      <a:lnTo>
                        <a:pt x="443" y="13"/>
                      </a:lnTo>
                      <a:lnTo>
                        <a:pt x="443" y="11"/>
                      </a:lnTo>
                      <a:lnTo>
                        <a:pt x="442" y="9"/>
                      </a:lnTo>
                      <a:lnTo>
                        <a:pt x="440" y="8"/>
                      </a:lnTo>
                      <a:lnTo>
                        <a:pt x="438" y="6"/>
                      </a:lnTo>
                      <a:lnTo>
                        <a:pt x="437" y="5"/>
                      </a:lnTo>
                      <a:lnTo>
                        <a:pt x="435" y="3"/>
                      </a:lnTo>
                      <a:lnTo>
                        <a:pt x="433" y="1"/>
                      </a:lnTo>
                      <a:lnTo>
                        <a:pt x="432" y="1"/>
                      </a:lnTo>
                      <a:lnTo>
                        <a:pt x="430" y="0"/>
                      </a:lnTo>
                      <a:lnTo>
                        <a:pt x="427" y="0"/>
                      </a:lnTo>
                      <a:lnTo>
                        <a:pt x="425" y="0"/>
                      </a:lnTo>
                      <a:lnTo>
                        <a:pt x="423" y="0"/>
                      </a:lnTo>
                      <a:lnTo>
                        <a:pt x="23" y="0"/>
                      </a:lnTo>
                      <a:lnTo>
                        <a:pt x="20" y="0"/>
                      </a:lnTo>
                      <a:lnTo>
                        <a:pt x="18" y="0"/>
                      </a:lnTo>
                      <a:lnTo>
                        <a:pt x="17" y="0"/>
                      </a:lnTo>
                      <a:lnTo>
                        <a:pt x="13" y="1"/>
                      </a:lnTo>
                      <a:lnTo>
                        <a:pt x="12" y="1"/>
                      </a:lnTo>
                      <a:lnTo>
                        <a:pt x="10" y="3"/>
                      </a:lnTo>
                      <a:lnTo>
                        <a:pt x="8" y="5"/>
                      </a:lnTo>
                      <a:lnTo>
                        <a:pt x="7" y="6"/>
                      </a:lnTo>
                      <a:lnTo>
                        <a:pt x="5" y="8"/>
                      </a:lnTo>
                      <a:lnTo>
                        <a:pt x="3" y="9"/>
                      </a:lnTo>
                      <a:lnTo>
                        <a:pt x="3" y="11"/>
                      </a:lnTo>
                      <a:lnTo>
                        <a:pt x="2" y="13"/>
                      </a:lnTo>
                      <a:lnTo>
                        <a:pt x="2" y="16"/>
                      </a:lnTo>
                      <a:lnTo>
                        <a:pt x="0" y="18"/>
                      </a:lnTo>
                      <a:lnTo>
                        <a:pt x="0" y="19"/>
                      </a:lnTo>
                      <a:lnTo>
                        <a:pt x="0" y="22"/>
                      </a:lnTo>
                      <a:lnTo>
                        <a:pt x="0" y="304"/>
                      </a:lnTo>
                      <a:lnTo>
                        <a:pt x="0" y="305"/>
                      </a:lnTo>
                      <a:lnTo>
                        <a:pt x="0" y="309"/>
                      </a:lnTo>
                      <a:lnTo>
                        <a:pt x="2" y="310"/>
                      </a:lnTo>
                      <a:lnTo>
                        <a:pt x="2" y="313"/>
                      </a:lnTo>
                      <a:lnTo>
                        <a:pt x="3" y="315"/>
                      </a:lnTo>
                      <a:lnTo>
                        <a:pt x="3" y="317"/>
                      </a:lnTo>
                      <a:lnTo>
                        <a:pt x="5" y="318"/>
                      </a:lnTo>
                      <a:lnTo>
                        <a:pt x="7" y="320"/>
                      </a:lnTo>
                      <a:lnTo>
                        <a:pt x="8" y="322"/>
                      </a:lnTo>
                      <a:lnTo>
                        <a:pt x="10" y="323"/>
                      </a:lnTo>
                      <a:lnTo>
                        <a:pt x="12" y="323"/>
                      </a:lnTo>
                      <a:lnTo>
                        <a:pt x="13" y="325"/>
                      </a:lnTo>
                      <a:lnTo>
                        <a:pt x="17" y="325"/>
                      </a:lnTo>
                      <a:lnTo>
                        <a:pt x="18" y="326"/>
                      </a:lnTo>
                      <a:lnTo>
                        <a:pt x="20" y="326"/>
                      </a:lnTo>
                      <a:lnTo>
                        <a:pt x="23" y="326"/>
                      </a:lnTo>
                      <a:lnTo>
                        <a:pt x="423" y="326"/>
                      </a:lnTo>
                      <a:lnTo>
                        <a:pt x="425" y="326"/>
                      </a:lnTo>
                      <a:lnTo>
                        <a:pt x="427" y="326"/>
                      </a:lnTo>
                      <a:lnTo>
                        <a:pt x="430" y="325"/>
                      </a:lnTo>
                      <a:lnTo>
                        <a:pt x="432" y="325"/>
                      </a:lnTo>
                      <a:lnTo>
                        <a:pt x="433" y="323"/>
                      </a:lnTo>
                      <a:lnTo>
                        <a:pt x="435" y="323"/>
                      </a:lnTo>
                      <a:lnTo>
                        <a:pt x="437" y="322"/>
                      </a:lnTo>
                      <a:lnTo>
                        <a:pt x="438" y="320"/>
                      </a:lnTo>
                      <a:lnTo>
                        <a:pt x="440" y="318"/>
                      </a:lnTo>
                      <a:lnTo>
                        <a:pt x="442" y="317"/>
                      </a:lnTo>
                      <a:lnTo>
                        <a:pt x="443" y="315"/>
                      </a:lnTo>
                      <a:lnTo>
                        <a:pt x="443" y="313"/>
                      </a:lnTo>
                      <a:lnTo>
                        <a:pt x="445" y="310"/>
                      </a:lnTo>
                      <a:lnTo>
                        <a:pt x="445" y="309"/>
                      </a:lnTo>
                      <a:lnTo>
                        <a:pt x="445" y="305"/>
                      </a:lnTo>
                      <a:lnTo>
                        <a:pt x="445" y="304"/>
                      </a:lnTo>
                      <a:lnTo>
                        <a:pt x="445" y="22"/>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51" name="任意多边形 10836"/>
                <p:cNvSpPr/>
                <p:nvPr/>
              </p:nvSpPr>
              <p:spPr bwMode="auto">
                <a:xfrm>
                  <a:off x="718" y="345"/>
                  <a:ext cx="465" cy="351"/>
                </a:xfrm>
                <a:custGeom>
                  <a:avLst/>
                  <a:gdLst/>
                  <a:ahLst/>
                  <a:cxnLst>
                    <a:cxn ang="0">
                      <a:pos x="465" y="21"/>
                    </a:cxn>
                    <a:cxn ang="0">
                      <a:pos x="463" y="16"/>
                    </a:cxn>
                    <a:cxn ang="0">
                      <a:pos x="462" y="13"/>
                    </a:cxn>
                    <a:cxn ang="0">
                      <a:pos x="460" y="8"/>
                    </a:cxn>
                    <a:cxn ang="0">
                      <a:pos x="457" y="5"/>
                    </a:cxn>
                    <a:cxn ang="0">
                      <a:pos x="453" y="3"/>
                    </a:cxn>
                    <a:cxn ang="0">
                      <a:pos x="448" y="1"/>
                    </a:cxn>
                    <a:cxn ang="0">
                      <a:pos x="445" y="0"/>
                    </a:cxn>
                    <a:cxn ang="0">
                      <a:pos x="23" y="0"/>
                    </a:cxn>
                    <a:cxn ang="0">
                      <a:pos x="18" y="0"/>
                    </a:cxn>
                    <a:cxn ang="0">
                      <a:pos x="15" y="1"/>
                    </a:cxn>
                    <a:cxn ang="0">
                      <a:pos x="12" y="5"/>
                    </a:cxn>
                    <a:cxn ang="0">
                      <a:pos x="7" y="6"/>
                    </a:cxn>
                    <a:cxn ang="0">
                      <a:pos x="5" y="9"/>
                    </a:cxn>
                    <a:cxn ang="0">
                      <a:pos x="3" y="14"/>
                    </a:cxn>
                    <a:cxn ang="0">
                      <a:pos x="2" y="19"/>
                    </a:cxn>
                    <a:cxn ang="0">
                      <a:pos x="0" y="22"/>
                    </a:cxn>
                    <a:cxn ang="0">
                      <a:pos x="2" y="331"/>
                    </a:cxn>
                    <a:cxn ang="0">
                      <a:pos x="2" y="336"/>
                    </a:cxn>
                    <a:cxn ang="0">
                      <a:pos x="3" y="339"/>
                    </a:cxn>
                    <a:cxn ang="0">
                      <a:pos x="7" y="343"/>
                    </a:cxn>
                    <a:cxn ang="0">
                      <a:pos x="8" y="346"/>
                    </a:cxn>
                    <a:cxn ang="0">
                      <a:pos x="13" y="349"/>
                    </a:cxn>
                    <a:cxn ang="0">
                      <a:pos x="17" y="351"/>
                    </a:cxn>
                    <a:cxn ang="0">
                      <a:pos x="22" y="351"/>
                    </a:cxn>
                    <a:cxn ang="0">
                      <a:pos x="442" y="351"/>
                    </a:cxn>
                    <a:cxn ang="0">
                      <a:pos x="447" y="351"/>
                    </a:cxn>
                    <a:cxn ang="0">
                      <a:pos x="452" y="349"/>
                    </a:cxn>
                    <a:cxn ang="0">
                      <a:pos x="455" y="348"/>
                    </a:cxn>
                    <a:cxn ang="0">
                      <a:pos x="458" y="344"/>
                    </a:cxn>
                    <a:cxn ang="0">
                      <a:pos x="462" y="341"/>
                    </a:cxn>
                    <a:cxn ang="0">
                      <a:pos x="463" y="338"/>
                    </a:cxn>
                    <a:cxn ang="0">
                      <a:pos x="465" y="333"/>
                    </a:cxn>
                    <a:cxn ang="0">
                      <a:pos x="465" y="328"/>
                    </a:cxn>
                  </a:cxnLst>
                  <a:rect l="0" t="0" r="r" b="b"/>
                  <a:pathLst>
                    <a:path w="465" h="351">
                      <a:moveTo>
                        <a:pt x="465" y="22"/>
                      </a:moveTo>
                      <a:lnTo>
                        <a:pt x="465" y="21"/>
                      </a:lnTo>
                      <a:lnTo>
                        <a:pt x="465" y="19"/>
                      </a:lnTo>
                      <a:lnTo>
                        <a:pt x="463" y="16"/>
                      </a:lnTo>
                      <a:lnTo>
                        <a:pt x="463" y="14"/>
                      </a:lnTo>
                      <a:lnTo>
                        <a:pt x="462" y="13"/>
                      </a:lnTo>
                      <a:lnTo>
                        <a:pt x="462" y="9"/>
                      </a:lnTo>
                      <a:lnTo>
                        <a:pt x="460" y="8"/>
                      </a:lnTo>
                      <a:lnTo>
                        <a:pt x="458" y="6"/>
                      </a:lnTo>
                      <a:lnTo>
                        <a:pt x="457" y="5"/>
                      </a:lnTo>
                      <a:lnTo>
                        <a:pt x="455" y="5"/>
                      </a:lnTo>
                      <a:lnTo>
                        <a:pt x="453" y="3"/>
                      </a:lnTo>
                      <a:lnTo>
                        <a:pt x="452" y="1"/>
                      </a:lnTo>
                      <a:lnTo>
                        <a:pt x="448" y="1"/>
                      </a:lnTo>
                      <a:lnTo>
                        <a:pt x="447" y="0"/>
                      </a:lnTo>
                      <a:lnTo>
                        <a:pt x="445" y="0"/>
                      </a:lnTo>
                      <a:lnTo>
                        <a:pt x="442" y="0"/>
                      </a:lnTo>
                      <a:lnTo>
                        <a:pt x="23" y="0"/>
                      </a:lnTo>
                      <a:lnTo>
                        <a:pt x="22" y="0"/>
                      </a:lnTo>
                      <a:lnTo>
                        <a:pt x="18" y="0"/>
                      </a:lnTo>
                      <a:lnTo>
                        <a:pt x="17" y="1"/>
                      </a:lnTo>
                      <a:lnTo>
                        <a:pt x="15" y="1"/>
                      </a:lnTo>
                      <a:lnTo>
                        <a:pt x="13" y="3"/>
                      </a:lnTo>
                      <a:lnTo>
                        <a:pt x="12" y="5"/>
                      </a:lnTo>
                      <a:lnTo>
                        <a:pt x="8" y="5"/>
                      </a:lnTo>
                      <a:lnTo>
                        <a:pt x="7" y="6"/>
                      </a:lnTo>
                      <a:lnTo>
                        <a:pt x="7" y="8"/>
                      </a:lnTo>
                      <a:lnTo>
                        <a:pt x="5" y="9"/>
                      </a:lnTo>
                      <a:lnTo>
                        <a:pt x="3" y="13"/>
                      </a:lnTo>
                      <a:lnTo>
                        <a:pt x="3" y="14"/>
                      </a:lnTo>
                      <a:lnTo>
                        <a:pt x="2" y="16"/>
                      </a:lnTo>
                      <a:lnTo>
                        <a:pt x="2" y="19"/>
                      </a:lnTo>
                      <a:lnTo>
                        <a:pt x="2" y="21"/>
                      </a:lnTo>
                      <a:lnTo>
                        <a:pt x="0" y="22"/>
                      </a:lnTo>
                      <a:lnTo>
                        <a:pt x="0" y="328"/>
                      </a:lnTo>
                      <a:lnTo>
                        <a:pt x="2" y="331"/>
                      </a:lnTo>
                      <a:lnTo>
                        <a:pt x="2" y="333"/>
                      </a:lnTo>
                      <a:lnTo>
                        <a:pt x="2" y="336"/>
                      </a:lnTo>
                      <a:lnTo>
                        <a:pt x="3" y="338"/>
                      </a:lnTo>
                      <a:lnTo>
                        <a:pt x="3" y="339"/>
                      </a:lnTo>
                      <a:lnTo>
                        <a:pt x="5" y="341"/>
                      </a:lnTo>
                      <a:lnTo>
                        <a:pt x="7" y="343"/>
                      </a:lnTo>
                      <a:lnTo>
                        <a:pt x="7" y="344"/>
                      </a:lnTo>
                      <a:lnTo>
                        <a:pt x="8" y="346"/>
                      </a:lnTo>
                      <a:lnTo>
                        <a:pt x="12" y="348"/>
                      </a:lnTo>
                      <a:lnTo>
                        <a:pt x="13" y="349"/>
                      </a:lnTo>
                      <a:lnTo>
                        <a:pt x="15" y="349"/>
                      </a:lnTo>
                      <a:lnTo>
                        <a:pt x="17" y="351"/>
                      </a:lnTo>
                      <a:lnTo>
                        <a:pt x="18" y="351"/>
                      </a:lnTo>
                      <a:lnTo>
                        <a:pt x="22" y="351"/>
                      </a:lnTo>
                      <a:lnTo>
                        <a:pt x="23" y="351"/>
                      </a:lnTo>
                      <a:lnTo>
                        <a:pt x="442" y="351"/>
                      </a:lnTo>
                      <a:lnTo>
                        <a:pt x="445" y="351"/>
                      </a:lnTo>
                      <a:lnTo>
                        <a:pt x="447" y="351"/>
                      </a:lnTo>
                      <a:lnTo>
                        <a:pt x="448" y="351"/>
                      </a:lnTo>
                      <a:lnTo>
                        <a:pt x="452" y="349"/>
                      </a:lnTo>
                      <a:lnTo>
                        <a:pt x="453" y="349"/>
                      </a:lnTo>
                      <a:lnTo>
                        <a:pt x="455" y="348"/>
                      </a:lnTo>
                      <a:lnTo>
                        <a:pt x="457" y="346"/>
                      </a:lnTo>
                      <a:lnTo>
                        <a:pt x="458" y="344"/>
                      </a:lnTo>
                      <a:lnTo>
                        <a:pt x="460" y="343"/>
                      </a:lnTo>
                      <a:lnTo>
                        <a:pt x="462" y="341"/>
                      </a:lnTo>
                      <a:lnTo>
                        <a:pt x="462" y="339"/>
                      </a:lnTo>
                      <a:lnTo>
                        <a:pt x="463" y="338"/>
                      </a:lnTo>
                      <a:lnTo>
                        <a:pt x="463" y="336"/>
                      </a:lnTo>
                      <a:lnTo>
                        <a:pt x="465" y="333"/>
                      </a:lnTo>
                      <a:lnTo>
                        <a:pt x="465" y="331"/>
                      </a:lnTo>
                      <a:lnTo>
                        <a:pt x="465" y="328"/>
                      </a:lnTo>
                      <a:lnTo>
                        <a:pt x="465" y="22"/>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50" name="任意多边形 10837"/>
                <p:cNvSpPr/>
                <p:nvPr/>
              </p:nvSpPr>
              <p:spPr bwMode="auto">
                <a:xfrm>
                  <a:off x="770" y="777"/>
                  <a:ext cx="361" cy="70"/>
                </a:xfrm>
                <a:custGeom>
                  <a:avLst/>
                  <a:gdLst/>
                  <a:ahLst/>
                  <a:cxnLst>
                    <a:cxn ang="0">
                      <a:pos x="321" y="0"/>
                    </a:cxn>
                    <a:cxn ang="0">
                      <a:pos x="37" y="0"/>
                    </a:cxn>
                    <a:cxn ang="0">
                      <a:pos x="0" y="70"/>
                    </a:cxn>
                    <a:cxn ang="0">
                      <a:pos x="361" y="70"/>
                    </a:cxn>
                    <a:cxn ang="0">
                      <a:pos x="321" y="0"/>
                    </a:cxn>
                  </a:cxnLst>
                  <a:rect l="0" t="0" r="r" b="b"/>
                  <a:pathLst>
                    <a:path w="361" h="70">
                      <a:moveTo>
                        <a:pt x="321" y="0"/>
                      </a:moveTo>
                      <a:lnTo>
                        <a:pt x="37" y="0"/>
                      </a:lnTo>
                      <a:lnTo>
                        <a:pt x="0" y="70"/>
                      </a:lnTo>
                      <a:lnTo>
                        <a:pt x="361" y="70"/>
                      </a:lnTo>
                      <a:lnTo>
                        <a:pt x="321" y="0"/>
                      </a:lnTo>
                      <a:close/>
                    </a:path>
                  </a:pathLst>
                </a:custGeom>
                <a:solidFill>
                  <a:srgbClr val="E5E5E5"/>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346949" name="任意多边形 10838"/>
                <p:cNvSpPr/>
                <p:nvPr/>
              </p:nvSpPr>
              <p:spPr bwMode="auto">
                <a:xfrm>
                  <a:off x="770" y="777"/>
                  <a:ext cx="361" cy="70"/>
                </a:xfrm>
                <a:custGeom>
                  <a:avLst/>
                  <a:gdLst/>
                  <a:ahLst/>
                  <a:cxnLst>
                    <a:cxn ang="0">
                      <a:pos x="321" y="0"/>
                    </a:cxn>
                    <a:cxn ang="0">
                      <a:pos x="37" y="0"/>
                    </a:cxn>
                    <a:cxn ang="0">
                      <a:pos x="0" y="70"/>
                    </a:cxn>
                    <a:cxn ang="0">
                      <a:pos x="361" y="70"/>
                    </a:cxn>
                    <a:cxn ang="0">
                      <a:pos x="321" y="0"/>
                    </a:cxn>
                  </a:cxnLst>
                  <a:rect l="0" t="0" r="r" b="b"/>
                  <a:pathLst>
                    <a:path w="361" h="70">
                      <a:moveTo>
                        <a:pt x="321" y="0"/>
                      </a:moveTo>
                      <a:lnTo>
                        <a:pt x="37" y="0"/>
                      </a:lnTo>
                      <a:lnTo>
                        <a:pt x="0" y="70"/>
                      </a:lnTo>
                      <a:lnTo>
                        <a:pt x="361" y="70"/>
                      </a:lnTo>
                      <a:lnTo>
                        <a:pt x="321" y="0"/>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346948" name="直线 10839"/>
                <p:cNvSpPr>
                  <a:spLocks noChangeShapeType="1"/>
                </p:cNvSpPr>
                <p:nvPr/>
              </p:nvSpPr>
              <p:spPr bwMode="auto">
                <a:xfrm>
                  <a:off x="780" y="832"/>
                  <a:ext cx="339" cy="1"/>
                </a:xfrm>
                <a:prstGeom prst="line">
                  <a:avLst/>
                </a:pr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47" name="矩形 10840"/>
                <p:cNvSpPr>
                  <a:spLocks noChangeArrowheads="1"/>
                </p:cNvSpPr>
                <p:nvPr/>
              </p:nvSpPr>
              <p:spPr bwMode="auto">
                <a:xfrm>
                  <a:off x="875" y="777"/>
                  <a:ext cx="142" cy="21"/>
                </a:xfrm>
                <a:prstGeom prst="rect">
                  <a:avLst/>
                </a:prstGeom>
                <a:solidFill>
                  <a:srgbClr val="000000"/>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46" name="矩形 10841"/>
                <p:cNvSpPr>
                  <a:spLocks noChangeArrowheads="1"/>
                </p:cNvSpPr>
                <p:nvPr/>
              </p:nvSpPr>
              <p:spPr bwMode="auto">
                <a:xfrm>
                  <a:off x="875" y="777"/>
                  <a:ext cx="142" cy="21"/>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45" name="任意多边形 10842"/>
                <p:cNvSpPr/>
                <p:nvPr/>
              </p:nvSpPr>
              <p:spPr bwMode="auto">
                <a:xfrm>
                  <a:off x="770" y="749"/>
                  <a:ext cx="363" cy="25"/>
                </a:xfrm>
                <a:custGeom>
                  <a:avLst/>
                  <a:gdLst/>
                  <a:ahLst/>
                  <a:cxnLst>
                    <a:cxn ang="0">
                      <a:pos x="363" y="0"/>
                    </a:cxn>
                    <a:cxn ang="0">
                      <a:pos x="0" y="0"/>
                    </a:cxn>
                    <a:cxn ang="0">
                      <a:pos x="8" y="25"/>
                    </a:cxn>
                    <a:cxn ang="0">
                      <a:pos x="353" y="25"/>
                    </a:cxn>
                    <a:cxn ang="0">
                      <a:pos x="363" y="0"/>
                    </a:cxn>
                  </a:cxnLst>
                  <a:rect l="0" t="0" r="r" b="b"/>
                  <a:pathLst>
                    <a:path w="363" h="25">
                      <a:moveTo>
                        <a:pt x="363" y="0"/>
                      </a:moveTo>
                      <a:lnTo>
                        <a:pt x="0" y="0"/>
                      </a:lnTo>
                      <a:lnTo>
                        <a:pt x="8" y="25"/>
                      </a:lnTo>
                      <a:lnTo>
                        <a:pt x="353" y="25"/>
                      </a:lnTo>
                      <a:lnTo>
                        <a:pt x="363"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grpSp>
          <p:grpSp>
            <p:nvGrpSpPr>
              <p:cNvPr id="346521" name="组合 10843"/>
              <p:cNvGrpSpPr/>
              <p:nvPr/>
            </p:nvGrpSpPr>
            <p:grpSpPr bwMode="auto">
              <a:xfrm>
                <a:off x="202" y="2923"/>
                <a:ext cx="851" cy="688"/>
                <a:chOff x="202" y="2923"/>
                <a:chExt cx="851" cy="688"/>
              </a:xfrm>
            </p:grpSpPr>
            <p:sp>
              <p:nvSpPr>
                <p:cNvPr id="346943" name="任意多边形 10844"/>
                <p:cNvSpPr/>
                <p:nvPr/>
              </p:nvSpPr>
              <p:spPr bwMode="auto">
                <a:xfrm>
                  <a:off x="202" y="3425"/>
                  <a:ext cx="851" cy="169"/>
                </a:xfrm>
                <a:custGeom>
                  <a:avLst/>
                  <a:gdLst/>
                  <a:ahLst/>
                  <a:cxnLst>
                    <a:cxn ang="0">
                      <a:pos x="0" y="169"/>
                    </a:cxn>
                    <a:cxn ang="0">
                      <a:pos x="31" y="0"/>
                    </a:cxn>
                    <a:cxn ang="0">
                      <a:pos x="809" y="0"/>
                    </a:cxn>
                    <a:cxn ang="0">
                      <a:pos x="851" y="169"/>
                    </a:cxn>
                    <a:cxn ang="0">
                      <a:pos x="0" y="169"/>
                    </a:cxn>
                  </a:cxnLst>
                  <a:rect l="0" t="0" r="r" b="b"/>
                  <a:pathLst>
                    <a:path w="851" h="169">
                      <a:moveTo>
                        <a:pt x="0" y="169"/>
                      </a:moveTo>
                      <a:lnTo>
                        <a:pt x="31" y="0"/>
                      </a:lnTo>
                      <a:lnTo>
                        <a:pt x="809" y="0"/>
                      </a:lnTo>
                      <a:lnTo>
                        <a:pt x="851" y="169"/>
                      </a:lnTo>
                      <a:lnTo>
                        <a:pt x="0" y="169"/>
                      </a:lnTo>
                      <a:close/>
                    </a:path>
                  </a:pathLst>
                </a:custGeom>
                <a:solidFill>
                  <a:srgbClr val="FFFFFF"/>
                </a:solidFill>
                <a:ln w="3">
                  <a:solidFill>
                    <a:srgbClr val="000000"/>
                  </a:solidFill>
                  <a:round/>
                </a:ln>
              </p:spPr>
              <p:txBody>
                <a:bodyPr vert="horz" wrap="square" lIns="91440" tIns="45720" rIns="91440" bIns="45720" numCol="1" anchor="t" anchorCtr="0" compatLnSpc="1"/>
                <a:lstStyle/>
                <a:p>
                  <a:endParaRPr lang="zh-CN" altLang="en-US" sz="1400"/>
                </a:p>
              </p:txBody>
            </p:sp>
            <p:sp>
              <p:nvSpPr>
                <p:cNvPr id="346942" name="任意多边形 10845"/>
                <p:cNvSpPr/>
                <p:nvPr/>
              </p:nvSpPr>
              <p:spPr bwMode="auto">
                <a:xfrm>
                  <a:off x="202" y="3425"/>
                  <a:ext cx="851" cy="169"/>
                </a:xfrm>
                <a:custGeom>
                  <a:avLst/>
                  <a:gdLst/>
                  <a:ahLst/>
                  <a:cxnLst>
                    <a:cxn ang="0">
                      <a:pos x="0" y="169"/>
                    </a:cxn>
                    <a:cxn ang="0">
                      <a:pos x="31" y="0"/>
                    </a:cxn>
                    <a:cxn ang="0">
                      <a:pos x="809" y="0"/>
                    </a:cxn>
                    <a:cxn ang="0">
                      <a:pos x="851" y="169"/>
                    </a:cxn>
                    <a:cxn ang="0">
                      <a:pos x="0" y="169"/>
                    </a:cxn>
                  </a:cxnLst>
                  <a:rect l="0" t="0" r="r" b="b"/>
                  <a:pathLst>
                    <a:path w="851" h="169">
                      <a:moveTo>
                        <a:pt x="0" y="169"/>
                      </a:moveTo>
                      <a:lnTo>
                        <a:pt x="31" y="0"/>
                      </a:lnTo>
                      <a:lnTo>
                        <a:pt x="809" y="0"/>
                      </a:lnTo>
                      <a:lnTo>
                        <a:pt x="851" y="169"/>
                      </a:lnTo>
                      <a:lnTo>
                        <a:pt x="0" y="169"/>
                      </a:lnTo>
                    </a:path>
                  </a:pathLst>
                </a:custGeom>
                <a:noFill/>
                <a:ln w="3">
                  <a:solidFill>
                    <a:srgbClr val="000000"/>
                  </a:solidFill>
                  <a:round/>
                </a:ln>
              </p:spPr>
              <p:txBody>
                <a:bodyPr vert="horz" wrap="square" lIns="91440" tIns="45720" rIns="91440" bIns="45720" numCol="1" anchor="t" anchorCtr="0" compatLnSpc="1"/>
                <a:lstStyle/>
                <a:p>
                  <a:endParaRPr lang="zh-CN" altLang="en-US" sz="1400"/>
                </a:p>
              </p:txBody>
            </p:sp>
            <p:sp>
              <p:nvSpPr>
                <p:cNvPr id="346941" name="任意多边形 10846"/>
                <p:cNvSpPr/>
                <p:nvPr/>
              </p:nvSpPr>
              <p:spPr bwMode="auto">
                <a:xfrm>
                  <a:off x="202" y="3593"/>
                  <a:ext cx="851" cy="18"/>
                </a:xfrm>
                <a:custGeom>
                  <a:avLst/>
                  <a:gdLst/>
                  <a:ahLst/>
                  <a:cxnLst>
                    <a:cxn ang="0">
                      <a:pos x="0" y="0"/>
                    </a:cxn>
                    <a:cxn ang="0">
                      <a:pos x="9" y="18"/>
                    </a:cxn>
                    <a:cxn ang="0">
                      <a:pos x="846" y="18"/>
                    </a:cxn>
                    <a:cxn ang="0">
                      <a:pos x="851" y="0"/>
                    </a:cxn>
                    <a:cxn ang="0">
                      <a:pos x="0" y="0"/>
                    </a:cxn>
                  </a:cxnLst>
                  <a:rect l="0" t="0" r="r" b="b"/>
                  <a:pathLst>
                    <a:path w="851" h="18">
                      <a:moveTo>
                        <a:pt x="0" y="0"/>
                      </a:moveTo>
                      <a:lnTo>
                        <a:pt x="9" y="18"/>
                      </a:lnTo>
                      <a:lnTo>
                        <a:pt x="846" y="18"/>
                      </a:lnTo>
                      <a:lnTo>
                        <a:pt x="851" y="0"/>
                      </a:lnTo>
                      <a:lnTo>
                        <a:pt x="0" y="0"/>
                      </a:lnTo>
                      <a:close/>
                    </a:path>
                  </a:pathLst>
                </a:custGeom>
                <a:solidFill>
                  <a:srgbClr val="D8D8D8"/>
                </a:solidFill>
                <a:ln w="3">
                  <a:solidFill>
                    <a:srgbClr val="000000"/>
                  </a:solidFill>
                  <a:round/>
                </a:ln>
              </p:spPr>
              <p:txBody>
                <a:bodyPr vert="horz" wrap="square" lIns="91440" tIns="45720" rIns="91440" bIns="45720" numCol="1" anchor="t" anchorCtr="0" compatLnSpc="1"/>
                <a:lstStyle/>
                <a:p>
                  <a:endParaRPr lang="zh-CN" altLang="en-US" sz="1400"/>
                </a:p>
              </p:txBody>
            </p:sp>
            <p:sp>
              <p:nvSpPr>
                <p:cNvPr id="346940" name="任意多边形 10847"/>
                <p:cNvSpPr/>
                <p:nvPr/>
              </p:nvSpPr>
              <p:spPr bwMode="auto">
                <a:xfrm>
                  <a:off x="202" y="3593"/>
                  <a:ext cx="851" cy="18"/>
                </a:xfrm>
                <a:custGeom>
                  <a:avLst/>
                  <a:gdLst/>
                  <a:ahLst/>
                  <a:cxnLst>
                    <a:cxn ang="0">
                      <a:pos x="0" y="0"/>
                    </a:cxn>
                    <a:cxn ang="0">
                      <a:pos x="9" y="18"/>
                    </a:cxn>
                    <a:cxn ang="0">
                      <a:pos x="846" y="18"/>
                    </a:cxn>
                    <a:cxn ang="0">
                      <a:pos x="851" y="0"/>
                    </a:cxn>
                    <a:cxn ang="0">
                      <a:pos x="0" y="0"/>
                    </a:cxn>
                  </a:cxnLst>
                  <a:rect l="0" t="0" r="r" b="b"/>
                  <a:pathLst>
                    <a:path w="851" h="18">
                      <a:moveTo>
                        <a:pt x="0" y="0"/>
                      </a:moveTo>
                      <a:lnTo>
                        <a:pt x="9" y="18"/>
                      </a:lnTo>
                      <a:lnTo>
                        <a:pt x="846" y="18"/>
                      </a:lnTo>
                      <a:lnTo>
                        <a:pt x="851" y="0"/>
                      </a:lnTo>
                      <a:lnTo>
                        <a:pt x="0" y="0"/>
                      </a:lnTo>
                    </a:path>
                  </a:pathLst>
                </a:custGeom>
                <a:noFill/>
                <a:ln w="3">
                  <a:solidFill>
                    <a:srgbClr val="000000"/>
                  </a:solidFill>
                  <a:round/>
                </a:ln>
              </p:spPr>
              <p:txBody>
                <a:bodyPr vert="horz" wrap="square" lIns="91440" tIns="45720" rIns="91440" bIns="45720" numCol="1" anchor="t" anchorCtr="0" compatLnSpc="1"/>
                <a:lstStyle/>
                <a:p>
                  <a:endParaRPr lang="zh-CN" altLang="en-US" sz="1400"/>
                </a:p>
              </p:txBody>
            </p:sp>
            <p:sp>
              <p:nvSpPr>
                <p:cNvPr id="346939" name="任意多边形 10848"/>
                <p:cNvSpPr/>
                <p:nvPr/>
              </p:nvSpPr>
              <p:spPr bwMode="auto">
                <a:xfrm>
                  <a:off x="351" y="3503"/>
                  <a:ext cx="19" cy="12"/>
                </a:xfrm>
                <a:custGeom>
                  <a:avLst/>
                  <a:gdLst/>
                  <a:ahLst/>
                  <a:cxnLst>
                    <a:cxn ang="0">
                      <a:pos x="17" y="0"/>
                    </a:cxn>
                    <a:cxn ang="0">
                      <a:pos x="4" y="0"/>
                    </a:cxn>
                    <a:cxn ang="0">
                      <a:pos x="0" y="12"/>
                    </a:cxn>
                    <a:cxn ang="0">
                      <a:pos x="19" y="12"/>
                    </a:cxn>
                    <a:cxn ang="0">
                      <a:pos x="17" y="0"/>
                    </a:cxn>
                  </a:cxnLst>
                  <a:rect l="0" t="0" r="r" b="b"/>
                  <a:pathLst>
                    <a:path w="19" h="12">
                      <a:moveTo>
                        <a:pt x="17" y="0"/>
                      </a:moveTo>
                      <a:lnTo>
                        <a:pt x="4" y="0"/>
                      </a:lnTo>
                      <a:lnTo>
                        <a:pt x="0" y="12"/>
                      </a:lnTo>
                      <a:lnTo>
                        <a:pt x="19"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38" name="矩形 10849"/>
                <p:cNvSpPr>
                  <a:spLocks noChangeArrowheads="1"/>
                </p:cNvSpPr>
                <p:nvPr/>
              </p:nvSpPr>
              <p:spPr bwMode="auto">
                <a:xfrm>
                  <a:off x="355"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937" name="任意多边形 10850"/>
                <p:cNvSpPr/>
                <p:nvPr/>
              </p:nvSpPr>
              <p:spPr bwMode="auto">
                <a:xfrm>
                  <a:off x="348" y="3497"/>
                  <a:ext cx="7" cy="18"/>
                </a:xfrm>
                <a:custGeom>
                  <a:avLst/>
                  <a:gdLst/>
                  <a:ahLst/>
                  <a:cxnLst>
                    <a:cxn ang="0">
                      <a:pos x="7" y="0"/>
                    </a:cxn>
                    <a:cxn ang="0">
                      <a:pos x="0" y="14"/>
                    </a:cxn>
                    <a:cxn ang="0">
                      <a:pos x="3" y="18"/>
                    </a:cxn>
                  </a:cxnLst>
                  <a:rect l="0" t="0" r="r" b="b"/>
                  <a:pathLst>
                    <a:path w="7" h="18">
                      <a:moveTo>
                        <a:pt x="7"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36" name="任意多边形 10851"/>
                <p:cNvSpPr/>
                <p:nvPr/>
              </p:nvSpPr>
              <p:spPr bwMode="auto">
                <a:xfrm>
                  <a:off x="368" y="3497"/>
                  <a:ext cx="5" cy="18"/>
                </a:xfrm>
                <a:custGeom>
                  <a:avLst/>
                  <a:gdLst/>
                  <a:ahLst/>
                  <a:cxnLst>
                    <a:cxn ang="0">
                      <a:pos x="0" y="0"/>
                    </a:cxn>
                    <a:cxn ang="0">
                      <a:pos x="5" y="14"/>
                    </a:cxn>
                    <a:cxn ang="0">
                      <a:pos x="3" y="18"/>
                    </a:cxn>
                  </a:cxnLst>
                  <a:rect l="0" t="0" r="r" b="b"/>
                  <a:pathLst>
                    <a:path w="5" h="18">
                      <a:moveTo>
                        <a:pt x="0" y="0"/>
                      </a:moveTo>
                      <a:lnTo>
                        <a:pt x="5"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35" name="任意多边形 10852"/>
                <p:cNvSpPr/>
                <p:nvPr/>
              </p:nvSpPr>
              <p:spPr bwMode="auto">
                <a:xfrm>
                  <a:off x="382" y="3503"/>
                  <a:ext cx="20" cy="12"/>
                </a:xfrm>
                <a:custGeom>
                  <a:avLst/>
                  <a:gdLst/>
                  <a:ahLst/>
                  <a:cxnLst>
                    <a:cxn ang="0">
                      <a:pos x="16" y="0"/>
                    </a:cxn>
                    <a:cxn ang="0">
                      <a:pos x="3" y="0"/>
                    </a:cxn>
                    <a:cxn ang="0">
                      <a:pos x="0" y="12"/>
                    </a:cxn>
                    <a:cxn ang="0">
                      <a:pos x="20" y="12"/>
                    </a:cxn>
                    <a:cxn ang="0">
                      <a:pos x="16" y="0"/>
                    </a:cxn>
                  </a:cxnLst>
                  <a:rect l="0" t="0" r="r" b="b"/>
                  <a:pathLst>
                    <a:path w="20" h="12">
                      <a:moveTo>
                        <a:pt x="16" y="0"/>
                      </a:moveTo>
                      <a:lnTo>
                        <a:pt x="3" y="0"/>
                      </a:lnTo>
                      <a:lnTo>
                        <a:pt x="0" y="12"/>
                      </a:lnTo>
                      <a:lnTo>
                        <a:pt x="20"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34" name="矩形 10853"/>
                <p:cNvSpPr>
                  <a:spLocks noChangeArrowheads="1"/>
                </p:cNvSpPr>
                <p:nvPr/>
              </p:nvSpPr>
              <p:spPr bwMode="auto">
                <a:xfrm>
                  <a:off x="385"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933" name="任意多边形 10854"/>
                <p:cNvSpPr/>
                <p:nvPr/>
              </p:nvSpPr>
              <p:spPr bwMode="auto">
                <a:xfrm>
                  <a:off x="380" y="3497"/>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32" name="任意多边形 10855"/>
                <p:cNvSpPr/>
                <p:nvPr/>
              </p:nvSpPr>
              <p:spPr bwMode="auto">
                <a:xfrm>
                  <a:off x="398" y="3497"/>
                  <a:ext cx="7" cy="18"/>
                </a:xfrm>
                <a:custGeom>
                  <a:avLst/>
                  <a:gdLst/>
                  <a:ahLst/>
                  <a:cxnLst>
                    <a:cxn ang="0">
                      <a:pos x="0" y="0"/>
                    </a:cxn>
                    <a:cxn ang="0">
                      <a:pos x="7" y="14"/>
                    </a:cxn>
                    <a:cxn ang="0">
                      <a:pos x="4" y="18"/>
                    </a:cxn>
                  </a:cxnLst>
                  <a:rect l="0" t="0" r="r" b="b"/>
                  <a:pathLst>
                    <a:path w="7" h="18">
                      <a:moveTo>
                        <a:pt x="0" y="0"/>
                      </a:moveTo>
                      <a:lnTo>
                        <a:pt x="7"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31" name="任意多边形 10856"/>
                <p:cNvSpPr/>
                <p:nvPr/>
              </p:nvSpPr>
              <p:spPr bwMode="auto">
                <a:xfrm>
                  <a:off x="413" y="3503"/>
                  <a:ext cx="19" cy="12"/>
                </a:xfrm>
                <a:custGeom>
                  <a:avLst/>
                  <a:gdLst/>
                  <a:ahLst/>
                  <a:cxnLst>
                    <a:cxn ang="0">
                      <a:pos x="15" y="0"/>
                    </a:cxn>
                    <a:cxn ang="0">
                      <a:pos x="4" y="0"/>
                    </a:cxn>
                    <a:cxn ang="0">
                      <a:pos x="0" y="12"/>
                    </a:cxn>
                    <a:cxn ang="0">
                      <a:pos x="19" y="12"/>
                    </a:cxn>
                    <a:cxn ang="0">
                      <a:pos x="15" y="0"/>
                    </a:cxn>
                  </a:cxnLst>
                  <a:rect l="0" t="0" r="r" b="b"/>
                  <a:pathLst>
                    <a:path w="19" h="12">
                      <a:moveTo>
                        <a:pt x="15" y="0"/>
                      </a:moveTo>
                      <a:lnTo>
                        <a:pt x="4" y="0"/>
                      </a:lnTo>
                      <a:lnTo>
                        <a:pt x="0" y="12"/>
                      </a:lnTo>
                      <a:lnTo>
                        <a:pt x="19"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30" name="矩形 10857"/>
                <p:cNvSpPr>
                  <a:spLocks noChangeArrowheads="1"/>
                </p:cNvSpPr>
                <p:nvPr/>
              </p:nvSpPr>
              <p:spPr bwMode="auto">
                <a:xfrm>
                  <a:off x="417" y="3498"/>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929" name="任意多边形 10858"/>
                <p:cNvSpPr/>
                <p:nvPr/>
              </p:nvSpPr>
              <p:spPr bwMode="auto">
                <a:xfrm>
                  <a:off x="408" y="3497"/>
                  <a:ext cx="7" cy="18"/>
                </a:xfrm>
                <a:custGeom>
                  <a:avLst/>
                  <a:gdLst/>
                  <a:ahLst/>
                  <a:cxnLst>
                    <a:cxn ang="0">
                      <a:pos x="7" y="0"/>
                    </a:cxn>
                    <a:cxn ang="0">
                      <a:pos x="0" y="14"/>
                    </a:cxn>
                    <a:cxn ang="0">
                      <a:pos x="4" y="18"/>
                    </a:cxn>
                  </a:cxnLst>
                  <a:rect l="0" t="0" r="r" b="b"/>
                  <a:pathLst>
                    <a:path w="7" h="18">
                      <a:moveTo>
                        <a:pt x="7" y="0"/>
                      </a:moveTo>
                      <a:lnTo>
                        <a:pt x="0"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28" name="任意多边形 10859"/>
                <p:cNvSpPr/>
                <p:nvPr/>
              </p:nvSpPr>
              <p:spPr bwMode="auto">
                <a:xfrm>
                  <a:off x="428" y="3497"/>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27" name="任意多边形 10860"/>
                <p:cNvSpPr/>
                <p:nvPr/>
              </p:nvSpPr>
              <p:spPr bwMode="auto">
                <a:xfrm>
                  <a:off x="443" y="3503"/>
                  <a:ext cx="19" cy="12"/>
                </a:xfrm>
                <a:custGeom>
                  <a:avLst/>
                  <a:gdLst/>
                  <a:ahLst/>
                  <a:cxnLst>
                    <a:cxn ang="0">
                      <a:pos x="17" y="0"/>
                    </a:cxn>
                    <a:cxn ang="0">
                      <a:pos x="4" y="0"/>
                    </a:cxn>
                    <a:cxn ang="0">
                      <a:pos x="0" y="12"/>
                    </a:cxn>
                    <a:cxn ang="0">
                      <a:pos x="19" y="12"/>
                    </a:cxn>
                    <a:cxn ang="0">
                      <a:pos x="17" y="0"/>
                    </a:cxn>
                  </a:cxnLst>
                  <a:rect l="0" t="0" r="r" b="b"/>
                  <a:pathLst>
                    <a:path w="19" h="12">
                      <a:moveTo>
                        <a:pt x="17" y="0"/>
                      </a:moveTo>
                      <a:lnTo>
                        <a:pt x="4" y="0"/>
                      </a:lnTo>
                      <a:lnTo>
                        <a:pt x="0" y="12"/>
                      </a:lnTo>
                      <a:lnTo>
                        <a:pt x="19"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26" name="矩形 10861"/>
                <p:cNvSpPr>
                  <a:spLocks noChangeArrowheads="1"/>
                </p:cNvSpPr>
                <p:nvPr/>
              </p:nvSpPr>
              <p:spPr bwMode="auto">
                <a:xfrm>
                  <a:off x="447"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925" name="任意多边形 10862"/>
                <p:cNvSpPr/>
                <p:nvPr/>
              </p:nvSpPr>
              <p:spPr bwMode="auto">
                <a:xfrm>
                  <a:off x="440" y="3497"/>
                  <a:ext cx="7" cy="18"/>
                </a:xfrm>
                <a:custGeom>
                  <a:avLst/>
                  <a:gdLst/>
                  <a:ahLst/>
                  <a:cxnLst>
                    <a:cxn ang="0">
                      <a:pos x="7" y="0"/>
                    </a:cxn>
                    <a:cxn ang="0">
                      <a:pos x="0" y="14"/>
                    </a:cxn>
                    <a:cxn ang="0">
                      <a:pos x="3" y="18"/>
                    </a:cxn>
                  </a:cxnLst>
                  <a:rect l="0" t="0" r="r" b="b"/>
                  <a:pathLst>
                    <a:path w="7" h="18">
                      <a:moveTo>
                        <a:pt x="7"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24" name="任意多边形 10863"/>
                <p:cNvSpPr/>
                <p:nvPr/>
              </p:nvSpPr>
              <p:spPr bwMode="auto">
                <a:xfrm>
                  <a:off x="460" y="3497"/>
                  <a:ext cx="5" cy="18"/>
                </a:xfrm>
                <a:custGeom>
                  <a:avLst/>
                  <a:gdLst/>
                  <a:ahLst/>
                  <a:cxnLst>
                    <a:cxn ang="0">
                      <a:pos x="0" y="0"/>
                    </a:cxn>
                    <a:cxn ang="0">
                      <a:pos x="5" y="14"/>
                    </a:cxn>
                    <a:cxn ang="0">
                      <a:pos x="4" y="18"/>
                    </a:cxn>
                  </a:cxnLst>
                  <a:rect l="0" t="0" r="r" b="b"/>
                  <a:pathLst>
                    <a:path w="5" h="18">
                      <a:moveTo>
                        <a:pt x="0" y="0"/>
                      </a:moveTo>
                      <a:lnTo>
                        <a:pt x="5"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23" name="任意多边形 10864"/>
                <p:cNvSpPr/>
                <p:nvPr/>
              </p:nvSpPr>
              <p:spPr bwMode="auto">
                <a:xfrm>
                  <a:off x="475" y="3503"/>
                  <a:ext cx="19" cy="12"/>
                </a:xfrm>
                <a:custGeom>
                  <a:avLst/>
                  <a:gdLst/>
                  <a:ahLst/>
                  <a:cxnLst>
                    <a:cxn ang="0">
                      <a:pos x="15" y="0"/>
                    </a:cxn>
                    <a:cxn ang="0">
                      <a:pos x="2" y="0"/>
                    </a:cxn>
                    <a:cxn ang="0">
                      <a:pos x="0" y="12"/>
                    </a:cxn>
                    <a:cxn ang="0">
                      <a:pos x="19" y="12"/>
                    </a:cxn>
                    <a:cxn ang="0">
                      <a:pos x="15" y="0"/>
                    </a:cxn>
                  </a:cxnLst>
                  <a:rect l="0" t="0" r="r" b="b"/>
                  <a:pathLst>
                    <a:path w="19" h="12">
                      <a:moveTo>
                        <a:pt x="15" y="0"/>
                      </a:moveTo>
                      <a:lnTo>
                        <a:pt x="2" y="0"/>
                      </a:lnTo>
                      <a:lnTo>
                        <a:pt x="0" y="12"/>
                      </a:lnTo>
                      <a:lnTo>
                        <a:pt x="19"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22" name="矩形 10865"/>
                <p:cNvSpPr>
                  <a:spLocks noChangeArrowheads="1"/>
                </p:cNvSpPr>
                <p:nvPr/>
              </p:nvSpPr>
              <p:spPr bwMode="auto">
                <a:xfrm>
                  <a:off x="477"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921" name="任意多边形 10866"/>
                <p:cNvSpPr/>
                <p:nvPr/>
              </p:nvSpPr>
              <p:spPr bwMode="auto">
                <a:xfrm>
                  <a:off x="472" y="3497"/>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20" name="任意多边形 10867"/>
                <p:cNvSpPr/>
                <p:nvPr/>
              </p:nvSpPr>
              <p:spPr bwMode="auto">
                <a:xfrm>
                  <a:off x="490" y="3497"/>
                  <a:ext cx="7" cy="18"/>
                </a:xfrm>
                <a:custGeom>
                  <a:avLst/>
                  <a:gdLst/>
                  <a:ahLst/>
                  <a:cxnLst>
                    <a:cxn ang="0">
                      <a:pos x="0" y="0"/>
                    </a:cxn>
                    <a:cxn ang="0">
                      <a:pos x="7" y="14"/>
                    </a:cxn>
                    <a:cxn ang="0">
                      <a:pos x="4" y="18"/>
                    </a:cxn>
                  </a:cxnLst>
                  <a:rect l="0" t="0" r="r" b="b"/>
                  <a:pathLst>
                    <a:path w="7" h="18">
                      <a:moveTo>
                        <a:pt x="0" y="0"/>
                      </a:moveTo>
                      <a:lnTo>
                        <a:pt x="7"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19" name="任意多边形 10868"/>
                <p:cNvSpPr/>
                <p:nvPr/>
              </p:nvSpPr>
              <p:spPr bwMode="auto">
                <a:xfrm>
                  <a:off x="505" y="3503"/>
                  <a:ext cx="19" cy="12"/>
                </a:xfrm>
                <a:custGeom>
                  <a:avLst/>
                  <a:gdLst/>
                  <a:ahLst/>
                  <a:cxnLst>
                    <a:cxn ang="0">
                      <a:pos x="15" y="0"/>
                    </a:cxn>
                    <a:cxn ang="0">
                      <a:pos x="4" y="0"/>
                    </a:cxn>
                    <a:cxn ang="0">
                      <a:pos x="0" y="12"/>
                    </a:cxn>
                    <a:cxn ang="0">
                      <a:pos x="19" y="12"/>
                    </a:cxn>
                    <a:cxn ang="0">
                      <a:pos x="15" y="0"/>
                    </a:cxn>
                  </a:cxnLst>
                  <a:rect l="0" t="0" r="r" b="b"/>
                  <a:pathLst>
                    <a:path w="19" h="12">
                      <a:moveTo>
                        <a:pt x="15" y="0"/>
                      </a:moveTo>
                      <a:lnTo>
                        <a:pt x="4" y="0"/>
                      </a:lnTo>
                      <a:lnTo>
                        <a:pt x="0" y="12"/>
                      </a:lnTo>
                      <a:lnTo>
                        <a:pt x="19"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18" name="矩形 10869"/>
                <p:cNvSpPr>
                  <a:spLocks noChangeArrowheads="1"/>
                </p:cNvSpPr>
                <p:nvPr/>
              </p:nvSpPr>
              <p:spPr bwMode="auto">
                <a:xfrm>
                  <a:off x="509" y="3498"/>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917" name="任意多边形 10870"/>
                <p:cNvSpPr/>
                <p:nvPr/>
              </p:nvSpPr>
              <p:spPr bwMode="auto">
                <a:xfrm>
                  <a:off x="502" y="3497"/>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16" name="任意多边形 10871"/>
                <p:cNvSpPr/>
                <p:nvPr/>
              </p:nvSpPr>
              <p:spPr bwMode="auto">
                <a:xfrm>
                  <a:off x="520" y="3497"/>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15" name="任意多边形 10872"/>
                <p:cNvSpPr/>
                <p:nvPr/>
              </p:nvSpPr>
              <p:spPr bwMode="auto">
                <a:xfrm>
                  <a:off x="535" y="3503"/>
                  <a:ext cx="19" cy="12"/>
                </a:xfrm>
                <a:custGeom>
                  <a:avLst/>
                  <a:gdLst/>
                  <a:ahLst/>
                  <a:cxnLst>
                    <a:cxn ang="0">
                      <a:pos x="16" y="0"/>
                    </a:cxn>
                    <a:cxn ang="0">
                      <a:pos x="4" y="0"/>
                    </a:cxn>
                    <a:cxn ang="0">
                      <a:pos x="0" y="12"/>
                    </a:cxn>
                    <a:cxn ang="0">
                      <a:pos x="19" y="12"/>
                    </a:cxn>
                    <a:cxn ang="0">
                      <a:pos x="16" y="0"/>
                    </a:cxn>
                  </a:cxnLst>
                  <a:rect l="0" t="0" r="r" b="b"/>
                  <a:pathLst>
                    <a:path w="19" h="12">
                      <a:moveTo>
                        <a:pt x="16" y="0"/>
                      </a:moveTo>
                      <a:lnTo>
                        <a:pt x="4" y="0"/>
                      </a:lnTo>
                      <a:lnTo>
                        <a:pt x="0" y="12"/>
                      </a:lnTo>
                      <a:lnTo>
                        <a:pt x="19"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14" name="矩形 10873"/>
                <p:cNvSpPr>
                  <a:spLocks noChangeArrowheads="1"/>
                </p:cNvSpPr>
                <p:nvPr/>
              </p:nvSpPr>
              <p:spPr bwMode="auto">
                <a:xfrm>
                  <a:off x="539" y="3498"/>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913" name="任意多边形 10874"/>
                <p:cNvSpPr/>
                <p:nvPr/>
              </p:nvSpPr>
              <p:spPr bwMode="auto">
                <a:xfrm>
                  <a:off x="532" y="3497"/>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12" name="任意多边形 10875"/>
                <p:cNvSpPr/>
                <p:nvPr/>
              </p:nvSpPr>
              <p:spPr bwMode="auto">
                <a:xfrm>
                  <a:off x="551" y="3497"/>
                  <a:ext cx="6" cy="18"/>
                </a:xfrm>
                <a:custGeom>
                  <a:avLst/>
                  <a:gdLst/>
                  <a:ahLst/>
                  <a:cxnLst>
                    <a:cxn ang="0">
                      <a:pos x="0" y="0"/>
                    </a:cxn>
                    <a:cxn ang="0">
                      <a:pos x="6" y="14"/>
                    </a:cxn>
                    <a:cxn ang="0">
                      <a:pos x="5" y="18"/>
                    </a:cxn>
                  </a:cxnLst>
                  <a:rect l="0" t="0" r="r" b="b"/>
                  <a:pathLst>
                    <a:path w="6" h="18">
                      <a:moveTo>
                        <a:pt x="0" y="0"/>
                      </a:moveTo>
                      <a:lnTo>
                        <a:pt x="6"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11" name="任意多边形 10876"/>
                <p:cNvSpPr/>
                <p:nvPr/>
              </p:nvSpPr>
              <p:spPr bwMode="auto">
                <a:xfrm>
                  <a:off x="566" y="3503"/>
                  <a:ext cx="18" cy="12"/>
                </a:xfrm>
                <a:custGeom>
                  <a:avLst/>
                  <a:gdLst/>
                  <a:ahLst/>
                  <a:cxnLst>
                    <a:cxn ang="0">
                      <a:pos x="16" y="0"/>
                    </a:cxn>
                    <a:cxn ang="0">
                      <a:pos x="3" y="0"/>
                    </a:cxn>
                    <a:cxn ang="0">
                      <a:pos x="0" y="12"/>
                    </a:cxn>
                    <a:cxn ang="0">
                      <a:pos x="18" y="12"/>
                    </a:cxn>
                    <a:cxn ang="0">
                      <a:pos x="16" y="0"/>
                    </a:cxn>
                  </a:cxnLst>
                  <a:rect l="0" t="0" r="r" b="b"/>
                  <a:pathLst>
                    <a:path w="18" h="12">
                      <a:moveTo>
                        <a:pt x="16" y="0"/>
                      </a:moveTo>
                      <a:lnTo>
                        <a:pt x="3" y="0"/>
                      </a:lnTo>
                      <a:lnTo>
                        <a:pt x="0" y="12"/>
                      </a:lnTo>
                      <a:lnTo>
                        <a:pt x="18"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10" name="矩形 10877"/>
                <p:cNvSpPr>
                  <a:spLocks noChangeArrowheads="1"/>
                </p:cNvSpPr>
                <p:nvPr/>
              </p:nvSpPr>
              <p:spPr bwMode="auto">
                <a:xfrm>
                  <a:off x="569"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909" name="任意多边形 10878"/>
                <p:cNvSpPr/>
                <p:nvPr/>
              </p:nvSpPr>
              <p:spPr bwMode="auto">
                <a:xfrm>
                  <a:off x="562" y="3497"/>
                  <a:ext cx="7" cy="18"/>
                </a:xfrm>
                <a:custGeom>
                  <a:avLst/>
                  <a:gdLst/>
                  <a:ahLst/>
                  <a:cxnLst>
                    <a:cxn ang="0">
                      <a:pos x="7" y="0"/>
                    </a:cxn>
                    <a:cxn ang="0">
                      <a:pos x="0" y="14"/>
                    </a:cxn>
                    <a:cxn ang="0">
                      <a:pos x="4" y="18"/>
                    </a:cxn>
                  </a:cxnLst>
                  <a:rect l="0" t="0" r="r" b="b"/>
                  <a:pathLst>
                    <a:path w="7" h="18">
                      <a:moveTo>
                        <a:pt x="7" y="0"/>
                      </a:moveTo>
                      <a:lnTo>
                        <a:pt x="0"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08" name="任意多边形 10879"/>
                <p:cNvSpPr/>
                <p:nvPr/>
              </p:nvSpPr>
              <p:spPr bwMode="auto">
                <a:xfrm>
                  <a:off x="582" y="3497"/>
                  <a:ext cx="7" cy="18"/>
                </a:xfrm>
                <a:custGeom>
                  <a:avLst/>
                  <a:gdLst/>
                  <a:ahLst/>
                  <a:cxnLst>
                    <a:cxn ang="0">
                      <a:pos x="0" y="0"/>
                    </a:cxn>
                    <a:cxn ang="0">
                      <a:pos x="7" y="14"/>
                    </a:cxn>
                    <a:cxn ang="0">
                      <a:pos x="4" y="18"/>
                    </a:cxn>
                  </a:cxnLst>
                  <a:rect l="0" t="0" r="r" b="b"/>
                  <a:pathLst>
                    <a:path w="7" h="18">
                      <a:moveTo>
                        <a:pt x="0" y="0"/>
                      </a:moveTo>
                      <a:lnTo>
                        <a:pt x="7"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07" name="任意多边形 10880"/>
                <p:cNvSpPr/>
                <p:nvPr/>
              </p:nvSpPr>
              <p:spPr bwMode="auto">
                <a:xfrm>
                  <a:off x="596" y="3503"/>
                  <a:ext cx="20" cy="12"/>
                </a:xfrm>
                <a:custGeom>
                  <a:avLst/>
                  <a:gdLst/>
                  <a:ahLst/>
                  <a:cxnLst>
                    <a:cxn ang="0">
                      <a:pos x="16" y="0"/>
                    </a:cxn>
                    <a:cxn ang="0">
                      <a:pos x="3" y="0"/>
                    </a:cxn>
                    <a:cxn ang="0">
                      <a:pos x="0" y="12"/>
                    </a:cxn>
                    <a:cxn ang="0">
                      <a:pos x="20" y="12"/>
                    </a:cxn>
                    <a:cxn ang="0">
                      <a:pos x="16" y="0"/>
                    </a:cxn>
                  </a:cxnLst>
                  <a:rect l="0" t="0" r="r" b="b"/>
                  <a:pathLst>
                    <a:path w="20" h="12">
                      <a:moveTo>
                        <a:pt x="16" y="0"/>
                      </a:moveTo>
                      <a:lnTo>
                        <a:pt x="3" y="0"/>
                      </a:lnTo>
                      <a:lnTo>
                        <a:pt x="0" y="12"/>
                      </a:lnTo>
                      <a:lnTo>
                        <a:pt x="20"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06" name="矩形 10881"/>
                <p:cNvSpPr>
                  <a:spLocks noChangeArrowheads="1"/>
                </p:cNvSpPr>
                <p:nvPr/>
              </p:nvSpPr>
              <p:spPr bwMode="auto">
                <a:xfrm>
                  <a:off x="599"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905" name="任意多边形 10882"/>
                <p:cNvSpPr/>
                <p:nvPr/>
              </p:nvSpPr>
              <p:spPr bwMode="auto">
                <a:xfrm>
                  <a:off x="594" y="3497"/>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04" name="任意多边形 10883"/>
                <p:cNvSpPr/>
                <p:nvPr/>
              </p:nvSpPr>
              <p:spPr bwMode="auto">
                <a:xfrm>
                  <a:off x="612" y="3497"/>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03" name="任意多边形 10884"/>
                <p:cNvSpPr/>
                <p:nvPr/>
              </p:nvSpPr>
              <p:spPr bwMode="auto">
                <a:xfrm>
                  <a:off x="628" y="3503"/>
                  <a:ext cx="20" cy="12"/>
                </a:xfrm>
                <a:custGeom>
                  <a:avLst/>
                  <a:gdLst/>
                  <a:ahLst/>
                  <a:cxnLst>
                    <a:cxn ang="0">
                      <a:pos x="16" y="0"/>
                    </a:cxn>
                    <a:cxn ang="0">
                      <a:pos x="3" y="0"/>
                    </a:cxn>
                    <a:cxn ang="0">
                      <a:pos x="0" y="12"/>
                    </a:cxn>
                    <a:cxn ang="0">
                      <a:pos x="20" y="12"/>
                    </a:cxn>
                    <a:cxn ang="0">
                      <a:pos x="16" y="0"/>
                    </a:cxn>
                  </a:cxnLst>
                  <a:rect l="0" t="0" r="r" b="b"/>
                  <a:pathLst>
                    <a:path w="20" h="12">
                      <a:moveTo>
                        <a:pt x="16" y="0"/>
                      </a:moveTo>
                      <a:lnTo>
                        <a:pt x="3" y="0"/>
                      </a:lnTo>
                      <a:lnTo>
                        <a:pt x="0" y="12"/>
                      </a:lnTo>
                      <a:lnTo>
                        <a:pt x="20"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02" name="矩形 10885"/>
                <p:cNvSpPr>
                  <a:spLocks noChangeArrowheads="1"/>
                </p:cNvSpPr>
                <p:nvPr/>
              </p:nvSpPr>
              <p:spPr bwMode="auto">
                <a:xfrm>
                  <a:off x="631"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901" name="任意多边形 10886"/>
                <p:cNvSpPr/>
                <p:nvPr/>
              </p:nvSpPr>
              <p:spPr bwMode="auto">
                <a:xfrm>
                  <a:off x="624" y="3497"/>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00" name="任意多边形 10887"/>
                <p:cNvSpPr/>
                <p:nvPr/>
              </p:nvSpPr>
              <p:spPr bwMode="auto">
                <a:xfrm>
                  <a:off x="644" y="3497"/>
                  <a:ext cx="5" cy="18"/>
                </a:xfrm>
                <a:custGeom>
                  <a:avLst/>
                  <a:gdLst/>
                  <a:ahLst/>
                  <a:cxnLst>
                    <a:cxn ang="0">
                      <a:pos x="0" y="0"/>
                    </a:cxn>
                    <a:cxn ang="0">
                      <a:pos x="5" y="14"/>
                    </a:cxn>
                    <a:cxn ang="0">
                      <a:pos x="4" y="18"/>
                    </a:cxn>
                  </a:cxnLst>
                  <a:rect l="0" t="0" r="r" b="b"/>
                  <a:pathLst>
                    <a:path w="5" h="18">
                      <a:moveTo>
                        <a:pt x="0" y="0"/>
                      </a:moveTo>
                      <a:lnTo>
                        <a:pt x="5"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99" name="任意多边形 10888"/>
                <p:cNvSpPr/>
                <p:nvPr/>
              </p:nvSpPr>
              <p:spPr bwMode="auto">
                <a:xfrm>
                  <a:off x="658" y="3503"/>
                  <a:ext cx="18" cy="12"/>
                </a:xfrm>
                <a:custGeom>
                  <a:avLst/>
                  <a:gdLst/>
                  <a:ahLst/>
                  <a:cxnLst>
                    <a:cxn ang="0">
                      <a:pos x="16" y="0"/>
                    </a:cxn>
                    <a:cxn ang="0">
                      <a:pos x="3" y="0"/>
                    </a:cxn>
                    <a:cxn ang="0">
                      <a:pos x="0" y="12"/>
                    </a:cxn>
                    <a:cxn ang="0">
                      <a:pos x="18" y="12"/>
                    </a:cxn>
                    <a:cxn ang="0">
                      <a:pos x="16" y="0"/>
                    </a:cxn>
                  </a:cxnLst>
                  <a:rect l="0" t="0" r="r" b="b"/>
                  <a:pathLst>
                    <a:path w="18" h="12">
                      <a:moveTo>
                        <a:pt x="16" y="0"/>
                      </a:moveTo>
                      <a:lnTo>
                        <a:pt x="3" y="0"/>
                      </a:lnTo>
                      <a:lnTo>
                        <a:pt x="0" y="12"/>
                      </a:lnTo>
                      <a:lnTo>
                        <a:pt x="18"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98" name="矩形 10889"/>
                <p:cNvSpPr>
                  <a:spLocks noChangeArrowheads="1"/>
                </p:cNvSpPr>
                <p:nvPr/>
              </p:nvSpPr>
              <p:spPr bwMode="auto">
                <a:xfrm>
                  <a:off x="661"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97" name="任意多边形 10890"/>
                <p:cNvSpPr/>
                <p:nvPr/>
              </p:nvSpPr>
              <p:spPr bwMode="auto">
                <a:xfrm>
                  <a:off x="654" y="3497"/>
                  <a:ext cx="7" cy="18"/>
                </a:xfrm>
                <a:custGeom>
                  <a:avLst/>
                  <a:gdLst/>
                  <a:ahLst/>
                  <a:cxnLst>
                    <a:cxn ang="0">
                      <a:pos x="7" y="0"/>
                    </a:cxn>
                    <a:cxn ang="0">
                      <a:pos x="0" y="14"/>
                    </a:cxn>
                    <a:cxn ang="0">
                      <a:pos x="4" y="18"/>
                    </a:cxn>
                  </a:cxnLst>
                  <a:rect l="0" t="0" r="r" b="b"/>
                  <a:pathLst>
                    <a:path w="7" h="18">
                      <a:moveTo>
                        <a:pt x="7" y="0"/>
                      </a:moveTo>
                      <a:lnTo>
                        <a:pt x="0"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96" name="任意多边形 10891"/>
                <p:cNvSpPr/>
                <p:nvPr/>
              </p:nvSpPr>
              <p:spPr bwMode="auto">
                <a:xfrm>
                  <a:off x="674" y="3497"/>
                  <a:ext cx="5" cy="18"/>
                </a:xfrm>
                <a:custGeom>
                  <a:avLst/>
                  <a:gdLst/>
                  <a:ahLst/>
                  <a:cxnLst>
                    <a:cxn ang="0">
                      <a:pos x="0" y="0"/>
                    </a:cxn>
                    <a:cxn ang="0">
                      <a:pos x="5" y="14"/>
                    </a:cxn>
                    <a:cxn ang="0">
                      <a:pos x="4" y="18"/>
                    </a:cxn>
                  </a:cxnLst>
                  <a:rect l="0" t="0" r="r" b="b"/>
                  <a:pathLst>
                    <a:path w="5" h="18">
                      <a:moveTo>
                        <a:pt x="0" y="0"/>
                      </a:moveTo>
                      <a:lnTo>
                        <a:pt x="5"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95" name="任意多边形 10892"/>
                <p:cNvSpPr/>
                <p:nvPr/>
              </p:nvSpPr>
              <p:spPr bwMode="auto">
                <a:xfrm>
                  <a:off x="689" y="3503"/>
                  <a:ext cx="19" cy="12"/>
                </a:xfrm>
                <a:custGeom>
                  <a:avLst/>
                  <a:gdLst/>
                  <a:ahLst/>
                  <a:cxnLst>
                    <a:cxn ang="0">
                      <a:pos x="15" y="0"/>
                    </a:cxn>
                    <a:cxn ang="0">
                      <a:pos x="2" y="0"/>
                    </a:cxn>
                    <a:cxn ang="0">
                      <a:pos x="0" y="12"/>
                    </a:cxn>
                    <a:cxn ang="0">
                      <a:pos x="19" y="12"/>
                    </a:cxn>
                    <a:cxn ang="0">
                      <a:pos x="15" y="0"/>
                    </a:cxn>
                  </a:cxnLst>
                  <a:rect l="0" t="0" r="r" b="b"/>
                  <a:pathLst>
                    <a:path w="19" h="12">
                      <a:moveTo>
                        <a:pt x="15" y="0"/>
                      </a:moveTo>
                      <a:lnTo>
                        <a:pt x="2" y="0"/>
                      </a:lnTo>
                      <a:lnTo>
                        <a:pt x="0" y="12"/>
                      </a:lnTo>
                      <a:lnTo>
                        <a:pt x="19"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94" name="矩形 10893"/>
                <p:cNvSpPr>
                  <a:spLocks noChangeArrowheads="1"/>
                </p:cNvSpPr>
                <p:nvPr/>
              </p:nvSpPr>
              <p:spPr bwMode="auto">
                <a:xfrm>
                  <a:off x="691"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93" name="任意多边形 10894"/>
                <p:cNvSpPr/>
                <p:nvPr/>
              </p:nvSpPr>
              <p:spPr bwMode="auto">
                <a:xfrm>
                  <a:off x="686" y="3497"/>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92" name="任意多边形 10895"/>
                <p:cNvSpPr/>
                <p:nvPr/>
              </p:nvSpPr>
              <p:spPr bwMode="auto">
                <a:xfrm>
                  <a:off x="704" y="3497"/>
                  <a:ext cx="7" cy="18"/>
                </a:xfrm>
                <a:custGeom>
                  <a:avLst/>
                  <a:gdLst/>
                  <a:ahLst/>
                  <a:cxnLst>
                    <a:cxn ang="0">
                      <a:pos x="0" y="0"/>
                    </a:cxn>
                    <a:cxn ang="0">
                      <a:pos x="7" y="14"/>
                    </a:cxn>
                    <a:cxn ang="0">
                      <a:pos x="4" y="18"/>
                    </a:cxn>
                  </a:cxnLst>
                  <a:rect l="0" t="0" r="r" b="b"/>
                  <a:pathLst>
                    <a:path w="7" h="18">
                      <a:moveTo>
                        <a:pt x="0" y="0"/>
                      </a:moveTo>
                      <a:lnTo>
                        <a:pt x="7"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91" name="任意多边形 10896"/>
                <p:cNvSpPr/>
                <p:nvPr/>
              </p:nvSpPr>
              <p:spPr bwMode="auto">
                <a:xfrm>
                  <a:off x="295"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90" name="矩形 10897"/>
                <p:cNvSpPr>
                  <a:spLocks noChangeArrowheads="1"/>
                </p:cNvSpPr>
                <p:nvPr/>
              </p:nvSpPr>
              <p:spPr bwMode="auto">
                <a:xfrm>
                  <a:off x="298"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89" name="任意多边形 10898"/>
                <p:cNvSpPr/>
                <p:nvPr/>
              </p:nvSpPr>
              <p:spPr bwMode="auto">
                <a:xfrm>
                  <a:off x="291" y="3476"/>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88" name="任意多边形 10899"/>
                <p:cNvSpPr/>
                <p:nvPr/>
              </p:nvSpPr>
              <p:spPr bwMode="auto">
                <a:xfrm>
                  <a:off x="310" y="3476"/>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87" name="任意多边形 10900"/>
                <p:cNvSpPr/>
                <p:nvPr/>
              </p:nvSpPr>
              <p:spPr bwMode="auto">
                <a:xfrm>
                  <a:off x="325"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86" name="矩形 10901"/>
                <p:cNvSpPr>
                  <a:spLocks noChangeArrowheads="1"/>
                </p:cNvSpPr>
                <p:nvPr/>
              </p:nvSpPr>
              <p:spPr bwMode="auto">
                <a:xfrm>
                  <a:off x="328"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85" name="任意多边形 10902"/>
                <p:cNvSpPr/>
                <p:nvPr/>
              </p:nvSpPr>
              <p:spPr bwMode="auto">
                <a:xfrm>
                  <a:off x="321" y="3476"/>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84" name="任意多边形 10903"/>
                <p:cNvSpPr/>
                <p:nvPr/>
              </p:nvSpPr>
              <p:spPr bwMode="auto">
                <a:xfrm>
                  <a:off x="341" y="3476"/>
                  <a:ext cx="7" cy="16"/>
                </a:xfrm>
                <a:custGeom>
                  <a:avLst/>
                  <a:gdLst/>
                  <a:ahLst/>
                  <a:cxnLst>
                    <a:cxn ang="0">
                      <a:pos x="0" y="0"/>
                    </a:cxn>
                    <a:cxn ang="0">
                      <a:pos x="7" y="14"/>
                    </a:cxn>
                    <a:cxn ang="0">
                      <a:pos x="4" y="16"/>
                    </a:cxn>
                  </a:cxnLst>
                  <a:rect l="0" t="0" r="r" b="b"/>
                  <a:pathLst>
                    <a:path w="7" h="16">
                      <a:moveTo>
                        <a:pt x="0" y="0"/>
                      </a:moveTo>
                      <a:lnTo>
                        <a:pt x="7"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83" name="任意多边形 10904"/>
                <p:cNvSpPr/>
                <p:nvPr/>
              </p:nvSpPr>
              <p:spPr bwMode="auto">
                <a:xfrm>
                  <a:off x="355" y="3481"/>
                  <a:ext cx="20" cy="11"/>
                </a:xfrm>
                <a:custGeom>
                  <a:avLst/>
                  <a:gdLst/>
                  <a:ahLst/>
                  <a:cxnLst>
                    <a:cxn ang="0">
                      <a:pos x="16" y="0"/>
                    </a:cxn>
                    <a:cxn ang="0">
                      <a:pos x="3" y="0"/>
                    </a:cxn>
                    <a:cxn ang="0">
                      <a:pos x="0" y="11"/>
                    </a:cxn>
                    <a:cxn ang="0">
                      <a:pos x="20" y="11"/>
                    </a:cxn>
                    <a:cxn ang="0">
                      <a:pos x="16" y="0"/>
                    </a:cxn>
                  </a:cxnLst>
                  <a:rect l="0" t="0" r="r" b="b"/>
                  <a:pathLst>
                    <a:path w="20" h="11">
                      <a:moveTo>
                        <a:pt x="16" y="0"/>
                      </a:moveTo>
                      <a:lnTo>
                        <a:pt x="3" y="0"/>
                      </a:lnTo>
                      <a:lnTo>
                        <a:pt x="0" y="11"/>
                      </a:lnTo>
                      <a:lnTo>
                        <a:pt x="20" y="11"/>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82" name="矩形 10905"/>
                <p:cNvSpPr>
                  <a:spLocks noChangeArrowheads="1"/>
                </p:cNvSpPr>
                <p:nvPr/>
              </p:nvSpPr>
              <p:spPr bwMode="auto">
                <a:xfrm>
                  <a:off x="358" y="3476"/>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81" name="任意多边形 10906"/>
                <p:cNvSpPr/>
                <p:nvPr/>
              </p:nvSpPr>
              <p:spPr bwMode="auto">
                <a:xfrm>
                  <a:off x="353" y="3476"/>
                  <a:ext cx="5" cy="16"/>
                </a:xfrm>
                <a:custGeom>
                  <a:avLst/>
                  <a:gdLst/>
                  <a:ahLst/>
                  <a:cxnLst>
                    <a:cxn ang="0">
                      <a:pos x="5" y="0"/>
                    </a:cxn>
                    <a:cxn ang="0">
                      <a:pos x="0" y="14"/>
                    </a:cxn>
                    <a:cxn ang="0">
                      <a:pos x="2" y="16"/>
                    </a:cxn>
                  </a:cxnLst>
                  <a:rect l="0" t="0" r="r" b="b"/>
                  <a:pathLst>
                    <a:path w="5" h="16">
                      <a:moveTo>
                        <a:pt x="5"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80" name="任意多边形 10907"/>
                <p:cNvSpPr/>
                <p:nvPr/>
              </p:nvSpPr>
              <p:spPr bwMode="auto">
                <a:xfrm>
                  <a:off x="371" y="3476"/>
                  <a:ext cx="7" cy="16"/>
                </a:xfrm>
                <a:custGeom>
                  <a:avLst/>
                  <a:gdLst/>
                  <a:ahLst/>
                  <a:cxnLst>
                    <a:cxn ang="0">
                      <a:pos x="0" y="0"/>
                    </a:cxn>
                    <a:cxn ang="0">
                      <a:pos x="7" y="14"/>
                    </a:cxn>
                    <a:cxn ang="0">
                      <a:pos x="4" y="16"/>
                    </a:cxn>
                  </a:cxnLst>
                  <a:rect l="0" t="0" r="r" b="b"/>
                  <a:pathLst>
                    <a:path w="7" h="16">
                      <a:moveTo>
                        <a:pt x="0" y="0"/>
                      </a:moveTo>
                      <a:lnTo>
                        <a:pt x="7"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79" name="任意多边形 10908"/>
                <p:cNvSpPr/>
                <p:nvPr/>
              </p:nvSpPr>
              <p:spPr bwMode="auto">
                <a:xfrm>
                  <a:off x="387"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78" name="矩形 10909"/>
                <p:cNvSpPr>
                  <a:spLocks noChangeArrowheads="1"/>
                </p:cNvSpPr>
                <p:nvPr/>
              </p:nvSpPr>
              <p:spPr bwMode="auto">
                <a:xfrm>
                  <a:off x="390"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77" name="任意多边形 10910"/>
                <p:cNvSpPr/>
                <p:nvPr/>
              </p:nvSpPr>
              <p:spPr bwMode="auto">
                <a:xfrm>
                  <a:off x="383" y="3476"/>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76" name="任意多边形 10911"/>
                <p:cNvSpPr/>
                <p:nvPr/>
              </p:nvSpPr>
              <p:spPr bwMode="auto">
                <a:xfrm>
                  <a:off x="402" y="3476"/>
                  <a:ext cx="6" cy="16"/>
                </a:xfrm>
                <a:custGeom>
                  <a:avLst/>
                  <a:gdLst/>
                  <a:ahLst/>
                  <a:cxnLst>
                    <a:cxn ang="0">
                      <a:pos x="0" y="0"/>
                    </a:cxn>
                    <a:cxn ang="0">
                      <a:pos x="6" y="14"/>
                    </a:cxn>
                    <a:cxn ang="0">
                      <a:pos x="5" y="16"/>
                    </a:cxn>
                  </a:cxnLst>
                  <a:rect l="0" t="0" r="r" b="b"/>
                  <a:pathLst>
                    <a:path w="6" h="16">
                      <a:moveTo>
                        <a:pt x="0" y="0"/>
                      </a:moveTo>
                      <a:lnTo>
                        <a:pt x="6"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75" name="任意多边形 10912"/>
                <p:cNvSpPr/>
                <p:nvPr/>
              </p:nvSpPr>
              <p:spPr bwMode="auto">
                <a:xfrm>
                  <a:off x="417" y="3481"/>
                  <a:ext cx="18" cy="11"/>
                </a:xfrm>
                <a:custGeom>
                  <a:avLst/>
                  <a:gdLst/>
                  <a:ahLst/>
                  <a:cxnLst>
                    <a:cxn ang="0">
                      <a:pos x="16" y="0"/>
                    </a:cxn>
                    <a:cxn ang="0">
                      <a:pos x="3" y="0"/>
                    </a:cxn>
                    <a:cxn ang="0">
                      <a:pos x="0" y="11"/>
                    </a:cxn>
                    <a:cxn ang="0">
                      <a:pos x="18" y="11"/>
                    </a:cxn>
                    <a:cxn ang="0">
                      <a:pos x="16" y="0"/>
                    </a:cxn>
                  </a:cxnLst>
                  <a:rect l="0" t="0" r="r" b="b"/>
                  <a:pathLst>
                    <a:path w="18" h="11">
                      <a:moveTo>
                        <a:pt x="16" y="0"/>
                      </a:moveTo>
                      <a:lnTo>
                        <a:pt x="3" y="0"/>
                      </a:lnTo>
                      <a:lnTo>
                        <a:pt x="0" y="11"/>
                      </a:lnTo>
                      <a:lnTo>
                        <a:pt x="18" y="11"/>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74" name="矩形 10913"/>
                <p:cNvSpPr>
                  <a:spLocks noChangeArrowheads="1"/>
                </p:cNvSpPr>
                <p:nvPr/>
              </p:nvSpPr>
              <p:spPr bwMode="auto">
                <a:xfrm>
                  <a:off x="420" y="3476"/>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73" name="任意多边形 10914"/>
                <p:cNvSpPr/>
                <p:nvPr/>
              </p:nvSpPr>
              <p:spPr bwMode="auto">
                <a:xfrm>
                  <a:off x="413" y="3476"/>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72" name="任意多边形 10915"/>
                <p:cNvSpPr/>
                <p:nvPr/>
              </p:nvSpPr>
              <p:spPr bwMode="auto">
                <a:xfrm>
                  <a:off x="433" y="3476"/>
                  <a:ext cx="5" cy="16"/>
                </a:xfrm>
                <a:custGeom>
                  <a:avLst/>
                  <a:gdLst/>
                  <a:ahLst/>
                  <a:cxnLst>
                    <a:cxn ang="0">
                      <a:pos x="0" y="0"/>
                    </a:cxn>
                    <a:cxn ang="0">
                      <a:pos x="5" y="14"/>
                    </a:cxn>
                    <a:cxn ang="0">
                      <a:pos x="4" y="16"/>
                    </a:cxn>
                  </a:cxnLst>
                  <a:rect l="0" t="0" r="r" b="b"/>
                  <a:pathLst>
                    <a:path w="5" h="16">
                      <a:moveTo>
                        <a:pt x="0" y="0"/>
                      </a:moveTo>
                      <a:lnTo>
                        <a:pt x="5"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71" name="任意多边形 10916"/>
                <p:cNvSpPr/>
                <p:nvPr/>
              </p:nvSpPr>
              <p:spPr bwMode="auto">
                <a:xfrm>
                  <a:off x="448" y="3481"/>
                  <a:ext cx="19" cy="11"/>
                </a:xfrm>
                <a:custGeom>
                  <a:avLst/>
                  <a:gdLst/>
                  <a:ahLst/>
                  <a:cxnLst>
                    <a:cxn ang="0">
                      <a:pos x="16" y="0"/>
                    </a:cxn>
                    <a:cxn ang="0">
                      <a:pos x="2" y="0"/>
                    </a:cxn>
                    <a:cxn ang="0">
                      <a:pos x="0" y="11"/>
                    </a:cxn>
                    <a:cxn ang="0">
                      <a:pos x="19" y="11"/>
                    </a:cxn>
                    <a:cxn ang="0">
                      <a:pos x="16" y="0"/>
                    </a:cxn>
                  </a:cxnLst>
                  <a:rect l="0" t="0" r="r" b="b"/>
                  <a:pathLst>
                    <a:path w="19" h="11">
                      <a:moveTo>
                        <a:pt x="16" y="0"/>
                      </a:moveTo>
                      <a:lnTo>
                        <a:pt x="2" y="0"/>
                      </a:lnTo>
                      <a:lnTo>
                        <a:pt x="0" y="11"/>
                      </a:lnTo>
                      <a:lnTo>
                        <a:pt x="19" y="11"/>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70" name="矩形 10917"/>
                <p:cNvSpPr>
                  <a:spLocks noChangeArrowheads="1"/>
                </p:cNvSpPr>
                <p:nvPr/>
              </p:nvSpPr>
              <p:spPr bwMode="auto">
                <a:xfrm>
                  <a:off x="450" y="3476"/>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69" name="任意多边形 10918"/>
                <p:cNvSpPr/>
                <p:nvPr/>
              </p:nvSpPr>
              <p:spPr bwMode="auto">
                <a:xfrm>
                  <a:off x="445" y="3476"/>
                  <a:ext cx="5" cy="16"/>
                </a:xfrm>
                <a:custGeom>
                  <a:avLst/>
                  <a:gdLst/>
                  <a:ahLst/>
                  <a:cxnLst>
                    <a:cxn ang="0">
                      <a:pos x="5" y="0"/>
                    </a:cxn>
                    <a:cxn ang="0">
                      <a:pos x="0" y="14"/>
                    </a:cxn>
                    <a:cxn ang="0">
                      <a:pos x="2" y="16"/>
                    </a:cxn>
                  </a:cxnLst>
                  <a:rect l="0" t="0" r="r" b="b"/>
                  <a:pathLst>
                    <a:path w="5" h="16">
                      <a:moveTo>
                        <a:pt x="5"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68" name="任意多边形 10919"/>
                <p:cNvSpPr/>
                <p:nvPr/>
              </p:nvSpPr>
              <p:spPr bwMode="auto">
                <a:xfrm>
                  <a:off x="464" y="3476"/>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67" name="任意多边形 10920"/>
                <p:cNvSpPr/>
                <p:nvPr/>
              </p:nvSpPr>
              <p:spPr bwMode="auto">
                <a:xfrm>
                  <a:off x="479"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66" name="矩形 10921"/>
                <p:cNvSpPr>
                  <a:spLocks noChangeArrowheads="1"/>
                </p:cNvSpPr>
                <p:nvPr/>
              </p:nvSpPr>
              <p:spPr bwMode="auto">
                <a:xfrm>
                  <a:off x="482"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65" name="任意多边形 10922"/>
                <p:cNvSpPr/>
                <p:nvPr/>
              </p:nvSpPr>
              <p:spPr bwMode="auto">
                <a:xfrm>
                  <a:off x="475" y="3476"/>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64" name="任意多边形 10923"/>
                <p:cNvSpPr/>
                <p:nvPr/>
              </p:nvSpPr>
              <p:spPr bwMode="auto">
                <a:xfrm>
                  <a:off x="494" y="3476"/>
                  <a:ext cx="6" cy="16"/>
                </a:xfrm>
                <a:custGeom>
                  <a:avLst/>
                  <a:gdLst/>
                  <a:ahLst/>
                  <a:cxnLst>
                    <a:cxn ang="0">
                      <a:pos x="0" y="0"/>
                    </a:cxn>
                    <a:cxn ang="0">
                      <a:pos x="6" y="14"/>
                    </a:cxn>
                    <a:cxn ang="0">
                      <a:pos x="5" y="16"/>
                    </a:cxn>
                  </a:cxnLst>
                  <a:rect l="0" t="0" r="r" b="b"/>
                  <a:pathLst>
                    <a:path w="6" h="16">
                      <a:moveTo>
                        <a:pt x="0" y="0"/>
                      </a:moveTo>
                      <a:lnTo>
                        <a:pt x="6"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63" name="任意多边形 10924"/>
                <p:cNvSpPr/>
                <p:nvPr/>
              </p:nvSpPr>
              <p:spPr bwMode="auto">
                <a:xfrm>
                  <a:off x="509" y="3481"/>
                  <a:ext cx="20" cy="11"/>
                </a:xfrm>
                <a:custGeom>
                  <a:avLst/>
                  <a:gdLst/>
                  <a:ahLst/>
                  <a:cxnLst>
                    <a:cxn ang="0">
                      <a:pos x="16" y="0"/>
                    </a:cxn>
                    <a:cxn ang="0">
                      <a:pos x="3" y="0"/>
                    </a:cxn>
                    <a:cxn ang="0">
                      <a:pos x="0" y="11"/>
                    </a:cxn>
                    <a:cxn ang="0">
                      <a:pos x="20" y="11"/>
                    </a:cxn>
                    <a:cxn ang="0">
                      <a:pos x="16" y="0"/>
                    </a:cxn>
                  </a:cxnLst>
                  <a:rect l="0" t="0" r="r" b="b"/>
                  <a:pathLst>
                    <a:path w="20" h="11">
                      <a:moveTo>
                        <a:pt x="16" y="0"/>
                      </a:moveTo>
                      <a:lnTo>
                        <a:pt x="3" y="0"/>
                      </a:lnTo>
                      <a:lnTo>
                        <a:pt x="0" y="11"/>
                      </a:lnTo>
                      <a:lnTo>
                        <a:pt x="20" y="11"/>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62" name="矩形 10925"/>
                <p:cNvSpPr>
                  <a:spLocks noChangeArrowheads="1"/>
                </p:cNvSpPr>
                <p:nvPr/>
              </p:nvSpPr>
              <p:spPr bwMode="auto">
                <a:xfrm>
                  <a:off x="512" y="3476"/>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61" name="任意多边形 10926"/>
                <p:cNvSpPr/>
                <p:nvPr/>
              </p:nvSpPr>
              <p:spPr bwMode="auto">
                <a:xfrm>
                  <a:off x="505" y="3476"/>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60" name="任意多边形 10927"/>
                <p:cNvSpPr/>
                <p:nvPr/>
              </p:nvSpPr>
              <p:spPr bwMode="auto">
                <a:xfrm>
                  <a:off x="525" y="3476"/>
                  <a:ext cx="5" cy="16"/>
                </a:xfrm>
                <a:custGeom>
                  <a:avLst/>
                  <a:gdLst/>
                  <a:ahLst/>
                  <a:cxnLst>
                    <a:cxn ang="0">
                      <a:pos x="0" y="0"/>
                    </a:cxn>
                    <a:cxn ang="0">
                      <a:pos x="5" y="14"/>
                    </a:cxn>
                    <a:cxn ang="0">
                      <a:pos x="4" y="16"/>
                    </a:cxn>
                  </a:cxnLst>
                  <a:rect l="0" t="0" r="r" b="b"/>
                  <a:pathLst>
                    <a:path w="5" h="16">
                      <a:moveTo>
                        <a:pt x="0" y="0"/>
                      </a:moveTo>
                      <a:lnTo>
                        <a:pt x="5"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59" name="任意多边形 10928"/>
                <p:cNvSpPr/>
                <p:nvPr/>
              </p:nvSpPr>
              <p:spPr bwMode="auto">
                <a:xfrm>
                  <a:off x="540" y="3481"/>
                  <a:ext cx="19" cy="11"/>
                </a:xfrm>
                <a:custGeom>
                  <a:avLst/>
                  <a:gdLst/>
                  <a:ahLst/>
                  <a:cxnLst>
                    <a:cxn ang="0">
                      <a:pos x="16" y="0"/>
                    </a:cxn>
                    <a:cxn ang="0">
                      <a:pos x="2" y="0"/>
                    </a:cxn>
                    <a:cxn ang="0">
                      <a:pos x="0" y="11"/>
                    </a:cxn>
                    <a:cxn ang="0">
                      <a:pos x="19" y="11"/>
                    </a:cxn>
                    <a:cxn ang="0">
                      <a:pos x="16" y="0"/>
                    </a:cxn>
                  </a:cxnLst>
                  <a:rect l="0" t="0" r="r" b="b"/>
                  <a:pathLst>
                    <a:path w="19" h="11">
                      <a:moveTo>
                        <a:pt x="16" y="0"/>
                      </a:moveTo>
                      <a:lnTo>
                        <a:pt x="2" y="0"/>
                      </a:lnTo>
                      <a:lnTo>
                        <a:pt x="0" y="11"/>
                      </a:lnTo>
                      <a:lnTo>
                        <a:pt x="19" y="11"/>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58" name="矩形 10929"/>
                <p:cNvSpPr>
                  <a:spLocks noChangeArrowheads="1"/>
                </p:cNvSpPr>
                <p:nvPr/>
              </p:nvSpPr>
              <p:spPr bwMode="auto">
                <a:xfrm>
                  <a:off x="542" y="3476"/>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57" name="任意多边形 10930"/>
                <p:cNvSpPr/>
                <p:nvPr/>
              </p:nvSpPr>
              <p:spPr bwMode="auto">
                <a:xfrm>
                  <a:off x="537" y="3476"/>
                  <a:ext cx="5" cy="16"/>
                </a:xfrm>
                <a:custGeom>
                  <a:avLst/>
                  <a:gdLst/>
                  <a:ahLst/>
                  <a:cxnLst>
                    <a:cxn ang="0">
                      <a:pos x="5" y="0"/>
                    </a:cxn>
                    <a:cxn ang="0">
                      <a:pos x="0" y="14"/>
                    </a:cxn>
                    <a:cxn ang="0">
                      <a:pos x="2" y="16"/>
                    </a:cxn>
                  </a:cxnLst>
                  <a:rect l="0" t="0" r="r" b="b"/>
                  <a:pathLst>
                    <a:path w="5" h="16">
                      <a:moveTo>
                        <a:pt x="5"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56" name="任意多边形 10931"/>
                <p:cNvSpPr/>
                <p:nvPr/>
              </p:nvSpPr>
              <p:spPr bwMode="auto">
                <a:xfrm>
                  <a:off x="556" y="3476"/>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55" name="任意多边形 10932"/>
                <p:cNvSpPr/>
                <p:nvPr/>
              </p:nvSpPr>
              <p:spPr bwMode="auto">
                <a:xfrm>
                  <a:off x="571"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54" name="矩形 10933"/>
                <p:cNvSpPr>
                  <a:spLocks noChangeArrowheads="1"/>
                </p:cNvSpPr>
                <p:nvPr/>
              </p:nvSpPr>
              <p:spPr bwMode="auto">
                <a:xfrm>
                  <a:off x="574"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53" name="任意多边形 10934"/>
                <p:cNvSpPr/>
                <p:nvPr/>
              </p:nvSpPr>
              <p:spPr bwMode="auto">
                <a:xfrm>
                  <a:off x="567" y="3476"/>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52" name="任意多边形 10935"/>
                <p:cNvSpPr/>
                <p:nvPr/>
              </p:nvSpPr>
              <p:spPr bwMode="auto">
                <a:xfrm>
                  <a:off x="586" y="3476"/>
                  <a:ext cx="6" cy="16"/>
                </a:xfrm>
                <a:custGeom>
                  <a:avLst/>
                  <a:gdLst/>
                  <a:ahLst/>
                  <a:cxnLst>
                    <a:cxn ang="0">
                      <a:pos x="0" y="0"/>
                    </a:cxn>
                    <a:cxn ang="0">
                      <a:pos x="6" y="14"/>
                    </a:cxn>
                    <a:cxn ang="0">
                      <a:pos x="5" y="16"/>
                    </a:cxn>
                  </a:cxnLst>
                  <a:rect l="0" t="0" r="r" b="b"/>
                  <a:pathLst>
                    <a:path w="6" h="16">
                      <a:moveTo>
                        <a:pt x="0" y="0"/>
                      </a:moveTo>
                      <a:lnTo>
                        <a:pt x="6"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51" name="任意多边形 10936"/>
                <p:cNvSpPr/>
                <p:nvPr/>
              </p:nvSpPr>
              <p:spPr bwMode="auto">
                <a:xfrm>
                  <a:off x="601" y="3481"/>
                  <a:ext cx="20" cy="11"/>
                </a:xfrm>
                <a:custGeom>
                  <a:avLst/>
                  <a:gdLst/>
                  <a:ahLst/>
                  <a:cxnLst>
                    <a:cxn ang="0">
                      <a:pos x="16" y="0"/>
                    </a:cxn>
                    <a:cxn ang="0">
                      <a:pos x="3" y="0"/>
                    </a:cxn>
                    <a:cxn ang="0">
                      <a:pos x="0" y="11"/>
                    </a:cxn>
                    <a:cxn ang="0">
                      <a:pos x="20" y="11"/>
                    </a:cxn>
                    <a:cxn ang="0">
                      <a:pos x="16" y="0"/>
                    </a:cxn>
                  </a:cxnLst>
                  <a:rect l="0" t="0" r="r" b="b"/>
                  <a:pathLst>
                    <a:path w="20" h="11">
                      <a:moveTo>
                        <a:pt x="16" y="0"/>
                      </a:moveTo>
                      <a:lnTo>
                        <a:pt x="3" y="0"/>
                      </a:lnTo>
                      <a:lnTo>
                        <a:pt x="0" y="11"/>
                      </a:lnTo>
                      <a:lnTo>
                        <a:pt x="20" y="11"/>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50" name="矩形 10937"/>
                <p:cNvSpPr>
                  <a:spLocks noChangeArrowheads="1"/>
                </p:cNvSpPr>
                <p:nvPr/>
              </p:nvSpPr>
              <p:spPr bwMode="auto">
                <a:xfrm>
                  <a:off x="604" y="3476"/>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49" name="任意多边形 10938"/>
                <p:cNvSpPr/>
                <p:nvPr/>
              </p:nvSpPr>
              <p:spPr bwMode="auto">
                <a:xfrm>
                  <a:off x="597" y="3476"/>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48" name="任意多边形 10939"/>
                <p:cNvSpPr/>
                <p:nvPr/>
              </p:nvSpPr>
              <p:spPr bwMode="auto">
                <a:xfrm>
                  <a:off x="617" y="3476"/>
                  <a:ext cx="5" cy="16"/>
                </a:xfrm>
                <a:custGeom>
                  <a:avLst/>
                  <a:gdLst/>
                  <a:ahLst/>
                  <a:cxnLst>
                    <a:cxn ang="0">
                      <a:pos x="0" y="0"/>
                    </a:cxn>
                    <a:cxn ang="0">
                      <a:pos x="5" y="14"/>
                    </a:cxn>
                    <a:cxn ang="0">
                      <a:pos x="4" y="16"/>
                    </a:cxn>
                  </a:cxnLst>
                  <a:rect l="0" t="0" r="r" b="b"/>
                  <a:pathLst>
                    <a:path w="5" h="16">
                      <a:moveTo>
                        <a:pt x="0" y="0"/>
                      </a:moveTo>
                      <a:lnTo>
                        <a:pt x="5"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47" name="任意多边形 10940"/>
                <p:cNvSpPr/>
                <p:nvPr/>
              </p:nvSpPr>
              <p:spPr bwMode="auto">
                <a:xfrm>
                  <a:off x="633"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46" name="矩形 10941"/>
                <p:cNvSpPr>
                  <a:spLocks noChangeArrowheads="1"/>
                </p:cNvSpPr>
                <p:nvPr/>
              </p:nvSpPr>
              <p:spPr bwMode="auto">
                <a:xfrm>
                  <a:off x="636"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45" name="任意多边形 10942"/>
                <p:cNvSpPr/>
                <p:nvPr/>
              </p:nvSpPr>
              <p:spPr bwMode="auto">
                <a:xfrm>
                  <a:off x="628" y="3476"/>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44" name="任意多边形 10943"/>
                <p:cNvSpPr/>
                <p:nvPr/>
              </p:nvSpPr>
              <p:spPr bwMode="auto">
                <a:xfrm>
                  <a:off x="648" y="3476"/>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43" name="任意多边形 10944"/>
                <p:cNvSpPr/>
                <p:nvPr/>
              </p:nvSpPr>
              <p:spPr bwMode="auto">
                <a:xfrm>
                  <a:off x="663"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42" name="矩形 10945"/>
                <p:cNvSpPr>
                  <a:spLocks noChangeArrowheads="1"/>
                </p:cNvSpPr>
                <p:nvPr/>
              </p:nvSpPr>
              <p:spPr bwMode="auto">
                <a:xfrm>
                  <a:off x="666"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41" name="任意多边形 10946"/>
                <p:cNvSpPr/>
                <p:nvPr/>
              </p:nvSpPr>
              <p:spPr bwMode="auto">
                <a:xfrm>
                  <a:off x="659" y="3476"/>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40" name="任意多边形 10947"/>
                <p:cNvSpPr/>
                <p:nvPr/>
              </p:nvSpPr>
              <p:spPr bwMode="auto">
                <a:xfrm>
                  <a:off x="678" y="3476"/>
                  <a:ext cx="6" cy="16"/>
                </a:xfrm>
                <a:custGeom>
                  <a:avLst/>
                  <a:gdLst/>
                  <a:ahLst/>
                  <a:cxnLst>
                    <a:cxn ang="0">
                      <a:pos x="0" y="0"/>
                    </a:cxn>
                    <a:cxn ang="0">
                      <a:pos x="6" y="14"/>
                    </a:cxn>
                    <a:cxn ang="0">
                      <a:pos x="5" y="16"/>
                    </a:cxn>
                  </a:cxnLst>
                  <a:rect l="0" t="0" r="r" b="b"/>
                  <a:pathLst>
                    <a:path w="6" h="16">
                      <a:moveTo>
                        <a:pt x="0" y="0"/>
                      </a:moveTo>
                      <a:lnTo>
                        <a:pt x="6"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39" name="任意多边形 10948"/>
                <p:cNvSpPr/>
                <p:nvPr/>
              </p:nvSpPr>
              <p:spPr bwMode="auto">
                <a:xfrm>
                  <a:off x="380" y="3526"/>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38" name="矩形 10949"/>
                <p:cNvSpPr>
                  <a:spLocks noChangeArrowheads="1"/>
                </p:cNvSpPr>
                <p:nvPr/>
              </p:nvSpPr>
              <p:spPr bwMode="auto">
                <a:xfrm>
                  <a:off x="383" y="352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37" name="任意多边形 10950"/>
                <p:cNvSpPr/>
                <p:nvPr/>
              </p:nvSpPr>
              <p:spPr bwMode="auto">
                <a:xfrm>
                  <a:off x="377" y="3521"/>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grpSp>
              <p:nvGrpSpPr>
                <p:cNvPr id="346636" name="组合 10951"/>
                <p:cNvGrpSpPr/>
                <p:nvPr/>
              </p:nvGrpSpPr>
              <p:grpSpPr bwMode="auto">
                <a:xfrm>
                  <a:off x="239" y="3438"/>
                  <a:ext cx="768" cy="148"/>
                  <a:chOff x="239" y="3438"/>
                  <a:chExt cx="768" cy="148"/>
                </a:xfrm>
              </p:grpSpPr>
              <p:sp>
                <p:nvSpPr>
                  <p:cNvPr id="346836" name="任意多边形 10952"/>
                  <p:cNvSpPr/>
                  <p:nvPr/>
                </p:nvSpPr>
                <p:spPr bwMode="auto">
                  <a:xfrm>
                    <a:off x="395" y="3521"/>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35" name="任意多边形 10953"/>
                  <p:cNvSpPr/>
                  <p:nvPr/>
                </p:nvSpPr>
                <p:spPr bwMode="auto">
                  <a:xfrm>
                    <a:off x="410" y="3526"/>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34" name="矩形 10954"/>
                  <p:cNvSpPr>
                    <a:spLocks noChangeArrowheads="1"/>
                  </p:cNvSpPr>
                  <p:nvPr/>
                </p:nvSpPr>
                <p:spPr bwMode="auto">
                  <a:xfrm>
                    <a:off x="413" y="3521"/>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33" name="任意多边形 10955"/>
                  <p:cNvSpPr/>
                  <p:nvPr/>
                </p:nvSpPr>
                <p:spPr bwMode="auto">
                  <a:xfrm>
                    <a:off x="408" y="3521"/>
                    <a:ext cx="5" cy="18"/>
                  </a:xfrm>
                  <a:custGeom>
                    <a:avLst/>
                    <a:gdLst/>
                    <a:ahLst/>
                    <a:cxnLst>
                      <a:cxn ang="0">
                        <a:pos x="5" y="0"/>
                      </a:cxn>
                      <a:cxn ang="0">
                        <a:pos x="0" y="15"/>
                      </a:cxn>
                      <a:cxn ang="0">
                        <a:pos x="2" y="18"/>
                      </a:cxn>
                    </a:cxnLst>
                    <a:rect l="0" t="0" r="r" b="b"/>
                    <a:pathLst>
                      <a:path w="5" h="18">
                        <a:moveTo>
                          <a:pt x="5"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32" name="任意多边形 10956"/>
                  <p:cNvSpPr/>
                  <p:nvPr/>
                </p:nvSpPr>
                <p:spPr bwMode="auto">
                  <a:xfrm>
                    <a:off x="427" y="3521"/>
                    <a:ext cx="6" cy="18"/>
                  </a:xfrm>
                  <a:custGeom>
                    <a:avLst/>
                    <a:gdLst/>
                    <a:ahLst/>
                    <a:cxnLst>
                      <a:cxn ang="0">
                        <a:pos x="0" y="0"/>
                      </a:cxn>
                      <a:cxn ang="0">
                        <a:pos x="6" y="15"/>
                      </a:cxn>
                      <a:cxn ang="0">
                        <a:pos x="3" y="18"/>
                      </a:cxn>
                    </a:cxnLst>
                    <a:rect l="0" t="0" r="r" b="b"/>
                    <a:pathLst>
                      <a:path w="6" h="18">
                        <a:moveTo>
                          <a:pt x="0" y="0"/>
                        </a:moveTo>
                        <a:lnTo>
                          <a:pt x="6"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31" name="任意多边形 10957"/>
                  <p:cNvSpPr/>
                  <p:nvPr/>
                </p:nvSpPr>
                <p:spPr bwMode="auto">
                  <a:xfrm>
                    <a:off x="442" y="3526"/>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30" name="矩形 10958"/>
                  <p:cNvSpPr>
                    <a:spLocks noChangeArrowheads="1"/>
                  </p:cNvSpPr>
                  <p:nvPr/>
                </p:nvSpPr>
                <p:spPr bwMode="auto">
                  <a:xfrm>
                    <a:off x="445" y="352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29" name="任意多边形 10959"/>
                  <p:cNvSpPr/>
                  <p:nvPr/>
                </p:nvSpPr>
                <p:spPr bwMode="auto">
                  <a:xfrm>
                    <a:off x="438" y="3521"/>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28" name="任意多边形 10960"/>
                  <p:cNvSpPr/>
                  <p:nvPr/>
                </p:nvSpPr>
                <p:spPr bwMode="auto">
                  <a:xfrm>
                    <a:off x="457" y="3521"/>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27" name="任意多边形 10961"/>
                  <p:cNvSpPr/>
                  <p:nvPr/>
                </p:nvSpPr>
                <p:spPr bwMode="auto">
                  <a:xfrm>
                    <a:off x="472" y="3526"/>
                    <a:ext cx="18" cy="13"/>
                  </a:xfrm>
                  <a:custGeom>
                    <a:avLst/>
                    <a:gdLst/>
                    <a:ahLst/>
                    <a:cxnLst>
                      <a:cxn ang="0">
                        <a:pos x="17" y="0"/>
                      </a:cxn>
                      <a:cxn ang="0">
                        <a:pos x="3" y="0"/>
                      </a:cxn>
                      <a:cxn ang="0">
                        <a:pos x="0" y="13"/>
                      </a:cxn>
                      <a:cxn ang="0">
                        <a:pos x="18" y="13"/>
                      </a:cxn>
                      <a:cxn ang="0">
                        <a:pos x="17" y="0"/>
                      </a:cxn>
                    </a:cxnLst>
                    <a:rect l="0" t="0" r="r" b="b"/>
                    <a:pathLst>
                      <a:path w="18" h="13">
                        <a:moveTo>
                          <a:pt x="17" y="0"/>
                        </a:moveTo>
                        <a:lnTo>
                          <a:pt x="3" y="0"/>
                        </a:lnTo>
                        <a:lnTo>
                          <a:pt x="0" y="13"/>
                        </a:lnTo>
                        <a:lnTo>
                          <a:pt x="18"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26" name="矩形 10962"/>
                  <p:cNvSpPr>
                    <a:spLocks noChangeArrowheads="1"/>
                  </p:cNvSpPr>
                  <p:nvPr/>
                </p:nvSpPr>
                <p:spPr bwMode="auto">
                  <a:xfrm>
                    <a:off x="475" y="3521"/>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25" name="任意多边形 10963"/>
                  <p:cNvSpPr/>
                  <p:nvPr/>
                </p:nvSpPr>
                <p:spPr bwMode="auto">
                  <a:xfrm>
                    <a:off x="469" y="3521"/>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24" name="任意多边形 10964"/>
                  <p:cNvSpPr/>
                  <p:nvPr/>
                </p:nvSpPr>
                <p:spPr bwMode="auto">
                  <a:xfrm>
                    <a:off x="489" y="3521"/>
                    <a:ext cx="5" cy="18"/>
                  </a:xfrm>
                  <a:custGeom>
                    <a:avLst/>
                    <a:gdLst/>
                    <a:ahLst/>
                    <a:cxnLst>
                      <a:cxn ang="0">
                        <a:pos x="0" y="0"/>
                      </a:cxn>
                      <a:cxn ang="0">
                        <a:pos x="5" y="15"/>
                      </a:cxn>
                      <a:cxn ang="0">
                        <a:pos x="3" y="18"/>
                      </a:cxn>
                    </a:cxnLst>
                    <a:rect l="0" t="0" r="r" b="b"/>
                    <a:pathLst>
                      <a:path w="5" h="18">
                        <a:moveTo>
                          <a:pt x="0" y="0"/>
                        </a:moveTo>
                        <a:lnTo>
                          <a:pt x="5"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23" name="任意多边形 10965"/>
                  <p:cNvSpPr/>
                  <p:nvPr/>
                </p:nvSpPr>
                <p:spPr bwMode="auto">
                  <a:xfrm>
                    <a:off x="502" y="3526"/>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22" name="矩形 10966"/>
                  <p:cNvSpPr>
                    <a:spLocks noChangeArrowheads="1"/>
                  </p:cNvSpPr>
                  <p:nvPr/>
                </p:nvSpPr>
                <p:spPr bwMode="auto">
                  <a:xfrm>
                    <a:off x="505" y="3521"/>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21" name="任意多边形 10967"/>
                  <p:cNvSpPr/>
                  <p:nvPr/>
                </p:nvSpPr>
                <p:spPr bwMode="auto">
                  <a:xfrm>
                    <a:off x="500" y="3521"/>
                    <a:ext cx="5" cy="18"/>
                  </a:xfrm>
                  <a:custGeom>
                    <a:avLst/>
                    <a:gdLst/>
                    <a:ahLst/>
                    <a:cxnLst>
                      <a:cxn ang="0">
                        <a:pos x="5" y="0"/>
                      </a:cxn>
                      <a:cxn ang="0">
                        <a:pos x="0" y="15"/>
                      </a:cxn>
                      <a:cxn ang="0">
                        <a:pos x="2" y="18"/>
                      </a:cxn>
                    </a:cxnLst>
                    <a:rect l="0" t="0" r="r" b="b"/>
                    <a:pathLst>
                      <a:path w="5" h="18">
                        <a:moveTo>
                          <a:pt x="5"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20" name="任意多边形 10968"/>
                  <p:cNvSpPr/>
                  <p:nvPr/>
                </p:nvSpPr>
                <p:spPr bwMode="auto">
                  <a:xfrm>
                    <a:off x="519" y="3521"/>
                    <a:ext cx="6" cy="18"/>
                  </a:xfrm>
                  <a:custGeom>
                    <a:avLst/>
                    <a:gdLst/>
                    <a:ahLst/>
                    <a:cxnLst>
                      <a:cxn ang="0">
                        <a:pos x="0" y="0"/>
                      </a:cxn>
                      <a:cxn ang="0">
                        <a:pos x="6" y="15"/>
                      </a:cxn>
                      <a:cxn ang="0">
                        <a:pos x="3" y="18"/>
                      </a:cxn>
                    </a:cxnLst>
                    <a:rect l="0" t="0" r="r" b="b"/>
                    <a:pathLst>
                      <a:path w="6" h="18">
                        <a:moveTo>
                          <a:pt x="0" y="0"/>
                        </a:moveTo>
                        <a:lnTo>
                          <a:pt x="6"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19" name="任意多边形 10969"/>
                  <p:cNvSpPr/>
                  <p:nvPr/>
                </p:nvSpPr>
                <p:spPr bwMode="auto">
                  <a:xfrm>
                    <a:off x="534" y="3526"/>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18" name="矩形 10970"/>
                  <p:cNvSpPr>
                    <a:spLocks noChangeArrowheads="1"/>
                  </p:cNvSpPr>
                  <p:nvPr/>
                </p:nvSpPr>
                <p:spPr bwMode="auto">
                  <a:xfrm>
                    <a:off x="537" y="352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17" name="任意多边形 10971"/>
                  <p:cNvSpPr/>
                  <p:nvPr/>
                </p:nvSpPr>
                <p:spPr bwMode="auto">
                  <a:xfrm>
                    <a:off x="530" y="3521"/>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16" name="任意多边形 10972"/>
                  <p:cNvSpPr/>
                  <p:nvPr/>
                </p:nvSpPr>
                <p:spPr bwMode="auto">
                  <a:xfrm>
                    <a:off x="549" y="3521"/>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15" name="任意多边形 10973"/>
                  <p:cNvSpPr/>
                  <p:nvPr/>
                </p:nvSpPr>
                <p:spPr bwMode="auto">
                  <a:xfrm>
                    <a:off x="564" y="3526"/>
                    <a:ext cx="18" cy="13"/>
                  </a:xfrm>
                  <a:custGeom>
                    <a:avLst/>
                    <a:gdLst/>
                    <a:ahLst/>
                    <a:cxnLst>
                      <a:cxn ang="0">
                        <a:pos x="17" y="0"/>
                      </a:cxn>
                      <a:cxn ang="0">
                        <a:pos x="3" y="0"/>
                      </a:cxn>
                      <a:cxn ang="0">
                        <a:pos x="0" y="13"/>
                      </a:cxn>
                      <a:cxn ang="0">
                        <a:pos x="18" y="13"/>
                      </a:cxn>
                      <a:cxn ang="0">
                        <a:pos x="17" y="0"/>
                      </a:cxn>
                    </a:cxnLst>
                    <a:rect l="0" t="0" r="r" b="b"/>
                    <a:pathLst>
                      <a:path w="18" h="13">
                        <a:moveTo>
                          <a:pt x="17" y="0"/>
                        </a:moveTo>
                        <a:lnTo>
                          <a:pt x="3" y="0"/>
                        </a:lnTo>
                        <a:lnTo>
                          <a:pt x="0" y="13"/>
                        </a:lnTo>
                        <a:lnTo>
                          <a:pt x="18"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14" name="矩形 10974"/>
                  <p:cNvSpPr>
                    <a:spLocks noChangeArrowheads="1"/>
                  </p:cNvSpPr>
                  <p:nvPr/>
                </p:nvSpPr>
                <p:spPr bwMode="auto">
                  <a:xfrm>
                    <a:off x="567" y="3521"/>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13" name="任意多边形 10975"/>
                  <p:cNvSpPr/>
                  <p:nvPr/>
                </p:nvSpPr>
                <p:spPr bwMode="auto">
                  <a:xfrm>
                    <a:off x="561" y="3521"/>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12" name="任意多边形 10976"/>
                  <p:cNvSpPr/>
                  <p:nvPr/>
                </p:nvSpPr>
                <p:spPr bwMode="auto">
                  <a:xfrm>
                    <a:off x="581" y="3521"/>
                    <a:ext cx="5" cy="18"/>
                  </a:xfrm>
                  <a:custGeom>
                    <a:avLst/>
                    <a:gdLst/>
                    <a:ahLst/>
                    <a:cxnLst>
                      <a:cxn ang="0">
                        <a:pos x="0" y="0"/>
                      </a:cxn>
                      <a:cxn ang="0">
                        <a:pos x="5" y="15"/>
                      </a:cxn>
                      <a:cxn ang="0">
                        <a:pos x="3" y="18"/>
                      </a:cxn>
                    </a:cxnLst>
                    <a:rect l="0" t="0" r="r" b="b"/>
                    <a:pathLst>
                      <a:path w="5" h="18">
                        <a:moveTo>
                          <a:pt x="0" y="0"/>
                        </a:moveTo>
                        <a:lnTo>
                          <a:pt x="5"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11" name="任意多边形 10977"/>
                  <p:cNvSpPr/>
                  <p:nvPr/>
                </p:nvSpPr>
                <p:spPr bwMode="auto">
                  <a:xfrm>
                    <a:off x="596" y="3526"/>
                    <a:ext cx="18" cy="13"/>
                  </a:xfrm>
                  <a:custGeom>
                    <a:avLst/>
                    <a:gdLst/>
                    <a:ahLst/>
                    <a:cxnLst>
                      <a:cxn ang="0">
                        <a:pos x="15" y="0"/>
                      </a:cxn>
                      <a:cxn ang="0">
                        <a:pos x="1" y="0"/>
                      </a:cxn>
                      <a:cxn ang="0">
                        <a:pos x="0" y="13"/>
                      </a:cxn>
                      <a:cxn ang="0">
                        <a:pos x="18" y="13"/>
                      </a:cxn>
                      <a:cxn ang="0">
                        <a:pos x="15" y="0"/>
                      </a:cxn>
                    </a:cxnLst>
                    <a:rect l="0" t="0" r="r" b="b"/>
                    <a:pathLst>
                      <a:path w="18" h="13">
                        <a:moveTo>
                          <a:pt x="15" y="0"/>
                        </a:moveTo>
                        <a:lnTo>
                          <a:pt x="1"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10" name="矩形 10978"/>
                  <p:cNvSpPr>
                    <a:spLocks noChangeArrowheads="1"/>
                  </p:cNvSpPr>
                  <p:nvPr/>
                </p:nvSpPr>
                <p:spPr bwMode="auto">
                  <a:xfrm>
                    <a:off x="597" y="3521"/>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09" name="任意多边形 10979"/>
                  <p:cNvSpPr/>
                  <p:nvPr/>
                </p:nvSpPr>
                <p:spPr bwMode="auto">
                  <a:xfrm>
                    <a:off x="592" y="3521"/>
                    <a:ext cx="5" cy="18"/>
                  </a:xfrm>
                  <a:custGeom>
                    <a:avLst/>
                    <a:gdLst/>
                    <a:ahLst/>
                    <a:cxnLst>
                      <a:cxn ang="0">
                        <a:pos x="5" y="0"/>
                      </a:cxn>
                      <a:cxn ang="0">
                        <a:pos x="0" y="15"/>
                      </a:cxn>
                      <a:cxn ang="0">
                        <a:pos x="2" y="18"/>
                      </a:cxn>
                    </a:cxnLst>
                    <a:rect l="0" t="0" r="r" b="b"/>
                    <a:pathLst>
                      <a:path w="5" h="18">
                        <a:moveTo>
                          <a:pt x="5"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08" name="任意多边形 10980"/>
                  <p:cNvSpPr/>
                  <p:nvPr/>
                </p:nvSpPr>
                <p:spPr bwMode="auto">
                  <a:xfrm>
                    <a:off x="611" y="3521"/>
                    <a:ext cx="6" cy="18"/>
                  </a:xfrm>
                  <a:custGeom>
                    <a:avLst/>
                    <a:gdLst/>
                    <a:ahLst/>
                    <a:cxnLst>
                      <a:cxn ang="0">
                        <a:pos x="0" y="0"/>
                      </a:cxn>
                      <a:cxn ang="0">
                        <a:pos x="6" y="15"/>
                      </a:cxn>
                      <a:cxn ang="0">
                        <a:pos x="3" y="18"/>
                      </a:cxn>
                    </a:cxnLst>
                    <a:rect l="0" t="0" r="r" b="b"/>
                    <a:pathLst>
                      <a:path w="6" h="18">
                        <a:moveTo>
                          <a:pt x="0" y="0"/>
                        </a:moveTo>
                        <a:lnTo>
                          <a:pt x="6"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07" name="任意多边形 10981"/>
                  <p:cNvSpPr/>
                  <p:nvPr/>
                </p:nvSpPr>
                <p:spPr bwMode="auto">
                  <a:xfrm>
                    <a:off x="626" y="3526"/>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06" name="矩形 10982"/>
                  <p:cNvSpPr>
                    <a:spLocks noChangeArrowheads="1"/>
                  </p:cNvSpPr>
                  <p:nvPr/>
                </p:nvSpPr>
                <p:spPr bwMode="auto">
                  <a:xfrm>
                    <a:off x="629" y="352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05" name="任意多边形 10983"/>
                  <p:cNvSpPr/>
                  <p:nvPr/>
                </p:nvSpPr>
                <p:spPr bwMode="auto">
                  <a:xfrm>
                    <a:off x="622" y="3521"/>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04" name="任意多边形 10984"/>
                  <p:cNvSpPr/>
                  <p:nvPr/>
                </p:nvSpPr>
                <p:spPr bwMode="auto">
                  <a:xfrm>
                    <a:off x="641" y="3521"/>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03" name="任意多边形 10985"/>
                  <p:cNvSpPr/>
                  <p:nvPr/>
                </p:nvSpPr>
                <p:spPr bwMode="auto">
                  <a:xfrm>
                    <a:off x="656" y="3526"/>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02" name="矩形 10986"/>
                  <p:cNvSpPr>
                    <a:spLocks noChangeArrowheads="1"/>
                  </p:cNvSpPr>
                  <p:nvPr/>
                </p:nvSpPr>
                <p:spPr bwMode="auto">
                  <a:xfrm>
                    <a:off x="659" y="3521"/>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01" name="任意多边形 10987"/>
                  <p:cNvSpPr/>
                  <p:nvPr/>
                </p:nvSpPr>
                <p:spPr bwMode="auto">
                  <a:xfrm>
                    <a:off x="653" y="3521"/>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00" name="任意多边形 10988"/>
                  <p:cNvSpPr/>
                  <p:nvPr/>
                </p:nvSpPr>
                <p:spPr bwMode="auto">
                  <a:xfrm>
                    <a:off x="673" y="3521"/>
                    <a:ext cx="5" cy="18"/>
                  </a:xfrm>
                  <a:custGeom>
                    <a:avLst/>
                    <a:gdLst/>
                    <a:ahLst/>
                    <a:cxnLst>
                      <a:cxn ang="0">
                        <a:pos x="0" y="0"/>
                      </a:cxn>
                      <a:cxn ang="0">
                        <a:pos x="5" y="15"/>
                      </a:cxn>
                      <a:cxn ang="0">
                        <a:pos x="3" y="18"/>
                      </a:cxn>
                    </a:cxnLst>
                    <a:rect l="0" t="0" r="r" b="b"/>
                    <a:pathLst>
                      <a:path w="5" h="18">
                        <a:moveTo>
                          <a:pt x="0" y="0"/>
                        </a:moveTo>
                        <a:lnTo>
                          <a:pt x="5"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99" name="任意多边形 10989"/>
                  <p:cNvSpPr/>
                  <p:nvPr/>
                </p:nvSpPr>
                <p:spPr bwMode="auto">
                  <a:xfrm>
                    <a:off x="686" y="3526"/>
                    <a:ext cx="18" cy="13"/>
                  </a:xfrm>
                  <a:custGeom>
                    <a:avLst/>
                    <a:gdLst/>
                    <a:ahLst/>
                    <a:cxnLst>
                      <a:cxn ang="0">
                        <a:pos x="17" y="0"/>
                      </a:cxn>
                      <a:cxn ang="0">
                        <a:pos x="3" y="0"/>
                      </a:cxn>
                      <a:cxn ang="0">
                        <a:pos x="0" y="13"/>
                      </a:cxn>
                      <a:cxn ang="0">
                        <a:pos x="18" y="13"/>
                      </a:cxn>
                      <a:cxn ang="0">
                        <a:pos x="17" y="0"/>
                      </a:cxn>
                    </a:cxnLst>
                    <a:rect l="0" t="0" r="r" b="b"/>
                    <a:pathLst>
                      <a:path w="18" h="13">
                        <a:moveTo>
                          <a:pt x="17" y="0"/>
                        </a:moveTo>
                        <a:lnTo>
                          <a:pt x="3" y="0"/>
                        </a:lnTo>
                        <a:lnTo>
                          <a:pt x="0" y="13"/>
                        </a:lnTo>
                        <a:lnTo>
                          <a:pt x="18"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98" name="矩形 10990"/>
                  <p:cNvSpPr>
                    <a:spLocks noChangeArrowheads="1"/>
                  </p:cNvSpPr>
                  <p:nvPr/>
                </p:nvSpPr>
                <p:spPr bwMode="auto">
                  <a:xfrm>
                    <a:off x="689" y="3521"/>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97" name="任意多边形 10991"/>
                  <p:cNvSpPr/>
                  <p:nvPr/>
                </p:nvSpPr>
                <p:spPr bwMode="auto">
                  <a:xfrm>
                    <a:off x="683" y="3521"/>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96" name="任意多边形 10992"/>
                  <p:cNvSpPr/>
                  <p:nvPr/>
                </p:nvSpPr>
                <p:spPr bwMode="auto">
                  <a:xfrm>
                    <a:off x="703" y="3521"/>
                    <a:ext cx="6" cy="18"/>
                  </a:xfrm>
                  <a:custGeom>
                    <a:avLst/>
                    <a:gdLst/>
                    <a:ahLst/>
                    <a:cxnLst>
                      <a:cxn ang="0">
                        <a:pos x="0" y="0"/>
                      </a:cxn>
                      <a:cxn ang="0">
                        <a:pos x="6" y="15"/>
                      </a:cxn>
                      <a:cxn ang="0">
                        <a:pos x="3" y="18"/>
                      </a:cxn>
                    </a:cxnLst>
                    <a:rect l="0" t="0" r="r" b="b"/>
                    <a:pathLst>
                      <a:path w="6" h="18">
                        <a:moveTo>
                          <a:pt x="0" y="0"/>
                        </a:moveTo>
                        <a:lnTo>
                          <a:pt x="6"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95" name="任意多边形 10993"/>
                  <p:cNvSpPr/>
                  <p:nvPr/>
                </p:nvSpPr>
                <p:spPr bwMode="auto">
                  <a:xfrm>
                    <a:off x="346" y="3549"/>
                    <a:ext cx="19" cy="13"/>
                  </a:xfrm>
                  <a:custGeom>
                    <a:avLst/>
                    <a:gdLst/>
                    <a:ahLst/>
                    <a:cxnLst>
                      <a:cxn ang="0">
                        <a:pos x="15" y="0"/>
                      </a:cxn>
                      <a:cxn ang="0">
                        <a:pos x="4" y="0"/>
                      </a:cxn>
                      <a:cxn ang="0">
                        <a:pos x="0" y="13"/>
                      </a:cxn>
                      <a:cxn ang="0">
                        <a:pos x="19" y="13"/>
                      </a:cxn>
                      <a:cxn ang="0">
                        <a:pos x="15" y="0"/>
                      </a:cxn>
                    </a:cxnLst>
                    <a:rect l="0" t="0" r="r" b="b"/>
                    <a:pathLst>
                      <a:path w="19" h="13">
                        <a:moveTo>
                          <a:pt x="15" y="0"/>
                        </a:moveTo>
                        <a:lnTo>
                          <a:pt x="4"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94" name="矩形 10994"/>
                  <p:cNvSpPr>
                    <a:spLocks noChangeArrowheads="1"/>
                  </p:cNvSpPr>
                  <p:nvPr/>
                </p:nvSpPr>
                <p:spPr bwMode="auto">
                  <a:xfrm>
                    <a:off x="350" y="3544"/>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93" name="任意多边形 10995"/>
                  <p:cNvSpPr/>
                  <p:nvPr/>
                </p:nvSpPr>
                <p:spPr bwMode="auto">
                  <a:xfrm>
                    <a:off x="343"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92" name="任意多边形 10996"/>
                  <p:cNvSpPr/>
                  <p:nvPr/>
                </p:nvSpPr>
                <p:spPr bwMode="auto">
                  <a:xfrm>
                    <a:off x="361" y="3544"/>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91" name="任意多边形 10997"/>
                  <p:cNvSpPr/>
                  <p:nvPr/>
                </p:nvSpPr>
                <p:spPr bwMode="auto">
                  <a:xfrm>
                    <a:off x="377"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90" name="矩形 10998"/>
                  <p:cNvSpPr>
                    <a:spLocks noChangeArrowheads="1"/>
                  </p:cNvSpPr>
                  <p:nvPr/>
                </p:nvSpPr>
                <p:spPr bwMode="auto">
                  <a:xfrm>
                    <a:off x="380"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89" name="任意多边形 10999"/>
                  <p:cNvSpPr/>
                  <p:nvPr/>
                </p:nvSpPr>
                <p:spPr bwMode="auto">
                  <a:xfrm>
                    <a:off x="373"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88" name="任意多边形 11000"/>
                  <p:cNvSpPr/>
                  <p:nvPr/>
                </p:nvSpPr>
                <p:spPr bwMode="auto">
                  <a:xfrm>
                    <a:off x="392" y="3544"/>
                    <a:ext cx="6" cy="18"/>
                  </a:xfrm>
                  <a:custGeom>
                    <a:avLst/>
                    <a:gdLst/>
                    <a:ahLst/>
                    <a:cxnLst>
                      <a:cxn ang="0">
                        <a:pos x="0" y="0"/>
                      </a:cxn>
                      <a:cxn ang="0">
                        <a:pos x="6" y="15"/>
                      </a:cxn>
                      <a:cxn ang="0">
                        <a:pos x="3" y="18"/>
                      </a:cxn>
                    </a:cxnLst>
                    <a:rect l="0" t="0" r="r" b="b"/>
                    <a:pathLst>
                      <a:path w="6" h="18">
                        <a:moveTo>
                          <a:pt x="0" y="0"/>
                        </a:moveTo>
                        <a:lnTo>
                          <a:pt x="6"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87" name="任意多边形 11001"/>
                  <p:cNvSpPr/>
                  <p:nvPr/>
                </p:nvSpPr>
                <p:spPr bwMode="auto">
                  <a:xfrm>
                    <a:off x="407"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86" name="矩形 11002"/>
                  <p:cNvSpPr>
                    <a:spLocks noChangeArrowheads="1"/>
                  </p:cNvSpPr>
                  <p:nvPr/>
                </p:nvSpPr>
                <p:spPr bwMode="auto">
                  <a:xfrm>
                    <a:off x="410"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85" name="任意多边形 11003"/>
                  <p:cNvSpPr/>
                  <p:nvPr/>
                </p:nvSpPr>
                <p:spPr bwMode="auto">
                  <a:xfrm>
                    <a:off x="403" y="3544"/>
                    <a:ext cx="7" cy="18"/>
                  </a:xfrm>
                  <a:custGeom>
                    <a:avLst/>
                    <a:gdLst/>
                    <a:ahLst/>
                    <a:cxnLst>
                      <a:cxn ang="0">
                        <a:pos x="7" y="0"/>
                      </a:cxn>
                      <a:cxn ang="0">
                        <a:pos x="0" y="15"/>
                      </a:cxn>
                      <a:cxn ang="0">
                        <a:pos x="4" y="18"/>
                      </a:cxn>
                    </a:cxnLst>
                    <a:rect l="0" t="0" r="r" b="b"/>
                    <a:pathLst>
                      <a:path w="7" h="18">
                        <a:moveTo>
                          <a:pt x="7" y="0"/>
                        </a:moveTo>
                        <a:lnTo>
                          <a:pt x="0"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84" name="任意多边形 11004"/>
                  <p:cNvSpPr/>
                  <p:nvPr/>
                </p:nvSpPr>
                <p:spPr bwMode="auto">
                  <a:xfrm>
                    <a:off x="422" y="3544"/>
                    <a:ext cx="6" cy="18"/>
                  </a:xfrm>
                  <a:custGeom>
                    <a:avLst/>
                    <a:gdLst/>
                    <a:ahLst/>
                    <a:cxnLst>
                      <a:cxn ang="0">
                        <a:pos x="0" y="0"/>
                      </a:cxn>
                      <a:cxn ang="0">
                        <a:pos x="6" y="15"/>
                      </a:cxn>
                      <a:cxn ang="0">
                        <a:pos x="5" y="18"/>
                      </a:cxn>
                    </a:cxnLst>
                    <a:rect l="0" t="0" r="r" b="b"/>
                    <a:pathLst>
                      <a:path w="6" h="18">
                        <a:moveTo>
                          <a:pt x="0" y="0"/>
                        </a:moveTo>
                        <a:lnTo>
                          <a:pt x="6"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83" name="任意多边形 11005"/>
                  <p:cNvSpPr/>
                  <p:nvPr/>
                </p:nvSpPr>
                <p:spPr bwMode="auto">
                  <a:xfrm>
                    <a:off x="437" y="3549"/>
                    <a:ext cx="20" cy="13"/>
                  </a:xfrm>
                  <a:custGeom>
                    <a:avLst/>
                    <a:gdLst/>
                    <a:ahLst/>
                    <a:cxnLst>
                      <a:cxn ang="0">
                        <a:pos x="16" y="0"/>
                      </a:cxn>
                      <a:cxn ang="0">
                        <a:pos x="3" y="0"/>
                      </a:cxn>
                      <a:cxn ang="0">
                        <a:pos x="0" y="13"/>
                      </a:cxn>
                      <a:cxn ang="0">
                        <a:pos x="20" y="13"/>
                      </a:cxn>
                      <a:cxn ang="0">
                        <a:pos x="16" y="0"/>
                      </a:cxn>
                    </a:cxnLst>
                    <a:rect l="0" t="0" r="r" b="b"/>
                    <a:pathLst>
                      <a:path w="20" h="13">
                        <a:moveTo>
                          <a:pt x="16" y="0"/>
                        </a:moveTo>
                        <a:lnTo>
                          <a:pt x="3"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82" name="矩形 11006"/>
                  <p:cNvSpPr>
                    <a:spLocks noChangeArrowheads="1"/>
                  </p:cNvSpPr>
                  <p:nvPr/>
                </p:nvSpPr>
                <p:spPr bwMode="auto">
                  <a:xfrm>
                    <a:off x="440" y="354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81" name="任意多边形 11007"/>
                  <p:cNvSpPr/>
                  <p:nvPr/>
                </p:nvSpPr>
                <p:spPr bwMode="auto">
                  <a:xfrm>
                    <a:off x="435" y="3544"/>
                    <a:ext cx="5" cy="18"/>
                  </a:xfrm>
                  <a:custGeom>
                    <a:avLst/>
                    <a:gdLst/>
                    <a:ahLst/>
                    <a:cxnLst>
                      <a:cxn ang="0">
                        <a:pos x="5" y="0"/>
                      </a:cxn>
                      <a:cxn ang="0">
                        <a:pos x="0" y="15"/>
                      </a:cxn>
                      <a:cxn ang="0">
                        <a:pos x="2" y="18"/>
                      </a:cxn>
                    </a:cxnLst>
                    <a:rect l="0" t="0" r="r" b="b"/>
                    <a:pathLst>
                      <a:path w="5" h="18">
                        <a:moveTo>
                          <a:pt x="5"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80" name="任意多边形 11008"/>
                  <p:cNvSpPr/>
                  <p:nvPr/>
                </p:nvSpPr>
                <p:spPr bwMode="auto">
                  <a:xfrm>
                    <a:off x="453" y="3544"/>
                    <a:ext cx="7" cy="18"/>
                  </a:xfrm>
                  <a:custGeom>
                    <a:avLst/>
                    <a:gdLst/>
                    <a:ahLst/>
                    <a:cxnLst>
                      <a:cxn ang="0">
                        <a:pos x="0" y="0"/>
                      </a:cxn>
                      <a:cxn ang="0">
                        <a:pos x="7" y="15"/>
                      </a:cxn>
                      <a:cxn ang="0">
                        <a:pos x="4" y="18"/>
                      </a:cxn>
                    </a:cxnLst>
                    <a:rect l="0" t="0" r="r" b="b"/>
                    <a:pathLst>
                      <a:path w="7" h="18">
                        <a:moveTo>
                          <a:pt x="0" y="0"/>
                        </a:moveTo>
                        <a:lnTo>
                          <a:pt x="7"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79" name="任意多边形 11009"/>
                  <p:cNvSpPr/>
                  <p:nvPr/>
                </p:nvSpPr>
                <p:spPr bwMode="auto">
                  <a:xfrm>
                    <a:off x="467" y="3549"/>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78" name="矩形 11010"/>
                  <p:cNvSpPr>
                    <a:spLocks noChangeArrowheads="1"/>
                  </p:cNvSpPr>
                  <p:nvPr/>
                </p:nvSpPr>
                <p:spPr bwMode="auto">
                  <a:xfrm>
                    <a:off x="470" y="3544"/>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77" name="任意多边形 11011"/>
                  <p:cNvSpPr/>
                  <p:nvPr/>
                </p:nvSpPr>
                <p:spPr bwMode="auto">
                  <a:xfrm>
                    <a:off x="464" y="3544"/>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76" name="任意多边形 11012"/>
                  <p:cNvSpPr/>
                  <p:nvPr/>
                </p:nvSpPr>
                <p:spPr bwMode="auto">
                  <a:xfrm>
                    <a:off x="484" y="3544"/>
                    <a:ext cx="6" cy="18"/>
                  </a:xfrm>
                  <a:custGeom>
                    <a:avLst/>
                    <a:gdLst/>
                    <a:ahLst/>
                    <a:cxnLst>
                      <a:cxn ang="0">
                        <a:pos x="0" y="0"/>
                      </a:cxn>
                      <a:cxn ang="0">
                        <a:pos x="6" y="15"/>
                      </a:cxn>
                      <a:cxn ang="0">
                        <a:pos x="5" y="18"/>
                      </a:cxn>
                    </a:cxnLst>
                    <a:rect l="0" t="0" r="r" b="b"/>
                    <a:pathLst>
                      <a:path w="6" h="18">
                        <a:moveTo>
                          <a:pt x="0" y="0"/>
                        </a:moveTo>
                        <a:lnTo>
                          <a:pt x="6"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75" name="任意多边形 11013"/>
                  <p:cNvSpPr/>
                  <p:nvPr/>
                </p:nvSpPr>
                <p:spPr bwMode="auto">
                  <a:xfrm>
                    <a:off x="499" y="3549"/>
                    <a:ext cx="18" cy="13"/>
                  </a:xfrm>
                  <a:custGeom>
                    <a:avLst/>
                    <a:gdLst/>
                    <a:ahLst/>
                    <a:cxnLst>
                      <a:cxn ang="0">
                        <a:pos x="16" y="0"/>
                      </a:cxn>
                      <a:cxn ang="0">
                        <a:pos x="3" y="0"/>
                      </a:cxn>
                      <a:cxn ang="0">
                        <a:pos x="0" y="13"/>
                      </a:cxn>
                      <a:cxn ang="0">
                        <a:pos x="18" y="13"/>
                      </a:cxn>
                      <a:cxn ang="0">
                        <a:pos x="16" y="0"/>
                      </a:cxn>
                    </a:cxnLst>
                    <a:rect l="0" t="0" r="r" b="b"/>
                    <a:pathLst>
                      <a:path w="18" h="13">
                        <a:moveTo>
                          <a:pt x="16" y="0"/>
                        </a:moveTo>
                        <a:lnTo>
                          <a:pt x="3" y="0"/>
                        </a:lnTo>
                        <a:lnTo>
                          <a:pt x="0" y="13"/>
                        </a:lnTo>
                        <a:lnTo>
                          <a:pt x="18"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74" name="矩形 11014"/>
                  <p:cNvSpPr>
                    <a:spLocks noChangeArrowheads="1"/>
                  </p:cNvSpPr>
                  <p:nvPr/>
                </p:nvSpPr>
                <p:spPr bwMode="auto">
                  <a:xfrm>
                    <a:off x="502" y="354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73" name="任意多边形 11015"/>
                  <p:cNvSpPr/>
                  <p:nvPr/>
                </p:nvSpPr>
                <p:spPr bwMode="auto">
                  <a:xfrm>
                    <a:off x="495"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72" name="任意多边形 11016"/>
                  <p:cNvSpPr/>
                  <p:nvPr/>
                </p:nvSpPr>
                <p:spPr bwMode="auto">
                  <a:xfrm>
                    <a:off x="515" y="3544"/>
                    <a:ext cx="5" cy="18"/>
                  </a:xfrm>
                  <a:custGeom>
                    <a:avLst/>
                    <a:gdLst/>
                    <a:ahLst/>
                    <a:cxnLst>
                      <a:cxn ang="0">
                        <a:pos x="0" y="0"/>
                      </a:cxn>
                      <a:cxn ang="0">
                        <a:pos x="5" y="15"/>
                      </a:cxn>
                      <a:cxn ang="0">
                        <a:pos x="4" y="18"/>
                      </a:cxn>
                    </a:cxnLst>
                    <a:rect l="0" t="0" r="r" b="b"/>
                    <a:pathLst>
                      <a:path w="5" h="18">
                        <a:moveTo>
                          <a:pt x="0" y="0"/>
                        </a:moveTo>
                        <a:lnTo>
                          <a:pt x="5"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71" name="任意多边形 11017"/>
                  <p:cNvSpPr/>
                  <p:nvPr/>
                </p:nvSpPr>
                <p:spPr bwMode="auto">
                  <a:xfrm>
                    <a:off x="529" y="3549"/>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70" name="矩形 11018"/>
                  <p:cNvSpPr>
                    <a:spLocks noChangeArrowheads="1"/>
                  </p:cNvSpPr>
                  <p:nvPr/>
                </p:nvSpPr>
                <p:spPr bwMode="auto">
                  <a:xfrm>
                    <a:off x="532" y="3544"/>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69" name="任意多边形 11019"/>
                  <p:cNvSpPr/>
                  <p:nvPr/>
                </p:nvSpPr>
                <p:spPr bwMode="auto">
                  <a:xfrm>
                    <a:off x="525" y="3544"/>
                    <a:ext cx="7" cy="18"/>
                  </a:xfrm>
                  <a:custGeom>
                    <a:avLst/>
                    <a:gdLst/>
                    <a:ahLst/>
                    <a:cxnLst>
                      <a:cxn ang="0">
                        <a:pos x="7" y="0"/>
                      </a:cxn>
                      <a:cxn ang="0">
                        <a:pos x="0" y="15"/>
                      </a:cxn>
                      <a:cxn ang="0">
                        <a:pos x="4" y="18"/>
                      </a:cxn>
                    </a:cxnLst>
                    <a:rect l="0" t="0" r="r" b="b"/>
                    <a:pathLst>
                      <a:path w="7" h="18">
                        <a:moveTo>
                          <a:pt x="7" y="0"/>
                        </a:moveTo>
                        <a:lnTo>
                          <a:pt x="0"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68" name="任意多边形 11020"/>
                  <p:cNvSpPr/>
                  <p:nvPr/>
                </p:nvSpPr>
                <p:spPr bwMode="auto">
                  <a:xfrm>
                    <a:off x="546" y="3544"/>
                    <a:ext cx="6" cy="18"/>
                  </a:xfrm>
                  <a:custGeom>
                    <a:avLst/>
                    <a:gdLst/>
                    <a:ahLst/>
                    <a:cxnLst>
                      <a:cxn ang="0">
                        <a:pos x="0" y="0"/>
                      </a:cxn>
                      <a:cxn ang="0">
                        <a:pos x="6" y="15"/>
                      </a:cxn>
                      <a:cxn ang="0">
                        <a:pos x="3" y="18"/>
                      </a:cxn>
                    </a:cxnLst>
                    <a:rect l="0" t="0" r="r" b="b"/>
                    <a:pathLst>
                      <a:path w="6" h="18">
                        <a:moveTo>
                          <a:pt x="0" y="0"/>
                        </a:moveTo>
                        <a:lnTo>
                          <a:pt x="6"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67" name="任意多边形 11021"/>
                  <p:cNvSpPr/>
                  <p:nvPr/>
                </p:nvSpPr>
                <p:spPr bwMode="auto">
                  <a:xfrm>
                    <a:off x="561"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66" name="矩形 11022"/>
                  <p:cNvSpPr>
                    <a:spLocks noChangeArrowheads="1"/>
                  </p:cNvSpPr>
                  <p:nvPr/>
                </p:nvSpPr>
                <p:spPr bwMode="auto">
                  <a:xfrm>
                    <a:off x="564"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65" name="任意多边形 11023"/>
                  <p:cNvSpPr/>
                  <p:nvPr/>
                </p:nvSpPr>
                <p:spPr bwMode="auto">
                  <a:xfrm>
                    <a:off x="557"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64" name="任意多边形 11024"/>
                  <p:cNvSpPr/>
                  <p:nvPr/>
                </p:nvSpPr>
                <p:spPr bwMode="auto">
                  <a:xfrm>
                    <a:off x="576" y="3544"/>
                    <a:ext cx="6" cy="18"/>
                  </a:xfrm>
                  <a:custGeom>
                    <a:avLst/>
                    <a:gdLst/>
                    <a:ahLst/>
                    <a:cxnLst>
                      <a:cxn ang="0">
                        <a:pos x="0" y="0"/>
                      </a:cxn>
                      <a:cxn ang="0">
                        <a:pos x="6" y="15"/>
                      </a:cxn>
                      <a:cxn ang="0">
                        <a:pos x="5" y="18"/>
                      </a:cxn>
                    </a:cxnLst>
                    <a:rect l="0" t="0" r="r" b="b"/>
                    <a:pathLst>
                      <a:path w="6" h="18">
                        <a:moveTo>
                          <a:pt x="0" y="0"/>
                        </a:moveTo>
                        <a:lnTo>
                          <a:pt x="6"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63" name="任意多边形 11025"/>
                  <p:cNvSpPr/>
                  <p:nvPr/>
                </p:nvSpPr>
                <p:spPr bwMode="auto">
                  <a:xfrm>
                    <a:off x="591"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62" name="矩形 11026"/>
                  <p:cNvSpPr>
                    <a:spLocks noChangeArrowheads="1"/>
                  </p:cNvSpPr>
                  <p:nvPr/>
                </p:nvSpPr>
                <p:spPr bwMode="auto">
                  <a:xfrm>
                    <a:off x="594"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61" name="任意多边形 11027"/>
                  <p:cNvSpPr/>
                  <p:nvPr/>
                </p:nvSpPr>
                <p:spPr bwMode="auto">
                  <a:xfrm>
                    <a:off x="587"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60" name="任意多边形 11028"/>
                  <p:cNvSpPr/>
                  <p:nvPr/>
                </p:nvSpPr>
                <p:spPr bwMode="auto">
                  <a:xfrm>
                    <a:off x="606" y="3544"/>
                    <a:ext cx="6" cy="18"/>
                  </a:xfrm>
                  <a:custGeom>
                    <a:avLst/>
                    <a:gdLst/>
                    <a:ahLst/>
                    <a:cxnLst>
                      <a:cxn ang="0">
                        <a:pos x="0" y="0"/>
                      </a:cxn>
                      <a:cxn ang="0">
                        <a:pos x="6" y="15"/>
                      </a:cxn>
                      <a:cxn ang="0">
                        <a:pos x="3" y="18"/>
                      </a:cxn>
                    </a:cxnLst>
                    <a:rect l="0" t="0" r="r" b="b"/>
                    <a:pathLst>
                      <a:path w="6" h="18">
                        <a:moveTo>
                          <a:pt x="0" y="0"/>
                        </a:moveTo>
                        <a:lnTo>
                          <a:pt x="6"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59" name="任意多边形 11029"/>
                  <p:cNvSpPr/>
                  <p:nvPr/>
                </p:nvSpPr>
                <p:spPr bwMode="auto">
                  <a:xfrm>
                    <a:off x="621"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58" name="矩形 11030"/>
                  <p:cNvSpPr>
                    <a:spLocks noChangeArrowheads="1"/>
                  </p:cNvSpPr>
                  <p:nvPr/>
                </p:nvSpPr>
                <p:spPr bwMode="auto">
                  <a:xfrm>
                    <a:off x="624"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57" name="任意多边形 11031"/>
                  <p:cNvSpPr/>
                  <p:nvPr/>
                </p:nvSpPr>
                <p:spPr bwMode="auto">
                  <a:xfrm>
                    <a:off x="617" y="3544"/>
                    <a:ext cx="7" cy="18"/>
                  </a:xfrm>
                  <a:custGeom>
                    <a:avLst/>
                    <a:gdLst/>
                    <a:ahLst/>
                    <a:cxnLst>
                      <a:cxn ang="0">
                        <a:pos x="7" y="0"/>
                      </a:cxn>
                      <a:cxn ang="0">
                        <a:pos x="0" y="15"/>
                      </a:cxn>
                      <a:cxn ang="0">
                        <a:pos x="4" y="18"/>
                      </a:cxn>
                    </a:cxnLst>
                    <a:rect l="0" t="0" r="r" b="b"/>
                    <a:pathLst>
                      <a:path w="7" h="18">
                        <a:moveTo>
                          <a:pt x="7" y="0"/>
                        </a:moveTo>
                        <a:lnTo>
                          <a:pt x="0"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56" name="任意多边形 11032"/>
                  <p:cNvSpPr/>
                  <p:nvPr/>
                </p:nvSpPr>
                <p:spPr bwMode="auto">
                  <a:xfrm>
                    <a:off x="636" y="3544"/>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55" name="任意多边形 11033"/>
                  <p:cNvSpPr/>
                  <p:nvPr/>
                </p:nvSpPr>
                <p:spPr bwMode="auto">
                  <a:xfrm>
                    <a:off x="694" y="3481"/>
                    <a:ext cx="41" cy="11"/>
                  </a:xfrm>
                  <a:custGeom>
                    <a:avLst/>
                    <a:gdLst/>
                    <a:ahLst/>
                    <a:cxnLst>
                      <a:cxn ang="0">
                        <a:pos x="36" y="0"/>
                      </a:cxn>
                      <a:cxn ang="0">
                        <a:pos x="5" y="0"/>
                      </a:cxn>
                      <a:cxn ang="0">
                        <a:pos x="0" y="11"/>
                      </a:cxn>
                      <a:cxn ang="0">
                        <a:pos x="41" y="11"/>
                      </a:cxn>
                      <a:cxn ang="0">
                        <a:pos x="36" y="0"/>
                      </a:cxn>
                    </a:cxnLst>
                    <a:rect l="0" t="0" r="r" b="b"/>
                    <a:pathLst>
                      <a:path w="41" h="11">
                        <a:moveTo>
                          <a:pt x="36" y="0"/>
                        </a:moveTo>
                        <a:lnTo>
                          <a:pt x="5" y="0"/>
                        </a:lnTo>
                        <a:lnTo>
                          <a:pt x="0" y="11"/>
                        </a:lnTo>
                        <a:lnTo>
                          <a:pt x="41" y="11"/>
                        </a:lnTo>
                        <a:lnTo>
                          <a:pt x="3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54" name="矩形 11034"/>
                  <p:cNvSpPr>
                    <a:spLocks noChangeArrowheads="1"/>
                  </p:cNvSpPr>
                  <p:nvPr/>
                </p:nvSpPr>
                <p:spPr bwMode="auto">
                  <a:xfrm>
                    <a:off x="699" y="3476"/>
                    <a:ext cx="3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53" name="任意多边形 11035"/>
                  <p:cNvSpPr/>
                  <p:nvPr/>
                </p:nvSpPr>
                <p:spPr bwMode="auto">
                  <a:xfrm>
                    <a:off x="689" y="3476"/>
                    <a:ext cx="10" cy="16"/>
                  </a:xfrm>
                  <a:custGeom>
                    <a:avLst/>
                    <a:gdLst/>
                    <a:ahLst/>
                    <a:cxnLst>
                      <a:cxn ang="0">
                        <a:pos x="10" y="0"/>
                      </a:cxn>
                      <a:cxn ang="0">
                        <a:pos x="0" y="13"/>
                      </a:cxn>
                      <a:cxn ang="0">
                        <a:pos x="4" y="16"/>
                      </a:cxn>
                    </a:cxnLst>
                    <a:rect l="0" t="0" r="r" b="b"/>
                    <a:pathLst>
                      <a:path w="10" h="16">
                        <a:moveTo>
                          <a:pt x="10" y="0"/>
                        </a:moveTo>
                        <a:lnTo>
                          <a:pt x="0" y="13"/>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52" name="任意多边形 11036"/>
                  <p:cNvSpPr/>
                  <p:nvPr/>
                </p:nvSpPr>
                <p:spPr bwMode="auto">
                  <a:xfrm>
                    <a:off x="730" y="3476"/>
                    <a:ext cx="11" cy="16"/>
                  </a:xfrm>
                  <a:custGeom>
                    <a:avLst/>
                    <a:gdLst/>
                    <a:ahLst/>
                    <a:cxnLst>
                      <a:cxn ang="0">
                        <a:pos x="0" y="0"/>
                      </a:cxn>
                      <a:cxn ang="0">
                        <a:pos x="11" y="13"/>
                      </a:cxn>
                      <a:cxn ang="0">
                        <a:pos x="6" y="16"/>
                      </a:cxn>
                    </a:cxnLst>
                    <a:rect l="0" t="0" r="r" b="b"/>
                    <a:pathLst>
                      <a:path w="11" h="16">
                        <a:moveTo>
                          <a:pt x="0" y="0"/>
                        </a:moveTo>
                        <a:lnTo>
                          <a:pt x="11" y="13"/>
                        </a:lnTo>
                        <a:lnTo>
                          <a:pt x="6"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51" name="直线 11037"/>
                  <p:cNvSpPr>
                    <a:spLocks noChangeShapeType="1"/>
                  </p:cNvSpPr>
                  <p:nvPr/>
                </p:nvSpPr>
                <p:spPr bwMode="auto">
                  <a:xfrm>
                    <a:off x="239" y="3438"/>
                    <a:ext cx="768"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50" name="任意多边形 11038"/>
                  <p:cNvSpPr/>
                  <p:nvPr/>
                </p:nvSpPr>
                <p:spPr bwMode="auto">
                  <a:xfrm>
                    <a:off x="683" y="3549"/>
                    <a:ext cx="50" cy="13"/>
                  </a:xfrm>
                  <a:custGeom>
                    <a:avLst/>
                    <a:gdLst/>
                    <a:ahLst/>
                    <a:cxnLst>
                      <a:cxn ang="0">
                        <a:pos x="43" y="0"/>
                      </a:cxn>
                      <a:cxn ang="0">
                        <a:pos x="6" y="0"/>
                      </a:cxn>
                      <a:cxn ang="0">
                        <a:pos x="0" y="13"/>
                      </a:cxn>
                      <a:cxn ang="0">
                        <a:pos x="50" y="13"/>
                      </a:cxn>
                      <a:cxn ang="0">
                        <a:pos x="43" y="0"/>
                      </a:cxn>
                    </a:cxnLst>
                    <a:rect l="0" t="0" r="r" b="b"/>
                    <a:pathLst>
                      <a:path w="50" h="13">
                        <a:moveTo>
                          <a:pt x="43" y="0"/>
                        </a:moveTo>
                        <a:lnTo>
                          <a:pt x="6" y="0"/>
                        </a:lnTo>
                        <a:lnTo>
                          <a:pt x="0" y="13"/>
                        </a:lnTo>
                        <a:lnTo>
                          <a:pt x="50" y="13"/>
                        </a:lnTo>
                        <a:lnTo>
                          <a:pt x="43"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49" name="矩形 11039"/>
                  <p:cNvSpPr>
                    <a:spLocks noChangeArrowheads="1"/>
                  </p:cNvSpPr>
                  <p:nvPr/>
                </p:nvSpPr>
                <p:spPr bwMode="auto">
                  <a:xfrm>
                    <a:off x="689" y="3544"/>
                    <a:ext cx="37"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48" name="任意多边形 11040"/>
                  <p:cNvSpPr/>
                  <p:nvPr/>
                </p:nvSpPr>
                <p:spPr bwMode="auto">
                  <a:xfrm>
                    <a:off x="676" y="3546"/>
                    <a:ext cx="13" cy="16"/>
                  </a:xfrm>
                  <a:custGeom>
                    <a:avLst/>
                    <a:gdLst/>
                    <a:ahLst/>
                    <a:cxnLst>
                      <a:cxn ang="0">
                        <a:pos x="13" y="0"/>
                      </a:cxn>
                      <a:cxn ang="0">
                        <a:pos x="0" y="13"/>
                      </a:cxn>
                      <a:cxn ang="0">
                        <a:pos x="7" y="16"/>
                      </a:cxn>
                    </a:cxnLst>
                    <a:rect l="0" t="0" r="r" b="b"/>
                    <a:pathLst>
                      <a:path w="13" h="16">
                        <a:moveTo>
                          <a:pt x="13" y="0"/>
                        </a:moveTo>
                        <a:lnTo>
                          <a:pt x="0" y="13"/>
                        </a:lnTo>
                        <a:lnTo>
                          <a:pt x="7"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47" name="任意多边形 11041"/>
                  <p:cNvSpPr/>
                  <p:nvPr/>
                </p:nvSpPr>
                <p:spPr bwMode="auto">
                  <a:xfrm>
                    <a:off x="728" y="3546"/>
                    <a:ext cx="12" cy="16"/>
                  </a:xfrm>
                  <a:custGeom>
                    <a:avLst/>
                    <a:gdLst/>
                    <a:ahLst/>
                    <a:cxnLst>
                      <a:cxn ang="0">
                        <a:pos x="0" y="0"/>
                      </a:cxn>
                      <a:cxn ang="0">
                        <a:pos x="12" y="13"/>
                      </a:cxn>
                      <a:cxn ang="0">
                        <a:pos x="7" y="16"/>
                      </a:cxn>
                    </a:cxnLst>
                    <a:rect l="0" t="0" r="r" b="b"/>
                    <a:pathLst>
                      <a:path w="12" h="16">
                        <a:moveTo>
                          <a:pt x="0" y="0"/>
                        </a:moveTo>
                        <a:lnTo>
                          <a:pt x="12" y="13"/>
                        </a:lnTo>
                        <a:lnTo>
                          <a:pt x="7"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46" name="任意多边形 11042"/>
                  <p:cNvSpPr/>
                  <p:nvPr/>
                </p:nvSpPr>
                <p:spPr bwMode="auto">
                  <a:xfrm>
                    <a:off x="300" y="3526"/>
                    <a:ext cx="40" cy="13"/>
                  </a:xfrm>
                  <a:custGeom>
                    <a:avLst/>
                    <a:gdLst/>
                    <a:ahLst/>
                    <a:cxnLst>
                      <a:cxn ang="0">
                        <a:pos x="33" y="0"/>
                      </a:cxn>
                      <a:cxn ang="0">
                        <a:pos x="5" y="0"/>
                      </a:cxn>
                      <a:cxn ang="0">
                        <a:pos x="0" y="13"/>
                      </a:cxn>
                      <a:cxn ang="0">
                        <a:pos x="40" y="13"/>
                      </a:cxn>
                      <a:cxn ang="0">
                        <a:pos x="33" y="0"/>
                      </a:cxn>
                    </a:cxnLst>
                    <a:rect l="0" t="0" r="r" b="b"/>
                    <a:pathLst>
                      <a:path w="40" h="13">
                        <a:moveTo>
                          <a:pt x="33" y="0"/>
                        </a:moveTo>
                        <a:lnTo>
                          <a:pt x="5" y="0"/>
                        </a:lnTo>
                        <a:lnTo>
                          <a:pt x="0" y="13"/>
                        </a:lnTo>
                        <a:lnTo>
                          <a:pt x="40" y="13"/>
                        </a:lnTo>
                        <a:lnTo>
                          <a:pt x="33"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45" name="矩形 11043"/>
                  <p:cNvSpPr>
                    <a:spLocks noChangeArrowheads="1"/>
                  </p:cNvSpPr>
                  <p:nvPr/>
                </p:nvSpPr>
                <p:spPr bwMode="auto">
                  <a:xfrm>
                    <a:off x="303" y="3521"/>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44" name="任意多边形 11044"/>
                  <p:cNvSpPr/>
                  <p:nvPr/>
                </p:nvSpPr>
                <p:spPr bwMode="auto">
                  <a:xfrm>
                    <a:off x="293" y="3523"/>
                    <a:ext cx="10" cy="14"/>
                  </a:xfrm>
                  <a:custGeom>
                    <a:avLst/>
                    <a:gdLst/>
                    <a:ahLst/>
                    <a:cxnLst>
                      <a:cxn ang="0">
                        <a:pos x="10" y="0"/>
                      </a:cxn>
                      <a:cxn ang="0">
                        <a:pos x="0" y="13"/>
                      </a:cxn>
                      <a:cxn ang="0">
                        <a:pos x="5" y="14"/>
                      </a:cxn>
                    </a:cxnLst>
                    <a:rect l="0" t="0" r="r" b="b"/>
                    <a:pathLst>
                      <a:path w="10" h="14">
                        <a:moveTo>
                          <a:pt x="10" y="0"/>
                        </a:moveTo>
                        <a:lnTo>
                          <a:pt x="0" y="13"/>
                        </a:lnTo>
                        <a:lnTo>
                          <a:pt x="5" y="14"/>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43" name="任意多边形 11045"/>
                  <p:cNvSpPr/>
                  <p:nvPr/>
                </p:nvSpPr>
                <p:spPr bwMode="auto">
                  <a:xfrm>
                    <a:off x="335" y="3523"/>
                    <a:ext cx="10" cy="14"/>
                  </a:xfrm>
                  <a:custGeom>
                    <a:avLst/>
                    <a:gdLst/>
                    <a:ahLst/>
                    <a:cxnLst>
                      <a:cxn ang="0">
                        <a:pos x="0" y="0"/>
                      </a:cxn>
                      <a:cxn ang="0">
                        <a:pos x="10" y="13"/>
                      </a:cxn>
                      <a:cxn ang="0">
                        <a:pos x="5" y="14"/>
                      </a:cxn>
                    </a:cxnLst>
                    <a:rect l="0" t="0" r="r" b="b"/>
                    <a:pathLst>
                      <a:path w="10" h="14">
                        <a:moveTo>
                          <a:pt x="0" y="0"/>
                        </a:moveTo>
                        <a:lnTo>
                          <a:pt x="10" y="13"/>
                        </a:lnTo>
                        <a:lnTo>
                          <a:pt x="5" y="14"/>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42" name="任意多边形 11046"/>
                  <p:cNvSpPr/>
                  <p:nvPr/>
                </p:nvSpPr>
                <p:spPr bwMode="auto">
                  <a:xfrm>
                    <a:off x="296" y="3448"/>
                    <a:ext cx="19" cy="13"/>
                  </a:xfrm>
                  <a:custGeom>
                    <a:avLst/>
                    <a:gdLst/>
                    <a:ahLst/>
                    <a:cxnLst>
                      <a:cxn ang="0">
                        <a:pos x="17" y="0"/>
                      </a:cxn>
                      <a:cxn ang="0">
                        <a:pos x="4" y="0"/>
                      </a:cxn>
                      <a:cxn ang="0">
                        <a:pos x="0" y="13"/>
                      </a:cxn>
                      <a:cxn ang="0">
                        <a:pos x="19" y="13"/>
                      </a:cxn>
                      <a:cxn ang="0">
                        <a:pos x="17" y="0"/>
                      </a:cxn>
                    </a:cxnLst>
                    <a:rect l="0" t="0" r="r" b="b"/>
                    <a:pathLst>
                      <a:path w="19" h="13">
                        <a:moveTo>
                          <a:pt x="17" y="0"/>
                        </a:moveTo>
                        <a:lnTo>
                          <a:pt x="4" y="0"/>
                        </a:lnTo>
                        <a:lnTo>
                          <a:pt x="0" y="13"/>
                        </a:lnTo>
                        <a:lnTo>
                          <a:pt x="19"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41" name="矩形 11047"/>
                  <p:cNvSpPr>
                    <a:spLocks noChangeArrowheads="1"/>
                  </p:cNvSpPr>
                  <p:nvPr/>
                </p:nvSpPr>
                <p:spPr bwMode="auto">
                  <a:xfrm>
                    <a:off x="300" y="344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40" name="任意多边形 11048"/>
                  <p:cNvSpPr/>
                  <p:nvPr/>
                </p:nvSpPr>
                <p:spPr bwMode="auto">
                  <a:xfrm>
                    <a:off x="293" y="3445"/>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39" name="任意多边形 11049"/>
                  <p:cNvSpPr/>
                  <p:nvPr/>
                </p:nvSpPr>
                <p:spPr bwMode="auto">
                  <a:xfrm>
                    <a:off x="313" y="3445"/>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38" name="任意多边形 11050"/>
                  <p:cNvSpPr/>
                  <p:nvPr/>
                </p:nvSpPr>
                <p:spPr bwMode="auto">
                  <a:xfrm>
                    <a:off x="326" y="3448"/>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37" name="矩形 11051"/>
                  <p:cNvSpPr>
                    <a:spLocks noChangeArrowheads="1"/>
                  </p:cNvSpPr>
                  <p:nvPr/>
                </p:nvSpPr>
                <p:spPr bwMode="auto">
                  <a:xfrm>
                    <a:off x="330" y="344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36" name="任意多边形 11052"/>
                  <p:cNvSpPr/>
                  <p:nvPr/>
                </p:nvSpPr>
                <p:spPr bwMode="auto">
                  <a:xfrm>
                    <a:off x="325" y="3445"/>
                    <a:ext cx="5" cy="16"/>
                  </a:xfrm>
                  <a:custGeom>
                    <a:avLst/>
                    <a:gdLst/>
                    <a:ahLst/>
                    <a:cxnLst>
                      <a:cxn ang="0">
                        <a:pos x="5" y="0"/>
                      </a:cxn>
                      <a:cxn ang="0">
                        <a:pos x="0" y="14"/>
                      </a:cxn>
                      <a:cxn ang="0">
                        <a:pos x="1" y="16"/>
                      </a:cxn>
                    </a:cxnLst>
                    <a:rect l="0" t="0" r="r" b="b"/>
                    <a:pathLst>
                      <a:path w="5" h="16">
                        <a:moveTo>
                          <a:pt x="5"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35" name="任意多边形 11053"/>
                  <p:cNvSpPr/>
                  <p:nvPr/>
                </p:nvSpPr>
                <p:spPr bwMode="auto">
                  <a:xfrm>
                    <a:off x="343" y="3445"/>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34" name="任意多边形 11054"/>
                  <p:cNvSpPr/>
                  <p:nvPr/>
                </p:nvSpPr>
                <p:spPr bwMode="auto">
                  <a:xfrm>
                    <a:off x="358" y="3448"/>
                    <a:ext cx="19" cy="13"/>
                  </a:xfrm>
                  <a:custGeom>
                    <a:avLst/>
                    <a:gdLst/>
                    <a:ahLst/>
                    <a:cxnLst>
                      <a:cxn ang="0">
                        <a:pos x="15" y="0"/>
                      </a:cxn>
                      <a:cxn ang="0">
                        <a:pos x="3" y="0"/>
                      </a:cxn>
                      <a:cxn ang="0">
                        <a:pos x="0" y="13"/>
                      </a:cxn>
                      <a:cxn ang="0">
                        <a:pos x="19" y="13"/>
                      </a:cxn>
                      <a:cxn ang="0">
                        <a:pos x="15" y="0"/>
                      </a:cxn>
                    </a:cxnLst>
                    <a:rect l="0" t="0" r="r" b="b"/>
                    <a:pathLst>
                      <a:path w="19" h="13">
                        <a:moveTo>
                          <a:pt x="15" y="0"/>
                        </a:moveTo>
                        <a:lnTo>
                          <a:pt x="3"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33" name="矩形 11055"/>
                  <p:cNvSpPr>
                    <a:spLocks noChangeArrowheads="1"/>
                  </p:cNvSpPr>
                  <p:nvPr/>
                </p:nvSpPr>
                <p:spPr bwMode="auto">
                  <a:xfrm>
                    <a:off x="361" y="344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32" name="任意多边形 11056"/>
                  <p:cNvSpPr/>
                  <p:nvPr/>
                </p:nvSpPr>
                <p:spPr bwMode="auto">
                  <a:xfrm>
                    <a:off x="355" y="3445"/>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31" name="任意多边形 11057"/>
                  <p:cNvSpPr/>
                  <p:nvPr/>
                </p:nvSpPr>
                <p:spPr bwMode="auto">
                  <a:xfrm>
                    <a:off x="373" y="3445"/>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30" name="任意多边形 11058"/>
                  <p:cNvSpPr/>
                  <p:nvPr/>
                </p:nvSpPr>
                <p:spPr bwMode="auto">
                  <a:xfrm>
                    <a:off x="388" y="3448"/>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29" name="矩形 11059"/>
                  <p:cNvSpPr>
                    <a:spLocks noChangeArrowheads="1"/>
                  </p:cNvSpPr>
                  <p:nvPr/>
                </p:nvSpPr>
                <p:spPr bwMode="auto">
                  <a:xfrm>
                    <a:off x="392" y="344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28" name="任意多边形 11060"/>
                  <p:cNvSpPr/>
                  <p:nvPr/>
                </p:nvSpPr>
                <p:spPr bwMode="auto">
                  <a:xfrm>
                    <a:off x="385" y="3445"/>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27" name="任意多边形 11061"/>
                  <p:cNvSpPr/>
                  <p:nvPr/>
                </p:nvSpPr>
                <p:spPr bwMode="auto">
                  <a:xfrm>
                    <a:off x="405" y="3445"/>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26" name="任意多边形 11062"/>
                  <p:cNvSpPr/>
                  <p:nvPr/>
                </p:nvSpPr>
                <p:spPr bwMode="auto">
                  <a:xfrm>
                    <a:off x="442" y="3448"/>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25" name="矩形 11063"/>
                  <p:cNvSpPr>
                    <a:spLocks noChangeArrowheads="1"/>
                  </p:cNvSpPr>
                  <p:nvPr/>
                </p:nvSpPr>
                <p:spPr bwMode="auto">
                  <a:xfrm>
                    <a:off x="445" y="344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24" name="任意多边形 11064"/>
                  <p:cNvSpPr/>
                  <p:nvPr/>
                </p:nvSpPr>
                <p:spPr bwMode="auto">
                  <a:xfrm>
                    <a:off x="437" y="3445"/>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23" name="任意多边形 11065"/>
                  <p:cNvSpPr/>
                  <p:nvPr/>
                </p:nvSpPr>
                <p:spPr bwMode="auto">
                  <a:xfrm>
                    <a:off x="457" y="3445"/>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22" name="任意多边形 11066"/>
                  <p:cNvSpPr/>
                  <p:nvPr/>
                </p:nvSpPr>
                <p:spPr bwMode="auto">
                  <a:xfrm>
                    <a:off x="472" y="3448"/>
                    <a:ext cx="18" cy="13"/>
                  </a:xfrm>
                  <a:custGeom>
                    <a:avLst/>
                    <a:gdLst/>
                    <a:ahLst/>
                    <a:cxnLst>
                      <a:cxn ang="0">
                        <a:pos x="17" y="0"/>
                      </a:cxn>
                      <a:cxn ang="0">
                        <a:pos x="3" y="0"/>
                      </a:cxn>
                      <a:cxn ang="0">
                        <a:pos x="0" y="13"/>
                      </a:cxn>
                      <a:cxn ang="0">
                        <a:pos x="18" y="13"/>
                      </a:cxn>
                      <a:cxn ang="0">
                        <a:pos x="17" y="0"/>
                      </a:cxn>
                    </a:cxnLst>
                    <a:rect l="0" t="0" r="r" b="b"/>
                    <a:pathLst>
                      <a:path w="18" h="13">
                        <a:moveTo>
                          <a:pt x="17" y="0"/>
                        </a:moveTo>
                        <a:lnTo>
                          <a:pt x="3" y="0"/>
                        </a:lnTo>
                        <a:lnTo>
                          <a:pt x="0" y="13"/>
                        </a:lnTo>
                        <a:lnTo>
                          <a:pt x="18"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21" name="矩形 11067"/>
                  <p:cNvSpPr>
                    <a:spLocks noChangeArrowheads="1"/>
                  </p:cNvSpPr>
                  <p:nvPr/>
                </p:nvSpPr>
                <p:spPr bwMode="auto">
                  <a:xfrm>
                    <a:off x="475" y="3445"/>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20" name="任意多边形 11068"/>
                  <p:cNvSpPr/>
                  <p:nvPr/>
                </p:nvSpPr>
                <p:spPr bwMode="auto">
                  <a:xfrm>
                    <a:off x="469" y="3445"/>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19" name="任意多边形 11069"/>
                  <p:cNvSpPr/>
                  <p:nvPr/>
                </p:nvSpPr>
                <p:spPr bwMode="auto">
                  <a:xfrm>
                    <a:off x="489" y="3445"/>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18" name="任意多边形 11070"/>
                  <p:cNvSpPr/>
                  <p:nvPr/>
                </p:nvSpPr>
                <p:spPr bwMode="auto">
                  <a:xfrm>
                    <a:off x="502" y="3448"/>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17" name="矩形 11071"/>
                  <p:cNvSpPr>
                    <a:spLocks noChangeArrowheads="1"/>
                  </p:cNvSpPr>
                  <p:nvPr/>
                </p:nvSpPr>
                <p:spPr bwMode="auto">
                  <a:xfrm>
                    <a:off x="505" y="3445"/>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16" name="任意多边形 11072"/>
                  <p:cNvSpPr/>
                  <p:nvPr/>
                </p:nvSpPr>
                <p:spPr bwMode="auto">
                  <a:xfrm>
                    <a:off x="500" y="3445"/>
                    <a:ext cx="5" cy="16"/>
                  </a:xfrm>
                  <a:custGeom>
                    <a:avLst/>
                    <a:gdLst/>
                    <a:ahLst/>
                    <a:cxnLst>
                      <a:cxn ang="0">
                        <a:pos x="5" y="0"/>
                      </a:cxn>
                      <a:cxn ang="0">
                        <a:pos x="0" y="14"/>
                      </a:cxn>
                      <a:cxn ang="0">
                        <a:pos x="2" y="16"/>
                      </a:cxn>
                    </a:cxnLst>
                    <a:rect l="0" t="0" r="r" b="b"/>
                    <a:pathLst>
                      <a:path w="5" h="16">
                        <a:moveTo>
                          <a:pt x="5"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15" name="任意多边形 11073"/>
                  <p:cNvSpPr/>
                  <p:nvPr/>
                </p:nvSpPr>
                <p:spPr bwMode="auto">
                  <a:xfrm>
                    <a:off x="519" y="3445"/>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14" name="任意多边形 11074"/>
                  <p:cNvSpPr/>
                  <p:nvPr/>
                </p:nvSpPr>
                <p:spPr bwMode="auto">
                  <a:xfrm>
                    <a:off x="534" y="3448"/>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13" name="矩形 11075"/>
                  <p:cNvSpPr>
                    <a:spLocks noChangeArrowheads="1"/>
                  </p:cNvSpPr>
                  <p:nvPr/>
                </p:nvSpPr>
                <p:spPr bwMode="auto">
                  <a:xfrm>
                    <a:off x="537" y="344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12" name="任意多边形 11076"/>
                  <p:cNvSpPr/>
                  <p:nvPr/>
                </p:nvSpPr>
                <p:spPr bwMode="auto">
                  <a:xfrm>
                    <a:off x="530" y="3445"/>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11" name="任意多边形 11077"/>
                  <p:cNvSpPr/>
                  <p:nvPr/>
                </p:nvSpPr>
                <p:spPr bwMode="auto">
                  <a:xfrm>
                    <a:off x="549" y="3445"/>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10" name="任意多边形 11078"/>
                  <p:cNvSpPr/>
                  <p:nvPr/>
                </p:nvSpPr>
                <p:spPr bwMode="auto">
                  <a:xfrm>
                    <a:off x="626" y="3448"/>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09" name="矩形 11079"/>
                  <p:cNvSpPr>
                    <a:spLocks noChangeArrowheads="1"/>
                  </p:cNvSpPr>
                  <p:nvPr/>
                </p:nvSpPr>
                <p:spPr bwMode="auto">
                  <a:xfrm>
                    <a:off x="629" y="3445"/>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08" name="任意多边形 11080"/>
                  <p:cNvSpPr/>
                  <p:nvPr/>
                </p:nvSpPr>
                <p:spPr bwMode="auto">
                  <a:xfrm>
                    <a:off x="622" y="3445"/>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07" name="任意多边形 11081"/>
                  <p:cNvSpPr/>
                  <p:nvPr/>
                </p:nvSpPr>
                <p:spPr bwMode="auto">
                  <a:xfrm>
                    <a:off x="643" y="3445"/>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06" name="任意多边形 11082"/>
                  <p:cNvSpPr/>
                  <p:nvPr/>
                </p:nvSpPr>
                <p:spPr bwMode="auto">
                  <a:xfrm>
                    <a:off x="658" y="3448"/>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05" name="矩形 11083"/>
                  <p:cNvSpPr>
                    <a:spLocks noChangeArrowheads="1"/>
                  </p:cNvSpPr>
                  <p:nvPr/>
                </p:nvSpPr>
                <p:spPr bwMode="auto">
                  <a:xfrm>
                    <a:off x="661" y="344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04" name="任意多边形 11084"/>
                  <p:cNvSpPr/>
                  <p:nvPr/>
                </p:nvSpPr>
                <p:spPr bwMode="auto">
                  <a:xfrm>
                    <a:off x="653" y="3445"/>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03" name="任意多边形 11085"/>
                  <p:cNvSpPr/>
                  <p:nvPr/>
                </p:nvSpPr>
                <p:spPr bwMode="auto">
                  <a:xfrm>
                    <a:off x="673" y="3445"/>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02" name="任意多边形 11086"/>
                  <p:cNvSpPr/>
                  <p:nvPr/>
                </p:nvSpPr>
                <p:spPr bwMode="auto">
                  <a:xfrm>
                    <a:off x="688" y="3448"/>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01" name="矩形 11087"/>
                  <p:cNvSpPr>
                    <a:spLocks noChangeArrowheads="1"/>
                  </p:cNvSpPr>
                  <p:nvPr/>
                </p:nvSpPr>
                <p:spPr bwMode="auto">
                  <a:xfrm>
                    <a:off x="691" y="344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00" name="任意多边形 11088"/>
                  <p:cNvSpPr/>
                  <p:nvPr/>
                </p:nvSpPr>
                <p:spPr bwMode="auto">
                  <a:xfrm>
                    <a:off x="684" y="3445"/>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99" name="任意多边形 11089"/>
                  <p:cNvSpPr/>
                  <p:nvPr/>
                </p:nvSpPr>
                <p:spPr bwMode="auto">
                  <a:xfrm>
                    <a:off x="703" y="3445"/>
                    <a:ext cx="6" cy="16"/>
                  </a:xfrm>
                  <a:custGeom>
                    <a:avLst/>
                    <a:gdLst/>
                    <a:ahLst/>
                    <a:cxnLst>
                      <a:cxn ang="0">
                        <a:pos x="0" y="0"/>
                      </a:cxn>
                      <a:cxn ang="0">
                        <a:pos x="6" y="14"/>
                      </a:cxn>
                      <a:cxn ang="0">
                        <a:pos x="5" y="16"/>
                      </a:cxn>
                    </a:cxnLst>
                    <a:rect l="0" t="0" r="r" b="b"/>
                    <a:pathLst>
                      <a:path w="6" h="16">
                        <a:moveTo>
                          <a:pt x="0" y="0"/>
                        </a:moveTo>
                        <a:lnTo>
                          <a:pt x="6"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98" name="任意多边形 11090"/>
                  <p:cNvSpPr/>
                  <p:nvPr/>
                </p:nvSpPr>
                <p:spPr bwMode="auto">
                  <a:xfrm>
                    <a:off x="718" y="3448"/>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97" name="矩形 11091"/>
                  <p:cNvSpPr>
                    <a:spLocks noChangeArrowheads="1"/>
                  </p:cNvSpPr>
                  <p:nvPr/>
                </p:nvSpPr>
                <p:spPr bwMode="auto">
                  <a:xfrm>
                    <a:off x="721" y="3445"/>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96" name="任意多边形 11092"/>
                  <p:cNvSpPr/>
                  <p:nvPr/>
                </p:nvSpPr>
                <p:spPr bwMode="auto">
                  <a:xfrm>
                    <a:off x="716" y="3445"/>
                    <a:ext cx="5" cy="16"/>
                  </a:xfrm>
                  <a:custGeom>
                    <a:avLst/>
                    <a:gdLst/>
                    <a:ahLst/>
                    <a:cxnLst>
                      <a:cxn ang="0">
                        <a:pos x="5" y="0"/>
                      </a:cxn>
                      <a:cxn ang="0">
                        <a:pos x="0" y="14"/>
                      </a:cxn>
                      <a:cxn ang="0">
                        <a:pos x="2" y="16"/>
                      </a:cxn>
                    </a:cxnLst>
                    <a:rect l="0" t="0" r="r" b="b"/>
                    <a:pathLst>
                      <a:path w="5" h="16">
                        <a:moveTo>
                          <a:pt x="5"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95" name="任意多边形 11093"/>
                  <p:cNvSpPr/>
                  <p:nvPr/>
                </p:nvSpPr>
                <p:spPr bwMode="auto">
                  <a:xfrm>
                    <a:off x="735" y="3445"/>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94" name="任意多边形 11094"/>
                  <p:cNvSpPr/>
                  <p:nvPr/>
                </p:nvSpPr>
                <p:spPr bwMode="auto">
                  <a:xfrm>
                    <a:off x="773" y="3448"/>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93" name="矩形 11095"/>
                  <p:cNvSpPr>
                    <a:spLocks noChangeArrowheads="1"/>
                  </p:cNvSpPr>
                  <p:nvPr/>
                </p:nvSpPr>
                <p:spPr bwMode="auto">
                  <a:xfrm>
                    <a:off x="776" y="3445"/>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92" name="任意多边形 11096"/>
                  <p:cNvSpPr/>
                  <p:nvPr/>
                </p:nvSpPr>
                <p:spPr bwMode="auto">
                  <a:xfrm>
                    <a:off x="770" y="3445"/>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91" name="任意多边形 11097"/>
                  <p:cNvSpPr/>
                  <p:nvPr/>
                </p:nvSpPr>
                <p:spPr bwMode="auto">
                  <a:xfrm>
                    <a:off x="790" y="3445"/>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90" name="任意多边形 11098"/>
                  <p:cNvSpPr/>
                  <p:nvPr/>
                </p:nvSpPr>
                <p:spPr bwMode="auto">
                  <a:xfrm>
                    <a:off x="773" y="3481"/>
                    <a:ext cx="20" cy="11"/>
                  </a:xfrm>
                  <a:custGeom>
                    <a:avLst/>
                    <a:gdLst/>
                    <a:ahLst/>
                    <a:cxnLst>
                      <a:cxn ang="0">
                        <a:pos x="17" y="0"/>
                      </a:cxn>
                      <a:cxn ang="0">
                        <a:pos x="3" y="0"/>
                      </a:cxn>
                      <a:cxn ang="0">
                        <a:pos x="0" y="11"/>
                      </a:cxn>
                      <a:cxn ang="0">
                        <a:pos x="20" y="11"/>
                      </a:cxn>
                      <a:cxn ang="0">
                        <a:pos x="17" y="0"/>
                      </a:cxn>
                    </a:cxnLst>
                    <a:rect l="0" t="0" r="r" b="b"/>
                    <a:pathLst>
                      <a:path w="20" h="11">
                        <a:moveTo>
                          <a:pt x="17" y="0"/>
                        </a:moveTo>
                        <a:lnTo>
                          <a:pt x="3" y="0"/>
                        </a:lnTo>
                        <a:lnTo>
                          <a:pt x="0" y="11"/>
                        </a:lnTo>
                        <a:lnTo>
                          <a:pt x="20" y="11"/>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89" name="矩形 11099"/>
                  <p:cNvSpPr>
                    <a:spLocks noChangeArrowheads="1"/>
                  </p:cNvSpPr>
                  <p:nvPr/>
                </p:nvSpPr>
                <p:spPr bwMode="auto">
                  <a:xfrm>
                    <a:off x="776" y="3476"/>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88" name="任意多边形 11100"/>
                  <p:cNvSpPr/>
                  <p:nvPr/>
                </p:nvSpPr>
                <p:spPr bwMode="auto">
                  <a:xfrm>
                    <a:off x="770" y="3476"/>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87" name="任意多边形 11101"/>
                  <p:cNvSpPr/>
                  <p:nvPr/>
                </p:nvSpPr>
                <p:spPr bwMode="auto">
                  <a:xfrm>
                    <a:off x="790" y="3476"/>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86" name="任意多边形 11102"/>
                  <p:cNvSpPr/>
                  <p:nvPr/>
                </p:nvSpPr>
                <p:spPr bwMode="auto">
                  <a:xfrm>
                    <a:off x="805"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85" name="矩形 11103"/>
                  <p:cNvSpPr>
                    <a:spLocks noChangeArrowheads="1"/>
                  </p:cNvSpPr>
                  <p:nvPr/>
                </p:nvSpPr>
                <p:spPr bwMode="auto">
                  <a:xfrm>
                    <a:off x="808"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84" name="任意多边形 11104"/>
                  <p:cNvSpPr/>
                  <p:nvPr/>
                </p:nvSpPr>
                <p:spPr bwMode="auto">
                  <a:xfrm>
                    <a:off x="802" y="3476"/>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83" name="任意多边形 11105"/>
                  <p:cNvSpPr/>
                  <p:nvPr/>
                </p:nvSpPr>
                <p:spPr bwMode="auto">
                  <a:xfrm>
                    <a:off x="820" y="3476"/>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82" name="任意多边形 11106"/>
                  <p:cNvSpPr/>
                  <p:nvPr/>
                </p:nvSpPr>
                <p:spPr bwMode="auto">
                  <a:xfrm>
                    <a:off x="835"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81" name="矩形 11107"/>
                  <p:cNvSpPr>
                    <a:spLocks noChangeArrowheads="1"/>
                  </p:cNvSpPr>
                  <p:nvPr/>
                </p:nvSpPr>
                <p:spPr bwMode="auto">
                  <a:xfrm>
                    <a:off x="838"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80" name="任意多边形 11108"/>
                  <p:cNvSpPr/>
                  <p:nvPr/>
                </p:nvSpPr>
                <p:spPr bwMode="auto">
                  <a:xfrm>
                    <a:off x="832" y="3476"/>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79" name="任意多边形 11109"/>
                  <p:cNvSpPr/>
                  <p:nvPr/>
                </p:nvSpPr>
                <p:spPr bwMode="auto">
                  <a:xfrm>
                    <a:off x="850" y="3476"/>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78" name="任意多边形 11110"/>
                  <p:cNvSpPr/>
                  <p:nvPr/>
                </p:nvSpPr>
                <p:spPr bwMode="auto">
                  <a:xfrm>
                    <a:off x="773" y="3503"/>
                    <a:ext cx="20" cy="12"/>
                  </a:xfrm>
                  <a:custGeom>
                    <a:avLst/>
                    <a:gdLst/>
                    <a:ahLst/>
                    <a:cxnLst>
                      <a:cxn ang="0">
                        <a:pos x="17" y="0"/>
                      </a:cxn>
                      <a:cxn ang="0">
                        <a:pos x="3" y="0"/>
                      </a:cxn>
                      <a:cxn ang="0">
                        <a:pos x="0" y="12"/>
                      </a:cxn>
                      <a:cxn ang="0">
                        <a:pos x="20" y="12"/>
                      </a:cxn>
                      <a:cxn ang="0">
                        <a:pos x="17" y="0"/>
                      </a:cxn>
                    </a:cxnLst>
                    <a:rect l="0" t="0" r="r" b="b"/>
                    <a:pathLst>
                      <a:path w="20" h="12">
                        <a:moveTo>
                          <a:pt x="17" y="0"/>
                        </a:moveTo>
                        <a:lnTo>
                          <a:pt x="3"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77" name="矩形 11111"/>
                  <p:cNvSpPr>
                    <a:spLocks noChangeArrowheads="1"/>
                  </p:cNvSpPr>
                  <p:nvPr/>
                </p:nvSpPr>
                <p:spPr bwMode="auto">
                  <a:xfrm>
                    <a:off x="776" y="3498"/>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76" name="任意多边形 11112"/>
                  <p:cNvSpPr/>
                  <p:nvPr/>
                </p:nvSpPr>
                <p:spPr bwMode="auto">
                  <a:xfrm>
                    <a:off x="770" y="3497"/>
                    <a:ext cx="6" cy="18"/>
                  </a:xfrm>
                  <a:custGeom>
                    <a:avLst/>
                    <a:gdLst/>
                    <a:ahLst/>
                    <a:cxnLst>
                      <a:cxn ang="0">
                        <a:pos x="6" y="0"/>
                      </a:cxn>
                      <a:cxn ang="0">
                        <a:pos x="0" y="14"/>
                      </a:cxn>
                      <a:cxn ang="0">
                        <a:pos x="3" y="18"/>
                      </a:cxn>
                    </a:cxnLst>
                    <a:rect l="0" t="0" r="r" b="b"/>
                    <a:pathLst>
                      <a:path w="6" h="18">
                        <a:moveTo>
                          <a:pt x="6"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75" name="任意多边形 11113"/>
                  <p:cNvSpPr/>
                  <p:nvPr/>
                </p:nvSpPr>
                <p:spPr bwMode="auto">
                  <a:xfrm>
                    <a:off x="790" y="3497"/>
                    <a:ext cx="7" cy="18"/>
                  </a:xfrm>
                  <a:custGeom>
                    <a:avLst/>
                    <a:gdLst/>
                    <a:ahLst/>
                    <a:cxnLst>
                      <a:cxn ang="0">
                        <a:pos x="0" y="0"/>
                      </a:cxn>
                      <a:cxn ang="0">
                        <a:pos x="7" y="14"/>
                      </a:cxn>
                      <a:cxn ang="0">
                        <a:pos x="3" y="18"/>
                      </a:cxn>
                    </a:cxnLst>
                    <a:rect l="0" t="0" r="r" b="b"/>
                    <a:pathLst>
                      <a:path w="7" h="18">
                        <a:moveTo>
                          <a:pt x="0" y="0"/>
                        </a:moveTo>
                        <a:lnTo>
                          <a:pt x="7"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74" name="任意多边形 11114"/>
                  <p:cNvSpPr/>
                  <p:nvPr/>
                </p:nvSpPr>
                <p:spPr bwMode="auto">
                  <a:xfrm>
                    <a:off x="805" y="3503"/>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73" name="矩形 11115"/>
                  <p:cNvSpPr>
                    <a:spLocks noChangeArrowheads="1"/>
                  </p:cNvSpPr>
                  <p:nvPr/>
                </p:nvSpPr>
                <p:spPr bwMode="auto">
                  <a:xfrm>
                    <a:off x="808" y="3498"/>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72" name="任意多边形 11116"/>
                  <p:cNvSpPr/>
                  <p:nvPr/>
                </p:nvSpPr>
                <p:spPr bwMode="auto">
                  <a:xfrm>
                    <a:off x="802" y="3497"/>
                    <a:ext cx="6" cy="18"/>
                  </a:xfrm>
                  <a:custGeom>
                    <a:avLst/>
                    <a:gdLst/>
                    <a:ahLst/>
                    <a:cxnLst>
                      <a:cxn ang="0">
                        <a:pos x="6" y="0"/>
                      </a:cxn>
                      <a:cxn ang="0">
                        <a:pos x="0" y="14"/>
                      </a:cxn>
                      <a:cxn ang="0">
                        <a:pos x="1" y="18"/>
                      </a:cxn>
                    </a:cxnLst>
                    <a:rect l="0" t="0" r="r" b="b"/>
                    <a:pathLst>
                      <a:path w="6" h="18">
                        <a:moveTo>
                          <a:pt x="6"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71" name="任意多边形 11117"/>
                  <p:cNvSpPr/>
                  <p:nvPr/>
                </p:nvSpPr>
                <p:spPr bwMode="auto">
                  <a:xfrm>
                    <a:off x="820" y="3497"/>
                    <a:ext cx="7" cy="18"/>
                  </a:xfrm>
                  <a:custGeom>
                    <a:avLst/>
                    <a:gdLst/>
                    <a:ahLst/>
                    <a:cxnLst>
                      <a:cxn ang="0">
                        <a:pos x="0" y="0"/>
                      </a:cxn>
                      <a:cxn ang="0">
                        <a:pos x="7" y="14"/>
                      </a:cxn>
                      <a:cxn ang="0">
                        <a:pos x="3" y="18"/>
                      </a:cxn>
                    </a:cxnLst>
                    <a:rect l="0" t="0" r="r" b="b"/>
                    <a:pathLst>
                      <a:path w="7" h="18">
                        <a:moveTo>
                          <a:pt x="0" y="0"/>
                        </a:moveTo>
                        <a:lnTo>
                          <a:pt x="7"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70" name="任意多边形 11118"/>
                  <p:cNvSpPr/>
                  <p:nvPr/>
                </p:nvSpPr>
                <p:spPr bwMode="auto">
                  <a:xfrm>
                    <a:off x="835" y="3503"/>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69" name="矩形 11119"/>
                  <p:cNvSpPr>
                    <a:spLocks noChangeArrowheads="1"/>
                  </p:cNvSpPr>
                  <p:nvPr/>
                </p:nvSpPr>
                <p:spPr bwMode="auto">
                  <a:xfrm>
                    <a:off x="838" y="3498"/>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68" name="任意多边形 11120"/>
                  <p:cNvSpPr/>
                  <p:nvPr/>
                </p:nvSpPr>
                <p:spPr bwMode="auto">
                  <a:xfrm>
                    <a:off x="832" y="3497"/>
                    <a:ext cx="6" cy="18"/>
                  </a:xfrm>
                  <a:custGeom>
                    <a:avLst/>
                    <a:gdLst/>
                    <a:ahLst/>
                    <a:cxnLst>
                      <a:cxn ang="0">
                        <a:pos x="6" y="0"/>
                      </a:cxn>
                      <a:cxn ang="0">
                        <a:pos x="0" y="14"/>
                      </a:cxn>
                      <a:cxn ang="0">
                        <a:pos x="3" y="18"/>
                      </a:cxn>
                    </a:cxnLst>
                    <a:rect l="0" t="0" r="r" b="b"/>
                    <a:pathLst>
                      <a:path w="6" h="18">
                        <a:moveTo>
                          <a:pt x="6"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67" name="任意多边形 11121"/>
                  <p:cNvSpPr/>
                  <p:nvPr/>
                </p:nvSpPr>
                <p:spPr bwMode="auto">
                  <a:xfrm>
                    <a:off x="850" y="3497"/>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66" name="任意多边形 11122"/>
                  <p:cNvSpPr/>
                  <p:nvPr/>
                </p:nvSpPr>
                <p:spPr bwMode="auto">
                  <a:xfrm>
                    <a:off x="807" y="3526"/>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65" name="矩形 11123"/>
                  <p:cNvSpPr>
                    <a:spLocks noChangeArrowheads="1"/>
                  </p:cNvSpPr>
                  <p:nvPr/>
                </p:nvSpPr>
                <p:spPr bwMode="auto">
                  <a:xfrm>
                    <a:off x="810" y="352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64" name="任意多边形 11124"/>
                  <p:cNvSpPr/>
                  <p:nvPr/>
                </p:nvSpPr>
                <p:spPr bwMode="auto">
                  <a:xfrm>
                    <a:off x="802" y="3521"/>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63" name="任意多边形 11125"/>
                  <p:cNvSpPr/>
                  <p:nvPr/>
                </p:nvSpPr>
                <p:spPr bwMode="auto">
                  <a:xfrm>
                    <a:off x="822" y="3521"/>
                    <a:ext cx="6" cy="18"/>
                  </a:xfrm>
                  <a:custGeom>
                    <a:avLst/>
                    <a:gdLst/>
                    <a:ahLst/>
                    <a:cxnLst>
                      <a:cxn ang="0">
                        <a:pos x="0" y="0"/>
                      </a:cxn>
                      <a:cxn ang="0">
                        <a:pos x="6" y="15"/>
                      </a:cxn>
                      <a:cxn ang="0">
                        <a:pos x="3" y="18"/>
                      </a:cxn>
                    </a:cxnLst>
                    <a:rect l="0" t="0" r="r" b="b"/>
                    <a:pathLst>
                      <a:path w="6" h="18">
                        <a:moveTo>
                          <a:pt x="0" y="0"/>
                        </a:moveTo>
                        <a:lnTo>
                          <a:pt x="6"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62" name="任意多边形 11126"/>
                  <p:cNvSpPr/>
                  <p:nvPr/>
                </p:nvSpPr>
                <p:spPr bwMode="auto">
                  <a:xfrm>
                    <a:off x="363" y="3573"/>
                    <a:ext cx="308" cy="13"/>
                  </a:xfrm>
                  <a:custGeom>
                    <a:avLst/>
                    <a:gdLst/>
                    <a:ahLst/>
                    <a:cxnLst>
                      <a:cxn ang="0">
                        <a:pos x="300" y="0"/>
                      </a:cxn>
                      <a:cxn ang="0">
                        <a:pos x="5" y="0"/>
                      </a:cxn>
                      <a:cxn ang="0">
                        <a:pos x="0" y="13"/>
                      </a:cxn>
                      <a:cxn ang="0">
                        <a:pos x="308" y="13"/>
                      </a:cxn>
                      <a:cxn ang="0">
                        <a:pos x="300" y="0"/>
                      </a:cxn>
                    </a:cxnLst>
                    <a:rect l="0" t="0" r="r" b="b"/>
                    <a:pathLst>
                      <a:path w="308" h="13">
                        <a:moveTo>
                          <a:pt x="300" y="0"/>
                        </a:moveTo>
                        <a:lnTo>
                          <a:pt x="5" y="0"/>
                        </a:lnTo>
                        <a:lnTo>
                          <a:pt x="0" y="13"/>
                        </a:lnTo>
                        <a:lnTo>
                          <a:pt x="308" y="13"/>
                        </a:lnTo>
                        <a:lnTo>
                          <a:pt x="300"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61" name="矩形 11127"/>
                  <p:cNvSpPr>
                    <a:spLocks noChangeArrowheads="1"/>
                  </p:cNvSpPr>
                  <p:nvPr/>
                </p:nvSpPr>
                <p:spPr bwMode="auto">
                  <a:xfrm>
                    <a:off x="368" y="3568"/>
                    <a:ext cx="295"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60" name="任意多边形 11128"/>
                  <p:cNvSpPr/>
                  <p:nvPr/>
                </p:nvSpPr>
                <p:spPr bwMode="auto">
                  <a:xfrm>
                    <a:off x="663" y="3568"/>
                    <a:ext cx="13" cy="18"/>
                  </a:xfrm>
                  <a:custGeom>
                    <a:avLst/>
                    <a:gdLst/>
                    <a:ahLst/>
                    <a:cxnLst>
                      <a:cxn ang="0">
                        <a:pos x="0" y="0"/>
                      </a:cxn>
                      <a:cxn ang="0">
                        <a:pos x="13" y="15"/>
                      </a:cxn>
                      <a:cxn ang="0">
                        <a:pos x="8" y="18"/>
                      </a:cxn>
                    </a:cxnLst>
                    <a:rect l="0" t="0" r="r" b="b"/>
                    <a:pathLst>
                      <a:path w="13" h="18">
                        <a:moveTo>
                          <a:pt x="0" y="0"/>
                        </a:moveTo>
                        <a:lnTo>
                          <a:pt x="13" y="15"/>
                        </a:lnTo>
                        <a:lnTo>
                          <a:pt x="8"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59" name="任意多边形 11129"/>
                  <p:cNvSpPr/>
                  <p:nvPr/>
                </p:nvSpPr>
                <p:spPr bwMode="auto">
                  <a:xfrm>
                    <a:off x="358" y="3568"/>
                    <a:ext cx="10" cy="17"/>
                  </a:xfrm>
                  <a:custGeom>
                    <a:avLst/>
                    <a:gdLst/>
                    <a:ahLst/>
                    <a:cxnLst>
                      <a:cxn ang="0">
                        <a:pos x="10" y="0"/>
                      </a:cxn>
                      <a:cxn ang="0">
                        <a:pos x="0" y="15"/>
                      </a:cxn>
                      <a:cxn ang="0">
                        <a:pos x="7" y="17"/>
                      </a:cxn>
                    </a:cxnLst>
                    <a:rect l="0" t="0" r="r" b="b"/>
                    <a:pathLst>
                      <a:path w="10" h="17">
                        <a:moveTo>
                          <a:pt x="10" y="0"/>
                        </a:moveTo>
                        <a:lnTo>
                          <a:pt x="0" y="15"/>
                        </a:lnTo>
                        <a:lnTo>
                          <a:pt x="7"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58" name="任意多边形 11130"/>
                  <p:cNvSpPr/>
                  <p:nvPr/>
                </p:nvSpPr>
                <p:spPr bwMode="auto">
                  <a:xfrm>
                    <a:off x="775" y="3549"/>
                    <a:ext cx="20" cy="13"/>
                  </a:xfrm>
                  <a:custGeom>
                    <a:avLst/>
                    <a:gdLst/>
                    <a:ahLst/>
                    <a:cxnLst>
                      <a:cxn ang="0">
                        <a:pos x="16" y="0"/>
                      </a:cxn>
                      <a:cxn ang="0">
                        <a:pos x="3" y="0"/>
                      </a:cxn>
                      <a:cxn ang="0">
                        <a:pos x="0" y="13"/>
                      </a:cxn>
                      <a:cxn ang="0">
                        <a:pos x="20" y="13"/>
                      </a:cxn>
                      <a:cxn ang="0">
                        <a:pos x="16" y="0"/>
                      </a:cxn>
                    </a:cxnLst>
                    <a:rect l="0" t="0" r="r" b="b"/>
                    <a:pathLst>
                      <a:path w="20" h="13">
                        <a:moveTo>
                          <a:pt x="16" y="0"/>
                        </a:moveTo>
                        <a:lnTo>
                          <a:pt x="3"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57" name="矩形 11131"/>
                  <p:cNvSpPr>
                    <a:spLocks noChangeArrowheads="1"/>
                  </p:cNvSpPr>
                  <p:nvPr/>
                </p:nvSpPr>
                <p:spPr bwMode="auto">
                  <a:xfrm>
                    <a:off x="778" y="354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56" name="任意多边形 11132"/>
                  <p:cNvSpPr/>
                  <p:nvPr/>
                </p:nvSpPr>
                <p:spPr bwMode="auto">
                  <a:xfrm>
                    <a:off x="771"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55" name="任意多边形 11133"/>
                  <p:cNvSpPr/>
                  <p:nvPr/>
                </p:nvSpPr>
                <p:spPr bwMode="auto">
                  <a:xfrm>
                    <a:off x="791" y="3544"/>
                    <a:ext cx="6" cy="18"/>
                  </a:xfrm>
                  <a:custGeom>
                    <a:avLst/>
                    <a:gdLst/>
                    <a:ahLst/>
                    <a:cxnLst>
                      <a:cxn ang="0">
                        <a:pos x="0" y="0"/>
                      </a:cxn>
                      <a:cxn ang="0">
                        <a:pos x="6" y="15"/>
                      </a:cxn>
                      <a:cxn ang="0">
                        <a:pos x="4" y="18"/>
                      </a:cxn>
                    </a:cxnLst>
                    <a:rect l="0" t="0" r="r" b="b"/>
                    <a:pathLst>
                      <a:path w="6" h="18">
                        <a:moveTo>
                          <a:pt x="0" y="0"/>
                        </a:moveTo>
                        <a:lnTo>
                          <a:pt x="6"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54" name="任意多边形 11134"/>
                  <p:cNvSpPr/>
                  <p:nvPr/>
                </p:nvSpPr>
                <p:spPr bwMode="auto">
                  <a:xfrm>
                    <a:off x="807"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53" name="矩形 11135"/>
                  <p:cNvSpPr>
                    <a:spLocks noChangeArrowheads="1"/>
                  </p:cNvSpPr>
                  <p:nvPr/>
                </p:nvSpPr>
                <p:spPr bwMode="auto">
                  <a:xfrm>
                    <a:off x="810"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52" name="任意多边形 11136"/>
                  <p:cNvSpPr/>
                  <p:nvPr/>
                </p:nvSpPr>
                <p:spPr bwMode="auto">
                  <a:xfrm>
                    <a:off x="802" y="3544"/>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51" name="任意多边形 11137"/>
                  <p:cNvSpPr/>
                  <p:nvPr/>
                </p:nvSpPr>
                <p:spPr bwMode="auto">
                  <a:xfrm>
                    <a:off x="822" y="3544"/>
                    <a:ext cx="6" cy="18"/>
                  </a:xfrm>
                  <a:custGeom>
                    <a:avLst/>
                    <a:gdLst/>
                    <a:ahLst/>
                    <a:cxnLst>
                      <a:cxn ang="0">
                        <a:pos x="0" y="0"/>
                      </a:cxn>
                      <a:cxn ang="0">
                        <a:pos x="6" y="15"/>
                      </a:cxn>
                      <a:cxn ang="0">
                        <a:pos x="3" y="18"/>
                      </a:cxn>
                    </a:cxnLst>
                    <a:rect l="0" t="0" r="r" b="b"/>
                    <a:pathLst>
                      <a:path w="6" h="18">
                        <a:moveTo>
                          <a:pt x="0" y="0"/>
                        </a:moveTo>
                        <a:lnTo>
                          <a:pt x="6"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50" name="任意多边形 11138"/>
                  <p:cNvSpPr/>
                  <p:nvPr/>
                </p:nvSpPr>
                <p:spPr bwMode="auto">
                  <a:xfrm>
                    <a:off x="837" y="3549"/>
                    <a:ext cx="18" cy="13"/>
                  </a:xfrm>
                  <a:custGeom>
                    <a:avLst/>
                    <a:gdLst/>
                    <a:ahLst/>
                    <a:cxnLst>
                      <a:cxn ang="0">
                        <a:pos x="15" y="0"/>
                      </a:cxn>
                      <a:cxn ang="0">
                        <a:pos x="1" y="0"/>
                      </a:cxn>
                      <a:cxn ang="0">
                        <a:pos x="0" y="13"/>
                      </a:cxn>
                      <a:cxn ang="0">
                        <a:pos x="18" y="13"/>
                      </a:cxn>
                      <a:cxn ang="0">
                        <a:pos x="15" y="0"/>
                      </a:cxn>
                    </a:cxnLst>
                    <a:rect l="0" t="0" r="r" b="b"/>
                    <a:pathLst>
                      <a:path w="18" h="13">
                        <a:moveTo>
                          <a:pt x="15" y="0"/>
                        </a:moveTo>
                        <a:lnTo>
                          <a:pt x="1"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49" name="矩形 11139"/>
                  <p:cNvSpPr>
                    <a:spLocks noChangeArrowheads="1"/>
                  </p:cNvSpPr>
                  <p:nvPr/>
                </p:nvSpPr>
                <p:spPr bwMode="auto">
                  <a:xfrm>
                    <a:off x="838" y="3544"/>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48" name="任意多边形 11140"/>
                  <p:cNvSpPr/>
                  <p:nvPr/>
                </p:nvSpPr>
                <p:spPr bwMode="auto">
                  <a:xfrm>
                    <a:off x="833" y="3544"/>
                    <a:ext cx="5" cy="18"/>
                  </a:xfrm>
                  <a:custGeom>
                    <a:avLst/>
                    <a:gdLst/>
                    <a:ahLst/>
                    <a:cxnLst>
                      <a:cxn ang="0">
                        <a:pos x="5" y="0"/>
                      </a:cxn>
                      <a:cxn ang="0">
                        <a:pos x="0" y="15"/>
                      </a:cxn>
                      <a:cxn ang="0">
                        <a:pos x="2" y="18"/>
                      </a:cxn>
                    </a:cxnLst>
                    <a:rect l="0" t="0" r="r" b="b"/>
                    <a:pathLst>
                      <a:path w="5" h="18">
                        <a:moveTo>
                          <a:pt x="5"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47" name="任意多边形 11141"/>
                  <p:cNvSpPr/>
                  <p:nvPr/>
                </p:nvSpPr>
                <p:spPr bwMode="auto">
                  <a:xfrm>
                    <a:off x="852" y="3544"/>
                    <a:ext cx="6" cy="18"/>
                  </a:xfrm>
                  <a:custGeom>
                    <a:avLst/>
                    <a:gdLst/>
                    <a:ahLst/>
                    <a:cxnLst>
                      <a:cxn ang="0">
                        <a:pos x="0" y="0"/>
                      </a:cxn>
                      <a:cxn ang="0">
                        <a:pos x="6" y="15"/>
                      </a:cxn>
                      <a:cxn ang="0">
                        <a:pos x="3" y="18"/>
                      </a:cxn>
                    </a:cxnLst>
                    <a:rect l="0" t="0" r="r" b="b"/>
                    <a:pathLst>
                      <a:path w="6" h="18">
                        <a:moveTo>
                          <a:pt x="0" y="0"/>
                        </a:moveTo>
                        <a:lnTo>
                          <a:pt x="6"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46" name="任意多边形 11142"/>
                  <p:cNvSpPr/>
                  <p:nvPr/>
                </p:nvSpPr>
                <p:spPr bwMode="auto">
                  <a:xfrm>
                    <a:off x="894"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45" name="矩形 11143"/>
                  <p:cNvSpPr>
                    <a:spLocks noChangeArrowheads="1"/>
                  </p:cNvSpPr>
                  <p:nvPr/>
                </p:nvSpPr>
                <p:spPr bwMode="auto">
                  <a:xfrm>
                    <a:off x="897"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44" name="任意多边形 11144"/>
                  <p:cNvSpPr/>
                  <p:nvPr/>
                </p:nvSpPr>
                <p:spPr bwMode="auto">
                  <a:xfrm>
                    <a:off x="890" y="3476"/>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43" name="任意多边形 11145"/>
                  <p:cNvSpPr/>
                  <p:nvPr/>
                </p:nvSpPr>
                <p:spPr bwMode="auto">
                  <a:xfrm>
                    <a:off x="909" y="3476"/>
                    <a:ext cx="6" cy="16"/>
                  </a:xfrm>
                  <a:custGeom>
                    <a:avLst/>
                    <a:gdLst/>
                    <a:ahLst/>
                    <a:cxnLst>
                      <a:cxn ang="0">
                        <a:pos x="0" y="0"/>
                      </a:cxn>
                      <a:cxn ang="0">
                        <a:pos x="6" y="14"/>
                      </a:cxn>
                      <a:cxn ang="0">
                        <a:pos x="5" y="16"/>
                      </a:cxn>
                    </a:cxnLst>
                    <a:rect l="0" t="0" r="r" b="b"/>
                    <a:pathLst>
                      <a:path w="6" h="16">
                        <a:moveTo>
                          <a:pt x="0" y="0"/>
                        </a:moveTo>
                        <a:lnTo>
                          <a:pt x="6"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42" name="任意多边形 11146"/>
                  <p:cNvSpPr/>
                  <p:nvPr/>
                </p:nvSpPr>
                <p:spPr bwMode="auto">
                  <a:xfrm>
                    <a:off x="924" y="3481"/>
                    <a:ext cx="20" cy="11"/>
                  </a:xfrm>
                  <a:custGeom>
                    <a:avLst/>
                    <a:gdLst/>
                    <a:ahLst/>
                    <a:cxnLst>
                      <a:cxn ang="0">
                        <a:pos x="16" y="0"/>
                      </a:cxn>
                      <a:cxn ang="0">
                        <a:pos x="3" y="0"/>
                      </a:cxn>
                      <a:cxn ang="0">
                        <a:pos x="0" y="11"/>
                      </a:cxn>
                      <a:cxn ang="0">
                        <a:pos x="20" y="11"/>
                      </a:cxn>
                      <a:cxn ang="0">
                        <a:pos x="16" y="0"/>
                      </a:cxn>
                    </a:cxnLst>
                    <a:rect l="0" t="0" r="r" b="b"/>
                    <a:pathLst>
                      <a:path w="20" h="11">
                        <a:moveTo>
                          <a:pt x="16" y="0"/>
                        </a:moveTo>
                        <a:lnTo>
                          <a:pt x="3" y="0"/>
                        </a:lnTo>
                        <a:lnTo>
                          <a:pt x="0" y="11"/>
                        </a:lnTo>
                        <a:lnTo>
                          <a:pt x="20" y="11"/>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41" name="矩形 11147"/>
                  <p:cNvSpPr>
                    <a:spLocks noChangeArrowheads="1"/>
                  </p:cNvSpPr>
                  <p:nvPr/>
                </p:nvSpPr>
                <p:spPr bwMode="auto">
                  <a:xfrm>
                    <a:off x="927" y="3476"/>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40" name="任意多边形 11148"/>
                  <p:cNvSpPr/>
                  <p:nvPr/>
                </p:nvSpPr>
                <p:spPr bwMode="auto">
                  <a:xfrm>
                    <a:off x="920" y="3476"/>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39" name="任意多边形 11149"/>
                  <p:cNvSpPr/>
                  <p:nvPr/>
                </p:nvSpPr>
                <p:spPr bwMode="auto">
                  <a:xfrm>
                    <a:off x="940" y="3476"/>
                    <a:ext cx="5" cy="16"/>
                  </a:xfrm>
                  <a:custGeom>
                    <a:avLst/>
                    <a:gdLst/>
                    <a:ahLst/>
                    <a:cxnLst>
                      <a:cxn ang="0">
                        <a:pos x="0" y="0"/>
                      </a:cxn>
                      <a:cxn ang="0">
                        <a:pos x="5" y="14"/>
                      </a:cxn>
                      <a:cxn ang="0">
                        <a:pos x="4" y="16"/>
                      </a:cxn>
                    </a:cxnLst>
                    <a:rect l="0" t="0" r="r" b="b"/>
                    <a:pathLst>
                      <a:path w="5" h="16">
                        <a:moveTo>
                          <a:pt x="0" y="0"/>
                        </a:moveTo>
                        <a:lnTo>
                          <a:pt x="5"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38" name="任意多边形 11150"/>
                  <p:cNvSpPr/>
                  <p:nvPr/>
                </p:nvSpPr>
                <p:spPr bwMode="auto">
                  <a:xfrm>
                    <a:off x="955" y="3481"/>
                    <a:ext cx="19" cy="11"/>
                  </a:xfrm>
                  <a:custGeom>
                    <a:avLst/>
                    <a:gdLst/>
                    <a:ahLst/>
                    <a:cxnLst>
                      <a:cxn ang="0">
                        <a:pos x="16" y="0"/>
                      </a:cxn>
                      <a:cxn ang="0">
                        <a:pos x="4" y="0"/>
                      </a:cxn>
                      <a:cxn ang="0">
                        <a:pos x="0" y="11"/>
                      </a:cxn>
                      <a:cxn ang="0">
                        <a:pos x="19" y="11"/>
                      </a:cxn>
                      <a:cxn ang="0">
                        <a:pos x="16" y="0"/>
                      </a:cxn>
                    </a:cxnLst>
                    <a:rect l="0" t="0" r="r" b="b"/>
                    <a:pathLst>
                      <a:path w="19" h="11">
                        <a:moveTo>
                          <a:pt x="16" y="0"/>
                        </a:moveTo>
                        <a:lnTo>
                          <a:pt x="4" y="0"/>
                        </a:lnTo>
                        <a:lnTo>
                          <a:pt x="0" y="11"/>
                        </a:lnTo>
                        <a:lnTo>
                          <a:pt x="19" y="11"/>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37" name="矩形 11151"/>
                  <p:cNvSpPr>
                    <a:spLocks noChangeArrowheads="1"/>
                  </p:cNvSpPr>
                  <p:nvPr/>
                </p:nvSpPr>
                <p:spPr bwMode="auto">
                  <a:xfrm>
                    <a:off x="959"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grpSp>
            <p:sp>
              <p:nvSpPr>
                <p:cNvPr id="346635" name="任意多边形 11152"/>
                <p:cNvSpPr/>
                <p:nvPr/>
              </p:nvSpPr>
              <p:spPr bwMode="auto">
                <a:xfrm>
                  <a:off x="952" y="3476"/>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34" name="任意多边形 11153"/>
                <p:cNvSpPr/>
                <p:nvPr/>
              </p:nvSpPr>
              <p:spPr bwMode="auto">
                <a:xfrm>
                  <a:off x="971" y="3476"/>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33" name="任意多边形 11154"/>
                <p:cNvSpPr/>
                <p:nvPr/>
              </p:nvSpPr>
              <p:spPr bwMode="auto">
                <a:xfrm>
                  <a:off x="986"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32" name="矩形 11155"/>
                <p:cNvSpPr>
                  <a:spLocks noChangeArrowheads="1"/>
                </p:cNvSpPr>
                <p:nvPr/>
              </p:nvSpPr>
              <p:spPr bwMode="auto">
                <a:xfrm>
                  <a:off x="989"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31" name="任意多边形 11156"/>
                <p:cNvSpPr/>
                <p:nvPr/>
              </p:nvSpPr>
              <p:spPr bwMode="auto">
                <a:xfrm>
                  <a:off x="982" y="3476"/>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30" name="任意多边形 11157"/>
                <p:cNvSpPr/>
                <p:nvPr/>
              </p:nvSpPr>
              <p:spPr bwMode="auto">
                <a:xfrm>
                  <a:off x="1001" y="3476"/>
                  <a:ext cx="6" cy="16"/>
                </a:xfrm>
                <a:custGeom>
                  <a:avLst/>
                  <a:gdLst/>
                  <a:ahLst/>
                  <a:cxnLst>
                    <a:cxn ang="0">
                      <a:pos x="0" y="0"/>
                    </a:cxn>
                    <a:cxn ang="0">
                      <a:pos x="6" y="14"/>
                    </a:cxn>
                    <a:cxn ang="0">
                      <a:pos x="5" y="16"/>
                    </a:cxn>
                  </a:cxnLst>
                  <a:rect l="0" t="0" r="r" b="b"/>
                  <a:pathLst>
                    <a:path w="6" h="16">
                      <a:moveTo>
                        <a:pt x="0" y="0"/>
                      </a:moveTo>
                      <a:lnTo>
                        <a:pt x="6"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29" name="任意多边形 11158"/>
                <p:cNvSpPr/>
                <p:nvPr/>
              </p:nvSpPr>
              <p:spPr bwMode="auto">
                <a:xfrm>
                  <a:off x="894" y="3503"/>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28" name="矩形 11159"/>
                <p:cNvSpPr>
                  <a:spLocks noChangeArrowheads="1"/>
                </p:cNvSpPr>
                <p:nvPr/>
              </p:nvSpPr>
              <p:spPr bwMode="auto">
                <a:xfrm>
                  <a:off x="897" y="3498"/>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27" name="任意多边形 11160"/>
                <p:cNvSpPr/>
                <p:nvPr/>
              </p:nvSpPr>
              <p:spPr bwMode="auto">
                <a:xfrm>
                  <a:off x="890" y="3497"/>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26" name="任意多边形 11161"/>
                <p:cNvSpPr/>
                <p:nvPr/>
              </p:nvSpPr>
              <p:spPr bwMode="auto">
                <a:xfrm>
                  <a:off x="909" y="3497"/>
                  <a:ext cx="6" cy="18"/>
                </a:xfrm>
                <a:custGeom>
                  <a:avLst/>
                  <a:gdLst/>
                  <a:ahLst/>
                  <a:cxnLst>
                    <a:cxn ang="0">
                      <a:pos x="0" y="0"/>
                    </a:cxn>
                    <a:cxn ang="0">
                      <a:pos x="6" y="14"/>
                    </a:cxn>
                    <a:cxn ang="0">
                      <a:pos x="5" y="18"/>
                    </a:cxn>
                  </a:cxnLst>
                  <a:rect l="0" t="0" r="r" b="b"/>
                  <a:pathLst>
                    <a:path w="6" h="18">
                      <a:moveTo>
                        <a:pt x="0" y="0"/>
                      </a:moveTo>
                      <a:lnTo>
                        <a:pt x="6"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25" name="任意多边形 11162"/>
                <p:cNvSpPr/>
                <p:nvPr/>
              </p:nvSpPr>
              <p:spPr bwMode="auto">
                <a:xfrm>
                  <a:off x="924" y="3503"/>
                  <a:ext cx="20" cy="12"/>
                </a:xfrm>
                <a:custGeom>
                  <a:avLst/>
                  <a:gdLst/>
                  <a:ahLst/>
                  <a:cxnLst>
                    <a:cxn ang="0">
                      <a:pos x="16" y="0"/>
                    </a:cxn>
                    <a:cxn ang="0">
                      <a:pos x="3" y="0"/>
                    </a:cxn>
                    <a:cxn ang="0">
                      <a:pos x="0" y="12"/>
                    </a:cxn>
                    <a:cxn ang="0">
                      <a:pos x="20" y="12"/>
                    </a:cxn>
                    <a:cxn ang="0">
                      <a:pos x="16" y="0"/>
                    </a:cxn>
                  </a:cxnLst>
                  <a:rect l="0" t="0" r="r" b="b"/>
                  <a:pathLst>
                    <a:path w="20" h="12">
                      <a:moveTo>
                        <a:pt x="16" y="0"/>
                      </a:moveTo>
                      <a:lnTo>
                        <a:pt x="3" y="0"/>
                      </a:lnTo>
                      <a:lnTo>
                        <a:pt x="0" y="12"/>
                      </a:lnTo>
                      <a:lnTo>
                        <a:pt x="20"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24" name="矩形 11163"/>
                <p:cNvSpPr>
                  <a:spLocks noChangeArrowheads="1"/>
                </p:cNvSpPr>
                <p:nvPr/>
              </p:nvSpPr>
              <p:spPr bwMode="auto">
                <a:xfrm>
                  <a:off x="927"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23" name="任意多边形 11164"/>
                <p:cNvSpPr/>
                <p:nvPr/>
              </p:nvSpPr>
              <p:spPr bwMode="auto">
                <a:xfrm>
                  <a:off x="920" y="3497"/>
                  <a:ext cx="7" cy="18"/>
                </a:xfrm>
                <a:custGeom>
                  <a:avLst/>
                  <a:gdLst/>
                  <a:ahLst/>
                  <a:cxnLst>
                    <a:cxn ang="0">
                      <a:pos x="7" y="0"/>
                    </a:cxn>
                    <a:cxn ang="0">
                      <a:pos x="0" y="14"/>
                    </a:cxn>
                    <a:cxn ang="0">
                      <a:pos x="4" y="18"/>
                    </a:cxn>
                  </a:cxnLst>
                  <a:rect l="0" t="0" r="r" b="b"/>
                  <a:pathLst>
                    <a:path w="7" h="18">
                      <a:moveTo>
                        <a:pt x="7" y="0"/>
                      </a:moveTo>
                      <a:lnTo>
                        <a:pt x="0"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22" name="任意多边形 11165"/>
                <p:cNvSpPr/>
                <p:nvPr/>
              </p:nvSpPr>
              <p:spPr bwMode="auto">
                <a:xfrm>
                  <a:off x="940" y="3497"/>
                  <a:ext cx="5" cy="18"/>
                </a:xfrm>
                <a:custGeom>
                  <a:avLst/>
                  <a:gdLst/>
                  <a:ahLst/>
                  <a:cxnLst>
                    <a:cxn ang="0">
                      <a:pos x="0" y="0"/>
                    </a:cxn>
                    <a:cxn ang="0">
                      <a:pos x="5" y="14"/>
                    </a:cxn>
                    <a:cxn ang="0">
                      <a:pos x="4" y="18"/>
                    </a:cxn>
                  </a:cxnLst>
                  <a:rect l="0" t="0" r="r" b="b"/>
                  <a:pathLst>
                    <a:path w="5" h="18">
                      <a:moveTo>
                        <a:pt x="0" y="0"/>
                      </a:moveTo>
                      <a:lnTo>
                        <a:pt x="5"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21" name="任意多边形 11166"/>
                <p:cNvSpPr/>
                <p:nvPr/>
              </p:nvSpPr>
              <p:spPr bwMode="auto">
                <a:xfrm>
                  <a:off x="955" y="3503"/>
                  <a:ext cx="19" cy="12"/>
                </a:xfrm>
                <a:custGeom>
                  <a:avLst/>
                  <a:gdLst/>
                  <a:ahLst/>
                  <a:cxnLst>
                    <a:cxn ang="0">
                      <a:pos x="16" y="0"/>
                    </a:cxn>
                    <a:cxn ang="0">
                      <a:pos x="4" y="0"/>
                    </a:cxn>
                    <a:cxn ang="0">
                      <a:pos x="0" y="12"/>
                    </a:cxn>
                    <a:cxn ang="0">
                      <a:pos x="19" y="12"/>
                    </a:cxn>
                    <a:cxn ang="0">
                      <a:pos x="16" y="0"/>
                    </a:cxn>
                  </a:cxnLst>
                  <a:rect l="0" t="0" r="r" b="b"/>
                  <a:pathLst>
                    <a:path w="19" h="12">
                      <a:moveTo>
                        <a:pt x="16" y="0"/>
                      </a:moveTo>
                      <a:lnTo>
                        <a:pt x="4" y="0"/>
                      </a:lnTo>
                      <a:lnTo>
                        <a:pt x="0" y="12"/>
                      </a:lnTo>
                      <a:lnTo>
                        <a:pt x="19"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20" name="矩形 11167"/>
                <p:cNvSpPr>
                  <a:spLocks noChangeArrowheads="1"/>
                </p:cNvSpPr>
                <p:nvPr/>
              </p:nvSpPr>
              <p:spPr bwMode="auto">
                <a:xfrm>
                  <a:off x="959" y="3498"/>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19" name="任意多边形 11168"/>
                <p:cNvSpPr/>
                <p:nvPr/>
              </p:nvSpPr>
              <p:spPr bwMode="auto">
                <a:xfrm>
                  <a:off x="952" y="3497"/>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18" name="任意多边形 11169"/>
                <p:cNvSpPr/>
                <p:nvPr/>
              </p:nvSpPr>
              <p:spPr bwMode="auto">
                <a:xfrm>
                  <a:off x="971" y="3497"/>
                  <a:ext cx="6" cy="18"/>
                </a:xfrm>
                <a:custGeom>
                  <a:avLst/>
                  <a:gdLst/>
                  <a:ahLst/>
                  <a:cxnLst>
                    <a:cxn ang="0">
                      <a:pos x="0" y="0"/>
                    </a:cxn>
                    <a:cxn ang="0">
                      <a:pos x="6" y="14"/>
                    </a:cxn>
                    <a:cxn ang="0">
                      <a:pos x="3" y="18"/>
                    </a:cxn>
                  </a:cxnLst>
                  <a:rect l="0" t="0" r="r" b="b"/>
                  <a:pathLst>
                    <a:path w="6" h="18">
                      <a:moveTo>
                        <a:pt x="0" y="0"/>
                      </a:moveTo>
                      <a:lnTo>
                        <a:pt x="6"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17" name="任意多边形 11170"/>
                <p:cNvSpPr/>
                <p:nvPr/>
              </p:nvSpPr>
              <p:spPr bwMode="auto">
                <a:xfrm>
                  <a:off x="894" y="3526"/>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16" name="矩形 11171"/>
                <p:cNvSpPr>
                  <a:spLocks noChangeArrowheads="1"/>
                </p:cNvSpPr>
                <p:nvPr/>
              </p:nvSpPr>
              <p:spPr bwMode="auto">
                <a:xfrm>
                  <a:off x="897" y="352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15" name="任意多边形 11172"/>
                <p:cNvSpPr/>
                <p:nvPr/>
              </p:nvSpPr>
              <p:spPr bwMode="auto">
                <a:xfrm>
                  <a:off x="890" y="3521"/>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14" name="任意多边形 11173"/>
                <p:cNvSpPr/>
                <p:nvPr/>
              </p:nvSpPr>
              <p:spPr bwMode="auto">
                <a:xfrm>
                  <a:off x="909" y="3521"/>
                  <a:ext cx="6" cy="18"/>
                </a:xfrm>
                <a:custGeom>
                  <a:avLst/>
                  <a:gdLst/>
                  <a:ahLst/>
                  <a:cxnLst>
                    <a:cxn ang="0">
                      <a:pos x="0" y="0"/>
                    </a:cxn>
                    <a:cxn ang="0">
                      <a:pos x="6" y="15"/>
                    </a:cxn>
                    <a:cxn ang="0">
                      <a:pos x="5" y="18"/>
                    </a:cxn>
                  </a:cxnLst>
                  <a:rect l="0" t="0" r="r" b="b"/>
                  <a:pathLst>
                    <a:path w="6" h="18">
                      <a:moveTo>
                        <a:pt x="0" y="0"/>
                      </a:moveTo>
                      <a:lnTo>
                        <a:pt x="6"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13" name="任意多边形 11174"/>
                <p:cNvSpPr/>
                <p:nvPr/>
              </p:nvSpPr>
              <p:spPr bwMode="auto">
                <a:xfrm>
                  <a:off x="924" y="3526"/>
                  <a:ext cx="20" cy="13"/>
                </a:xfrm>
                <a:custGeom>
                  <a:avLst/>
                  <a:gdLst/>
                  <a:ahLst/>
                  <a:cxnLst>
                    <a:cxn ang="0">
                      <a:pos x="16" y="0"/>
                    </a:cxn>
                    <a:cxn ang="0">
                      <a:pos x="3" y="0"/>
                    </a:cxn>
                    <a:cxn ang="0">
                      <a:pos x="0" y="13"/>
                    </a:cxn>
                    <a:cxn ang="0">
                      <a:pos x="20" y="13"/>
                    </a:cxn>
                    <a:cxn ang="0">
                      <a:pos x="16" y="0"/>
                    </a:cxn>
                  </a:cxnLst>
                  <a:rect l="0" t="0" r="r" b="b"/>
                  <a:pathLst>
                    <a:path w="20" h="13">
                      <a:moveTo>
                        <a:pt x="16" y="0"/>
                      </a:moveTo>
                      <a:lnTo>
                        <a:pt x="3"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12" name="矩形 11175"/>
                <p:cNvSpPr>
                  <a:spLocks noChangeArrowheads="1"/>
                </p:cNvSpPr>
                <p:nvPr/>
              </p:nvSpPr>
              <p:spPr bwMode="auto">
                <a:xfrm>
                  <a:off x="927" y="352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11" name="任意多边形 11176"/>
                <p:cNvSpPr/>
                <p:nvPr/>
              </p:nvSpPr>
              <p:spPr bwMode="auto">
                <a:xfrm>
                  <a:off x="920" y="3521"/>
                  <a:ext cx="7" cy="18"/>
                </a:xfrm>
                <a:custGeom>
                  <a:avLst/>
                  <a:gdLst/>
                  <a:ahLst/>
                  <a:cxnLst>
                    <a:cxn ang="0">
                      <a:pos x="7" y="0"/>
                    </a:cxn>
                    <a:cxn ang="0">
                      <a:pos x="0" y="15"/>
                    </a:cxn>
                    <a:cxn ang="0">
                      <a:pos x="4" y="18"/>
                    </a:cxn>
                  </a:cxnLst>
                  <a:rect l="0" t="0" r="r" b="b"/>
                  <a:pathLst>
                    <a:path w="7" h="18">
                      <a:moveTo>
                        <a:pt x="7" y="0"/>
                      </a:moveTo>
                      <a:lnTo>
                        <a:pt x="0"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10" name="任意多边形 11177"/>
                <p:cNvSpPr/>
                <p:nvPr/>
              </p:nvSpPr>
              <p:spPr bwMode="auto">
                <a:xfrm>
                  <a:off x="940" y="3521"/>
                  <a:ext cx="5" cy="18"/>
                </a:xfrm>
                <a:custGeom>
                  <a:avLst/>
                  <a:gdLst/>
                  <a:ahLst/>
                  <a:cxnLst>
                    <a:cxn ang="0">
                      <a:pos x="0" y="0"/>
                    </a:cxn>
                    <a:cxn ang="0">
                      <a:pos x="5" y="15"/>
                    </a:cxn>
                    <a:cxn ang="0">
                      <a:pos x="4" y="18"/>
                    </a:cxn>
                  </a:cxnLst>
                  <a:rect l="0" t="0" r="r" b="b"/>
                  <a:pathLst>
                    <a:path w="5" h="18">
                      <a:moveTo>
                        <a:pt x="0" y="0"/>
                      </a:moveTo>
                      <a:lnTo>
                        <a:pt x="5"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09" name="任意多边形 11178"/>
                <p:cNvSpPr/>
                <p:nvPr/>
              </p:nvSpPr>
              <p:spPr bwMode="auto">
                <a:xfrm>
                  <a:off x="955" y="3526"/>
                  <a:ext cx="19" cy="13"/>
                </a:xfrm>
                <a:custGeom>
                  <a:avLst/>
                  <a:gdLst/>
                  <a:ahLst/>
                  <a:cxnLst>
                    <a:cxn ang="0">
                      <a:pos x="16" y="0"/>
                    </a:cxn>
                    <a:cxn ang="0">
                      <a:pos x="4" y="0"/>
                    </a:cxn>
                    <a:cxn ang="0">
                      <a:pos x="0" y="13"/>
                    </a:cxn>
                    <a:cxn ang="0">
                      <a:pos x="19" y="13"/>
                    </a:cxn>
                    <a:cxn ang="0">
                      <a:pos x="16" y="0"/>
                    </a:cxn>
                  </a:cxnLst>
                  <a:rect l="0" t="0" r="r" b="b"/>
                  <a:pathLst>
                    <a:path w="19" h="13">
                      <a:moveTo>
                        <a:pt x="16" y="0"/>
                      </a:moveTo>
                      <a:lnTo>
                        <a:pt x="4" y="0"/>
                      </a:lnTo>
                      <a:lnTo>
                        <a:pt x="0" y="13"/>
                      </a:lnTo>
                      <a:lnTo>
                        <a:pt x="19"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08" name="矩形 11179"/>
                <p:cNvSpPr>
                  <a:spLocks noChangeArrowheads="1"/>
                </p:cNvSpPr>
                <p:nvPr/>
              </p:nvSpPr>
              <p:spPr bwMode="auto">
                <a:xfrm>
                  <a:off x="959" y="352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07" name="任意多边形 11180"/>
                <p:cNvSpPr/>
                <p:nvPr/>
              </p:nvSpPr>
              <p:spPr bwMode="auto">
                <a:xfrm>
                  <a:off x="952" y="3521"/>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06" name="任意多边形 11181"/>
                <p:cNvSpPr/>
                <p:nvPr/>
              </p:nvSpPr>
              <p:spPr bwMode="auto">
                <a:xfrm>
                  <a:off x="971" y="3521"/>
                  <a:ext cx="6" cy="18"/>
                </a:xfrm>
                <a:custGeom>
                  <a:avLst/>
                  <a:gdLst/>
                  <a:ahLst/>
                  <a:cxnLst>
                    <a:cxn ang="0">
                      <a:pos x="0" y="0"/>
                    </a:cxn>
                    <a:cxn ang="0">
                      <a:pos x="6" y="15"/>
                    </a:cxn>
                    <a:cxn ang="0">
                      <a:pos x="3" y="18"/>
                    </a:cxn>
                  </a:cxnLst>
                  <a:rect l="0" t="0" r="r" b="b"/>
                  <a:pathLst>
                    <a:path w="6" h="18">
                      <a:moveTo>
                        <a:pt x="0" y="0"/>
                      </a:moveTo>
                      <a:lnTo>
                        <a:pt x="6"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05" name="任意多边形 11182"/>
                <p:cNvSpPr/>
                <p:nvPr/>
              </p:nvSpPr>
              <p:spPr bwMode="auto">
                <a:xfrm>
                  <a:off x="955" y="3549"/>
                  <a:ext cx="19" cy="13"/>
                </a:xfrm>
                <a:custGeom>
                  <a:avLst/>
                  <a:gdLst/>
                  <a:ahLst/>
                  <a:cxnLst>
                    <a:cxn ang="0">
                      <a:pos x="16" y="0"/>
                    </a:cxn>
                    <a:cxn ang="0">
                      <a:pos x="4" y="0"/>
                    </a:cxn>
                    <a:cxn ang="0">
                      <a:pos x="0" y="13"/>
                    </a:cxn>
                    <a:cxn ang="0">
                      <a:pos x="19" y="13"/>
                    </a:cxn>
                    <a:cxn ang="0">
                      <a:pos x="16" y="0"/>
                    </a:cxn>
                  </a:cxnLst>
                  <a:rect l="0" t="0" r="r" b="b"/>
                  <a:pathLst>
                    <a:path w="19" h="13">
                      <a:moveTo>
                        <a:pt x="16" y="0"/>
                      </a:moveTo>
                      <a:lnTo>
                        <a:pt x="4" y="0"/>
                      </a:lnTo>
                      <a:lnTo>
                        <a:pt x="0" y="13"/>
                      </a:lnTo>
                      <a:lnTo>
                        <a:pt x="19"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04" name="矩形 11183"/>
                <p:cNvSpPr>
                  <a:spLocks noChangeArrowheads="1"/>
                </p:cNvSpPr>
                <p:nvPr/>
              </p:nvSpPr>
              <p:spPr bwMode="auto">
                <a:xfrm>
                  <a:off x="959"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03" name="任意多边形 11184"/>
                <p:cNvSpPr/>
                <p:nvPr/>
              </p:nvSpPr>
              <p:spPr bwMode="auto">
                <a:xfrm>
                  <a:off x="952"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02" name="任意多边形 11185"/>
                <p:cNvSpPr/>
                <p:nvPr/>
              </p:nvSpPr>
              <p:spPr bwMode="auto">
                <a:xfrm>
                  <a:off x="971" y="3544"/>
                  <a:ext cx="6" cy="18"/>
                </a:xfrm>
                <a:custGeom>
                  <a:avLst/>
                  <a:gdLst/>
                  <a:ahLst/>
                  <a:cxnLst>
                    <a:cxn ang="0">
                      <a:pos x="0" y="0"/>
                    </a:cxn>
                    <a:cxn ang="0">
                      <a:pos x="6" y="15"/>
                    </a:cxn>
                    <a:cxn ang="0">
                      <a:pos x="3" y="18"/>
                    </a:cxn>
                  </a:cxnLst>
                  <a:rect l="0" t="0" r="r" b="b"/>
                  <a:pathLst>
                    <a:path w="6" h="18">
                      <a:moveTo>
                        <a:pt x="0" y="0"/>
                      </a:moveTo>
                      <a:lnTo>
                        <a:pt x="6"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01" name="任意多边形 11186"/>
                <p:cNvSpPr/>
                <p:nvPr/>
              </p:nvSpPr>
              <p:spPr bwMode="auto">
                <a:xfrm>
                  <a:off x="897" y="3549"/>
                  <a:ext cx="40" cy="13"/>
                </a:xfrm>
                <a:custGeom>
                  <a:avLst/>
                  <a:gdLst/>
                  <a:ahLst/>
                  <a:cxnLst>
                    <a:cxn ang="0">
                      <a:pos x="35" y="0"/>
                    </a:cxn>
                    <a:cxn ang="0">
                      <a:pos x="5" y="0"/>
                    </a:cxn>
                    <a:cxn ang="0">
                      <a:pos x="0" y="13"/>
                    </a:cxn>
                    <a:cxn ang="0">
                      <a:pos x="40" y="13"/>
                    </a:cxn>
                    <a:cxn ang="0">
                      <a:pos x="35" y="0"/>
                    </a:cxn>
                  </a:cxnLst>
                  <a:rect l="0" t="0" r="r" b="b"/>
                  <a:pathLst>
                    <a:path w="40" h="13">
                      <a:moveTo>
                        <a:pt x="35" y="0"/>
                      </a:moveTo>
                      <a:lnTo>
                        <a:pt x="5" y="0"/>
                      </a:lnTo>
                      <a:lnTo>
                        <a:pt x="0" y="13"/>
                      </a:lnTo>
                      <a:lnTo>
                        <a:pt x="40" y="13"/>
                      </a:lnTo>
                      <a:lnTo>
                        <a:pt x="3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00" name="矩形 11187"/>
                <p:cNvSpPr>
                  <a:spLocks noChangeArrowheads="1"/>
                </p:cNvSpPr>
                <p:nvPr/>
              </p:nvSpPr>
              <p:spPr bwMode="auto">
                <a:xfrm>
                  <a:off x="902" y="3544"/>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99" name="任意多边形 11188"/>
                <p:cNvSpPr/>
                <p:nvPr/>
              </p:nvSpPr>
              <p:spPr bwMode="auto">
                <a:xfrm>
                  <a:off x="892" y="3546"/>
                  <a:ext cx="10" cy="16"/>
                </a:xfrm>
                <a:custGeom>
                  <a:avLst/>
                  <a:gdLst/>
                  <a:ahLst/>
                  <a:cxnLst>
                    <a:cxn ang="0">
                      <a:pos x="10" y="0"/>
                    </a:cxn>
                    <a:cxn ang="0">
                      <a:pos x="0" y="13"/>
                    </a:cxn>
                    <a:cxn ang="0">
                      <a:pos x="3" y="16"/>
                    </a:cxn>
                  </a:cxnLst>
                  <a:rect l="0" t="0" r="r" b="b"/>
                  <a:pathLst>
                    <a:path w="10" h="16">
                      <a:moveTo>
                        <a:pt x="10" y="0"/>
                      </a:moveTo>
                      <a:lnTo>
                        <a:pt x="0" y="13"/>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98" name="任意多边形 11189"/>
                <p:cNvSpPr/>
                <p:nvPr/>
              </p:nvSpPr>
              <p:spPr bwMode="auto">
                <a:xfrm>
                  <a:off x="932" y="3546"/>
                  <a:ext cx="12" cy="16"/>
                </a:xfrm>
                <a:custGeom>
                  <a:avLst/>
                  <a:gdLst/>
                  <a:ahLst/>
                  <a:cxnLst>
                    <a:cxn ang="0">
                      <a:pos x="0" y="0"/>
                    </a:cxn>
                    <a:cxn ang="0">
                      <a:pos x="12" y="13"/>
                    </a:cxn>
                    <a:cxn ang="0">
                      <a:pos x="7" y="16"/>
                    </a:cxn>
                  </a:cxnLst>
                  <a:rect l="0" t="0" r="r" b="b"/>
                  <a:pathLst>
                    <a:path w="12" h="16">
                      <a:moveTo>
                        <a:pt x="0" y="0"/>
                      </a:moveTo>
                      <a:lnTo>
                        <a:pt x="12" y="13"/>
                      </a:lnTo>
                      <a:lnTo>
                        <a:pt x="7"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97" name="任意多边形 11190"/>
                <p:cNvSpPr/>
                <p:nvPr/>
              </p:nvSpPr>
              <p:spPr bwMode="auto">
                <a:xfrm>
                  <a:off x="986" y="3555"/>
                  <a:ext cx="21" cy="7"/>
                </a:xfrm>
                <a:custGeom>
                  <a:avLst/>
                  <a:gdLst/>
                  <a:ahLst/>
                  <a:cxnLst>
                    <a:cxn ang="0">
                      <a:pos x="20" y="0"/>
                    </a:cxn>
                    <a:cxn ang="0">
                      <a:pos x="1" y="0"/>
                    </a:cxn>
                    <a:cxn ang="0">
                      <a:pos x="0" y="7"/>
                    </a:cxn>
                    <a:cxn ang="0">
                      <a:pos x="21" y="7"/>
                    </a:cxn>
                    <a:cxn ang="0">
                      <a:pos x="20" y="0"/>
                    </a:cxn>
                  </a:cxnLst>
                  <a:rect l="0" t="0" r="r" b="b"/>
                  <a:pathLst>
                    <a:path w="21" h="7">
                      <a:moveTo>
                        <a:pt x="20" y="0"/>
                      </a:moveTo>
                      <a:lnTo>
                        <a:pt x="1" y="0"/>
                      </a:lnTo>
                      <a:lnTo>
                        <a:pt x="0" y="7"/>
                      </a:lnTo>
                      <a:lnTo>
                        <a:pt x="21" y="7"/>
                      </a:lnTo>
                      <a:lnTo>
                        <a:pt x="20"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96" name="任意多边形 11191"/>
                <p:cNvSpPr/>
                <p:nvPr/>
              </p:nvSpPr>
              <p:spPr bwMode="auto">
                <a:xfrm>
                  <a:off x="982" y="3520"/>
                  <a:ext cx="5" cy="42"/>
                </a:xfrm>
                <a:custGeom>
                  <a:avLst/>
                  <a:gdLst/>
                  <a:ahLst/>
                  <a:cxnLst>
                    <a:cxn ang="0">
                      <a:pos x="5" y="0"/>
                    </a:cxn>
                    <a:cxn ang="0">
                      <a:pos x="0" y="37"/>
                    </a:cxn>
                    <a:cxn ang="0">
                      <a:pos x="4" y="42"/>
                    </a:cxn>
                  </a:cxnLst>
                  <a:rect l="0" t="0" r="r" b="b"/>
                  <a:pathLst>
                    <a:path w="5" h="42">
                      <a:moveTo>
                        <a:pt x="5" y="0"/>
                      </a:moveTo>
                      <a:lnTo>
                        <a:pt x="0" y="37"/>
                      </a:lnTo>
                      <a:lnTo>
                        <a:pt x="4" y="42"/>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95" name="矩形 11192"/>
                <p:cNvSpPr>
                  <a:spLocks noChangeArrowheads="1"/>
                </p:cNvSpPr>
                <p:nvPr/>
              </p:nvSpPr>
              <p:spPr bwMode="auto">
                <a:xfrm>
                  <a:off x="987" y="3521"/>
                  <a:ext cx="19" cy="33"/>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94" name="任意多边形 11193"/>
                <p:cNvSpPr/>
                <p:nvPr/>
              </p:nvSpPr>
              <p:spPr bwMode="auto">
                <a:xfrm>
                  <a:off x="1006" y="3520"/>
                  <a:ext cx="1" cy="42"/>
                </a:xfrm>
                <a:custGeom>
                  <a:avLst/>
                  <a:gdLst/>
                  <a:ahLst/>
                  <a:cxnLst>
                    <a:cxn ang="0">
                      <a:pos x="0" y="0"/>
                    </a:cxn>
                    <a:cxn ang="0">
                      <a:pos x="1" y="34"/>
                    </a:cxn>
                    <a:cxn ang="0">
                      <a:pos x="1" y="42"/>
                    </a:cxn>
                  </a:cxnLst>
                  <a:rect l="0" t="0" r="r" b="b"/>
                  <a:pathLst>
                    <a:path w="1" h="42">
                      <a:moveTo>
                        <a:pt x="0" y="0"/>
                      </a:moveTo>
                      <a:lnTo>
                        <a:pt x="1" y="34"/>
                      </a:lnTo>
                      <a:lnTo>
                        <a:pt x="1" y="42"/>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93" name="任意多边形 11194"/>
                <p:cNvSpPr/>
                <p:nvPr/>
              </p:nvSpPr>
              <p:spPr bwMode="auto">
                <a:xfrm>
                  <a:off x="564" y="3448"/>
                  <a:ext cx="18" cy="13"/>
                </a:xfrm>
                <a:custGeom>
                  <a:avLst/>
                  <a:gdLst/>
                  <a:ahLst/>
                  <a:cxnLst>
                    <a:cxn ang="0">
                      <a:pos x="17" y="0"/>
                    </a:cxn>
                    <a:cxn ang="0">
                      <a:pos x="3" y="0"/>
                    </a:cxn>
                    <a:cxn ang="0">
                      <a:pos x="0" y="13"/>
                    </a:cxn>
                    <a:cxn ang="0">
                      <a:pos x="18" y="13"/>
                    </a:cxn>
                    <a:cxn ang="0">
                      <a:pos x="17" y="0"/>
                    </a:cxn>
                  </a:cxnLst>
                  <a:rect l="0" t="0" r="r" b="b"/>
                  <a:pathLst>
                    <a:path w="18" h="13">
                      <a:moveTo>
                        <a:pt x="17" y="0"/>
                      </a:moveTo>
                      <a:lnTo>
                        <a:pt x="3" y="0"/>
                      </a:lnTo>
                      <a:lnTo>
                        <a:pt x="0" y="13"/>
                      </a:lnTo>
                      <a:lnTo>
                        <a:pt x="18"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92" name="矩形 11195"/>
                <p:cNvSpPr>
                  <a:spLocks noChangeArrowheads="1"/>
                </p:cNvSpPr>
                <p:nvPr/>
              </p:nvSpPr>
              <p:spPr bwMode="auto">
                <a:xfrm>
                  <a:off x="567" y="3445"/>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91" name="任意多边形 11196"/>
                <p:cNvSpPr/>
                <p:nvPr/>
              </p:nvSpPr>
              <p:spPr bwMode="auto">
                <a:xfrm>
                  <a:off x="561" y="3445"/>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90" name="任意多边形 11197"/>
                <p:cNvSpPr/>
                <p:nvPr/>
              </p:nvSpPr>
              <p:spPr bwMode="auto">
                <a:xfrm>
                  <a:off x="581" y="3445"/>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89" name="任意多边形 11198"/>
                <p:cNvSpPr/>
                <p:nvPr/>
              </p:nvSpPr>
              <p:spPr bwMode="auto">
                <a:xfrm>
                  <a:off x="810" y="3448"/>
                  <a:ext cx="42" cy="13"/>
                </a:xfrm>
                <a:custGeom>
                  <a:avLst/>
                  <a:gdLst/>
                  <a:ahLst/>
                  <a:cxnLst>
                    <a:cxn ang="0">
                      <a:pos x="35" y="0"/>
                    </a:cxn>
                    <a:cxn ang="0">
                      <a:pos x="7" y="0"/>
                    </a:cxn>
                    <a:cxn ang="0">
                      <a:pos x="0" y="13"/>
                    </a:cxn>
                    <a:cxn ang="0">
                      <a:pos x="42" y="13"/>
                    </a:cxn>
                    <a:cxn ang="0">
                      <a:pos x="35" y="0"/>
                    </a:cxn>
                  </a:cxnLst>
                  <a:rect l="0" t="0" r="r" b="b"/>
                  <a:pathLst>
                    <a:path w="42" h="13">
                      <a:moveTo>
                        <a:pt x="35" y="0"/>
                      </a:moveTo>
                      <a:lnTo>
                        <a:pt x="7" y="0"/>
                      </a:lnTo>
                      <a:lnTo>
                        <a:pt x="0" y="13"/>
                      </a:lnTo>
                      <a:lnTo>
                        <a:pt x="42" y="13"/>
                      </a:lnTo>
                      <a:lnTo>
                        <a:pt x="3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88" name="矩形 11199"/>
                <p:cNvSpPr>
                  <a:spLocks noChangeArrowheads="1"/>
                </p:cNvSpPr>
                <p:nvPr/>
              </p:nvSpPr>
              <p:spPr bwMode="auto">
                <a:xfrm>
                  <a:off x="817" y="3445"/>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87" name="任意多边形 11200"/>
                <p:cNvSpPr/>
                <p:nvPr/>
              </p:nvSpPr>
              <p:spPr bwMode="auto">
                <a:xfrm>
                  <a:off x="805" y="3445"/>
                  <a:ext cx="12" cy="16"/>
                </a:xfrm>
                <a:custGeom>
                  <a:avLst/>
                  <a:gdLst/>
                  <a:ahLst/>
                  <a:cxnLst>
                    <a:cxn ang="0">
                      <a:pos x="12" y="0"/>
                    </a:cxn>
                    <a:cxn ang="0">
                      <a:pos x="0" y="13"/>
                    </a:cxn>
                    <a:cxn ang="0">
                      <a:pos x="5" y="16"/>
                    </a:cxn>
                  </a:cxnLst>
                  <a:rect l="0" t="0" r="r" b="b"/>
                  <a:pathLst>
                    <a:path w="12" h="16">
                      <a:moveTo>
                        <a:pt x="12" y="0"/>
                      </a:moveTo>
                      <a:lnTo>
                        <a:pt x="0" y="13"/>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86" name="任意多边形 11201"/>
                <p:cNvSpPr/>
                <p:nvPr/>
              </p:nvSpPr>
              <p:spPr bwMode="auto">
                <a:xfrm>
                  <a:off x="847" y="3445"/>
                  <a:ext cx="11" cy="16"/>
                </a:xfrm>
                <a:custGeom>
                  <a:avLst/>
                  <a:gdLst/>
                  <a:ahLst/>
                  <a:cxnLst>
                    <a:cxn ang="0">
                      <a:pos x="0" y="0"/>
                    </a:cxn>
                    <a:cxn ang="0">
                      <a:pos x="11" y="13"/>
                    </a:cxn>
                    <a:cxn ang="0">
                      <a:pos x="6" y="16"/>
                    </a:cxn>
                  </a:cxnLst>
                  <a:rect l="0" t="0" r="r" b="b"/>
                  <a:pathLst>
                    <a:path w="11" h="16">
                      <a:moveTo>
                        <a:pt x="0" y="0"/>
                      </a:moveTo>
                      <a:lnTo>
                        <a:pt x="11" y="13"/>
                      </a:lnTo>
                      <a:lnTo>
                        <a:pt x="6"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85" name="任意多边形 11202"/>
                <p:cNvSpPr/>
                <p:nvPr/>
              </p:nvSpPr>
              <p:spPr bwMode="auto">
                <a:xfrm>
                  <a:off x="894" y="3448"/>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84" name="矩形 11203"/>
                <p:cNvSpPr>
                  <a:spLocks noChangeArrowheads="1"/>
                </p:cNvSpPr>
                <p:nvPr/>
              </p:nvSpPr>
              <p:spPr bwMode="auto">
                <a:xfrm>
                  <a:off x="897" y="344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83" name="任意多边形 11204"/>
                <p:cNvSpPr/>
                <p:nvPr/>
              </p:nvSpPr>
              <p:spPr bwMode="auto">
                <a:xfrm>
                  <a:off x="890" y="3445"/>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82" name="任意多边形 11205"/>
                <p:cNvSpPr/>
                <p:nvPr/>
              </p:nvSpPr>
              <p:spPr bwMode="auto">
                <a:xfrm>
                  <a:off x="909" y="3445"/>
                  <a:ext cx="6" cy="16"/>
                </a:xfrm>
                <a:custGeom>
                  <a:avLst/>
                  <a:gdLst/>
                  <a:ahLst/>
                  <a:cxnLst>
                    <a:cxn ang="0">
                      <a:pos x="0" y="0"/>
                    </a:cxn>
                    <a:cxn ang="0">
                      <a:pos x="6" y="14"/>
                    </a:cxn>
                    <a:cxn ang="0">
                      <a:pos x="5" y="16"/>
                    </a:cxn>
                  </a:cxnLst>
                  <a:rect l="0" t="0" r="r" b="b"/>
                  <a:pathLst>
                    <a:path w="6" h="16">
                      <a:moveTo>
                        <a:pt x="0" y="0"/>
                      </a:moveTo>
                      <a:lnTo>
                        <a:pt x="6"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81" name="任意多边形 11206"/>
                <p:cNvSpPr/>
                <p:nvPr/>
              </p:nvSpPr>
              <p:spPr bwMode="auto">
                <a:xfrm>
                  <a:off x="924" y="3448"/>
                  <a:ext cx="20" cy="13"/>
                </a:xfrm>
                <a:custGeom>
                  <a:avLst/>
                  <a:gdLst/>
                  <a:ahLst/>
                  <a:cxnLst>
                    <a:cxn ang="0">
                      <a:pos x="16" y="0"/>
                    </a:cxn>
                    <a:cxn ang="0">
                      <a:pos x="3" y="0"/>
                    </a:cxn>
                    <a:cxn ang="0">
                      <a:pos x="0" y="13"/>
                    </a:cxn>
                    <a:cxn ang="0">
                      <a:pos x="20" y="13"/>
                    </a:cxn>
                    <a:cxn ang="0">
                      <a:pos x="16" y="0"/>
                    </a:cxn>
                  </a:cxnLst>
                  <a:rect l="0" t="0" r="r" b="b"/>
                  <a:pathLst>
                    <a:path w="20" h="13">
                      <a:moveTo>
                        <a:pt x="16" y="0"/>
                      </a:moveTo>
                      <a:lnTo>
                        <a:pt x="3"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80" name="矩形 11207"/>
                <p:cNvSpPr>
                  <a:spLocks noChangeArrowheads="1"/>
                </p:cNvSpPr>
                <p:nvPr/>
              </p:nvSpPr>
              <p:spPr bwMode="auto">
                <a:xfrm>
                  <a:off x="927" y="344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79" name="任意多边形 11208"/>
                <p:cNvSpPr/>
                <p:nvPr/>
              </p:nvSpPr>
              <p:spPr bwMode="auto">
                <a:xfrm>
                  <a:off x="920" y="3445"/>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78" name="任意多边形 11209"/>
                <p:cNvSpPr/>
                <p:nvPr/>
              </p:nvSpPr>
              <p:spPr bwMode="auto">
                <a:xfrm>
                  <a:off x="940" y="3445"/>
                  <a:ext cx="5" cy="16"/>
                </a:xfrm>
                <a:custGeom>
                  <a:avLst/>
                  <a:gdLst/>
                  <a:ahLst/>
                  <a:cxnLst>
                    <a:cxn ang="0">
                      <a:pos x="0" y="0"/>
                    </a:cxn>
                    <a:cxn ang="0">
                      <a:pos x="5" y="14"/>
                    </a:cxn>
                    <a:cxn ang="0">
                      <a:pos x="4" y="16"/>
                    </a:cxn>
                  </a:cxnLst>
                  <a:rect l="0" t="0" r="r" b="b"/>
                  <a:pathLst>
                    <a:path w="5" h="16">
                      <a:moveTo>
                        <a:pt x="0" y="0"/>
                      </a:moveTo>
                      <a:lnTo>
                        <a:pt x="5"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77" name="任意多边形 11210"/>
                <p:cNvSpPr/>
                <p:nvPr/>
              </p:nvSpPr>
              <p:spPr bwMode="auto">
                <a:xfrm>
                  <a:off x="955" y="3448"/>
                  <a:ext cx="19" cy="13"/>
                </a:xfrm>
                <a:custGeom>
                  <a:avLst/>
                  <a:gdLst/>
                  <a:ahLst/>
                  <a:cxnLst>
                    <a:cxn ang="0">
                      <a:pos x="16" y="0"/>
                    </a:cxn>
                    <a:cxn ang="0">
                      <a:pos x="4" y="0"/>
                    </a:cxn>
                    <a:cxn ang="0">
                      <a:pos x="0" y="13"/>
                    </a:cxn>
                    <a:cxn ang="0">
                      <a:pos x="19" y="13"/>
                    </a:cxn>
                    <a:cxn ang="0">
                      <a:pos x="16" y="0"/>
                    </a:cxn>
                  </a:cxnLst>
                  <a:rect l="0" t="0" r="r" b="b"/>
                  <a:pathLst>
                    <a:path w="19" h="13">
                      <a:moveTo>
                        <a:pt x="16" y="0"/>
                      </a:moveTo>
                      <a:lnTo>
                        <a:pt x="4" y="0"/>
                      </a:lnTo>
                      <a:lnTo>
                        <a:pt x="0" y="13"/>
                      </a:lnTo>
                      <a:lnTo>
                        <a:pt x="19"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76" name="矩形 11211"/>
                <p:cNvSpPr>
                  <a:spLocks noChangeArrowheads="1"/>
                </p:cNvSpPr>
                <p:nvPr/>
              </p:nvSpPr>
              <p:spPr bwMode="auto">
                <a:xfrm>
                  <a:off x="959" y="344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75" name="任意多边形 11212"/>
                <p:cNvSpPr/>
                <p:nvPr/>
              </p:nvSpPr>
              <p:spPr bwMode="auto">
                <a:xfrm>
                  <a:off x="952" y="3445"/>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74" name="任意多边形 11213"/>
                <p:cNvSpPr/>
                <p:nvPr/>
              </p:nvSpPr>
              <p:spPr bwMode="auto">
                <a:xfrm>
                  <a:off x="971" y="3445"/>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73" name="任意多边形 11214"/>
                <p:cNvSpPr/>
                <p:nvPr/>
              </p:nvSpPr>
              <p:spPr bwMode="auto">
                <a:xfrm>
                  <a:off x="986" y="3448"/>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72" name="矩形 11215"/>
                <p:cNvSpPr>
                  <a:spLocks noChangeArrowheads="1"/>
                </p:cNvSpPr>
                <p:nvPr/>
              </p:nvSpPr>
              <p:spPr bwMode="auto">
                <a:xfrm>
                  <a:off x="989" y="344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71" name="任意多边形 11216"/>
                <p:cNvSpPr/>
                <p:nvPr/>
              </p:nvSpPr>
              <p:spPr bwMode="auto">
                <a:xfrm>
                  <a:off x="982" y="3445"/>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70" name="任意多边形 11217"/>
                <p:cNvSpPr/>
                <p:nvPr/>
              </p:nvSpPr>
              <p:spPr bwMode="auto">
                <a:xfrm>
                  <a:off x="1001" y="3445"/>
                  <a:ext cx="6" cy="16"/>
                </a:xfrm>
                <a:custGeom>
                  <a:avLst/>
                  <a:gdLst/>
                  <a:ahLst/>
                  <a:cxnLst>
                    <a:cxn ang="0">
                      <a:pos x="0" y="0"/>
                    </a:cxn>
                    <a:cxn ang="0">
                      <a:pos x="6" y="14"/>
                    </a:cxn>
                    <a:cxn ang="0">
                      <a:pos x="5" y="16"/>
                    </a:cxn>
                  </a:cxnLst>
                  <a:rect l="0" t="0" r="r" b="b"/>
                  <a:pathLst>
                    <a:path w="6" h="16">
                      <a:moveTo>
                        <a:pt x="0" y="0"/>
                      </a:moveTo>
                      <a:lnTo>
                        <a:pt x="6"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69" name="任意多边形 11218"/>
                <p:cNvSpPr/>
                <p:nvPr/>
              </p:nvSpPr>
              <p:spPr bwMode="auto">
                <a:xfrm>
                  <a:off x="986" y="3503"/>
                  <a:ext cx="20" cy="12"/>
                </a:xfrm>
                <a:custGeom>
                  <a:avLst/>
                  <a:gdLst/>
                  <a:ahLst/>
                  <a:cxnLst>
                    <a:cxn ang="0">
                      <a:pos x="16" y="0"/>
                    </a:cxn>
                    <a:cxn ang="0">
                      <a:pos x="3" y="0"/>
                    </a:cxn>
                    <a:cxn ang="0">
                      <a:pos x="0" y="12"/>
                    </a:cxn>
                    <a:cxn ang="0">
                      <a:pos x="20" y="12"/>
                    </a:cxn>
                    <a:cxn ang="0">
                      <a:pos x="16" y="0"/>
                    </a:cxn>
                  </a:cxnLst>
                  <a:rect l="0" t="0" r="r" b="b"/>
                  <a:pathLst>
                    <a:path w="20" h="12">
                      <a:moveTo>
                        <a:pt x="16" y="0"/>
                      </a:moveTo>
                      <a:lnTo>
                        <a:pt x="3" y="0"/>
                      </a:lnTo>
                      <a:lnTo>
                        <a:pt x="0" y="12"/>
                      </a:lnTo>
                      <a:lnTo>
                        <a:pt x="20"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68" name="矩形 11219"/>
                <p:cNvSpPr>
                  <a:spLocks noChangeArrowheads="1"/>
                </p:cNvSpPr>
                <p:nvPr/>
              </p:nvSpPr>
              <p:spPr bwMode="auto">
                <a:xfrm>
                  <a:off x="989"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67" name="任意多边形 11220"/>
                <p:cNvSpPr/>
                <p:nvPr/>
              </p:nvSpPr>
              <p:spPr bwMode="auto">
                <a:xfrm>
                  <a:off x="984" y="3497"/>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66" name="任意多边形 11221"/>
                <p:cNvSpPr/>
                <p:nvPr/>
              </p:nvSpPr>
              <p:spPr bwMode="auto">
                <a:xfrm>
                  <a:off x="1002" y="3497"/>
                  <a:ext cx="7" cy="18"/>
                </a:xfrm>
                <a:custGeom>
                  <a:avLst/>
                  <a:gdLst/>
                  <a:ahLst/>
                  <a:cxnLst>
                    <a:cxn ang="0">
                      <a:pos x="0" y="0"/>
                    </a:cxn>
                    <a:cxn ang="0">
                      <a:pos x="7" y="14"/>
                    </a:cxn>
                    <a:cxn ang="0">
                      <a:pos x="4" y="18"/>
                    </a:cxn>
                  </a:cxnLst>
                  <a:rect l="0" t="0" r="r" b="b"/>
                  <a:pathLst>
                    <a:path w="7" h="18">
                      <a:moveTo>
                        <a:pt x="0" y="0"/>
                      </a:moveTo>
                      <a:lnTo>
                        <a:pt x="7"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65" name="矩形 11222"/>
                <p:cNvSpPr>
                  <a:spLocks noChangeArrowheads="1"/>
                </p:cNvSpPr>
                <p:nvPr/>
              </p:nvSpPr>
              <p:spPr bwMode="auto">
                <a:xfrm>
                  <a:off x="718" y="3531"/>
                  <a:ext cx="20"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64" name="任意多边形 11223"/>
                <p:cNvSpPr/>
                <p:nvPr/>
              </p:nvSpPr>
              <p:spPr bwMode="auto">
                <a:xfrm>
                  <a:off x="715" y="3497"/>
                  <a:ext cx="5" cy="40"/>
                </a:xfrm>
                <a:custGeom>
                  <a:avLst/>
                  <a:gdLst/>
                  <a:ahLst/>
                  <a:cxnLst>
                    <a:cxn ang="0">
                      <a:pos x="5" y="0"/>
                    </a:cxn>
                    <a:cxn ang="0">
                      <a:pos x="0" y="37"/>
                    </a:cxn>
                    <a:cxn ang="0">
                      <a:pos x="3" y="40"/>
                    </a:cxn>
                  </a:cxnLst>
                  <a:rect l="0" t="0" r="r" b="b"/>
                  <a:pathLst>
                    <a:path w="5" h="40">
                      <a:moveTo>
                        <a:pt x="5" y="0"/>
                      </a:moveTo>
                      <a:lnTo>
                        <a:pt x="0" y="37"/>
                      </a:lnTo>
                      <a:lnTo>
                        <a:pt x="3" y="4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63" name="矩形 11224"/>
                <p:cNvSpPr>
                  <a:spLocks noChangeArrowheads="1"/>
                </p:cNvSpPr>
                <p:nvPr/>
              </p:nvSpPr>
              <p:spPr bwMode="auto">
                <a:xfrm>
                  <a:off x="720" y="3497"/>
                  <a:ext cx="18" cy="3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62" name="任意多边形 11225"/>
                <p:cNvSpPr/>
                <p:nvPr/>
              </p:nvSpPr>
              <p:spPr bwMode="auto">
                <a:xfrm>
                  <a:off x="738" y="3497"/>
                  <a:ext cx="2" cy="40"/>
                </a:xfrm>
                <a:custGeom>
                  <a:avLst/>
                  <a:gdLst/>
                  <a:ahLst/>
                  <a:cxnLst>
                    <a:cxn ang="0">
                      <a:pos x="0" y="0"/>
                    </a:cxn>
                    <a:cxn ang="0">
                      <a:pos x="2" y="32"/>
                    </a:cxn>
                    <a:cxn ang="0">
                      <a:pos x="2" y="40"/>
                    </a:cxn>
                  </a:cxnLst>
                  <a:rect l="0" t="0" r="r" b="b"/>
                  <a:pathLst>
                    <a:path w="2" h="40">
                      <a:moveTo>
                        <a:pt x="0" y="0"/>
                      </a:moveTo>
                      <a:lnTo>
                        <a:pt x="2" y="32"/>
                      </a:lnTo>
                      <a:lnTo>
                        <a:pt x="2" y="4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61" name="任意多边形 11226"/>
                <p:cNvSpPr/>
                <p:nvPr/>
              </p:nvSpPr>
              <p:spPr bwMode="auto">
                <a:xfrm>
                  <a:off x="298" y="3503"/>
                  <a:ext cx="40" cy="12"/>
                </a:xfrm>
                <a:custGeom>
                  <a:avLst/>
                  <a:gdLst/>
                  <a:ahLst/>
                  <a:cxnLst>
                    <a:cxn ang="0">
                      <a:pos x="33" y="0"/>
                    </a:cxn>
                    <a:cxn ang="0">
                      <a:pos x="5" y="0"/>
                    </a:cxn>
                    <a:cxn ang="0">
                      <a:pos x="0" y="12"/>
                    </a:cxn>
                    <a:cxn ang="0">
                      <a:pos x="40" y="12"/>
                    </a:cxn>
                    <a:cxn ang="0">
                      <a:pos x="33" y="0"/>
                    </a:cxn>
                  </a:cxnLst>
                  <a:rect l="0" t="0" r="r" b="b"/>
                  <a:pathLst>
                    <a:path w="40" h="12">
                      <a:moveTo>
                        <a:pt x="33" y="0"/>
                      </a:moveTo>
                      <a:lnTo>
                        <a:pt x="5" y="0"/>
                      </a:lnTo>
                      <a:lnTo>
                        <a:pt x="0" y="12"/>
                      </a:lnTo>
                      <a:lnTo>
                        <a:pt x="40" y="12"/>
                      </a:lnTo>
                      <a:lnTo>
                        <a:pt x="33"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60" name="矩形 11227"/>
                <p:cNvSpPr>
                  <a:spLocks noChangeArrowheads="1"/>
                </p:cNvSpPr>
                <p:nvPr/>
              </p:nvSpPr>
              <p:spPr bwMode="auto">
                <a:xfrm>
                  <a:off x="303" y="3498"/>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59" name="任意多边形 11228"/>
                <p:cNvSpPr/>
                <p:nvPr/>
              </p:nvSpPr>
              <p:spPr bwMode="auto">
                <a:xfrm>
                  <a:off x="291" y="3498"/>
                  <a:ext cx="12" cy="17"/>
                </a:xfrm>
                <a:custGeom>
                  <a:avLst/>
                  <a:gdLst/>
                  <a:ahLst/>
                  <a:cxnLst>
                    <a:cxn ang="0">
                      <a:pos x="12" y="0"/>
                    </a:cxn>
                    <a:cxn ang="0">
                      <a:pos x="0" y="13"/>
                    </a:cxn>
                    <a:cxn ang="0">
                      <a:pos x="5" y="17"/>
                    </a:cxn>
                  </a:cxnLst>
                  <a:rect l="0" t="0" r="r" b="b"/>
                  <a:pathLst>
                    <a:path w="12" h="17">
                      <a:moveTo>
                        <a:pt x="12" y="0"/>
                      </a:moveTo>
                      <a:lnTo>
                        <a:pt x="0" y="13"/>
                      </a:lnTo>
                      <a:lnTo>
                        <a:pt x="5"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58" name="任意多边形 11229"/>
                <p:cNvSpPr/>
                <p:nvPr/>
              </p:nvSpPr>
              <p:spPr bwMode="auto">
                <a:xfrm>
                  <a:off x="333" y="3498"/>
                  <a:ext cx="12" cy="17"/>
                </a:xfrm>
                <a:custGeom>
                  <a:avLst/>
                  <a:gdLst/>
                  <a:ahLst/>
                  <a:cxnLst>
                    <a:cxn ang="0">
                      <a:pos x="0" y="0"/>
                    </a:cxn>
                    <a:cxn ang="0">
                      <a:pos x="12" y="13"/>
                    </a:cxn>
                    <a:cxn ang="0">
                      <a:pos x="7" y="17"/>
                    </a:cxn>
                  </a:cxnLst>
                  <a:rect l="0" t="0" r="r" b="b"/>
                  <a:pathLst>
                    <a:path w="12" h="17">
                      <a:moveTo>
                        <a:pt x="0" y="0"/>
                      </a:moveTo>
                      <a:lnTo>
                        <a:pt x="12" y="13"/>
                      </a:lnTo>
                      <a:lnTo>
                        <a:pt x="7"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57" name="任意多边形 11230"/>
                <p:cNvSpPr/>
                <p:nvPr/>
              </p:nvSpPr>
              <p:spPr bwMode="auto">
                <a:xfrm>
                  <a:off x="261" y="3549"/>
                  <a:ext cx="42" cy="13"/>
                </a:xfrm>
                <a:custGeom>
                  <a:avLst/>
                  <a:gdLst/>
                  <a:ahLst/>
                  <a:cxnLst>
                    <a:cxn ang="0">
                      <a:pos x="35" y="0"/>
                    </a:cxn>
                    <a:cxn ang="0">
                      <a:pos x="7" y="0"/>
                    </a:cxn>
                    <a:cxn ang="0">
                      <a:pos x="0" y="13"/>
                    </a:cxn>
                    <a:cxn ang="0">
                      <a:pos x="42" y="13"/>
                    </a:cxn>
                    <a:cxn ang="0">
                      <a:pos x="35" y="0"/>
                    </a:cxn>
                  </a:cxnLst>
                  <a:rect l="0" t="0" r="r" b="b"/>
                  <a:pathLst>
                    <a:path w="42" h="13">
                      <a:moveTo>
                        <a:pt x="35" y="0"/>
                      </a:moveTo>
                      <a:lnTo>
                        <a:pt x="7" y="0"/>
                      </a:lnTo>
                      <a:lnTo>
                        <a:pt x="0" y="13"/>
                      </a:lnTo>
                      <a:lnTo>
                        <a:pt x="42" y="13"/>
                      </a:lnTo>
                      <a:lnTo>
                        <a:pt x="3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56" name="矩形 11231"/>
                <p:cNvSpPr>
                  <a:spLocks noChangeArrowheads="1"/>
                </p:cNvSpPr>
                <p:nvPr/>
              </p:nvSpPr>
              <p:spPr bwMode="auto">
                <a:xfrm>
                  <a:off x="268" y="3544"/>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55" name="任意多边形 11232"/>
                <p:cNvSpPr/>
                <p:nvPr/>
              </p:nvSpPr>
              <p:spPr bwMode="auto">
                <a:xfrm>
                  <a:off x="256" y="3546"/>
                  <a:ext cx="10" cy="16"/>
                </a:xfrm>
                <a:custGeom>
                  <a:avLst/>
                  <a:gdLst/>
                  <a:ahLst/>
                  <a:cxnLst>
                    <a:cxn ang="0">
                      <a:pos x="10" y="0"/>
                    </a:cxn>
                    <a:cxn ang="0">
                      <a:pos x="0" y="13"/>
                    </a:cxn>
                    <a:cxn ang="0">
                      <a:pos x="3" y="16"/>
                    </a:cxn>
                  </a:cxnLst>
                  <a:rect l="0" t="0" r="r" b="b"/>
                  <a:pathLst>
                    <a:path w="10" h="16">
                      <a:moveTo>
                        <a:pt x="10" y="0"/>
                      </a:moveTo>
                      <a:lnTo>
                        <a:pt x="0" y="13"/>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54" name="任意多边形 11233"/>
                <p:cNvSpPr/>
                <p:nvPr/>
              </p:nvSpPr>
              <p:spPr bwMode="auto">
                <a:xfrm>
                  <a:off x="298" y="3546"/>
                  <a:ext cx="12" cy="16"/>
                </a:xfrm>
                <a:custGeom>
                  <a:avLst/>
                  <a:gdLst/>
                  <a:ahLst/>
                  <a:cxnLst>
                    <a:cxn ang="0">
                      <a:pos x="0" y="0"/>
                    </a:cxn>
                    <a:cxn ang="0">
                      <a:pos x="12" y="13"/>
                    </a:cxn>
                    <a:cxn ang="0">
                      <a:pos x="7" y="16"/>
                    </a:cxn>
                  </a:cxnLst>
                  <a:rect l="0" t="0" r="r" b="b"/>
                  <a:pathLst>
                    <a:path w="12" h="16">
                      <a:moveTo>
                        <a:pt x="0" y="0"/>
                      </a:moveTo>
                      <a:lnTo>
                        <a:pt x="12" y="13"/>
                      </a:lnTo>
                      <a:lnTo>
                        <a:pt x="7"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53" name="任意多边形 11234"/>
                <p:cNvSpPr/>
                <p:nvPr/>
              </p:nvSpPr>
              <p:spPr bwMode="auto">
                <a:xfrm>
                  <a:off x="229" y="3549"/>
                  <a:ext cx="19" cy="13"/>
                </a:xfrm>
                <a:custGeom>
                  <a:avLst/>
                  <a:gdLst/>
                  <a:ahLst/>
                  <a:cxnLst>
                    <a:cxn ang="0">
                      <a:pos x="15" y="0"/>
                    </a:cxn>
                    <a:cxn ang="0">
                      <a:pos x="4" y="0"/>
                    </a:cxn>
                    <a:cxn ang="0">
                      <a:pos x="0" y="13"/>
                    </a:cxn>
                    <a:cxn ang="0">
                      <a:pos x="19" y="13"/>
                    </a:cxn>
                    <a:cxn ang="0">
                      <a:pos x="15" y="0"/>
                    </a:cxn>
                  </a:cxnLst>
                  <a:rect l="0" t="0" r="r" b="b"/>
                  <a:pathLst>
                    <a:path w="19" h="13">
                      <a:moveTo>
                        <a:pt x="15" y="0"/>
                      </a:moveTo>
                      <a:lnTo>
                        <a:pt x="4"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52" name="矩形 11235"/>
                <p:cNvSpPr>
                  <a:spLocks noChangeArrowheads="1"/>
                </p:cNvSpPr>
                <p:nvPr/>
              </p:nvSpPr>
              <p:spPr bwMode="auto">
                <a:xfrm>
                  <a:off x="233" y="3544"/>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51" name="任意多边形 11236"/>
                <p:cNvSpPr/>
                <p:nvPr/>
              </p:nvSpPr>
              <p:spPr bwMode="auto">
                <a:xfrm>
                  <a:off x="226"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50" name="任意多边形 11237"/>
                <p:cNvSpPr/>
                <p:nvPr/>
              </p:nvSpPr>
              <p:spPr bwMode="auto">
                <a:xfrm>
                  <a:off x="244" y="3544"/>
                  <a:ext cx="7" cy="18"/>
                </a:xfrm>
                <a:custGeom>
                  <a:avLst/>
                  <a:gdLst/>
                  <a:ahLst/>
                  <a:cxnLst>
                    <a:cxn ang="0">
                      <a:pos x="0" y="0"/>
                    </a:cxn>
                    <a:cxn ang="0">
                      <a:pos x="7" y="15"/>
                    </a:cxn>
                    <a:cxn ang="0">
                      <a:pos x="4" y="18"/>
                    </a:cxn>
                  </a:cxnLst>
                  <a:rect l="0" t="0" r="r" b="b"/>
                  <a:pathLst>
                    <a:path w="7" h="18">
                      <a:moveTo>
                        <a:pt x="0" y="0"/>
                      </a:moveTo>
                      <a:lnTo>
                        <a:pt x="7"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49" name="任意多边形 11238"/>
                <p:cNvSpPr/>
                <p:nvPr/>
              </p:nvSpPr>
              <p:spPr bwMode="auto">
                <a:xfrm>
                  <a:off x="300" y="3573"/>
                  <a:ext cx="40" cy="13"/>
                </a:xfrm>
                <a:custGeom>
                  <a:avLst/>
                  <a:gdLst/>
                  <a:ahLst/>
                  <a:cxnLst>
                    <a:cxn ang="0">
                      <a:pos x="33" y="0"/>
                    </a:cxn>
                    <a:cxn ang="0">
                      <a:pos x="5" y="0"/>
                    </a:cxn>
                    <a:cxn ang="0">
                      <a:pos x="0" y="13"/>
                    </a:cxn>
                    <a:cxn ang="0">
                      <a:pos x="40" y="13"/>
                    </a:cxn>
                    <a:cxn ang="0">
                      <a:pos x="33" y="0"/>
                    </a:cxn>
                  </a:cxnLst>
                  <a:rect l="0" t="0" r="r" b="b"/>
                  <a:pathLst>
                    <a:path w="40" h="13">
                      <a:moveTo>
                        <a:pt x="33" y="0"/>
                      </a:moveTo>
                      <a:lnTo>
                        <a:pt x="5" y="0"/>
                      </a:lnTo>
                      <a:lnTo>
                        <a:pt x="0" y="13"/>
                      </a:lnTo>
                      <a:lnTo>
                        <a:pt x="40" y="13"/>
                      </a:lnTo>
                      <a:lnTo>
                        <a:pt x="33"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48" name="矩形 11239"/>
                <p:cNvSpPr>
                  <a:spLocks noChangeArrowheads="1"/>
                </p:cNvSpPr>
                <p:nvPr/>
              </p:nvSpPr>
              <p:spPr bwMode="auto">
                <a:xfrm>
                  <a:off x="303" y="3568"/>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47" name="任意多边形 11240"/>
                <p:cNvSpPr/>
                <p:nvPr/>
              </p:nvSpPr>
              <p:spPr bwMode="auto">
                <a:xfrm>
                  <a:off x="293" y="3568"/>
                  <a:ext cx="10" cy="17"/>
                </a:xfrm>
                <a:custGeom>
                  <a:avLst/>
                  <a:gdLst/>
                  <a:ahLst/>
                  <a:cxnLst>
                    <a:cxn ang="0">
                      <a:pos x="10" y="0"/>
                    </a:cxn>
                    <a:cxn ang="0">
                      <a:pos x="0" y="15"/>
                    </a:cxn>
                    <a:cxn ang="0">
                      <a:pos x="5" y="17"/>
                    </a:cxn>
                  </a:cxnLst>
                  <a:rect l="0" t="0" r="r" b="b"/>
                  <a:pathLst>
                    <a:path w="10" h="17">
                      <a:moveTo>
                        <a:pt x="10" y="0"/>
                      </a:moveTo>
                      <a:lnTo>
                        <a:pt x="0" y="15"/>
                      </a:lnTo>
                      <a:lnTo>
                        <a:pt x="5"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46" name="任意多边形 11241"/>
                <p:cNvSpPr/>
                <p:nvPr/>
              </p:nvSpPr>
              <p:spPr bwMode="auto">
                <a:xfrm>
                  <a:off x="335" y="3568"/>
                  <a:ext cx="10" cy="17"/>
                </a:xfrm>
                <a:custGeom>
                  <a:avLst/>
                  <a:gdLst/>
                  <a:ahLst/>
                  <a:cxnLst>
                    <a:cxn ang="0">
                      <a:pos x="0" y="0"/>
                    </a:cxn>
                    <a:cxn ang="0">
                      <a:pos x="10" y="15"/>
                    </a:cxn>
                    <a:cxn ang="0">
                      <a:pos x="5" y="17"/>
                    </a:cxn>
                  </a:cxnLst>
                  <a:rect l="0" t="0" r="r" b="b"/>
                  <a:pathLst>
                    <a:path w="10" h="17">
                      <a:moveTo>
                        <a:pt x="0" y="0"/>
                      </a:moveTo>
                      <a:lnTo>
                        <a:pt x="10" y="15"/>
                      </a:lnTo>
                      <a:lnTo>
                        <a:pt x="5"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45" name="任意多边形 11242"/>
                <p:cNvSpPr/>
                <p:nvPr/>
              </p:nvSpPr>
              <p:spPr bwMode="auto">
                <a:xfrm>
                  <a:off x="316" y="3549"/>
                  <a:ext cx="19" cy="13"/>
                </a:xfrm>
                <a:custGeom>
                  <a:avLst/>
                  <a:gdLst/>
                  <a:ahLst/>
                  <a:cxnLst>
                    <a:cxn ang="0">
                      <a:pos x="15" y="0"/>
                    </a:cxn>
                    <a:cxn ang="0">
                      <a:pos x="4" y="0"/>
                    </a:cxn>
                    <a:cxn ang="0">
                      <a:pos x="0" y="13"/>
                    </a:cxn>
                    <a:cxn ang="0">
                      <a:pos x="19" y="13"/>
                    </a:cxn>
                    <a:cxn ang="0">
                      <a:pos x="15" y="0"/>
                    </a:cxn>
                  </a:cxnLst>
                  <a:rect l="0" t="0" r="r" b="b"/>
                  <a:pathLst>
                    <a:path w="19" h="13">
                      <a:moveTo>
                        <a:pt x="15" y="0"/>
                      </a:moveTo>
                      <a:lnTo>
                        <a:pt x="4"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44" name="矩形 11243"/>
                <p:cNvSpPr>
                  <a:spLocks noChangeArrowheads="1"/>
                </p:cNvSpPr>
                <p:nvPr/>
              </p:nvSpPr>
              <p:spPr bwMode="auto">
                <a:xfrm>
                  <a:off x="320" y="3544"/>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43" name="任意多边形 11244"/>
                <p:cNvSpPr/>
                <p:nvPr/>
              </p:nvSpPr>
              <p:spPr bwMode="auto">
                <a:xfrm>
                  <a:off x="313"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42" name="任意多边形 11245"/>
                <p:cNvSpPr/>
                <p:nvPr/>
              </p:nvSpPr>
              <p:spPr bwMode="auto">
                <a:xfrm>
                  <a:off x="331" y="3544"/>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41" name="任意多边形 11246"/>
                <p:cNvSpPr/>
                <p:nvPr/>
              </p:nvSpPr>
              <p:spPr bwMode="auto">
                <a:xfrm>
                  <a:off x="351" y="3526"/>
                  <a:ext cx="19" cy="13"/>
                </a:xfrm>
                <a:custGeom>
                  <a:avLst/>
                  <a:gdLst/>
                  <a:ahLst/>
                  <a:cxnLst>
                    <a:cxn ang="0">
                      <a:pos x="17" y="0"/>
                    </a:cxn>
                    <a:cxn ang="0">
                      <a:pos x="4" y="0"/>
                    </a:cxn>
                    <a:cxn ang="0">
                      <a:pos x="0" y="13"/>
                    </a:cxn>
                    <a:cxn ang="0">
                      <a:pos x="19" y="13"/>
                    </a:cxn>
                    <a:cxn ang="0">
                      <a:pos x="17" y="0"/>
                    </a:cxn>
                  </a:cxnLst>
                  <a:rect l="0" t="0" r="r" b="b"/>
                  <a:pathLst>
                    <a:path w="19" h="13">
                      <a:moveTo>
                        <a:pt x="17" y="0"/>
                      </a:moveTo>
                      <a:lnTo>
                        <a:pt x="4" y="0"/>
                      </a:lnTo>
                      <a:lnTo>
                        <a:pt x="0" y="13"/>
                      </a:lnTo>
                      <a:lnTo>
                        <a:pt x="19"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40" name="矩形 11247"/>
                <p:cNvSpPr>
                  <a:spLocks noChangeArrowheads="1"/>
                </p:cNvSpPr>
                <p:nvPr/>
              </p:nvSpPr>
              <p:spPr bwMode="auto">
                <a:xfrm>
                  <a:off x="355" y="352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39" name="任意多边形 11248"/>
                <p:cNvSpPr/>
                <p:nvPr/>
              </p:nvSpPr>
              <p:spPr bwMode="auto">
                <a:xfrm>
                  <a:off x="348" y="3521"/>
                  <a:ext cx="7" cy="18"/>
                </a:xfrm>
                <a:custGeom>
                  <a:avLst/>
                  <a:gdLst/>
                  <a:ahLst/>
                  <a:cxnLst>
                    <a:cxn ang="0">
                      <a:pos x="7" y="0"/>
                    </a:cxn>
                    <a:cxn ang="0">
                      <a:pos x="0" y="15"/>
                    </a:cxn>
                    <a:cxn ang="0">
                      <a:pos x="3" y="18"/>
                    </a:cxn>
                  </a:cxnLst>
                  <a:rect l="0" t="0" r="r" b="b"/>
                  <a:pathLst>
                    <a:path w="7" h="18">
                      <a:moveTo>
                        <a:pt x="7"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38" name="任意多边形 11249"/>
                <p:cNvSpPr/>
                <p:nvPr/>
              </p:nvSpPr>
              <p:spPr bwMode="auto">
                <a:xfrm>
                  <a:off x="368" y="3521"/>
                  <a:ext cx="5" cy="18"/>
                </a:xfrm>
                <a:custGeom>
                  <a:avLst/>
                  <a:gdLst/>
                  <a:ahLst/>
                  <a:cxnLst>
                    <a:cxn ang="0">
                      <a:pos x="0" y="0"/>
                    </a:cxn>
                    <a:cxn ang="0">
                      <a:pos x="5" y="15"/>
                    </a:cxn>
                    <a:cxn ang="0">
                      <a:pos x="3" y="18"/>
                    </a:cxn>
                  </a:cxnLst>
                  <a:rect l="0" t="0" r="r" b="b"/>
                  <a:pathLst>
                    <a:path w="5" h="18">
                      <a:moveTo>
                        <a:pt x="0" y="0"/>
                      </a:moveTo>
                      <a:lnTo>
                        <a:pt x="5"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37" name="任意多边形 11250"/>
                <p:cNvSpPr/>
                <p:nvPr/>
              </p:nvSpPr>
              <p:spPr bwMode="auto">
                <a:xfrm>
                  <a:off x="651"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36" name="矩形 11251"/>
                <p:cNvSpPr>
                  <a:spLocks noChangeArrowheads="1"/>
                </p:cNvSpPr>
                <p:nvPr/>
              </p:nvSpPr>
              <p:spPr bwMode="auto">
                <a:xfrm>
                  <a:off x="654"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35" name="任意多边形 11252"/>
                <p:cNvSpPr/>
                <p:nvPr/>
              </p:nvSpPr>
              <p:spPr bwMode="auto">
                <a:xfrm>
                  <a:off x="648" y="3544"/>
                  <a:ext cx="6" cy="18"/>
                </a:xfrm>
                <a:custGeom>
                  <a:avLst/>
                  <a:gdLst/>
                  <a:ahLst/>
                  <a:cxnLst>
                    <a:cxn ang="0">
                      <a:pos x="6" y="0"/>
                    </a:cxn>
                    <a:cxn ang="0">
                      <a:pos x="0" y="15"/>
                    </a:cxn>
                    <a:cxn ang="0">
                      <a:pos x="1" y="18"/>
                    </a:cxn>
                  </a:cxnLst>
                  <a:rect l="0" t="0" r="r" b="b"/>
                  <a:pathLst>
                    <a:path w="6" h="18">
                      <a:moveTo>
                        <a:pt x="6"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34" name="任意多边形 11253"/>
                <p:cNvSpPr/>
                <p:nvPr/>
              </p:nvSpPr>
              <p:spPr bwMode="auto">
                <a:xfrm>
                  <a:off x="666" y="3544"/>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33" name="直线 11254"/>
                <p:cNvSpPr>
                  <a:spLocks noChangeShapeType="1"/>
                </p:cNvSpPr>
                <p:nvPr/>
              </p:nvSpPr>
              <p:spPr bwMode="auto">
                <a:xfrm>
                  <a:off x="239" y="3433"/>
                  <a:ext cx="768"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32" name="任意多边形 11255"/>
                <p:cNvSpPr/>
                <p:nvPr/>
              </p:nvSpPr>
              <p:spPr bwMode="auto">
                <a:xfrm>
                  <a:off x="390" y="2923"/>
                  <a:ext cx="475" cy="398"/>
                </a:xfrm>
                <a:custGeom>
                  <a:avLst/>
                  <a:gdLst/>
                  <a:ahLst/>
                  <a:cxnLst>
                    <a:cxn ang="0">
                      <a:pos x="475" y="19"/>
                    </a:cxn>
                    <a:cxn ang="0">
                      <a:pos x="475" y="15"/>
                    </a:cxn>
                    <a:cxn ang="0">
                      <a:pos x="473" y="11"/>
                    </a:cxn>
                    <a:cxn ang="0">
                      <a:pos x="470" y="8"/>
                    </a:cxn>
                    <a:cxn ang="0">
                      <a:pos x="468" y="5"/>
                    </a:cxn>
                    <a:cxn ang="0">
                      <a:pos x="465" y="3"/>
                    </a:cxn>
                    <a:cxn ang="0">
                      <a:pos x="462" y="2"/>
                    </a:cxn>
                    <a:cxn ang="0">
                      <a:pos x="457" y="2"/>
                    </a:cxn>
                    <a:cxn ang="0">
                      <a:pos x="22" y="0"/>
                    </a:cxn>
                    <a:cxn ang="0">
                      <a:pos x="17" y="2"/>
                    </a:cxn>
                    <a:cxn ang="0">
                      <a:pos x="13" y="2"/>
                    </a:cxn>
                    <a:cxn ang="0">
                      <a:pos x="10" y="5"/>
                    </a:cxn>
                    <a:cxn ang="0">
                      <a:pos x="7" y="6"/>
                    </a:cxn>
                    <a:cxn ang="0">
                      <a:pos x="5" y="10"/>
                    </a:cxn>
                    <a:cxn ang="0">
                      <a:pos x="2" y="13"/>
                    </a:cxn>
                    <a:cxn ang="0">
                      <a:pos x="2" y="18"/>
                    </a:cxn>
                    <a:cxn ang="0">
                      <a:pos x="0" y="21"/>
                    </a:cxn>
                    <a:cxn ang="0">
                      <a:pos x="2" y="380"/>
                    </a:cxn>
                    <a:cxn ang="0">
                      <a:pos x="2" y="384"/>
                    </a:cxn>
                    <a:cxn ang="0">
                      <a:pos x="3" y="388"/>
                    </a:cxn>
                    <a:cxn ang="0">
                      <a:pos x="5" y="392"/>
                    </a:cxn>
                    <a:cxn ang="0">
                      <a:pos x="8" y="393"/>
                    </a:cxn>
                    <a:cxn ang="0">
                      <a:pos x="12" y="397"/>
                    </a:cxn>
                    <a:cxn ang="0">
                      <a:pos x="15" y="398"/>
                    </a:cxn>
                    <a:cxn ang="0">
                      <a:pos x="18" y="398"/>
                    </a:cxn>
                    <a:cxn ang="0">
                      <a:pos x="455" y="398"/>
                    </a:cxn>
                    <a:cxn ang="0">
                      <a:pos x="458" y="398"/>
                    </a:cxn>
                    <a:cxn ang="0">
                      <a:pos x="463" y="397"/>
                    </a:cxn>
                    <a:cxn ang="0">
                      <a:pos x="467" y="395"/>
                    </a:cxn>
                    <a:cxn ang="0">
                      <a:pos x="470" y="393"/>
                    </a:cxn>
                    <a:cxn ang="0">
                      <a:pos x="472" y="390"/>
                    </a:cxn>
                    <a:cxn ang="0">
                      <a:pos x="473" y="387"/>
                    </a:cxn>
                    <a:cxn ang="0">
                      <a:pos x="475" y="382"/>
                    </a:cxn>
                    <a:cxn ang="0">
                      <a:pos x="475" y="379"/>
                    </a:cxn>
                  </a:cxnLst>
                  <a:rect l="0" t="0" r="r" b="b"/>
                  <a:pathLst>
                    <a:path w="475" h="398">
                      <a:moveTo>
                        <a:pt x="475" y="21"/>
                      </a:moveTo>
                      <a:lnTo>
                        <a:pt x="475" y="19"/>
                      </a:lnTo>
                      <a:lnTo>
                        <a:pt x="475" y="18"/>
                      </a:lnTo>
                      <a:lnTo>
                        <a:pt x="475" y="15"/>
                      </a:lnTo>
                      <a:lnTo>
                        <a:pt x="473" y="13"/>
                      </a:lnTo>
                      <a:lnTo>
                        <a:pt x="473" y="11"/>
                      </a:lnTo>
                      <a:lnTo>
                        <a:pt x="472" y="10"/>
                      </a:lnTo>
                      <a:lnTo>
                        <a:pt x="470" y="8"/>
                      </a:lnTo>
                      <a:lnTo>
                        <a:pt x="470" y="6"/>
                      </a:lnTo>
                      <a:lnTo>
                        <a:pt x="468" y="5"/>
                      </a:lnTo>
                      <a:lnTo>
                        <a:pt x="467" y="5"/>
                      </a:lnTo>
                      <a:lnTo>
                        <a:pt x="465" y="3"/>
                      </a:lnTo>
                      <a:lnTo>
                        <a:pt x="463" y="2"/>
                      </a:lnTo>
                      <a:lnTo>
                        <a:pt x="462" y="2"/>
                      </a:lnTo>
                      <a:lnTo>
                        <a:pt x="458" y="2"/>
                      </a:lnTo>
                      <a:lnTo>
                        <a:pt x="457" y="2"/>
                      </a:lnTo>
                      <a:lnTo>
                        <a:pt x="455" y="0"/>
                      </a:lnTo>
                      <a:lnTo>
                        <a:pt x="22" y="0"/>
                      </a:lnTo>
                      <a:lnTo>
                        <a:pt x="18" y="2"/>
                      </a:lnTo>
                      <a:lnTo>
                        <a:pt x="17" y="2"/>
                      </a:lnTo>
                      <a:lnTo>
                        <a:pt x="15" y="2"/>
                      </a:lnTo>
                      <a:lnTo>
                        <a:pt x="13" y="2"/>
                      </a:lnTo>
                      <a:lnTo>
                        <a:pt x="12" y="3"/>
                      </a:lnTo>
                      <a:lnTo>
                        <a:pt x="10" y="5"/>
                      </a:lnTo>
                      <a:lnTo>
                        <a:pt x="8" y="5"/>
                      </a:lnTo>
                      <a:lnTo>
                        <a:pt x="7" y="6"/>
                      </a:lnTo>
                      <a:lnTo>
                        <a:pt x="5" y="8"/>
                      </a:lnTo>
                      <a:lnTo>
                        <a:pt x="5" y="10"/>
                      </a:lnTo>
                      <a:lnTo>
                        <a:pt x="3" y="11"/>
                      </a:lnTo>
                      <a:lnTo>
                        <a:pt x="2" y="13"/>
                      </a:lnTo>
                      <a:lnTo>
                        <a:pt x="2" y="15"/>
                      </a:lnTo>
                      <a:lnTo>
                        <a:pt x="2" y="18"/>
                      </a:lnTo>
                      <a:lnTo>
                        <a:pt x="2" y="19"/>
                      </a:lnTo>
                      <a:lnTo>
                        <a:pt x="0" y="21"/>
                      </a:lnTo>
                      <a:lnTo>
                        <a:pt x="0" y="379"/>
                      </a:lnTo>
                      <a:lnTo>
                        <a:pt x="2" y="380"/>
                      </a:lnTo>
                      <a:lnTo>
                        <a:pt x="2" y="382"/>
                      </a:lnTo>
                      <a:lnTo>
                        <a:pt x="2" y="384"/>
                      </a:lnTo>
                      <a:lnTo>
                        <a:pt x="2" y="387"/>
                      </a:lnTo>
                      <a:lnTo>
                        <a:pt x="3" y="388"/>
                      </a:lnTo>
                      <a:lnTo>
                        <a:pt x="5" y="390"/>
                      </a:lnTo>
                      <a:lnTo>
                        <a:pt x="5" y="392"/>
                      </a:lnTo>
                      <a:lnTo>
                        <a:pt x="7" y="393"/>
                      </a:lnTo>
                      <a:lnTo>
                        <a:pt x="8" y="393"/>
                      </a:lnTo>
                      <a:lnTo>
                        <a:pt x="10" y="395"/>
                      </a:lnTo>
                      <a:lnTo>
                        <a:pt x="12" y="397"/>
                      </a:lnTo>
                      <a:lnTo>
                        <a:pt x="13" y="397"/>
                      </a:lnTo>
                      <a:lnTo>
                        <a:pt x="15" y="398"/>
                      </a:lnTo>
                      <a:lnTo>
                        <a:pt x="17" y="398"/>
                      </a:lnTo>
                      <a:lnTo>
                        <a:pt x="18" y="398"/>
                      </a:lnTo>
                      <a:lnTo>
                        <a:pt x="22" y="398"/>
                      </a:lnTo>
                      <a:lnTo>
                        <a:pt x="455" y="398"/>
                      </a:lnTo>
                      <a:lnTo>
                        <a:pt x="457" y="398"/>
                      </a:lnTo>
                      <a:lnTo>
                        <a:pt x="458" y="398"/>
                      </a:lnTo>
                      <a:lnTo>
                        <a:pt x="462" y="398"/>
                      </a:lnTo>
                      <a:lnTo>
                        <a:pt x="463" y="397"/>
                      </a:lnTo>
                      <a:lnTo>
                        <a:pt x="465" y="397"/>
                      </a:lnTo>
                      <a:lnTo>
                        <a:pt x="467" y="395"/>
                      </a:lnTo>
                      <a:lnTo>
                        <a:pt x="468" y="393"/>
                      </a:lnTo>
                      <a:lnTo>
                        <a:pt x="470" y="393"/>
                      </a:lnTo>
                      <a:lnTo>
                        <a:pt x="470" y="392"/>
                      </a:lnTo>
                      <a:lnTo>
                        <a:pt x="472" y="390"/>
                      </a:lnTo>
                      <a:lnTo>
                        <a:pt x="473" y="388"/>
                      </a:lnTo>
                      <a:lnTo>
                        <a:pt x="473" y="387"/>
                      </a:lnTo>
                      <a:lnTo>
                        <a:pt x="475" y="384"/>
                      </a:lnTo>
                      <a:lnTo>
                        <a:pt x="475" y="382"/>
                      </a:lnTo>
                      <a:lnTo>
                        <a:pt x="475" y="380"/>
                      </a:lnTo>
                      <a:lnTo>
                        <a:pt x="475" y="379"/>
                      </a:lnTo>
                      <a:lnTo>
                        <a:pt x="475" y="21"/>
                      </a:lnTo>
                      <a:close/>
                    </a:path>
                  </a:pathLst>
                </a:custGeom>
                <a:solidFill>
                  <a:srgbClr val="E5E5E5"/>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346531" name="任意多边形 11256"/>
                <p:cNvSpPr/>
                <p:nvPr/>
              </p:nvSpPr>
              <p:spPr bwMode="auto">
                <a:xfrm>
                  <a:off x="390" y="2923"/>
                  <a:ext cx="475" cy="398"/>
                </a:xfrm>
                <a:custGeom>
                  <a:avLst/>
                  <a:gdLst/>
                  <a:ahLst/>
                  <a:cxnLst>
                    <a:cxn ang="0">
                      <a:pos x="475" y="19"/>
                    </a:cxn>
                    <a:cxn ang="0">
                      <a:pos x="475" y="15"/>
                    </a:cxn>
                    <a:cxn ang="0">
                      <a:pos x="473" y="11"/>
                    </a:cxn>
                    <a:cxn ang="0">
                      <a:pos x="470" y="8"/>
                    </a:cxn>
                    <a:cxn ang="0">
                      <a:pos x="468" y="5"/>
                    </a:cxn>
                    <a:cxn ang="0">
                      <a:pos x="465" y="3"/>
                    </a:cxn>
                    <a:cxn ang="0">
                      <a:pos x="462" y="2"/>
                    </a:cxn>
                    <a:cxn ang="0">
                      <a:pos x="457" y="2"/>
                    </a:cxn>
                    <a:cxn ang="0">
                      <a:pos x="22" y="0"/>
                    </a:cxn>
                    <a:cxn ang="0">
                      <a:pos x="17" y="2"/>
                    </a:cxn>
                    <a:cxn ang="0">
                      <a:pos x="13" y="2"/>
                    </a:cxn>
                    <a:cxn ang="0">
                      <a:pos x="10" y="5"/>
                    </a:cxn>
                    <a:cxn ang="0">
                      <a:pos x="7" y="6"/>
                    </a:cxn>
                    <a:cxn ang="0">
                      <a:pos x="5" y="10"/>
                    </a:cxn>
                    <a:cxn ang="0">
                      <a:pos x="2" y="13"/>
                    </a:cxn>
                    <a:cxn ang="0">
                      <a:pos x="2" y="18"/>
                    </a:cxn>
                    <a:cxn ang="0">
                      <a:pos x="0" y="21"/>
                    </a:cxn>
                    <a:cxn ang="0">
                      <a:pos x="2" y="380"/>
                    </a:cxn>
                    <a:cxn ang="0">
                      <a:pos x="2" y="384"/>
                    </a:cxn>
                    <a:cxn ang="0">
                      <a:pos x="3" y="388"/>
                    </a:cxn>
                    <a:cxn ang="0">
                      <a:pos x="5" y="392"/>
                    </a:cxn>
                    <a:cxn ang="0">
                      <a:pos x="8" y="393"/>
                    </a:cxn>
                    <a:cxn ang="0">
                      <a:pos x="12" y="397"/>
                    </a:cxn>
                    <a:cxn ang="0">
                      <a:pos x="15" y="398"/>
                    </a:cxn>
                    <a:cxn ang="0">
                      <a:pos x="18" y="398"/>
                    </a:cxn>
                    <a:cxn ang="0">
                      <a:pos x="455" y="398"/>
                    </a:cxn>
                    <a:cxn ang="0">
                      <a:pos x="458" y="398"/>
                    </a:cxn>
                    <a:cxn ang="0">
                      <a:pos x="463" y="397"/>
                    </a:cxn>
                    <a:cxn ang="0">
                      <a:pos x="467" y="395"/>
                    </a:cxn>
                    <a:cxn ang="0">
                      <a:pos x="470" y="393"/>
                    </a:cxn>
                    <a:cxn ang="0">
                      <a:pos x="472" y="390"/>
                    </a:cxn>
                    <a:cxn ang="0">
                      <a:pos x="473" y="387"/>
                    </a:cxn>
                    <a:cxn ang="0">
                      <a:pos x="475" y="382"/>
                    </a:cxn>
                    <a:cxn ang="0">
                      <a:pos x="475" y="379"/>
                    </a:cxn>
                  </a:cxnLst>
                  <a:rect l="0" t="0" r="r" b="b"/>
                  <a:pathLst>
                    <a:path w="475" h="398">
                      <a:moveTo>
                        <a:pt x="475" y="21"/>
                      </a:moveTo>
                      <a:lnTo>
                        <a:pt x="475" y="19"/>
                      </a:lnTo>
                      <a:lnTo>
                        <a:pt x="475" y="18"/>
                      </a:lnTo>
                      <a:lnTo>
                        <a:pt x="475" y="15"/>
                      </a:lnTo>
                      <a:lnTo>
                        <a:pt x="473" y="13"/>
                      </a:lnTo>
                      <a:lnTo>
                        <a:pt x="473" y="11"/>
                      </a:lnTo>
                      <a:lnTo>
                        <a:pt x="472" y="10"/>
                      </a:lnTo>
                      <a:lnTo>
                        <a:pt x="470" y="8"/>
                      </a:lnTo>
                      <a:lnTo>
                        <a:pt x="470" y="6"/>
                      </a:lnTo>
                      <a:lnTo>
                        <a:pt x="468" y="5"/>
                      </a:lnTo>
                      <a:lnTo>
                        <a:pt x="467" y="5"/>
                      </a:lnTo>
                      <a:lnTo>
                        <a:pt x="465" y="3"/>
                      </a:lnTo>
                      <a:lnTo>
                        <a:pt x="463" y="2"/>
                      </a:lnTo>
                      <a:lnTo>
                        <a:pt x="462" y="2"/>
                      </a:lnTo>
                      <a:lnTo>
                        <a:pt x="458" y="2"/>
                      </a:lnTo>
                      <a:lnTo>
                        <a:pt x="457" y="2"/>
                      </a:lnTo>
                      <a:lnTo>
                        <a:pt x="455" y="0"/>
                      </a:lnTo>
                      <a:lnTo>
                        <a:pt x="22" y="0"/>
                      </a:lnTo>
                      <a:lnTo>
                        <a:pt x="18" y="2"/>
                      </a:lnTo>
                      <a:lnTo>
                        <a:pt x="17" y="2"/>
                      </a:lnTo>
                      <a:lnTo>
                        <a:pt x="15" y="2"/>
                      </a:lnTo>
                      <a:lnTo>
                        <a:pt x="13" y="2"/>
                      </a:lnTo>
                      <a:lnTo>
                        <a:pt x="12" y="3"/>
                      </a:lnTo>
                      <a:lnTo>
                        <a:pt x="10" y="5"/>
                      </a:lnTo>
                      <a:lnTo>
                        <a:pt x="8" y="5"/>
                      </a:lnTo>
                      <a:lnTo>
                        <a:pt x="7" y="6"/>
                      </a:lnTo>
                      <a:lnTo>
                        <a:pt x="5" y="8"/>
                      </a:lnTo>
                      <a:lnTo>
                        <a:pt x="5" y="10"/>
                      </a:lnTo>
                      <a:lnTo>
                        <a:pt x="3" y="11"/>
                      </a:lnTo>
                      <a:lnTo>
                        <a:pt x="2" y="13"/>
                      </a:lnTo>
                      <a:lnTo>
                        <a:pt x="2" y="15"/>
                      </a:lnTo>
                      <a:lnTo>
                        <a:pt x="2" y="18"/>
                      </a:lnTo>
                      <a:lnTo>
                        <a:pt x="2" y="19"/>
                      </a:lnTo>
                      <a:lnTo>
                        <a:pt x="0" y="21"/>
                      </a:lnTo>
                      <a:lnTo>
                        <a:pt x="0" y="379"/>
                      </a:lnTo>
                      <a:lnTo>
                        <a:pt x="2" y="380"/>
                      </a:lnTo>
                      <a:lnTo>
                        <a:pt x="2" y="382"/>
                      </a:lnTo>
                      <a:lnTo>
                        <a:pt x="2" y="384"/>
                      </a:lnTo>
                      <a:lnTo>
                        <a:pt x="2" y="387"/>
                      </a:lnTo>
                      <a:lnTo>
                        <a:pt x="3" y="388"/>
                      </a:lnTo>
                      <a:lnTo>
                        <a:pt x="5" y="390"/>
                      </a:lnTo>
                      <a:lnTo>
                        <a:pt x="5" y="392"/>
                      </a:lnTo>
                      <a:lnTo>
                        <a:pt x="7" y="393"/>
                      </a:lnTo>
                      <a:lnTo>
                        <a:pt x="8" y="393"/>
                      </a:lnTo>
                      <a:lnTo>
                        <a:pt x="10" y="395"/>
                      </a:lnTo>
                      <a:lnTo>
                        <a:pt x="12" y="397"/>
                      </a:lnTo>
                      <a:lnTo>
                        <a:pt x="13" y="397"/>
                      </a:lnTo>
                      <a:lnTo>
                        <a:pt x="15" y="398"/>
                      </a:lnTo>
                      <a:lnTo>
                        <a:pt x="17" y="398"/>
                      </a:lnTo>
                      <a:lnTo>
                        <a:pt x="18" y="398"/>
                      </a:lnTo>
                      <a:lnTo>
                        <a:pt x="22" y="398"/>
                      </a:lnTo>
                      <a:lnTo>
                        <a:pt x="455" y="398"/>
                      </a:lnTo>
                      <a:lnTo>
                        <a:pt x="457" y="398"/>
                      </a:lnTo>
                      <a:lnTo>
                        <a:pt x="458" y="398"/>
                      </a:lnTo>
                      <a:lnTo>
                        <a:pt x="462" y="398"/>
                      </a:lnTo>
                      <a:lnTo>
                        <a:pt x="463" y="397"/>
                      </a:lnTo>
                      <a:lnTo>
                        <a:pt x="465" y="397"/>
                      </a:lnTo>
                      <a:lnTo>
                        <a:pt x="467" y="395"/>
                      </a:lnTo>
                      <a:lnTo>
                        <a:pt x="468" y="393"/>
                      </a:lnTo>
                      <a:lnTo>
                        <a:pt x="470" y="393"/>
                      </a:lnTo>
                      <a:lnTo>
                        <a:pt x="470" y="392"/>
                      </a:lnTo>
                      <a:lnTo>
                        <a:pt x="472" y="390"/>
                      </a:lnTo>
                      <a:lnTo>
                        <a:pt x="473" y="388"/>
                      </a:lnTo>
                      <a:lnTo>
                        <a:pt x="473" y="387"/>
                      </a:lnTo>
                      <a:lnTo>
                        <a:pt x="475" y="384"/>
                      </a:lnTo>
                      <a:lnTo>
                        <a:pt x="475" y="382"/>
                      </a:lnTo>
                      <a:lnTo>
                        <a:pt x="475" y="380"/>
                      </a:lnTo>
                      <a:lnTo>
                        <a:pt x="475" y="379"/>
                      </a:lnTo>
                      <a:lnTo>
                        <a:pt x="475" y="21"/>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346530" name="任意多边形 11257"/>
                <p:cNvSpPr/>
                <p:nvPr/>
              </p:nvSpPr>
              <p:spPr bwMode="auto">
                <a:xfrm>
                  <a:off x="430" y="2977"/>
                  <a:ext cx="397" cy="292"/>
                </a:xfrm>
                <a:custGeom>
                  <a:avLst/>
                  <a:gdLst/>
                  <a:ahLst/>
                  <a:cxnLst>
                    <a:cxn ang="0">
                      <a:pos x="397" y="19"/>
                    </a:cxn>
                    <a:cxn ang="0">
                      <a:pos x="395" y="14"/>
                    </a:cxn>
                    <a:cxn ang="0">
                      <a:pos x="393" y="11"/>
                    </a:cxn>
                    <a:cxn ang="0">
                      <a:pos x="392" y="8"/>
                    </a:cxn>
                    <a:cxn ang="0">
                      <a:pos x="388" y="4"/>
                    </a:cxn>
                    <a:cxn ang="0">
                      <a:pos x="385" y="3"/>
                    </a:cxn>
                    <a:cxn ang="0">
                      <a:pos x="382" y="1"/>
                    </a:cxn>
                    <a:cxn ang="0">
                      <a:pos x="378" y="0"/>
                    </a:cxn>
                    <a:cxn ang="0">
                      <a:pos x="20" y="0"/>
                    </a:cxn>
                    <a:cxn ang="0">
                      <a:pos x="17" y="1"/>
                    </a:cxn>
                    <a:cxn ang="0">
                      <a:pos x="12" y="1"/>
                    </a:cxn>
                    <a:cxn ang="0">
                      <a:pos x="8" y="3"/>
                    </a:cxn>
                    <a:cxn ang="0">
                      <a:pos x="7" y="6"/>
                    </a:cxn>
                    <a:cxn ang="0">
                      <a:pos x="3" y="9"/>
                    </a:cxn>
                    <a:cxn ang="0">
                      <a:pos x="2" y="13"/>
                    </a:cxn>
                    <a:cxn ang="0">
                      <a:pos x="0" y="16"/>
                    </a:cxn>
                    <a:cxn ang="0">
                      <a:pos x="0" y="21"/>
                    </a:cxn>
                    <a:cxn ang="0">
                      <a:pos x="0" y="273"/>
                    </a:cxn>
                    <a:cxn ang="0">
                      <a:pos x="2" y="278"/>
                    </a:cxn>
                    <a:cxn ang="0">
                      <a:pos x="2" y="281"/>
                    </a:cxn>
                    <a:cxn ang="0">
                      <a:pos x="5" y="284"/>
                    </a:cxn>
                    <a:cxn ang="0">
                      <a:pos x="7" y="287"/>
                    </a:cxn>
                    <a:cxn ang="0">
                      <a:pos x="10" y="289"/>
                    </a:cxn>
                    <a:cxn ang="0">
                      <a:pos x="15" y="291"/>
                    </a:cxn>
                    <a:cxn ang="0">
                      <a:pos x="18" y="291"/>
                    </a:cxn>
                    <a:cxn ang="0">
                      <a:pos x="375" y="292"/>
                    </a:cxn>
                    <a:cxn ang="0">
                      <a:pos x="380" y="291"/>
                    </a:cxn>
                    <a:cxn ang="0">
                      <a:pos x="383" y="291"/>
                    </a:cxn>
                    <a:cxn ang="0">
                      <a:pos x="387" y="287"/>
                    </a:cxn>
                    <a:cxn ang="0">
                      <a:pos x="390" y="286"/>
                    </a:cxn>
                    <a:cxn ang="0">
                      <a:pos x="393" y="282"/>
                    </a:cxn>
                    <a:cxn ang="0">
                      <a:pos x="395" y="279"/>
                    </a:cxn>
                    <a:cxn ang="0">
                      <a:pos x="395" y="274"/>
                    </a:cxn>
                    <a:cxn ang="0">
                      <a:pos x="397" y="271"/>
                    </a:cxn>
                  </a:cxnLst>
                  <a:rect l="0" t="0" r="r" b="b"/>
                  <a:pathLst>
                    <a:path w="397" h="292">
                      <a:moveTo>
                        <a:pt x="397" y="21"/>
                      </a:moveTo>
                      <a:lnTo>
                        <a:pt x="397" y="19"/>
                      </a:lnTo>
                      <a:lnTo>
                        <a:pt x="395" y="16"/>
                      </a:lnTo>
                      <a:lnTo>
                        <a:pt x="395" y="14"/>
                      </a:lnTo>
                      <a:lnTo>
                        <a:pt x="395" y="13"/>
                      </a:lnTo>
                      <a:lnTo>
                        <a:pt x="393" y="11"/>
                      </a:lnTo>
                      <a:lnTo>
                        <a:pt x="393" y="9"/>
                      </a:lnTo>
                      <a:lnTo>
                        <a:pt x="392" y="8"/>
                      </a:lnTo>
                      <a:lnTo>
                        <a:pt x="390" y="6"/>
                      </a:lnTo>
                      <a:lnTo>
                        <a:pt x="388" y="4"/>
                      </a:lnTo>
                      <a:lnTo>
                        <a:pt x="387" y="3"/>
                      </a:lnTo>
                      <a:lnTo>
                        <a:pt x="385" y="3"/>
                      </a:lnTo>
                      <a:lnTo>
                        <a:pt x="383" y="1"/>
                      </a:lnTo>
                      <a:lnTo>
                        <a:pt x="382" y="1"/>
                      </a:lnTo>
                      <a:lnTo>
                        <a:pt x="380" y="1"/>
                      </a:lnTo>
                      <a:lnTo>
                        <a:pt x="378" y="0"/>
                      </a:lnTo>
                      <a:lnTo>
                        <a:pt x="375" y="0"/>
                      </a:lnTo>
                      <a:lnTo>
                        <a:pt x="20" y="0"/>
                      </a:lnTo>
                      <a:lnTo>
                        <a:pt x="18" y="0"/>
                      </a:lnTo>
                      <a:lnTo>
                        <a:pt x="17" y="1"/>
                      </a:lnTo>
                      <a:lnTo>
                        <a:pt x="15" y="1"/>
                      </a:lnTo>
                      <a:lnTo>
                        <a:pt x="12" y="1"/>
                      </a:lnTo>
                      <a:lnTo>
                        <a:pt x="10" y="3"/>
                      </a:lnTo>
                      <a:lnTo>
                        <a:pt x="8" y="3"/>
                      </a:lnTo>
                      <a:lnTo>
                        <a:pt x="7" y="4"/>
                      </a:lnTo>
                      <a:lnTo>
                        <a:pt x="7" y="6"/>
                      </a:lnTo>
                      <a:lnTo>
                        <a:pt x="5" y="8"/>
                      </a:lnTo>
                      <a:lnTo>
                        <a:pt x="3" y="9"/>
                      </a:lnTo>
                      <a:lnTo>
                        <a:pt x="2" y="11"/>
                      </a:lnTo>
                      <a:lnTo>
                        <a:pt x="2" y="13"/>
                      </a:lnTo>
                      <a:lnTo>
                        <a:pt x="2" y="14"/>
                      </a:lnTo>
                      <a:lnTo>
                        <a:pt x="0" y="16"/>
                      </a:lnTo>
                      <a:lnTo>
                        <a:pt x="0" y="19"/>
                      </a:lnTo>
                      <a:lnTo>
                        <a:pt x="0" y="21"/>
                      </a:lnTo>
                      <a:lnTo>
                        <a:pt x="0" y="271"/>
                      </a:lnTo>
                      <a:lnTo>
                        <a:pt x="0" y="273"/>
                      </a:lnTo>
                      <a:lnTo>
                        <a:pt x="0" y="274"/>
                      </a:lnTo>
                      <a:lnTo>
                        <a:pt x="2" y="278"/>
                      </a:lnTo>
                      <a:lnTo>
                        <a:pt x="2" y="279"/>
                      </a:lnTo>
                      <a:lnTo>
                        <a:pt x="2" y="281"/>
                      </a:lnTo>
                      <a:lnTo>
                        <a:pt x="3" y="282"/>
                      </a:lnTo>
                      <a:lnTo>
                        <a:pt x="5" y="284"/>
                      </a:lnTo>
                      <a:lnTo>
                        <a:pt x="7" y="286"/>
                      </a:lnTo>
                      <a:lnTo>
                        <a:pt x="7" y="287"/>
                      </a:lnTo>
                      <a:lnTo>
                        <a:pt x="8" y="287"/>
                      </a:lnTo>
                      <a:lnTo>
                        <a:pt x="10" y="289"/>
                      </a:lnTo>
                      <a:lnTo>
                        <a:pt x="12" y="291"/>
                      </a:lnTo>
                      <a:lnTo>
                        <a:pt x="15" y="291"/>
                      </a:lnTo>
                      <a:lnTo>
                        <a:pt x="17" y="291"/>
                      </a:lnTo>
                      <a:lnTo>
                        <a:pt x="18" y="291"/>
                      </a:lnTo>
                      <a:lnTo>
                        <a:pt x="20" y="292"/>
                      </a:lnTo>
                      <a:lnTo>
                        <a:pt x="375" y="292"/>
                      </a:lnTo>
                      <a:lnTo>
                        <a:pt x="378" y="291"/>
                      </a:lnTo>
                      <a:lnTo>
                        <a:pt x="380" y="291"/>
                      </a:lnTo>
                      <a:lnTo>
                        <a:pt x="382" y="291"/>
                      </a:lnTo>
                      <a:lnTo>
                        <a:pt x="383" y="291"/>
                      </a:lnTo>
                      <a:lnTo>
                        <a:pt x="385" y="289"/>
                      </a:lnTo>
                      <a:lnTo>
                        <a:pt x="387" y="287"/>
                      </a:lnTo>
                      <a:lnTo>
                        <a:pt x="388" y="287"/>
                      </a:lnTo>
                      <a:lnTo>
                        <a:pt x="390" y="286"/>
                      </a:lnTo>
                      <a:lnTo>
                        <a:pt x="392" y="284"/>
                      </a:lnTo>
                      <a:lnTo>
                        <a:pt x="393" y="282"/>
                      </a:lnTo>
                      <a:lnTo>
                        <a:pt x="393" y="281"/>
                      </a:lnTo>
                      <a:lnTo>
                        <a:pt x="395" y="279"/>
                      </a:lnTo>
                      <a:lnTo>
                        <a:pt x="395" y="278"/>
                      </a:lnTo>
                      <a:lnTo>
                        <a:pt x="395" y="274"/>
                      </a:lnTo>
                      <a:lnTo>
                        <a:pt x="397" y="273"/>
                      </a:lnTo>
                      <a:lnTo>
                        <a:pt x="397" y="271"/>
                      </a:lnTo>
                      <a:lnTo>
                        <a:pt x="397" y="21"/>
                      </a:lnTo>
                      <a:close/>
                    </a:path>
                  </a:pathLst>
                </a:custGeom>
                <a:solidFill>
                  <a:srgbClr val="FFFFFF"/>
                </a:solidFill>
                <a:ln w="0">
                  <a:solidFill>
                    <a:srgbClr val="000000"/>
                  </a:solidFill>
                  <a:round/>
                </a:ln>
              </p:spPr>
              <p:txBody>
                <a:bodyPr vert="horz" wrap="square" lIns="91440" tIns="45720" rIns="91440" bIns="45720" numCol="1" anchor="t" anchorCtr="0" compatLnSpc="1"/>
                <a:lstStyle/>
                <a:p>
                  <a:endParaRPr lang="zh-CN" altLang="en-US" sz="1400"/>
                </a:p>
              </p:txBody>
            </p:sp>
            <p:sp>
              <p:nvSpPr>
                <p:cNvPr id="346529" name="任意多边形 11258"/>
                <p:cNvSpPr/>
                <p:nvPr/>
              </p:nvSpPr>
              <p:spPr bwMode="auto">
                <a:xfrm>
                  <a:off x="430" y="2977"/>
                  <a:ext cx="397" cy="292"/>
                </a:xfrm>
                <a:custGeom>
                  <a:avLst/>
                  <a:gdLst/>
                  <a:ahLst/>
                  <a:cxnLst>
                    <a:cxn ang="0">
                      <a:pos x="397" y="19"/>
                    </a:cxn>
                    <a:cxn ang="0">
                      <a:pos x="395" y="14"/>
                    </a:cxn>
                    <a:cxn ang="0">
                      <a:pos x="393" y="11"/>
                    </a:cxn>
                    <a:cxn ang="0">
                      <a:pos x="392" y="8"/>
                    </a:cxn>
                    <a:cxn ang="0">
                      <a:pos x="388" y="4"/>
                    </a:cxn>
                    <a:cxn ang="0">
                      <a:pos x="385" y="3"/>
                    </a:cxn>
                    <a:cxn ang="0">
                      <a:pos x="382" y="1"/>
                    </a:cxn>
                    <a:cxn ang="0">
                      <a:pos x="378" y="0"/>
                    </a:cxn>
                    <a:cxn ang="0">
                      <a:pos x="20" y="0"/>
                    </a:cxn>
                    <a:cxn ang="0">
                      <a:pos x="17" y="1"/>
                    </a:cxn>
                    <a:cxn ang="0">
                      <a:pos x="12" y="1"/>
                    </a:cxn>
                    <a:cxn ang="0">
                      <a:pos x="8" y="3"/>
                    </a:cxn>
                    <a:cxn ang="0">
                      <a:pos x="7" y="6"/>
                    </a:cxn>
                    <a:cxn ang="0">
                      <a:pos x="3" y="9"/>
                    </a:cxn>
                    <a:cxn ang="0">
                      <a:pos x="2" y="13"/>
                    </a:cxn>
                    <a:cxn ang="0">
                      <a:pos x="0" y="16"/>
                    </a:cxn>
                    <a:cxn ang="0">
                      <a:pos x="0" y="21"/>
                    </a:cxn>
                    <a:cxn ang="0">
                      <a:pos x="0" y="273"/>
                    </a:cxn>
                    <a:cxn ang="0">
                      <a:pos x="2" y="278"/>
                    </a:cxn>
                    <a:cxn ang="0">
                      <a:pos x="2" y="281"/>
                    </a:cxn>
                    <a:cxn ang="0">
                      <a:pos x="5" y="284"/>
                    </a:cxn>
                    <a:cxn ang="0">
                      <a:pos x="7" y="287"/>
                    </a:cxn>
                    <a:cxn ang="0">
                      <a:pos x="10" y="289"/>
                    </a:cxn>
                    <a:cxn ang="0">
                      <a:pos x="15" y="291"/>
                    </a:cxn>
                    <a:cxn ang="0">
                      <a:pos x="18" y="291"/>
                    </a:cxn>
                    <a:cxn ang="0">
                      <a:pos x="375" y="292"/>
                    </a:cxn>
                    <a:cxn ang="0">
                      <a:pos x="380" y="291"/>
                    </a:cxn>
                    <a:cxn ang="0">
                      <a:pos x="383" y="291"/>
                    </a:cxn>
                    <a:cxn ang="0">
                      <a:pos x="387" y="287"/>
                    </a:cxn>
                    <a:cxn ang="0">
                      <a:pos x="390" y="286"/>
                    </a:cxn>
                    <a:cxn ang="0">
                      <a:pos x="393" y="282"/>
                    </a:cxn>
                    <a:cxn ang="0">
                      <a:pos x="395" y="279"/>
                    </a:cxn>
                    <a:cxn ang="0">
                      <a:pos x="395" y="274"/>
                    </a:cxn>
                    <a:cxn ang="0">
                      <a:pos x="397" y="271"/>
                    </a:cxn>
                  </a:cxnLst>
                  <a:rect l="0" t="0" r="r" b="b"/>
                  <a:pathLst>
                    <a:path w="397" h="292">
                      <a:moveTo>
                        <a:pt x="397" y="21"/>
                      </a:moveTo>
                      <a:lnTo>
                        <a:pt x="397" y="19"/>
                      </a:lnTo>
                      <a:lnTo>
                        <a:pt x="395" y="16"/>
                      </a:lnTo>
                      <a:lnTo>
                        <a:pt x="395" y="14"/>
                      </a:lnTo>
                      <a:lnTo>
                        <a:pt x="395" y="13"/>
                      </a:lnTo>
                      <a:lnTo>
                        <a:pt x="393" y="11"/>
                      </a:lnTo>
                      <a:lnTo>
                        <a:pt x="393" y="9"/>
                      </a:lnTo>
                      <a:lnTo>
                        <a:pt x="392" y="8"/>
                      </a:lnTo>
                      <a:lnTo>
                        <a:pt x="390" y="6"/>
                      </a:lnTo>
                      <a:lnTo>
                        <a:pt x="388" y="4"/>
                      </a:lnTo>
                      <a:lnTo>
                        <a:pt x="387" y="3"/>
                      </a:lnTo>
                      <a:lnTo>
                        <a:pt x="385" y="3"/>
                      </a:lnTo>
                      <a:lnTo>
                        <a:pt x="383" y="1"/>
                      </a:lnTo>
                      <a:lnTo>
                        <a:pt x="382" y="1"/>
                      </a:lnTo>
                      <a:lnTo>
                        <a:pt x="380" y="1"/>
                      </a:lnTo>
                      <a:lnTo>
                        <a:pt x="378" y="0"/>
                      </a:lnTo>
                      <a:lnTo>
                        <a:pt x="375" y="0"/>
                      </a:lnTo>
                      <a:lnTo>
                        <a:pt x="20" y="0"/>
                      </a:lnTo>
                      <a:lnTo>
                        <a:pt x="18" y="0"/>
                      </a:lnTo>
                      <a:lnTo>
                        <a:pt x="17" y="1"/>
                      </a:lnTo>
                      <a:lnTo>
                        <a:pt x="15" y="1"/>
                      </a:lnTo>
                      <a:lnTo>
                        <a:pt x="12" y="1"/>
                      </a:lnTo>
                      <a:lnTo>
                        <a:pt x="10" y="3"/>
                      </a:lnTo>
                      <a:lnTo>
                        <a:pt x="8" y="3"/>
                      </a:lnTo>
                      <a:lnTo>
                        <a:pt x="7" y="4"/>
                      </a:lnTo>
                      <a:lnTo>
                        <a:pt x="7" y="6"/>
                      </a:lnTo>
                      <a:lnTo>
                        <a:pt x="5" y="8"/>
                      </a:lnTo>
                      <a:lnTo>
                        <a:pt x="3" y="9"/>
                      </a:lnTo>
                      <a:lnTo>
                        <a:pt x="2" y="11"/>
                      </a:lnTo>
                      <a:lnTo>
                        <a:pt x="2" y="13"/>
                      </a:lnTo>
                      <a:lnTo>
                        <a:pt x="2" y="14"/>
                      </a:lnTo>
                      <a:lnTo>
                        <a:pt x="0" y="16"/>
                      </a:lnTo>
                      <a:lnTo>
                        <a:pt x="0" y="19"/>
                      </a:lnTo>
                      <a:lnTo>
                        <a:pt x="0" y="21"/>
                      </a:lnTo>
                      <a:lnTo>
                        <a:pt x="0" y="271"/>
                      </a:lnTo>
                      <a:lnTo>
                        <a:pt x="0" y="273"/>
                      </a:lnTo>
                      <a:lnTo>
                        <a:pt x="0" y="274"/>
                      </a:lnTo>
                      <a:lnTo>
                        <a:pt x="2" y="278"/>
                      </a:lnTo>
                      <a:lnTo>
                        <a:pt x="2" y="279"/>
                      </a:lnTo>
                      <a:lnTo>
                        <a:pt x="2" y="281"/>
                      </a:lnTo>
                      <a:lnTo>
                        <a:pt x="3" y="282"/>
                      </a:lnTo>
                      <a:lnTo>
                        <a:pt x="5" y="284"/>
                      </a:lnTo>
                      <a:lnTo>
                        <a:pt x="7" y="286"/>
                      </a:lnTo>
                      <a:lnTo>
                        <a:pt x="7" y="287"/>
                      </a:lnTo>
                      <a:lnTo>
                        <a:pt x="8" y="287"/>
                      </a:lnTo>
                      <a:lnTo>
                        <a:pt x="10" y="289"/>
                      </a:lnTo>
                      <a:lnTo>
                        <a:pt x="12" y="291"/>
                      </a:lnTo>
                      <a:lnTo>
                        <a:pt x="15" y="291"/>
                      </a:lnTo>
                      <a:lnTo>
                        <a:pt x="17" y="291"/>
                      </a:lnTo>
                      <a:lnTo>
                        <a:pt x="18" y="291"/>
                      </a:lnTo>
                      <a:lnTo>
                        <a:pt x="20" y="292"/>
                      </a:lnTo>
                      <a:lnTo>
                        <a:pt x="375" y="292"/>
                      </a:lnTo>
                      <a:lnTo>
                        <a:pt x="378" y="291"/>
                      </a:lnTo>
                      <a:lnTo>
                        <a:pt x="380" y="291"/>
                      </a:lnTo>
                      <a:lnTo>
                        <a:pt x="382" y="291"/>
                      </a:lnTo>
                      <a:lnTo>
                        <a:pt x="383" y="291"/>
                      </a:lnTo>
                      <a:lnTo>
                        <a:pt x="385" y="289"/>
                      </a:lnTo>
                      <a:lnTo>
                        <a:pt x="387" y="287"/>
                      </a:lnTo>
                      <a:lnTo>
                        <a:pt x="388" y="287"/>
                      </a:lnTo>
                      <a:lnTo>
                        <a:pt x="390" y="286"/>
                      </a:lnTo>
                      <a:lnTo>
                        <a:pt x="392" y="284"/>
                      </a:lnTo>
                      <a:lnTo>
                        <a:pt x="393" y="282"/>
                      </a:lnTo>
                      <a:lnTo>
                        <a:pt x="393" y="281"/>
                      </a:lnTo>
                      <a:lnTo>
                        <a:pt x="395" y="279"/>
                      </a:lnTo>
                      <a:lnTo>
                        <a:pt x="395" y="278"/>
                      </a:lnTo>
                      <a:lnTo>
                        <a:pt x="395" y="274"/>
                      </a:lnTo>
                      <a:lnTo>
                        <a:pt x="397" y="273"/>
                      </a:lnTo>
                      <a:lnTo>
                        <a:pt x="397" y="271"/>
                      </a:lnTo>
                      <a:lnTo>
                        <a:pt x="397" y="21"/>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28" name="任意多边形 11259"/>
                <p:cNvSpPr/>
                <p:nvPr/>
              </p:nvSpPr>
              <p:spPr bwMode="auto">
                <a:xfrm>
                  <a:off x="422" y="2967"/>
                  <a:ext cx="413" cy="312"/>
                </a:xfrm>
                <a:custGeom>
                  <a:avLst/>
                  <a:gdLst/>
                  <a:ahLst/>
                  <a:cxnLst>
                    <a:cxn ang="0">
                      <a:pos x="413" y="18"/>
                    </a:cxn>
                    <a:cxn ang="0">
                      <a:pos x="411" y="14"/>
                    </a:cxn>
                    <a:cxn ang="0">
                      <a:pos x="410" y="10"/>
                    </a:cxn>
                    <a:cxn ang="0">
                      <a:pos x="408" y="6"/>
                    </a:cxn>
                    <a:cxn ang="0">
                      <a:pos x="405" y="5"/>
                    </a:cxn>
                    <a:cxn ang="0">
                      <a:pos x="401" y="1"/>
                    </a:cxn>
                    <a:cxn ang="0">
                      <a:pos x="398" y="0"/>
                    </a:cxn>
                    <a:cxn ang="0">
                      <a:pos x="395" y="0"/>
                    </a:cxn>
                    <a:cxn ang="0">
                      <a:pos x="20" y="0"/>
                    </a:cxn>
                    <a:cxn ang="0">
                      <a:pos x="16" y="0"/>
                    </a:cxn>
                    <a:cxn ang="0">
                      <a:pos x="11" y="1"/>
                    </a:cxn>
                    <a:cxn ang="0">
                      <a:pos x="8" y="3"/>
                    </a:cxn>
                    <a:cxn ang="0">
                      <a:pos x="6" y="5"/>
                    </a:cxn>
                    <a:cxn ang="0">
                      <a:pos x="3" y="8"/>
                    </a:cxn>
                    <a:cxn ang="0">
                      <a:pos x="1" y="11"/>
                    </a:cxn>
                    <a:cxn ang="0">
                      <a:pos x="0" y="16"/>
                    </a:cxn>
                    <a:cxn ang="0">
                      <a:pos x="0" y="19"/>
                    </a:cxn>
                    <a:cxn ang="0">
                      <a:pos x="0" y="294"/>
                    </a:cxn>
                    <a:cxn ang="0">
                      <a:pos x="1" y="297"/>
                    </a:cxn>
                    <a:cxn ang="0">
                      <a:pos x="1" y="301"/>
                    </a:cxn>
                    <a:cxn ang="0">
                      <a:pos x="5" y="305"/>
                    </a:cxn>
                    <a:cxn ang="0">
                      <a:pos x="6" y="307"/>
                    </a:cxn>
                    <a:cxn ang="0">
                      <a:pos x="10" y="310"/>
                    </a:cxn>
                    <a:cxn ang="0">
                      <a:pos x="15" y="312"/>
                    </a:cxn>
                    <a:cxn ang="0">
                      <a:pos x="18" y="312"/>
                    </a:cxn>
                    <a:cxn ang="0">
                      <a:pos x="391" y="312"/>
                    </a:cxn>
                    <a:cxn ang="0">
                      <a:pos x="396" y="312"/>
                    </a:cxn>
                    <a:cxn ang="0">
                      <a:pos x="400" y="310"/>
                    </a:cxn>
                    <a:cxn ang="0">
                      <a:pos x="403" y="309"/>
                    </a:cxn>
                    <a:cxn ang="0">
                      <a:pos x="406" y="305"/>
                    </a:cxn>
                    <a:cxn ang="0">
                      <a:pos x="410" y="304"/>
                    </a:cxn>
                    <a:cxn ang="0">
                      <a:pos x="411" y="299"/>
                    </a:cxn>
                    <a:cxn ang="0">
                      <a:pos x="411" y="296"/>
                    </a:cxn>
                    <a:cxn ang="0">
                      <a:pos x="413" y="291"/>
                    </a:cxn>
                  </a:cxnLst>
                  <a:rect l="0" t="0" r="r" b="b"/>
                  <a:pathLst>
                    <a:path w="413" h="312">
                      <a:moveTo>
                        <a:pt x="413" y="19"/>
                      </a:moveTo>
                      <a:lnTo>
                        <a:pt x="413" y="18"/>
                      </a:lnTo>
                      <a:lnTo>
                        <a:pt x="411" y="16"/>
                      </a:lnTo>
                      <a:lnTo>
                        <a:pt x="411" y="14"/>
                      </a:lnTo>
                      <a:lnTo>
                        <a:pt x="411" y="11"/>
                      </a:lnTo>
                      <a:lnTo>
                        <a:pt x="410" y="10"/>
                      </a:lnTo>
                      <a:lnTo>
                        <a:pt x="410" y="8"/>
                      </a:lnTo>
                      <a:lnTo>
                        <a:pt x="408" y="6"/>
                      </a:lnTo>
                      <a:lnTo>
                        <a:pt x="406" y="5"/>
                      </a:lnTo>
                      <a:lnTo>
                        <a:pt x="405" y="5"/>
                      </a:lnTo>
                      <a:lnTo>
                        <a:pt x="403" y="3"/>
                      </a:lnTo>
                      <a:lnTo>
                        <a:pt x="401" y="1"/>
                      </a:lnTo>
                      <a:lnTo>
                        <a:pt x="400" y="1"/>
                      </a:lnTo>
                      <a:lnTo>
                        <a:pt x="398" y="0"/>
                      </a:lnTo>
                      <a:lnTo>
                        <a:pt x="396" y="0"/>
                      </a:lnTo>
                      <a:lnTo>
                        <a:pt x="395" y="0"/>
                      </a:lnTo>
                      <a:lnTo>
                        <a:pt x="391" y="0"/>
                      </a:lnTo>
                      <a:lnTo>
                        <a:pt x="20" y="0"/>
                      </a:lnTo>
                      <a:lnTo>
                        <a:pt x="18" y="0"/>
                      </a:lnTo>
                      <a:lnTo>
                        <a:pt x="16" y="0"/>
                      </a:lnTo>
                      <a:lnTo>
                        <a:pt x="15" y="0"/>
                      </a:lnTo>
                      <a:lnTo>
                        <a:pt x="11" y="1"/>
                      </a:lnTo>
                      <a:lnTo>
                        <a:pt x="10" y="1"/>
                      </a:lnTo>
                      <a:lnTo>
                        <a:pt x="8" y="3"/>
                      </a:lnTo>
                      <a:lnTo>
                        <a:pt x="6" y="5"/>
                      </a:lnTo>
                      <a:lnTo>
                        <a:pt x="5" y="6"/>
                      </a:lnTo>
                      <a:lnTo>
                        <a:pt x="3" y="8"/>
                      </a:lnTo>
                      <a:lnTo>
                        <a:pt x="1" y="10"/>
                      </a:lnTo>
                      <a:lnTo>
                        <a:pt x="1" y="11"/>
                      </a:lnTo>
                      <a:lnTo>
                        <a:pt x="1" y="14"/>
                      </a:lnTo>
                      <a:lnTo>
                        <a:pt x="0" y="16"/>
                      </a:lnTo>
                      <a:lnTo>
                        <a:pt x="0" y="18"/>
                      </a:lnTo>
                      <a:lnTo>
                        <a:pt x="0" y="19"/>
                      </a:lnTo>
                      <a:lnTo>
                        <a:pt x="0" y="291"/>
                      </a:lnTo>
                      <a:lnTo>
                        <a:pt x="0" y="294"/>
                      </a:lnTo>
                      <a:lnTo>
                        <a:pt x="0" y="296"/>
                      </a:lnTo>
                      <a:lnTo>
                        <a:pt x="1" y="297"/>
                      </a:lnTo>
                      <a:lnTo>
                        <a:pt x="1" y="299"/>
                      </a:lnTo>
                      <a:lnTo>
                        <a:pt x="1" y="301"/>
                      </a:lnTo>
                      <a:lnTo>
                        <a:pt x="3" y="304"/>
                      </a:lnTo>
                      <a:lnTo>
                        <a:pt x="5" y="305"/>
                      </a:lnTo>
                      <a:lnTo>
                        <a:pt x="6" y="305"/>
                      </a:lnTo>
                      <a:lnTo>
                        <a:pt x="6" y="307"/>
                      </a:lnTo>
                      <a:lnTo>
                        <a:pt x="8" y="309"/>
                      </a:lnTo>
                      <a:lnTo>
                        <a:pt x="10" y="310"/>
                      </a:lnTo>
                      <a:lnTo>
                        <a:pt x="11" y="310"/>
                      </a:lnTo>
                      <a:lnTo>
                        <a:pt x="15" y="312"/>
                      </a:lnTo>
                      <a:lnTo>
                        <a:pt x="16" y="312"/>
                      </a:lnTo>
                      <a:lnTo>
                        <a:pt x="18" y="312"/>
                      </a:lnTo>
                      <a:lnTo>
                        <a:pt x="20" y="312"/>
                      </a:lnTo>
                      <a:lnTo>
                        <a:pt x="391" y="312"/>
                      </a:lnTo>
                      <a:lnTo>
                        <a:pt x="395" y="312"/>
                      </a:lnTo>
                      <a:lnTo>
                        <a:pt x="396" y="312"/>
                      </a:lnTo>
                      <a:lnTo>
                        <a:pt x="398" y="312"/>
                      </a:lnTo>
                      <a:lnTo>
                        <a:pt x="400" y="310"/>
                      </a:lnTo>
                      <a:lnTo>
                        <a:pt x="401" y="310"/>
                      </a:lnTo>
                      <a:lnTo>
                        <a:pt x="403" y="309"/>
                      </a:lnTo>
                      <a:lnTo>
                        <a:pt x="405" y="307"/>
                      </a:lnTo>
                      <a:lnTo>
                        <a:pt x="406" y="305"/>
                      </a:lnTo>
                      <a:lnTo>
                        <a:pt x="408" y="305"/>
                      </a:lnTo>
                      <a:lnTo>
                        <a:pt x="410" y="304"/>
                      </a:lnTo>
                      <a:lnTo>
                        <a:pt x="410" y="301"/>
                      </a:lnTo>
                      <a:lnTo>
                        <a:pt x="411" y="299"/>
                      </a:lnTo>
                      <a:lnTo>
                        <a:pt x="411" y="297"/>
                      </a:lnTo>
                      <a:lnTo>
                        <a:pt x="411" y="296"/>
                      </a:lnTo>
                      <a:lnTo>
                        <a:pt x="413" y="294"/>
                      </a:lnTo>
                      <a:lnTo>
                        <a:pt x="413" y="291"/>
                      </a:lnTo>
                      <a:lnTo>
                        <a:pt x="413" y="19"/>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27" name="任意多边形 11260"/>
                <p:cNvSpPr/>
                <p:nvPr/>
              </p:nvSpPr>
              <p:spPr bwMode="auto">
                <a:xfrm>
                  <a:off x="467" y="3351"/>
                  <a:ext cx="321" cy="63"/>
                </a:xfrm>
                <a:custGeom>
                  <a:avLst/>
                  <a:gdLst/>
                  <a:ahLst/>
                  <a:cxnLst>
                    <a:cxn ang="0">
                      <a:pos x="286" y="0"/>
                    </a:cxn>
                    <a:cxn ang="0">
                      <a:pos x="33" y="0"/>
                    </a:cxn>
                    <a:cxn ang="0">
                      <a:pos x="0" y="63"/>
                    </a:cxn>
                    <a:cxn ang="0">
                      <a:pos x="321" y="63"/>
                    </a:cxn>
                    <a:cxn ang="0">
                      <a:pos x="286" y="0"/>
                    </a:cxn>
                  </a:cxnLst>
                  <a:rect l="0" t="0" r="r" b="b"/>
                  <a:pathLst>
                    <a:path w="321" h="63">
                      <a:moveTo>
                        <a:pt x="286" y="0"/>
                      </a:moveTo>
                      <a:lnTo>
                        <a:pt x="33" y="0"/>
                      </a:lnTo>
                      <a:lnTo>
                        <a:pt x="0" y="63"/>
                      </a:lnTo>
                      <a:lnTo>
                        <a:pt x="321" y="63"/>
                      </a:lnTo>
                      <a:lnTo>
                        <a:pt x="286" y="0"/>
                      </a:lnTo>
                      <a:close/>
                    </a:path>
                  </a:pathLst>
                </a:custGeom>
                <a:solidFill>
                  <a:srgbClr val="E5E5E5"/>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346526" name="任意多边形 11261"/>
                <p:cNvSpPr/>
                <p:nvPr/>
              </p:nvSpPr>
              <p:spPr bwMode="auto">
                <a:xfrm>
                  <a:off x="467" y="3351"/>
                  <a:ext cx="321" cy="63"/>
                </a:xfrm>
                <a:custGeom>
                  <a:avLst/>
                  <a:gdLst/>
                  <a:ahLst/>
                  <a:cxnLst>
                    <a:cxn ang="0">
                      <a:pos x="286" y="0"/>
                    </a:cxn>
                    <a:cxn ang="0">
                      <a:pos x="33" y="0"/>
                    </a:cxn>
                    <a:cxn ang="0">
                      <a:pos x="0" y="63"/>
                    </a:cxn>
                    <a:cxn ang="0">
                      <a:pos x="321" y="63"/>
                    </a:cxn>
                    <a:cxn ang="0">
                      <a:pos x="286" y="0"/>
                    </a:cxn>
                  </a:cxnLst>
                  <a:rect l="0" t="0" r="r" b="b"/>
                  <a:pathLst>
                    <a:path w="321" h="63">
                      <a:moveTo>
                        <a:pt x="286" y="0"/>
                      </a:moveTo>
                      <a:lnTo>
                        <a:pt x="33" y="0"/>
                      </a:lnTo>
                      <a:lnTo>
                        <a:pt x="0" y="63"/>
                      </a:lnTo>
                      <a:lnTo>
                        <a:pt x="321" y="63"/>
                      </a:lnTo>
                      <a:lnTo>
                        <a:pt x="286" y="0"/>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346525" name="直线 11262"/>
                <p:cNvSpPr>
                  <a:spLocks noChangeShapeType="1"/>
                </p:cNvSpPr>
                <p:nvPr/>
              </p:nvSpPr>
              <p:spPr bwMode="auto">
                <a:xfrm>
                  <a:off x="475" y="3399"/>
                  <a:ext cx="303"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24" name="矩形 11263"/>
                <p:cNvSpPr>
                  <a:spLocks noChangeArrowheads="1"/>
                </p:cNvSpPr>
                <p:nvPr/>
              </p:nvSpPr>
              <p:spPr bwMode="auto">
                <a:xfrm>
                  <a:off x="561" y="3351"/>
                  <a:ext cx="127" cy="17"/>
                </a:xfrm>
                <a:prstGeom prst="rect">
                  <a:avLst/>
                </a:prstGeom>
                <a:solidFill>
                  <a:srgbClr val="000000"/>
                </a:solid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23" name="矩形 11264"/>
                <p:cNvSpPr>
                  <a:spLocks noChangeArrowheads="1"/>
                </p:cNvSpPr>
                <p:nvPr/>
              </p:nvSpPr>
              <p:spPr bwMode="auto">
                <a:xfrm>
                  <a:off x="561" y="3351"/>
                  <a:ext cx="127" cy="17"/>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22" name="任意多边形 11265"/>
                <p:cNvSpPr/>
                <p:nvPr/>
              </p:nvSpPr>
              <p:spPr bwMode="auto">
                <a:xfrm>
                  <a:off x="467" y="3326"/>
                  <a:ext cx="323" cy="21"/>
                </a:xfrm>
                <a:custGeom>
                  <a:avLst/>
                  <a:gdLst/>
                  <a:ahLst/>
                  <a:cxnLst>
                    <a:cxn ang="0">
                      <a:pos x="323" y="0"/>
                    </a:cxn>
                    <a:cxn ang="0">
                      <a:pos x="0" y="0"/>
                    </a:cxn>
                    <a:cxn ang="0">
                      <a:pos x="8" y="21"/>
                    </a:cxn>
                    <a:cxn ang="0">
                      <a:pos x="314" y="21"/>
                    </a:cxn>
                    <a:cxn ang="0">
                      <a:pos x="323" y="0"/>
                    </a:cxn>
                  </a:cxnLst>
                  <a:rect l="0" t="0" r="r" b="b"/>
                  <a:pathLst>
                    <a:path w="323" h="21">
                      <a:moveTo>
                        <a:pt x="323" y="0"/>
                      </a:moveTo>
                      <a:lnTo>
                        <a:pt x="0" y="0"/>
                      </a:lnTo>
                      <a:lnTo>
                        <a:pt x="8" y="21"/>
                      </a:lnTo>
                      <a:lnTo>
                        <a:pt x="314" y="21"/>
                      </a:lnTo>
                      <a:lnTo>
                        <a:pt x="323"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grpSp>
          <p:sp>
            <p:nvSpPr>
              <p:cNvPr id="346520" name="矩形 11266"/>
              <p:cNvSpPr>
                <a:spLocks noChangeArrowheads="1"/>
              </p:cNvSpPr>
              <p:nvPr/>
            </p:nvSpPr>
            <p:spPr bwMode="auto">
              <a:xfrm>
                <a:off x="66" y="3737"/>
                <a:ext cx="801" cy="295"/>
              </a:xfrm>
              <a:prstGeom prst="rect">
                <a:avLst/>
              </a:prstGeom>
              <a:no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用户</a:t>
                </a:r>
                <a:r>
                  <a:rPr kumimoji="0" lang="en-US" alt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1</a:t>
                </a:r>
                <a:endParaRPr kumimoji="0" lang="en-US" alt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nvGrpSpPr>
              <p:cNvPr id="238577" name="组合 11267"/>
              <p:cNvGrpSpPr/>
              <p:nvPr/>
            </p:nvGrpSpPr>
            <p:grpSpPr bwMode="auto">
              <a:xfrm>
                <a:off x="1600" y="2923"/>
                <a:ext cx="850" cy="688"/>
                <a:chOff x="1501" y="2923"/>
                <a:chExt cx="850" cy="688"/>
              </a:xfrm>
            </p:grpSpPr>
            <p:sp>
              <p:nvSpPr>
                <p:cNvPr id="346519" name="任意多边形 11268"/>
                <p:cNvSpPr/>
                <p:nvPr/>
              </p:nvSpPr>
              <p:spPr bwMode="auto">
                <a:xfrm>
                  <a:off x="1501" y="3425"/>
                  <a:ext cx="850" cy="169"/>
                </a:xfrm>
                <a:custGeom>
                  <a:avLst/>
                  <a:gdLst/>
                  <a:ahLst/>
                  <a:cxnLst>
                    <a:cxn ang="0">
                      <a:pos x="0" y="169"/>
                    </a:cxn>
                    <a:cxn ang="0">
                      <a:pos x="30" y="0"/>
                    </a:cxn>
                    <a:cxn ang="0">
                      <a:pos x="808" y="0"/>
                    </a:cxn>
                    <a:cxn ang="0">
                      <a:pos x="850" y="169"/>
                    </a:cxn>
                    <a:cxn ang="0">
                      <a:pos x="0" y="169"/>
                    </a:cxn>
                  </a:cxnLst>
                  <a:rect l="0" t="0" r="r" b="b"/>
                  <a:pathLst>
                    <a:path w="850" h="169">
                      <a:moveTo>
                        <a:pt x="0" y="169"/>
                      </a:moveTo>
                      <a:lnTo>
                        <a:pt x="30" y="0"/>
                      </a:lnTo>
                      <a:lnTo>
                        <a:pt x="808" y="0"/>
                      </a:lnTo>
                      <a:lnTo>
                        <a:pt x="850" y="169"/>
                      </a:lnTo>
                      <a:lnTo>
                        <a:pt x="0" y="169"/>
                      </a:lnTo>
                      <a:close/>
                    </a:path>
                  </a:pathLst>
                </a:custGeom>
                <a:solidFill>
                  <a:srgbClr val="FFFFFF"/>
                </a:solidFill>
                <a:ln w="3">
                  <a:solidFill>
                    <a:srgbClr val="000000"/>
                  </a:solidFill>
                  <a:round/>
                </a:ln>
              </p:spPr>
              <p:txBody>
                <a:bodyPr vert="horz" wrap="square" lIns="91440" tIns="45720" rIns="91440" bIns="45720" numCol="1" anchor="t" anchorCtr="0" compatLnSpc="1"/>
                <a:lstStyle/>
                <a:p>
                  <a:endParaRPr lang="zh-CN" altLang="en-US" sz="1400"/>
                </a:p>
              </p:txBody>
            </p:sp>
            <p:sp>
              <p:nvSpPr>
                <p:cNvPr id="346518" name="任意多边形 11269"/>
                <p:cNvSpPr/>
                <p:nvPr/>
              </p:nvSpPr>
              <p:spPr bwMode="auto">
                <a:xfrm>
                  <a:off x="1501" y="3425"/>
                  <a:ext cx="850" cy="169"/>
                </a:xfrm>
                <a:custGeom>
                  <a:avLst/>
                  <a:gdLst/>
                  <a:ahLst/>
                  <a:cxnLst>
                    <a:cxn ang="0">
                      <a:pos x="0" y="169"/>
                    </a:cxn>
                    <a:cxn ang="0">
                      <a:pos x="30" y="0"/>
                    </a:cxn>
                    <a:cxn ang="0">
                      <a:pos x="808" y="0"/>
                    </a:cxn>
                    <a:cxn ang="0">
                      <a:pos x="850" y="169"/>
                    </a:cxn>
                    <a:cxn ang="0">
                      <a:pos x="0" y="169"/>
                    </a:cxn>
                  </a:cxnLst>
                  <a:rect l="0" t="0" r="r" b="b"/>
                  <a:pathLst>
                    <a:path w="850" h="169">
                      <a:moveTo>
                        <a:pt x="0" y="169"/>
                      </a:moveTo>
                      <a:lnTo>
                        <a:pt x="30" y="0"/>
                      </a:lnTo>
                      <a:lnTo>
                        <a:pt x="808" y="0"/>
                      </a:lnTo>
                      <a:lnTo>
                        <a:pt x="850" y="169"/>
                      </a:lnTo>
                      <a:lnTo>
                        <a:pt x="0" y="169"/>
                      </a:lnTo>
                    </a:path>
                  </a:pathLst>
                </a:custGeom>
                <a:noFill/>
                <a:ln w="3">
                  <a:solidFill>
                    <a:srgbClr val="000000"/>
                  </a:solidFill>
                  <a:round/>
                </a:ln>
              </p:spPr>
              <p:txBody>
                <a:bodyPr vert="horz" wrap="square" lIns="91440" tIns="45720" rIns="91440" bIns="45720" numCol="1" anchor="t" anchorCtr="0" compatLnSpc="1"/>
                <a:lstStyle/>
                <a:p>
                  <a:endParaRPr lang="zh-CN" altLang="en-US" sz="1400"/>
                </a:p>
              </p:txBody>
            </p:sp>
            <p:sp>
              <p:nvSpPr>
                <p:cNvPr id="346517" name="任意多边形 11270"/>
                <p:cNvSpPr/>
                <p:nvPr/>
              </p:nvSpPr>
              <p:spPr bwMode="auto">
                <a:xfrm>
                  <a:off x="1501" y="3593"/>
                  <a:ext cx="850" cy="18"/>
                </a:xfrm>
                <a:custGeom>
                  <a:avLst/>
                  <a:gdLst/>
                  <a:ahLst/>
                  <a:cxnLst>
                    <a:cxn ang="0">
                      <a:pos x="0" y="0"/>
                    </a:cxn>
                    <a:cxn ang="0">
                      <a:pos x="8" y="18"/>
                    </a:cxn>
                    <a:cxn ang="0">
                      <a:pos x="845" y="18"/>
                    </a:cxn>
                    <a:cxn ang="0">
                      <a:pos x="850" y="0"/>
                    </a:cxn>
                    <a:cxn ang="0">
                      <a:pos x="0" y="0"/>
                    </a:cxn>
                  </a:cxnLst>
                  <a:rect l="0" t="0" r="r" b="b"/>
                  <a:pathLst>
                    <a:path w="850" h="18">
                      <a:moveTo>
                        <a:pt x="0" y="0"/>
                      </a:moveTo>
                      <a:lnTo>
                        <a:pt x="8" y="18"/>
                      </a:lnTo>
                      <a:lnTo>
                        <a:pt x="845" y="18"/>
                      </a:lnTo>
                      <a:lnTo>
                        <a:pt x="850" y="0"/>
                      </a:lnTo>
                      <a:lnTo>
                        <a:pt x="0" y="0"/>
                      </a:lnTo>
                      <a:close/>
                    </a:path>
                  </a:pathLst>
                </a:custGeom>
                <a:solidFill>
                  <a:srgbClr val="D8D8D8"/>
                </a:solidFill>
                <a:ln w="3">
                  <a:solidFill>
                    <a:srgbClr val="000000"/>
                  </a:solidFill>
                  <a:round/>
                </a:ln>
              </p:spPr>
              <p:txBody>
                <a:bodyPr vert="horz" wrap="square" lIns="91440" tIns="45720" rIns="91440" bIns="45720" numCol="1" anchor="t" anchorCtr="0" compatLnSpc="1"/>
                <a:lstStyle/>
                <a:p>
                  <a:endParaRPr lang="zh-CN" altLang="en-US" sz="1400"/>
                </a:p>
              </p:txBody>
            </p:sp>
            <p:sp>
              <p:nvSpPr>
                <p:cNvPr id="346516" name="任意多边形 11271"/>
                <p:cNvSpPr/>
                <p:nvPr/>
              </p:nvSpPr>
              <p:spPr bwMode="auto">
                <a:xfrm>
                  <a:off x="1501" y="3593"/>
                  <a:ext cx="850" cy="18"/>
                </a:xfrm>
                <a:custGeom>
                  <a:avLst/>
                  <a:gdLst/>
                  <a:ahLst/>
                  <a:cxnLst>
                    <a:cxn ang="0">
                      <a:pos x="0" y="0"/>
                    </a:cxn>
                    <a:cxn ang="0">
                      <a:pos x="8" y="18"/>
                    </a:cxn>
                    <a:cxn ang="0">
                      <a:pos x="845" y="18"/>
                    </a:cxn>
                    <a:cxn ang="0">
                      <a:pos x="850" y="0"/>
                    </a:cxn>
                    <a:cxn ang="0">
                      <a:pos x="0" y="0"/>
                    </a:cxn>
                  </a:cxnLst>
                  <a:rect l="0" t="0" r="r" b="b"/>
                  <a:pathLst>
                    <a:path w="850" h="18">
                      <a:moveTo>
                        <a:pt x="0" y="0"/>
                      </a:moveTo>
                      <a:lnTo>
                        <a:pt x="8" y="18"/>
                      </a:lnTo>
                      <a:lnTo>
                        <a:pt x="845" y="18"/>
                      </a:lnTo>
                      <a:lnTo>
                        <a:pt x="850" y="0"/>
                      </a:lnTo>
                      <a:lnTo>
                        <a:pt x="0" y="0"/>
                      </a:lnTo>
                    </a:path>
                  </a:pathLst>
                </a:custGeom>
                <a:noFill/>
                <a:ln w="3">
                  <a:solidFill>
                    <a:srgbClr val="000000"/>
                  </a:solidFill>
                  <a:round/>
                </a:ln>
              </p:spPr>
              <p:txBody>
                <a:bodyPr vert="horz" wrap="square" lIns="91440" tIns="45720" rIns="91440" bIns="45720" numCol="1" anchor="t" anchorCtr="0" compatLnSpc="1"/>
                <a:lstStyle/>
                <a:p>
                  <a:endParaRPr lang="zh-CN" altLang="en-US" sz="1400"/>
                </a:p>
              </p:txBody>
            </p:sp>
            <p:sp>
              <p:nvSpPr>
                <p:cNvPr id="346515" name="任意多边形 11272"/>
                <p:cNvSpPr/>
                <p:nvPr/>
              </p:nvSpPr>
              <p:spPr bwMode="auto">
                <a:xfrm>
                  <a:off x="1650" y="3503"/>
                  <a:ext cx="18" cy="12"/>
                </a:xfrm>
                <a:custGeom>
                  <a:avLst/>
                  <a:gdLst/>
                  <a:ahLst/>
                  <a:cxnLst>
                    <a:cxn ang="0">
                      <a:pos x="17" y="0"/>
                    </a:cxn>
                    <a:cxn ang="0">
                      <a:pos x="3" y="0"/>
                    </a:cxn>
                    <a:cxn ang="0">
                      <a:pos x="0" y="12"/>
                    </a:cxn>
                    <a:cxn ang="0">
                      <a:pos x="18" y="12"/>
                    </a:cxn>
                    <a:cxn ang="0">
                      <a:pos x="17" y="0"/>
                    </a:cxn>
                  </a:cxnLst>
                  <a:rect l="0" t="0" r="r" b="b"/>
                  <a:pathLst>
                    <a:path w="18" h="12">
                      <a:moveTo>
                        <a:pt x="17" y="0"/>
                      </a:moveTo>
                      <a:lnTo>
                        <a:pt x="3" y="0"/>
                      </a:lnTo>
                      <a:lnTo>
                        <a:pt x="0" y="12"/>
                      </a:lnTo>
                      <a:lnTo>
                        <a:pt x="18"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14" name="矩形 11273"/>
                <p:cNvSpPr>
                  <a:spLocks noChangeArrowheads="1"/>
                </p:cNvSpPr>
                <p:nvPr/>
              </p:nvSpPr>
              <p:spPr bwMode="auto">
                <a:xfrm>
                  <a:off x="1653" y="3498"/>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13" name="任意多边形 11274"/>
                <p:cNvSpPr/>
                <p:nvPr/>
              </p:nvSpPr>
              <p:spPr bwMode="auto">
                <a:xfrm>
                  <a:off x="1647" y="3497"/>
                  <a:ext cx="6" cy="18"/>
                </a:xfrm>
                <a:custGeom>
                  <a:avLst/>
                  <a:gdLst/>
                  <a:ahLst/>
                  <a:cxnLst>
                    <a:cxn ang="0">
                      <a:pos x="6" y="0"/>
                    </a:cxn>
                    <a:cxn ang="0">
                      <a:pos x="0" y="14"/>
                    </a:cxn>
                    <a:cxn ang="0">
                      <a:pos x="3" y="18"/>
                    </a:cxn>
                  </a:cxnLst>
                  <a:rect l="0" t="0" r="r" b="b"/>
                  <a:pathLst>
                    <a:path w="6" h="18">
                      <a:moveTo>
                        <a:pt x="6"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12" name="任意多边形 11275"/>
                <p:cNvSpPr/>
                <p:nvPr/>
              </p:nvSpPr>
              <p:spPr bwMode="auto">
                <a:xfrm>
                  <a:off x="1667" y="3497"/>
                  <a:ext cx="5" cy="18"/>
                </a:xfrm>
                <a:custGeom>
                  <a:avLst/>
                  <a:gdLst/>
                  <a:ahLst/>
                  <a:cxnLst>
                    <a:cxn ang="0">
                      <a:pos x="0" y="0"/>
                    </a:cxn>
                    <a:cxn ang="0">
                      <a:pos x="5" y="14"/>
                    </a:cxn>
                    <a:cxn ang="0">
                      <a:pos x="3" y="18"/>
                    </a:cxn>
                  </a:cxnLst>
                  <a:rect l="0" t="0" r="r" b="b"/>
                  <a:pathLst>
                    <a:path w="5" h="18">
                      <a:moveTo>
                        <a:pt x="0" y="0"/>
                      </a:moveTo>
                      <a:lnTo>
                        <a:pt x="5"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11" name="任意多边形 11276"/>
                <p:cNvSpPr/>
                <p:nvPr/>
              </p:nvSpPr>
              <p:spPr bwMode="auto">
                <a:xfrm>
                  <a:off x="1680" y="3503"/>
                  <a:ext cx="20" cy="12"/>
                </a:xfrm>
                <a:custGeom>
                  <a:avLst/>
                  <a:gdLst/>
                  <a:ahLst/>
                  <a:cxnLst>
                    <a:cxn ang="0">
                      <a:pos x="17" y="0"/>
                    </a:cxn>
                    <a:cxn ang="0">
                      <a:pos x="3" y="0"/>
                    </a:cxn>
                    <a:cxn ang="0">
                      <a:pos x="0" y="12"/>
                    </a:cxn>
                    <a:cxn ang="0">
                      <a:pos x="20" y="12"/>
                    </a:cxn>
                    <a:cxn ang="0">
                      <a:pos x="17" y="0"/>
                    </a:cxn>
                  </a:cxnLst>
                  <a:rect l="0" t="0" r="r" b="b"/>
                  <a:pathLst>
                    <a:path w="20" h="12">
                      <a:moveTo>
                        <a:pt x="17" y="0"/>
                      </a:moveTo>
                      <a:lnTo>
                        <a:pt x="3"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10" name="矩形 11277"/>
                <p:cNvSpPr>
                  <a:spLocks noChangeArrowheads="1"/>
                </p:cNvSpPr>
                <p:nvPr/>
              </p:nvSpPr>
              <p:spPr bwMode="auto">
                <a:xfrm>
                  <a:off x="1683" y="3498"/>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09" name="任意多边形 11278"/>
                <p:cNvSpPr/>
                <p:nvPr/>
              </p:nvSpPr>
              <p:spPr bwMode="auto">
                <a:xfrm>
                  <a:off x="1678" y="3497"/>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08" name="任意多边形 11279"/>
                <p:cNvSpPr/>
                <p:nvPr/>
              </p:nvSpPr>
              <p:spPr bwMode="auto">
                <a:xfrm>
                  <a:off x="1697" y="3497"/>
                  <a:ext cx="6" cy="18"/>
                </a:xfrm>
                <a:custGeom>
                  <a:avLst/>
                  <a:gdLst/>
                  <a:ahLst/>
                  <a:cxnLst>
                    <a:cxn ang="0">
                      <a:pos x="0" y="0"/>
                    </a:cxn>
                    <a:cxn ang="0">
                      <a:pos x="6" y="14"/>
                    </a:cxn>
                    <a:cxn ang="0">
                      <a:pos x="3" y="18"/>
                    </a:cxn>
                  </a:cxnLst>
                  <a:rect l="0" t="0" r="r" b="b"/>
                  <a:pathLst>
                    <a:path w="6" h="18">
                      <a:moveTo>
                        <a:pt x="0" y="0"/>
                      </a:moveTo>
                      <a:lnTo>
                        <a:pt x="6"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07" name="任意多边形 11280"/>
                <p:cNvSpPr/>
                <p:nvPr/>
              </p:nvSpPr>
              <p:spPr bwMode="auto">
                <a:xfrm>
                  <a:off x="1712" y="3503"/>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06" name="矩形 11281"/>
                <p:cNvSpPr>
                  <a:spLocks noChangeArrowheads="1"/>
                </p:cNvSpPr>
                <p:nvPr/>
              </p:nvSpPr>
              <p:spPr bwMode="auto">
                <a:xfrm>
                  <a:off x="1715" y="3498"/>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05" name="任意多边形 11282"/>
                <p:cNvSpPr/>
                <p:nvPr/>
              </p:nvSpPr>
              <p:spPr bwMode="auto">
                <a:xfrm>
                  <a:off x="1707" y="3497"/>
                  <a:ext cx="7" cy="18"/>
                </a:xfrm>
                <a:custGeom>
                  <a:avLst/>
                  <a:gdLst/>
                  <a:ahLst/>
                  <a:cxnLst>
                    <a:cxn ang="0">
                      <a:pos x="7" y="0"/>
                    </a:cxn>
                    <a:cxn ang="0">
                      <a:pos x="0" y="14"/>
                    </a:cxn>
                    <a:cxn ang="0">
                      <a:pos x="3" y="18"/>
                    </a:cxn>
                  </a:cxnLst>
                  <a:rect l="0" t="0" r="r" b="b"/>
                  <a:pathLst>
                    <a:path w="7" h="18">
                      <a:moveTo>
                        <a:pt x="7"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04" name="任意多边形 11283"/>
                <p:cNvSpPr/>
                <p:nvPr/>
              </p:nvSpPr>
              <p:spPr bwMode="auto">
                <a:xfrm>
                  <a:off x="1727" y="3497"/>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03" name="任意多边形 11284"/>
                <p:cNvSpPr/>
                <p:nvPr/>
              </p:nvSpPr>
              <p:spPr bwMode="auto">
                <a:xfrm>
                  <a:off x="1742" y="3503"/>
                  <a:ext cx="18" cy="12"/>
                </a:xfrm>
                <a:custGeom>
                  <a:avLst/>
                  <a:gdLst/>
                  <a:ahLst/>
                  <a:cxnLst>
                    <a:cxn ang="0">
                      <a:pos x="17" y="0"/>
                    </a:cxn>
                    <a:cxn ang="0">
                      <a:pos x="3" y="0"/>
                    </a:cxn>
                    <a:cxn ang="0">
                      <a:pos x="0" y="12"/>
                    </a:cxn>
                    <a:cxn ang="0">
                      <a:pos x="18" y="12"/>
                    </a:cxn>
                    <a:cxn ang="0">
                      <a:pos x="17" y="0"/>
                    </a:cxn>
                  </a:cxnLst>
                  <a:rect l="0" t="0" r="r" b="b"/>
                  <a:pathLst>
                    <a:path w="18" h="12">
                      <a:moveTo>
                        <a:pt x="17" y="0"/>
                      </a:moveTo>
                      <a:lnTo>
                        <a:pt x="3" y="0"/>
                      </a:lnTo>
                      <a:lnTo>
                        <a:pt x="0" y="12"/>
                      </a:lnTo>
                      <a:lnTo>
                        <a:pt x="18"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02" name="矩形 11285"/>
                <p:cNvSpPr>
                  <a:spLocks noChangeArrowheads="1"/>
                </p:cNvSpPr>
                <p:nvPr/>
              </p:nvSpPr>
              <p:spPr bwMode="auto">
                <a:xfrm>
                  <a:off x="1745" y="3498"/>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01" name="任意多边形 11286"/>
                <p:cNvSpPr/>
                <p:nvPr/>
              </p:nvSpPr>
              <p:spPr bwMode="auto">
                <a:xfrm>
                  <a:off x="1739" y="3497"/>
                  <a:ext cx="6" cy="18"/>
                </a:xfrm>
                <a:custGeom>
                  <a:avLst/>
                  <a:gdLst/>
                  <a:ahLst/>
                  <a:cxnLst>
                    <a:cxn ang="0">
                      <a:pos x="6" y="0"/>
                    </a:cxn>
                    <a:cxn ang="0">
                      <a:pos x="0" y="14"/>
                    </a:cxn>
                    <a:cxn ang="0">
                      <a:pos x="3" y="18"/>
                    </a:cxn>
                  </a:cxnLst>
                  <a:rect l="0" t="0" r="r" b="b"/>
                  <a:pathLst>
                    <a:path w="6" h="18">
                      <a:moveTo>
                        <a:pt x="6"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00" name="任意多边形 11287"/>
                <p:cNvSpPr/>
                <p:nvPr/>
              </p:nvSpPr>
              <p:spPr bwMode="auto">
                <a:xfrm>
                  <a:off x="1759" y="3497"/>
                  <a:ext cx="5" cy="18"/>
                </a:xfrm>
                <a:custGeom>
                  <a:avLst/>
                  <a:gdLst/>
                  <a:ahLst/>
                  <a:cxnLst>
                    <a:cxn ang="0">
                      <a:pos x="0" y="0"/>
                    </a:cxn>
                    <a:cxn ang="0">
                      <a:pos x="5" y="14"/>
                    </a:cxn>
                    <a:cxn ang="0">
                      <a:pos x="3" y="18"/>
                    </a:cxn>
                  </a:cxnLst>
                  <a:rect l="0" t="0" r="r" b="b"/>
                  <a:pathLst>
                    <a:path w="5" h="18">
                      <a:moveTo>
                        <a:pt x="0" y="0"/>
                      </a:moveTo>
                      <a:lnTo>
                        <a:pt x="5"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99" name="任意多边形 11288"/>
                <p:cNvSpPr/>
                <p:nvPr/>
              </p:nvSpPr>
              <p:spPr bwMode="auto">
                <a:xfrm>
                  <a:off x="1774" y="3503"/>
                  <a:ext cx="18" cy="12"/>
                </a:xfrm>
                <a:custGeom>
                  <a:avLst/>
                  <a:gdLst/>
                  <a:ahLst/>
                  <a:cxnLst>
                    <a:cxn ang="0">
                      <a:pos x="15" y="0"/>
                    </a:cxn>
                    <a:cxn ang="0">
                      <a:pos x="1" y="0"/>
                    </a:cxn>
                    <a:cxn ang="0">
                      <a:pos x="0" y="12"/>
                    </a:cxn>
                    <a:cxn ang="0">
                      <a:pos x="18" y="12"/>
                    </a:cxn>
                    <a:cxn ang="0">
                      <a:pos x="15" y="0"/>
                    </a:cxn>
                  </a:cxnLst>
                  <a:rect l="0" t="0" r="r" b="b"/>
                  <a:pathLst>
                    <a:path w="18" h="12">
                      <a:moveTo>
                        <a:pt x="15" y="0"/>
                      </a:moveTo>
                      <a:lnTo>
                        <a:pt x="1"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98" name="矩形 11289"/>
                <p:cNvSpPr>
                  <a:spLocks noChangeArrowheads="1"/>
                </p:cNvSpPr>
                <p:nvPr/>
              </p:nvSpPr>
              <p:spPr bwMode="auto">
                <a:xfrm>
                  <a:off x="1775" y="3498"/>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97" name="任意多边形 11290"/>
                <p:cNvSpPr/>
                <p:nvPr/>
              </p:nvSpPr>
              <p:spPr bwMode="auto">
                <a:xfrm>
                  <a:off x="1770" y="3497"/>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96" name="任意多边形 11291"/>
                <p:cNvSpPr/>
                <p:nvPr/>
              </p:nvSpPr>
              <p:spPr bwMode="auto">
                <a:xfrm>
                  <a:off x="1789" y="3497"/>
                  <a:ext cx="7" cy="18"/>
                </a:xfrm>
                <a:custGeom>
                  <a:avLst/>
                  <a:gdLst/>
                  <a:ahLst/>
                  <a:cxnLst>
                    <a:cxn ang="0">
                      <a:pos x="0" y="0"/>
                    </a:cxn>
                    <a:cxn ang="0">
                      <a:pos x="7" y="14"/>
                    </a:cxn>
                    <a:cxn ang="0">
                      <a:pos x="3" y="18"/>
                    </a:cxn>
                  </a:cxnLst>
                  <a:rect l="0" t="0" r="r" b="b"/>
                  <a:pathLst>
                    <a:path w="7" h="18">
                      <a:moveTo>
                        <a:pt x="0" y="0"/>
                      </a:moveTo>
                      <a:lnTo>
                        <a:pt x="7"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95" name="任意多边形 11292"/>
                <p:cNvSpPr/>
                <p:nvPr/>
              </p:nvSpPr>
              <p:spPr bwMode="auto">
                <a:xfrm>
                  <a:off x="1804" y="3503"/>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94" name="矩形 11293"/>
                <p:cNvSpPr>
                  <a:spLocks noChangeArrowheads="1"/>
                </p:cNvSpPr>
                <p:nvPr/>
              </p:nvSpPr>
              <p:spPr bwMode="auto">
                <a:xfrm>
                  <a:off x="1807" y="3498"/>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93" name="任意多边形 11294"/>
                <p:cNvSpPr/>
                <p:nvPr/>
              </p:nvSpPr>
              <p:spPr bwMode="auto">
                <a:xfrm>
                  <a:off x="1801" y="3497"/>
                  <a:ext cx="6" cy="18"/>
                </a:xfrm>
                <a:custGeom>
                  <a:avLst/>
                  <a:gdLst/>
                  <a:ahLst/>
                  <a:cxnLst>
                    <a:cxn ang="0">
                      <a:pos x="6" y="0"/>
                    </a:cxn>
                    <a:cxn ang="0">
                      <a:pos x="0" y="14"/>
                    </a:cxn>
                    <a:cxn ang="0">
                      <a:pos x="1" y="18"/>
                    </a:cxn>
                  </a:cxnLst>
                  <a:rect l="0" t="0" r="r" b="b"/>
                  <a:pathLst>
                    <a:path w="6" h="18">
                      <a:moveTo>
                        <a:pt x="6"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92" name="任意多边形 11295"/>
                <p:cNvSpPr/>
                <p:nvPr/>
              </p:nvSpPr>
              <p:spPr bwMode="auto">
                <a:xfrm>
                  <a:off x="1819" y="3497"/>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91" name="任意多边形 11296"/>
                <p:cNvSpPr/>
                <p:nvPr/>
              </p:nvSpPr>
              <p:spPr bwMode="auto">
                <a:xfrm>
                  <a:off x="1834" y="3503"/>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90" name="矩形 11297"/>
                <p:cNvSpPr>
                  <a:spLocks noChangeArrowheads="1"/>
                </p:cNvSpPr>
                <p:nvPr/>
              </p:nvSpPr>
              <p:spPr bwMode="auto">
                <a:xfrm>
                  <a:off x="1837" y="3498"/>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89" name="任意多边形 11298"/>
                <p:cNvSpPr/>
                <p:nvPr/>
              </p:nvSpPr>
              <p:spPr bwMode="auto">
                <a:xfrm>
                  <a:off x="1831" y="3497"/>
                  <a:ext cx="6" cy="18"/>
                </a:xfrm>
                <a:custGeom>
                  <a:avLst/>
                  <a:gdLst/>
                  <a:ahLst/>
                  <a:cxnLst>
                    <a:cxn ang="0">
                      <a:pos x="6" y="0"/>
                    </a:cxn>
                    <a:cxn ang="0">
                      <a:pos x="0" y="14"/>
                    </a:cxn>
                    <a:cxn ang="0">
                      <a:pos x="1" y="18"/>
                    </a:cxn>
                  </a:cxnLst>
                  <a:rect l="0" t="0" r="r" b="b"/>
                  <a:pathLst>
                    <a:path w="6" h="18">
                      <a:moveTo>
                        <a:pt x="6"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88" name="任意多边形 11299"/>
                <p:cNvSpPr/>
                <p:nvPr/>
              </p:nvSpPr>
              <p:spPr bwMode="auto">
                <a:xfrm>
                  <a:off x="1849" y="3497"/>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87" name="任意多边形 11300"/>
                <p:cNvSpPr/>
                <p:nvPr/>
              </p:nvSpPr>
              <p:spPr bwMode="auto">
                <a:xfrm>
                  <a:off x="1864" y="3503"/>
                  <a:ext cx="19" cy="12"/>
                </a:xfrm>
                <a:custGeom>
                  <a:avLst/>
                  <a:gdLst/>
                  <a:ahLst/>
                  <a:cxnLst>
                    <a:cxn ang="0">
                      <a:pos x="17" y="0"/>
                    </a:cxn>
                    <a:cxn ang="0">
                      <a:pos x="3" y="0"/>
                    </a:cxn>
                    <a:cxn ang="0">
                      <a:pos x="0" y="12"/>
                    </a:cxn>
                    <a:cxn ang="0">
                      <a:pos x="19" y="12"/>
                    </a:cxn>
                    <a:cxn ang="0">
                      <a:pos x="17" y="0"/>
                    </a:cxn>
                  </a:cxnLst>
                  <a:rect l="0" t="0" r="r" b="b"/>
                  <a:pathLst>
                    <a:path w="19" h="12">
                      <a:moveTo>
                        <a:pt x="17" y="0"/>
                      </a:moveTo>
                      <a:lnTo>
                        <a:pt x="3" y="0"/>
                      </a:lnTo>
                      <a:lnTo>
                        <a:pt x="0" y="12"/>
                      </a:lnTo>
                      <a:lnTo>
                        <a:pt x="19"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86" name="矩形 11301"/>
                <p:cNvSpPr>
                  <a:spLocks noChangeArrowheads="1"/>
                </p:cNvSpPr>
                <p:nvPr/>
              </p:nvSpPr>
              <p:spPr bwMode="auto">
                <a:xfrm>
                  <a:off x="1867" y="3498"/>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85" name="任意多边形 11302"/>
                <p:cNvSpPr/>
                <p:nvPr/>
              </p:nvSpPr>
              <p:spPr bwMode="auto">
                <a:xfrm>
                  <a:off x="1861" y="3497"/>
                  <a:ext cx="6" cy="18"/>
                </a:xfrm>
                <a:custGeom>
                  <a:avLst/>
                  <a:gdLst/>
                  <a:ahLst/>
                  <a:cxnLst>
                    <a:cxn ang="0">
                      <a:pos x="6" y="0"/>
                    </a:cxn>
                    <a:cxn ang="0">
                      <a:pos x="0" y="14"/>
                    </a:cxn>
                    <a:cxn ang="0">
                      <a:pos x="3" y="18"/>
                    </a:cxn>
                  </a:cxnLst>
                  <a:rect l="0" t="0" r="r" b="b"/>
                  <a:pathLst>
                    <a:path w="6" h="18">
                      <a:moveTo>
                        <a:pt x="6"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84" name="任意多边形 11303"/>
                <p:cNvSpPr/>
                <p:nvPr/>
              </p:nvSpPr>
              <p:spPr bwMode="auto">
                <a:xfrm>
                  <a:off x="1881" y="3497"/>
                  <a:ext cx="7" cy="18"/>
                </a:xfrm>
                <a:custGeom>
                  <a:avLst/>
                  <a:gdLst/>
                  <a:ahLst/>
                  <a:cxnLst>
                    <a:cxn ang="0">
                      <a:pos x="0" y="0"/>
                    </a:cxn>
                    <a:cxn ang="0">
                      <a:pos x="7" y="14"/>
                    </a:cxn>
                    <a:cxn ang="0">
                      <a:pos x="3" y="18"/>
                    </a:cxn>
                  </a:cxnLst>
                  <a:rect l="0" t="0" r="r" b="b"/>
                  <a:pathLst>
                    <a:path w="7" h="18">
                      <a:moveTo>
                        <a:pt x="0" y="0"/>
                      </a:moveTo>
                      <a:lnTo>
                        <a:pt x="7"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83" name="任意多边形 11304"/>
                <p:cNvSpPr/>
                <p:nvPr/>
              </p:nvSpPr>
              <p:spPr bwMode="auto">
                <a:xfrm>
                  <a:off x="1894" y="3503"/>
                  <a:ext cx="20" cy="12"/>
                </a:xfrm>
                <a:custGeom>
                  <a:avLst/>
                  <a:gdLst/>
                  <a:ahLst/>
                  <a:cxnLst>
                    <a:cxn ang="0">
                      <a:pos x="17" y="0"/>
                    </a:cxn>
                    <a:cxn ang="0">
                      <a:pos x="4" y="0"/>
                    </a:cxn>
                    <a:cxn ang="0">
                      <a:pos x="0" y="12"/>
                    </a:cxn>
                    <a:cxn ang="0">
                      <a:pos x="20" y="12"/>
                    </a:cxn>
                    <a:cxn ang="0">
                      <a:pos x="17" y="0"/>
                    </a:cxn>
                  </a:cxnLst>
                  <a:rect l="0" t="0" r="r" b="b"/>
                  <a:pathLst>
                    <a:path w="20" h="12">
                      <a:moveTo>
                        <a:pt x="17" y="0"/>
                      </a:moveTo>
                      <a:lnTo>
                        <a:pt x="4"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82" name="矩形 11305"/>
                <p:cNvSpPr>
                  <a:spLocks noChangeArrowheads="1"/>
                </p:cNvSpPr>
                <p:nvPr/>
              </p:nvSpPr>
              <p:spPr bwMode="auto">
                <a:xfrm>
                  <a:off x="1898"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81" name="任意多边形 11306"/>
                <p:cNvSpPr/>
                <p:nvPr/>
              </p:nvSpPr>
              <p:spPr bwMode="auto">
                <a:xfrm>
                  <a:off x="1893" y="3497"/>
                  <a:ext cx="5" cy="18"/>
                </a:xfrm>
                <a:custGeom>
                  <a:avLst/>
                  <a:gdLst/>
                  <a:ahLst/>
                  <a:cxnLst>
                    <a:cxn ang="0">
                      <a:pos x="5" y="0"/>
                    </a:cxn>
                    <a:cxn ang="0">
                      <a:pos x="0" y="14"/>
                    </a:cxn>
                    <a:cxn ang="0">
                      <a:pos x="1" y="18"/>
                    </a:cxn>
                  </a:cxnLst>
                  <a:rect l="0" t="0" r="r" b="b"/>
                  <a:pathLst>
                    <a:path w="5" h="18">
                      <a:moveTo>
                        <a:pt x="5"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80" name="任意多边形 11307"/>
                <p:cNvSpPr/>
                <p:nvPr/>
              </p:nvSpPr>
              <p:spPr bwMode="auto">
                <a:xfrm>
                  <a:off x="1911" y="3497"/>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79" name="任意多边形 11308"/>
                <p:cNvSpPr/>
                <p:nvPr/>
              </p:nvSpPr>
              <p:spPr bwMode="auto">
                <a:xfrm>
                  <a:off x="1926" y="3503"/>
                  <a:ext cx="20" cy="12"/>
                </a:xfrm>
                <a:custGeom>
                  <a:avLst/>
                  <a:gdLst/>
                  <a:ahLst/>
                  <a:cxnLst>
                    <a:cxn ang="0">
                      <a:pos x="17" y="0"/>
                    </a:cxn>
                    <a:cxn ang="0">
                      <a:pos x="3" y="0"/>
                    </a:cxn>
                    <a:cxn ang="0">
                      <a:pos x="0" y="12"/>
                    </a:cxn>
                    <a:cxn ang="0">
                      <a:pos x="20" y="12"/>
                    </a:cxn>
                    <a:cxn ang="0">
                      <a:pos x="17" y="0"/>
                    </a:cxn>
                  </a:cxnLst>
                  <a:rect l="0" t="0" r="r" b="b"/>
                  <a:pathLst>
                    <a:path w="20" h="12">
                      <a:moveTo>
                        <a:pt x="17" y="0"/>
                      </a:moveTo>
                      <a:lnTo>
                        <a:pt x="3"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78" name="矩形 11309"/>
                <p:cNvSpPr>
                  <a:spLocks noChangeArrowheads="1"/>
                </p:cNvSpPr>
                <p:nvPr/>
              </p:nvSpPr>
              <p:spPr bwMode="auto">
                <a:xfrm>
                  <a:off x="1929" y="3498"/>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77" name="任意多边形 11310"/>
                <p:cNvSpPr/>
                <p:nvPr/>
              </p:nvSpPr>
              <p:spPr bwMode="auto">
                <a:xfrm>
                  <a:off x="1923" y="3497"/>
                  <a:ext cx="6" cy="18"/>
                </a:xfrm>
                <a:custGeom>
                  <a:avLst/>
                  <a:gdLst/>
                  <a:ahLst/>
                  <a:cxnLst>
                    <a:cxn ang="0">
                      <a:pos x="6" y="0"/>
                    </a:cxn>
                    <a:cxn ang="0">
                      <a:pos x="0" y="14"/>
                    </a:cxn>
                    <a:cxn ang="0">
                      <a:pos x="1" y="18"/>
                    </a:cxn>
                  </a:cxnLst>
                  <a:rect l="0" t="0" r="r" b="b"/>
                  <a:pathLst>
                    <a:path w="6" h="18">
                      <a:moveTo>
                        <a:pt x="6"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76" name="任意多边形 11311"/>
                <p:cNvSpPr/>
                <p:nvPr/>
              </p:nvSpPr>
              <p:spPr bwMode="auto">
                <a:xfrm>
                  <a:off x="1943" y="3497"/>
                  <a:ext cx="5" cy="18"/>
                </a:xfrm>
                <a:custGeom>
                  <a:avLst/>
                  <a:gdLst/>
                  <a:ahLst/>
                  <a:cxnLst>
                    <a:cxn ang="0">
                      <a:pos x="0" y="0"/>
                    </a:cxn>
                    <a:cxn ang="0">
                      <a:pos x="5" y="14"/>
                    </a:cxn>
                    <a:cxn ang="0">
                      <a:pos x="3" y="18"/>
                    </a:cxn>
                  </a:cxnLst>
                  <a:rect l="0" t="0" r="r" b="b"/>
                  <a:pathLst>
                    <a:path w="5" h="18">
                      <a:moveTo>
                        <a:pt x="0" y="0"/>
                      </a:moveTo>
                      <a:lnTo>
                        <a:pt x="5"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75" name="任意多边形 11312"/>
                <p:cNvSpPr/>
                <p:nvPr/>
              </p:nvSpPr>
              <p:spPr bwMode="auto">
                <a:xfrm>
                  <a:off x="1956" y="3503"/>
                  <a:ext cx="19" cy="12"/>
                </a:xfrm>
                <a:custGeom>
                  <a:avLst/>
                  <a:gdLst/>
                  <a:ahLst/>
                  <a:cxnLst>
                    <a:cxn ang="0">
                      <a:pos x="17" y="0"/>
                    </a:cxn>
                    <a:cxn ang="0">
                      <a:pos x="3" y="0"/>
                    </a:cxn>
                    <a:cxn ang="0">
                      <a:pos x="0" y="12"/>
                    </a:cxn>
                    <a:cxn ang="0">
                      <a:pos x="19" y="12"/>
                    </a:cxn>
                    <a:cxn ang="0">
                      <a:pos x="17" y="0"/>
                    </a:cxn>
                  </a:cxnLst>
                  <a:rect l="0" t="0" r="r" b="b"/>
                  <a:pathLst>
                    <a:path w="19" h="12">
                      <a:moveTo>
                        <a:pt x="17" y="0"/>
                      </a:moveTo>
                      <a:lnTo>
                        <a:pt x="3" y="0"/>
                      </a:lnTo>
                      <a:lnTo>
                        <a:pt x="0" y="12"/>
                      </a:lnTo>
                      <a:lnTo>
                        <a:pt x="19"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74" name="矩形 11313"/>
                <p:cNvSpPr>
                  <a:spLocks noChangeArrowheads="1"/>
                </p:cNvSpPr>
                <p:nvPr/>
              </p:nvSpPr>
              <p:spPr bwMode="auto">
                <a:xfrm>
                  <a:off x="1959" y="3498"/>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73" name="任意多边形 11314"/>
                <p:cNvSpPr/>
                <p:nvPr/>
              </p:nvSpPr>
              <p:spPr bwMode="auto">
                <a:xfrm>
                  <a:off x="1953" y="3497"/>
                  <a:ext cx="6" cy="18"/>
                </a:xfrm>
                <a:custGeom>
                  <a:avLst/>
                  <a:gdLst/>
                  <a:ahLst/>
                  <a:cxnLst>
                    <a:cxn ang="0">
                      <a:pos x="6" y="0"/>
                    </a:cxn>
                    <a:cxn ang="0">
                      <a:pos x="0" y="14"/>
                    </a:cxn>
                    <a:cxn ang="0">
                      <a:pos x="3" y="18"/>
                    </a:cxn>
                  </a:cxnLst>
                  <a:rect l="0" t="0" r="r" b="b"/>
                  <a:pathLst>
                    <a:path w="6" h="18">
                      <a:moveTo>
                        <a:pt x="6"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72" name="任意多边形 11315"/>
                <p:cNvSpPr/>
                <p:nvPr/>
              </p:nvSpPr>
              <p:spPr bwMode="auto">
                <a:xfrm>
                  <a:off x="1973" y="3497"/>
                  <a:ext cx="5" cy="18"/>
                </a:xfrm>
                <a:custGeom>
                  <a:avLst/>
                  <a:gdLst/>
                  <a:ahLst/>
                  <a:cxnLst>
                    <a:cxn ang="0">
                      <a:pos x="0" y="0"/>
                    </a:cxn>
                    <a:cxn ang="0">
                      <a:pos x="5" y="14"/>
                    </a:cxn>
                    <a:cxn ang="0">
                      <a:pos x="3" y="18"/>
                    </a:cxn>
                  </a:cxnLst>
                  <a:rect l="0" t="0" r="r" b="b"/>
                  <a:pathLst>
                    <a:path w="5" h="18">
                      <a:moveTo>
                        <a:pt x="0" y="0"/>
                      </a:moveTo>
                      <a:lnTo>
                        <a:pt x="5"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71" name="任意多边形 11316"/>
                <p:cNvSpPr/>
                <p:nvPr/>
              </p:nvSpPr>
              <p:spPr bwMode="auto">
                <a:xfrm>
                  <a:off x="1988" y="3503"/>
                  <a:ext cx="18" cy="12"/>
                </a:xfrm>
                <a:custGeom>
                  <a:avLst/>
                  <a:gdLst/>
                  <a:ahLst/>
                  <a:cxnLst>
                    <a:cxn ang="0">
                      <a:pos x="15" y="0"/>
                    </a:cxn>
                    <a:cxn ang="0">
                      <a:pos x="2" y="0"/>
                    </a:cxn>
                    <a:cxn ang="0">
                      <a:pos x="0" y="12"/>
                    </a:cxn>
                    <a:cxn ang="0">
                      <a:pos x="18" y="12"/>
                    </a:cxn>
                    <a:cxn ang="0">
                      <a:pos x="15" y="0"/>
                    </a:cxn>
                  </a:cxnLst>
                  <a:rect l="0" t="0" r="r" b="b"/>
                  <a:pathLst>
                    <a:path w="18" h="12">
                      <a:moveTo>
                        <a:pt x="15" y="0"/>
                      </a:moveTo>
                      <a:lnTo>
                        <a:pt x="2"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70" name="矩形 11317"/>
                <p:cNvSpPr>
                  <a:spLocks noChangeArrowheads="1"/>
                </p:cNvSpPr>
                <p:nvPr/>
              </p:nvSpPr>
              <p:spPr bwMode="auto">
                <a:xfrm>
                  <a:off x="1990"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69" name="任意多边形 11318"/>
                <p:cNvSpPr/>
                <p:nvPr/>
              </p:nvSpPr>
              <p:spPr bwMode="auto">
                <a:xfrm>
                  <a:off x="1985" y="3497"/>
                  <a:ext cx="5" cy="18"/>
                </a:xfrm>
                <a:custGeom>
                  <a:avLst/>
                  <a:gdLst/>
                  <a:ahLst/>
                  <a:cxnLst>
                    <a:cxn ang="0">
                      <a:pos x="5" y="0"/>
                    </a:cxn>
                    <a:cxn ang="0">
                      <a:pos x="0" y="14"/>
                    </a:cxn>
                    <a:cxn ang="0">
                      <a:pos x="1" y="18"/>
                    </a:cxn>
                  </a:cxnLst>
                  <a:rect l="0" t="0" r="r" b="b"/>
                  <a:pathLst>
                    <a:path w="5" h="18">
                      <a:moveTo>
                        <a:pt x="5"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68" name="任意多边形 11319"/>
                <p:cNvSpPr/>
                <p:nvPr/>
              </p:nvSpPr>
              <p:spPr bwMode="auto">
                <a:xfrm>
                  <a:off x="2003" y="3497"/>
                  <a:ext cx="7" cy="18"/>
                </a:xfrm>
                <a:custGeom>
                  <a:avLst/>
                  <a:gdLst/>
                  <a:ahLst/>
                  <a:cxnLst>
                    <a:cxn ang="0">
                      <a:pos x="0" y="0"/>
                    </a:cxn>
                    <a:cxn ang="0">
                      <a:pos x="7" y="14"/>
                    </a:cxn>
                    <a:cxn ang="0">
                      <a:pos x="3" y="18"/>
                    </a:cxn>
                  </a:cxnLst>
                  <a:rect l="0" t="0" r="r" b="b"/>
                  <a:pathLst>
                    <a:path w="7" h="18">
                      <a:moveTo>
                        <a:pt x="0" y="0"/>
                      </a:moveTo>
                      <a:lnTo>
                        <a:pt x="7"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67" name="任意多边形 11320"/>
                <p:cNvSpPr/>
                <p:nvPr/>
              </p:nvSpPr>
              <p:spPr bwMode="auto">
                <a:xfrm>
                  <a:off x="1593"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66" name="矩形 11321"/>
                <p:cNvSpPr>
                  <a:spLocks noChangeArrowheads="1"/>
                </p:cNvSpPr>
                <p:nvPr/>
              </p:nvSpPr>
              <p:spPr bwMode="auto">
                <a:xfrm>
                  <a:off x="1596"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65" name="任意多边形 11322"/>
                <p:cNvSpPr/>
                <p:nvPr/>
              </p:nvSpPr>
              <p:spPr bwMode="auto">
                <a:xfrm>
                  <a:off x="1590" y="3476"/>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64" name="任意多边形 11323"/>
                <p:cNvSpPr/>
                <p:nvPr/>
              </p:nvSpPr>
              <p:spPr bwMode="auto">
                <a:xfrm>
                  <a:off x="1608" y="3476"/>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63" name="任意多边形 11324"/>
                <p:cNvSpPr/>
                <p:nvPr/>
              </p:nvSpPr>
              <p:spPr bwMode="auto">
                <a:xfrm>
                  <a:off x="1623" y="3481"/>
                  <a:ext cx="19" cy="11"/>
                </a:xfrm>
                <a:custGeom>
                  <a:avLst/>
                  <a:gdLst/>
                  <a:ahLst/>
                  <a:cxnLst>
                    <a:cxn ang="0">
                      <a:pos x="15" y="0"/>
                    </a:cxn>
                    <a:cxn ang="0">
                      <a:pos x="3" y="0"/>
                    </a:cxn>
                    <a:cxn ang="0">
                      <a:pos x="0" y="11"/>
                    </a:cxn>
                    <a:cxn ang="0">
                      <a:pos x="19" y="11"/>
                    </a:cxn>
                    <a:cxn ang="0">
                      <a:pos x="15" y="0"/>
                    </a:cxn>
                  </a:cxnLst>
                  <a:rect l="0" t="0" r="r" b="b"/>
                  <a:pathLst>
                    <a:path w="19" h="11">
                      <a:moveTo>
                        <a:pt x="15" y="0"/>
                      </a:moveTo>
                      <a:lnTo>
                        <a:pt x="3" y="0"/>
                      </a:lnTo>
                      <a:lnTo>
                        <a:pt x="0" y="11"/>
                      </a:lnTo>
                      <a:lnTo>
                        <a:pt x="19"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62" name="矩形 11325"/>
                <p:cNvSpPr>
                  <a:spLocks noChangeArrowheads="1"/>
                </p:cNvSpPr>
                <p:nvPr/>
              </p:nvSpPr>
              <p:spPr bwMode="auto">
                <a:xfrm>
                  <a:off x="1626"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61" name="任意多边形 11326"/>
                <p:cNvSpPr/>
                <p:nvPr/>
              </p:nvSpPr>
              <p:spPr bwMode="auto">
                <a:xfrm>
                  <a:off x="1620" y="3476"/>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60" name="任意多边形 11327"/>
                <p:cNvSpPr/>
                <p:nvPr/>
              </p:nvSpPr>
              <p:spPr bwMode="auto">
                <a:xfrm>
                  <a:off x="1640" y="3476"/>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59" name="任意多边形 11328"/>
                <p:cNvSpPr/>
                <p:nvPr/>
              </p:nvSpPr>
              <p:spPr bwMode="auto">
                <a:xfrm>
                  <a:off x="1653" y="3481"/>
                  <a:ext cx="20" cy="11"/>
                </a:xfrm>
                <a:custGeom>
                  <a:avLst/>
                  <a:gdLst/>
                  <a:ahLst/>
                  <a:cxnLst>
                    <a:cxn ang="0">
                      <a:pos x="17" y="0"/>
                    </a:cxn>
                    <a:cxn ang="0">
                      <a:pos x="4" y="0"/>
                    </a:cxn>
                    <a:cxn ang="0">
                      <a:pos x="0" y="11"/>
                    </a:cxn>
                    <a:cxn ang="0">
                      <a:pos x="20" y="11"/>
                    </a:cxn>
                    <a:cxn ang="0">
                      <a:pos x="17" y="0"/>
                    </a:cxn>
                  </a:cxnLst>
                  <a:rect l="0" t="0" r="r" b="b"/>
                  <a:pathLst>
                    <a:path w="20" h="11">
                      <a:moveTo>
                        <a:pt x="17" y="0"/>
                      </a:moveTo>
                      <a:lnTo>
                        <a:pt x="4" y="0"/>
                      </a:lnTo>
                      <a:lnTo>
                        <a:pt x="0" y="11"/>
                      </a:lnTo>
                      <a:lnTo>
                        <a:pt x="20" y="11"/>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58" name="矩形 11329"/>
                <p:cNvSpPr>
                  <a:spLocks noChangeArrowheads="1"/>
                </p:cNvSpPr>
                <p:nvPr/>
              </p:nvSpPr>
              <p:spPr bwMode="auto">
                <a:xfrm>
                  <a:off x="1657" y="3476"/>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57" name="任意多边形 11330"/>
                <p:cNvSpPr/>
                <p:nvPr/>
              </p:nvSpPr>
              <p:spPr bwMode="auto">
                <a:xfrm>
                  <a:off x="1652" y="3476"/>
                  <a:ext cx="5" cy="16"/>
                </a:xfrm>
                <a:custGeom>
                  <a:avLst/>
                  <a:gdLst/>
                  <a:ahLst/>
                  <a:cxnLst>
                    <a:cxn ang="0">
                      <a:pos x="5" y="0"/>
                    </a:cxn>
                    <a:cxn ang="0">
                      <a:pos x="0" y="14"/>
                    </a:cxn>
                    <a:cxn ang="0">
                      <a:pos x="1" y="16"/>
                    </a:cxn>
                  </a:cxnLst>
                  <a:rect l="0" t="0" r="r" b="b"/>
                  <a:pathLst>
                    <a:path w="5" h="16">
                      <a:moveTo>
                        <a:pt x="5"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56" name="任意多边形 11331"/>
                <p:cNvSpPr/>
                <p:nvPr/>
              </p:nvSpPr>
              <p:spPr bwMode="auto">
                <a:xfrm>
                  <a:off x="1670" y="3476"/>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55" name="任意多边形 11332"/>
                <p:cNvSpPr/>
                <p:nvPr/>
              </p:nvSpPr>
              <p:spPr bwMode="auto">
                <a:xfrm>
                  <a:off x="1685"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54" name="矩形 11333"/>
                <p:cNvSpPr>
                  <a:spLocks noChangeArrowheads="1"/>
                </p:cNvSpPr>
                <p:nvPr/>
              </p:nvSpPr>
              <p:spPr bwMode="auto">
                <a:xfrm>
                  <a:off x="1688"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53" name="任意多边形 11334"/>
                <p:cNvSpPr/>
                <p:nvPr/>
              </p:nvSpPr>
              <p:spPr bwMode="auto">
                <a:xfrm>
                  <a:off x="1682" y="3476"/>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52" name="任意多边形 11335"/>
                <p:cNvSpPr/>
                <p:nvPr/>
              </p:nvSpPr>
              <p:spPr bwMode="auto">
                <a:xfrm>
                  <a:off x="1700" y="3476"/>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51" name="任意多边形 11336"/>
                <p:cNvSpPr/>
                <p:nvPr/>
              </p:nvSpPr>
              <p:spPr bwMode="auto">
                <a:xfrm>
                  <a:off x="1715" y="3481"/>
                  <a:ext cx="19" cy="11"/>
                </a:xfrm>
                <a:custGeom>
                  <a:avLst/>
                  <a:gdLst/>
                  <a:ahLst/>
                  <a:cxnLst>
                    <a:cxn ang="0">
                      <a:pos x="17" y="0"/>
                    </a:cxn>
                    <a:cxn ang="0">
                      <a:pos x="4" y="0"/>
                    </a:cxn>
                    <a:cxn ang="0">
                      <a:pos x="0" y="11"/>
                    </a:cxn>
                    <a:cxn ang="0">
                      <a:pos x="19" y="11"/>
                    </a:cxn>
                    <a:cxn ang="0">
                      <a:pos x="17" y="0"/>
                    </a:cxn>
                  </a:cxnLst>
                  <a:rect l="0" t="0" r="r" b="b"/>
                  <a:pathLst>
                    <a:path w="19" h="11">
                      <a:moveTo>
                        <a:pt x="17" y="0"/>
                      </a:moveTo>
                      <a:lnTo>
                        <a:pt x="4" y="0"/>
                      </a:lnTo>
                      <a:lnTo>
                        <a:pt x="0" y="11"/>
                      </a:lnTo>
                      <a:lnTo>
                        <a:pt x="19" y="11"/>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50" name="矩形 11337"/>
                <p:cNvSpPr>
                  <a:spLocks noChangeArrowheads="1"/>
                </p:cNvSpPr>
                <p:nvPr/>
              </p:nvSpPr>
              <p:spPr bwMode="auto">
                <a:xfrm>
                  <a:off x="1719" y="3476"/>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49" name="任意多边形 11338"/>
                <p:cNvSpPr/>
                <p:nvPr/>
              </p:nvSpPr>
              <p:spPr bwMode="auto">
                <a:xfrm>
                  <a:off x="1712" y="3476"/>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48" name="任意多边形 11339"/>
                <p:cNvSpPr/>
                <p:nvPr/>
              </p:nvSpPr>
              <p:spPr bwMode="auto">
                <a:xfrm>
                  <a:off x="1732" y="3476"/>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47" name="任意多边形 11340"/>
                <p:cNvSpPr/>
                <p:nvPr/>
              </p:nvSpPr>
              <p:spPr bwMode="auto">
                <a:xfrm>
                  <a:off x="1747" y="3481"/>
                  <a:ext cx="18" cy="11"/>
                </a:xfrm>
                <a:custGeom>
                  <a:avLst/>
                  <a:gdLst/>
                  <a:ahLst/>
                  <a:cxnLst>
                    <a:cxn ang="0">
                      <a:pos x="15" y="0"/>
                    </a:cxn>
                    <a:cxn ang="0">
                      <a:pos x="2" y="0"/>
                    </a:cxn>
                    <a:cxn ang="0">
                      <a:pos x="0" y="11"/>
                    </a:cxn>
                    <a:cxn ang="0">
                      <a:pos x="18" y="11"/>
                    </a:cxn>
                    <a:cxn ang="0">
                      <a:pos x="15" y="0"/>
                    </a:cxn>
                  </a:cxnLst>
                  <a:rect l="0" t="0" r="r" b="b"/>
                  <a:pathLst>
                    <a:path w="18" h="11">
                      <a:moveTo>
                        <a:pt x="15" y="0"/>
                      </a:moveTo>
                      <a:lnTo>
                        <a:pt x="2"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46" name="矩形 11341"/>
                <p:cNvSpPr>
                  <a:spLocks noChangeArrowheads="1"/>
                </p:cNvSpPr>
                <p:nvPr/>
              </p:nvSpPr>
              <p:spPr bwMode="auto">
                <a:xfrm>
                  <a:off x="1749" y="3476"/>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45" name="任意多边形 11342"/>
                <p:cNvSpPr/>
                <p:nvPr/>
              </p:nvSpPr>
              <p:spPr bwMode="auto">
                <a:xfrm>
                  <a:off x="1744" y="3476"/>
                  <a:ext cx="5" cy="16"/>
                </a:xfrm>
                <a:custGeom>
                  <a:avLst/>
                  <a:gdLst/>
                  <a:ahLst/>
                  <a:cxnLst>
                    <a:cxn ang="0">
                      <a:pos x="5" y="0"/>
                    </a:cxn>
                    <a:cxn ang="0">
                      <a:pos x="0" y="14"/>
                    </a:cxn>
                    <a:cxn ang="0">
                      <a:pos x="1" y="16"/>
                    </a:cxn>
                  </a:cxnLst>
                  <a:rect l="0" t="0" r="r" b="b"/>
                  <a:pathLst>
                    <a:path w="5" h="16">
                      <a:moveTo>
                        <a:pt x="5"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44" name="任意多边形 11343"/>
                <p:cNvSpPr/>
                <p:nvPr/>
              </p:nvSpPr>
              <p:spPr bwMode="auto">
                <a:xfrm>
                  <a:off x="1762" y="3476"/>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43" name="任意多边形 11344"/>
                <p:cNvSpPr/>
                <p:nvPr/>
              </p:nvSpPr>
              <p:spPr bwMode="auto">
                <a:xfrm>
                  <a:off x="1777" y="3481"/>
                  <a:ext cx="19" cy="11"/>
                </a:xfrm>
                <a:custGeom>
                  <a:avLst/>
                  <a:gdLst/>
                  <a:ahLst/>
                  <a:cxnLst>
                    <a:cxn ang="0">
                      <a:pos x="15" y="0"/>
                    </a:cxn>
                    <a:cxn ang="0">
                      <a:pos x="3" y="0"/>
                    </a:cxn>
                    <a:cxn ang="0">
                      <a:pos x="0" y="11"/>
                    </a:cxn>
                    <a:cxn ang="0">
                      <a:pos x="19" y="11"/>
                    </a:cxn>
                    <a:cxn ang="0">
                      <a:pos x="15" y="0"/>
                    </a:cxn>
                  </a:cxnLst>
                  <a:rect l="0" t="0" r="r" b="b"/>
                  <a:pathLst>
                    <a:path w="19" h="11">
                      <a:moveTo>
                        <a:pt x="15" y="0"/>
                      </a:moveTo>
                      <a:lnTo>
                        <a:pt x="3" y="0"/>
                      </a:lnTo>
                      <a:lnTo>
                        <a:pt x="0" y="11"/>
                      </a:lnTo>
                      <a:lnTo>
                        <a:pt x="19"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42" name="矩形 11345"/>
                <p:cNvSpPr>
                  <a:spLocks noChangeArrowheads="1"/>
                </p:cNvSpPr>
                <p:nvPr/>
              </p:nvSpPr>
              <p:spPr bwMode="auto">
                <a:xfrm>
                  <a:off x="1780"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41" name="任意多边形 11346"/>
                <p:cNvSpPr/>
                <p:nvPr/>
              </p:nvSpPr>
              <p:spPr bwMode="auto">
                <a:xfrm>
                  <a:off x="1774" y="3476"/>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40" name="任意多边形 11347"/>
                <p:cNvSpPr/>
                <p:nvPr/>
              </p:nvSpPr>
              <p:spPr bwMode="auto">
                <a:xfrm>
                  <a:off x="1792" y="3476"/>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39" name="任意多边形 11348"/>
                <p:cNvSpPr/>
                <p:nvPr/>
              </p:nvSpPr>
              <p:spPr bwMode="auto">
                <a:xfrm>
                  <a:off x="1807" y="3481"/>
                  <a:ext cx="20" cy="11"/>
                </a:xfrm>
                <a:custGeom>
                  <a:avLst/>
                  <a:gdLst/>
                  <a:ahLst/>
                  <a:cxnLst>
                    <a:cxn ang="0">
                      <a:pos x="17" y="0"/>
                    </a:cxn>
                    <a:cxn ang="0">
                      <a:pos x="4" y="0"/>
                    </a:cxn>
                    <a:cxn ang="0">
                      <a:pos x="0" y="11"/>
                    </a:cxn>
                    <a:cxn ang="0">
                      <a:pos x="20" y="11"/>
                    </a:cxn>
                    <a:cxn ang="0">
                      <a:pos x="17" y="0"/>
                    </a:cxn>
                  </a:cxnLst>
                  <a:rect l="0" t="0" r="r" b="b"/>
                  <a:pathLst>
                    <a:path w="20" h="11">
                      <a:moveTo>
                        <a:pt x="17" y="0"/>
                      </a:moveTo>
                      <a:lnTo>
                        <a:pt x="4" y="0"/>
                      </a:lnTo>
                      <a:lnTo>
                        <a:pt x="0" y="11"/>
                      </a:lnTo>
                      <a:lnTo>
                        <a:pt x="20" y="11"/>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38" name="矩形 11349"/>
                <p:cNvSpPr>
                  <a:spLocks noChangeArrowheads="1"/>
                </p:cNvSpPr>
                <p:nvPr/>
              </p:nvSpPr>
              <p:spPr bwMode="auto">
                <a:xfrm>
                  <a:off x="1811" y="3476"/>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37" name="任意多边形 11350"/>
                <p:cNvSpPr/>
                <p:nvPr/>
              </p:nvSpPr>
              <p:spPr bwMode="auto">
                <a:xfrm>
                  <a:off x="1804" y="3476"/>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36" name="任意多边形 11351"/>
                <p:cNvSpPr/>
                <p:nvPr/>
              </p:nvSpPr>
              <p:spPr bwMode="auto">
                <a:xfrm>
                  <a:off x="1824" y="3476"/>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35" name="任意多边形 11352"/>
                <p:cNvSpPr/>
                <p:nvPr/>
              </p:nvSpPr>
              <p:spPr bwMode="auto">
                <a:xfrm>
                  <a:off x="1839" y="3481"/>
                  <a:ext cx="18" cy="11"/>
                </a:xfrm>
                <a:custGeom>
                  <a:avLst/>
                  <a:gdLst/>
                  <a:ahLst/>
                  <a:cxnLst>
                    <a:cxn ang="0">
                      <a:pos x="15" y="0"/>
                    </a:cxn>
                    <a:cxn ang="0">
                      <a:pos x="2" y="0"/>
                    </a:cxn>
                    <a:cxn ang="0">
                      <a:pos x="0" y="11"/>
                    </a:cxn>
                    <a:cxn ang="0">
                      <a:pos x="18" y="11"/>
                    </a:cxn>
                    <a:cxn ang="0">
                      <a:pos x="15" y="0"/>
                    </a:cxn>
                  </a:cxnLst>
                  <a:rect l="0" t="0" r="r" b="b"/>
                  <a:pathLst>
                    <a:path w="18" h="11">
                      <a:moveTo>
                        <a:pt x="15" y="0"/>
                      </a:moveTo>
                      <a:lnTo>
                        <a:pt x="2"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grpSp>
              <p:nvGrpSpPr>
                <p:cNvPr id="346234" name="组合 11353"/>
                <p:cNvGrpSpPr/>
                <p:nvPr/>
              </p:nvGrpSpPr>
              <p:grpSpPr bwMode="auto">
                <a:xfrm>
                  <a:off x="1538" y="3438"/>
                  <a:ext cx="768" cy="148"/>
                  <a:chOff x="1538" y="3438"/>
                  <a:chExt cx="768" cy="148"/>
                </a:xfrm>
              </p:grpSpPr>
              <p:sp>
                <p:nvSpPr>
                  <p:cNvPr id="346434" name="矩形 11354"/>
                  <p:cNvSpPr>
                    <a:spLocks noChangeArrowheads="1"/>
                  </p:cNvSpPr>
                  <p:nvPr/>
                </p:nvSpPr>
                <p:spPr bwMode="auto">
                  <a:xfrm>
                    <a:off x="1841" y="3476"/>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33" name="任意多边形 11355"/>
                  <p:cNvSpPr/>
                  <p:nvPr/>
                </p:nvSpPr>
                <p:spPr bwMode="auto">
                  <a:xfrm>
                    <a:off x="1836" y="3476"/>
                    <a:ext cx="5" cy="16"/>
                  </a:xfrm>
                  <a:custGeom>
                    <a:avLst/>
                    <a:gdLst/>
                    <a:ahLst/>
                    <a:cxnLst>
                      <a:cxn ang="0">
                        <a:pos x="5" y="0"/>
                      </a:cxn>
                      <a:cxn ang="0">
                        <a:pos x="0" y="14"/>
                      </a:cxn>
                      <a:cxn ang="0">
                        <a:pos x="1" y="16"/>
                      </a:cxn>
                    </a:cxnLst>
                    <a:rect l="0" t="0" r="r" b="b"/>
                    <a:pathLst>
                      <a:path w="5" h="16">
                        <a:moveTo>
                          <a:pt x="5"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32" name="任意多边形 11356"/>
                  <p:cNvSpPr/>
                  <p:nvPr/>
                </p:nvSpPr>
                <p:spPr bwMode="auto">
                  <a:xfrm>
                    <a:off x="1854" y="3476"/>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31" name="任意多边形 11357"/>
                  <p:cNvSpPr/>
                  <p:nvPr/>
                </p:nvSpPr>
                <p:spPr bwMode="auto">
                  <a:xfrm>
                    <a:off x="1869" y="3481"/>
                    <a:ext cx="19" cy="11"/>
                  </a:xfrm>
                  <a:custGeom>
                    <a:avLst/>
                    <a:gdLst/>
                    <a:ahLst/>
                    <a:cxnLst>
                      <a:cxn ang="0">
                        <a:pos x="15" y="0"/>
                      </a:cxn>
                      <a:cxn ang="0">
                        <a:pos x="3" y="0"/>
                      </a:cxn>
                      <a:cxn ang="0">
                        <a:pos x="0" y="11"/>
                      </a:cxn>
                      <a:cxn ang="0">
                        <a:pos x="19" y="11"/>
                      </a:cxn>
                      <a:cxn ang="0">
                        <a:pos x="15" y="0"/>
                      </a:cxn>
                    </a:cxnLst>
                    <a:rect l="0" t="0" r="r" b="b"/>
                    <a:pathLst>
                      <a:path w="19" h="11">
                        <a:moveTo>
                          <a:pt x="15" y="0"/>
                        </a:moveTo>
                        <a:lnTo>
                          <a:pt x="3" y="0"/>
                        </a:lnTo>
                        <a:lnTo>
                          <a:pt x="0" y="11"/>
                        </a:lnTo>
                        <a:lnTo>
                          <a:pt x="19"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30" name="矩形 11358"/>
                  <p:cNvSpPr>
                    <a:spLocks noChangeArrowheads="1"/>
                  </p:cNvSpPr>
                  <p:nvPr/>
                </p:nvSpPr>
                <p:spPr bwMode="auto">
                  <a:xfrm>
                    <a:off x="1872"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29" name="任意多边形 11359"/>
                  <p:cNvSpPr/>
                  <p:nvPr/>
                </p:nvSpPr>
                <p:spPr bwMode="auto">
                  <a:xfrm>
                    <a:off x="1866" y="3476"/>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28" name="任意多边形 11360"/>
                  <p:cNvSpPr/>
                  <p:nvPr/>
                </p:nvSpPr>
                <p:spPr bwMode="auto">
                  <a:xfrm>
                    <a:off x="1884" y="3476"/>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27" name="任意多边形 11361"/>
                  <p:cNvSpPr/>
                  <p:nvPr/>
                </p:nvSpPr>
                <p:spPr bwMode="auto">
                  <a:xfrm>
                    <a:off x="1899" y="3481"/>
                    <a:ext cx="20" cy="11"/>
                  </a:xfrm>
                  <a:custGeom>
                    <a:avLst/>
                    <a:gdLst/>
                    <a:ahLst/>
                    <a:cxnLst>
                      <a:cxn ang="0">
                        <a:pos x="17" y="0"/>
                      </a:cxn>
                      <a:cxn ang="0">
                        <a:pos x="4" y="0"/>
                      </a:cxn>
                      <a:cxn ang="0">
                        <a:pos x="0" y="11"/>
                      </a:cxn>
                      <a:cxn ang="0">
                        <a:pos x="20" y="11"/>
                      </a:cxn>
                      <a:cxn ang="0">
                        <a:pos x="17" y="0"/>
                      </a:cxn>
                    </a:cxnLst>
                    <a:rect l="0" t="0" r="r" b="b"/>
                    <a:pathLst>
                      <a:path w="20" h="11">
                        <a:moveTo>
                          <a:pt x="17" y="0"/>
                        </a:moveTo>
                        <a:lnTo>
                          <a:pt x="4" y="0"/>
                        </a:lnTo>
                        <a:lnTo>
                          <a:pt x="0" y="11"/>
                        </a:lnTo>
                        <a:lnTo>
                          <a:pt x="20" y="11"/>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26" name="矩形 11362"/>
                  <p:cNvSpPr>
                    <a:spLocks noChangeArrowheads="1"/>
                  </p:cNvSpPr>
                  <p:nvPr/>
                </p:nvSpPr>
                <p:spPr bwMode="auto">
                  <a:xfrm>
                    <a:off x="1903" y="3476"/>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25" name="任意多边形 11363"/>
                  <p:cNvSpPr/>
                  <p:nvPr/>
                </p:nvSpPr>
                <p:spPr bwMode="auto">
                  <a:xfrm>
                    <a:off x="1896" y="3476"/>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24" name="任意多边形 11364"/>
                  <p:cNvSpPr/>
                  <p:nvPr/>
                </p:nvSpPr>
                <p:spPr bwMode="auto">
                  <a:xfrm>
                    <a:off x="1916" y="3476"/>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23" name="任意多边形 11365"/>
                  <p:cNvSpPr/>
                  <p:nvPr/>
                </p:nvSpPr>
                <p:spPr bwMode="auto">
                  <a:xfrm>
                    <a:off x="1931"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22" name="矩形 11366"/>
                  <p:cNvSpPr>
                    <a:spLocks noChangeArrowheads="1"/>
                  </p:cNvSpPr>
                  <p:nvPr/>
                </p:nvSpPr>
                <p:spPr bwMode="auto">
                  <a:xfrm>
                    <a:off x="1934"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21" name="任意多边形 11367"/>
                  <p:cNvSpPr/>
                  <p:nvPr/>
                </p:nvSpPr>
                <p:spPr bwMode="auto">
                  <a:xfrm>
                    <a:off x="1926" y="3476"/>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20" name="任意多边形 11368"/>
                  <p:cNvSpPr/>
                  <p:nvPr/>
                </p:nvSpPr>
                <p:spPr bwMode="auto">
                  <a:xfrm>
                    <a:off x="1946" y="3476"/>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19" name="任意多边形 11369"/>
                  <p:cNvSpPr/>
                  <p:nvPr/>
                </p:nvSpPr>
                <p:spPr bwMode="auto">
                  <a:xfrm>
                    <a:off x="1961" y="3481"/>
                    <a:ext cx="19" cy="11"/>
                  </a:xfrm>
                  <a:custGeom>
                    <a:avLst/>
                    <a:gdLst/>
                    <a:ahLst/>
                    <a:cxnLst>
                      <a:cxn ang="0">
                        <a:pos x="15" y="0"/>
                      </a:cxn>
                      <a:cxn ang="0">
                        <a:pos x="4" y="0"/>
                      </a:cxn>
                      <a:cxn ang="0">
                        <a:pos x="0" y="11"/>
                      </a:cxn>
                      <a:cxn ang="0">
                        <a:pos x="19" y="11"/>
                      </a:cxn>
                      <a:cxn ang="0">
                        <a:pos x="15" y="0"/>
                      </a:cxn>
                    </a:cxnLst>
                    <a:rect l="0" t="0" r="r" b="b"/>
                    <a:pathLst>
                      <a:path w="19" h="11">
                        <a:moveTo>
                          <a:pt x="15" y="0"/>
                        </a:moveTo>
                        <a:lnTo>
                          <a:pt x="4" y="0"/>
                        </a:lnTo>
                        <a:lnTo>
                          <a:pt x="0" y="11"/>
                        </a:lnTo>
                        <a:lnTo>
                          <a:pt x="19"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18" name="矩形 11370"/>
                  <p:cNvSpPr>
                    <a:spLocks noChangeArrowheads="1"/>
                  </p:cNvSpPr>
                  <p:nvPr/>
                </p:nvSpPr>
                <p:spPr bwMode="auto">
                  <a:xfrm>
                    <a:off x="1965" y="3476"/>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17" name="任意多边形 11371"/>
                  <p:cNvSpPr/>
                  <p:nvPr/>
                </p:nvSpPr>
                <p:spPr bwMode="auto">
                  <a:xfrm>
                    <a:off x="1958" y="3476"/>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16" name="任意多边形 11372"/>
                  <p:cNvSpPr/>
                  <p:nvPr/>
                </p:nvSpPr>
                <p:spPr bwMode="auto">
                  <a:xfrm>
                    <a:off x="1976" y="3476"/>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15" name="任意多边形 11373"/>
                  <p:cNvSpPr/>
                  <p:nvPr/>
                </p:nvSpPr>
                <p:spPr bwMode="auto">
                  <a:xfrm>
                    <a:off x="1678" y="3526"/>
                    <a:ext cx="19" cy="13"/>
                  </a:xfrm>
                  <a:custGeom>
                    <a:avLst/>
                    <a:gdLst/>
                    <a:ahLst/>
                    <a:cxnLst>
                      <a:cxn ang="0">
                        <a:pos x="15" y="0"/>
                      </a:cxn>
                      <a:cxn ang="0">
                        <a:pos x="4" y="0"/>
                      </a:cxn>
                      <a:cxn ang="0">
                        <a:pos x="0" y="13"/>
                      </a:cxn>
                      <a:cxn ang="0">
                        <a:pos x="19" y="13"/>
                      </a:cxn>
                      <a:cxn ang="0">
                        <a:pos x="15" y="0"/>
                      </a:cxn>
                    </a:cxnLst>
                    <a:rect l="0" t="0" r="r" b="b"/>
                    <a:pathLst>
                      <a:path w="19" h="13">
                        <a:moveTo>
                          <a:pt x="15" y="0"/>
                        </a:moveTo>
                        <a:lnTo>
                          <a:pt x="4"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14" name="矩形 11374"/>
                  <p:cNvSpPr>
                    <a:spLocks noChangeArrowheads="1"/>
                  </p:cNvSpPr>
                  <p:nvPr/>
                </p:nvSpPr>
                <p:spPr bwMode="auto">
                  <a:xfrm>
                    <a:off x="1682" y="3521"/>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13" name="任意多边形 11375"/>
                  <p:cNvSpPr/>
                  <p:nvPr/>
                </p:nvSpPr>
                <p:spPr bwMode="auto">
                  <a:xfrm>
                    <a:off x="1675" y="3521"/>
                    <a:ext cx="7" cy="18"/>
                  </a:xfrm>
                  <a:custGeom>
                    <a:avLst/>
                    <a:gdLst/>
                    <a:ahLst/>
                    <a:cxnLst>
                      <a:cxn ang="0">
                        <a:pos x="7" y="0"/>
                      </a:cxn>
                      <a:cxn ang="0">
                        <a:pos x="0" y="15"/>
                      </a:cxn>
                      <a:cxn ang="0">
                        <a:pos x="3" y="18"/>
                      </a:cxn>
                    </a:cxnLst>
                    <a:rect l="0" t="0" r="r" b="b"/>
                    <a:pathLst>
                      <a:path w="7" h="18">
                        <a:moveTo>
                          <a:pt x="7"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12" name="任意多边形 11376"/>
                  <p:cNvSpPr/>
                  <p:nvPr/>
                </p:nvSpPr>
                <p:spPr bwMode="auto">
                  <a:xfrm>
                    <a:off x="1693" y="3521"/>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11" name="任意多边形 11377"/>
                  <p:cNvSpPr/>
                  <p:nvPr/>
                </p:nvSpPr>
                <p:spPr bwMode="auto">
                  <a:xfrm>
                    <a:off x="1708" y="3526"/>
                    <a:ext cx="21" cy="13"/>
                  </a:xfrm>
                  <a:custGeom>
                    <a:avLst/>
                    <a:gdLst/>
                    <a:ahLst/>
                    <a:cxnLst>
                      <a:cxn ang="0">
                        <a:pos x="17" y="0"/>
                      </a:cxn>
                      <a:cxn ang="0">
                        <a:pos x="4" y="0"/>
                      </a:cxn>
                      <a:cxn ang="0">
                        <a:pos x="0" y="13"/>
                      </a:cxn>
                      <a:cxn ang="0">
                        <a:pos x="21" y="13"/>
                      </a:cxn>
                      <a:cxn ang="0">
                        <a:pos x="17" y="0"/>
                      </a:cxn>
                    </a:cxnLst>
                    <a:rect l="0" t="0" r="r" b="b"/>
                    <a:pathLst>
                      <a:path w="21" h="13">
                        <a:moveTo>
                          <a:pt x="17" y="0"/>
                        </a:moveTo>
                        <a:lnTo>
                          <a:pt x="4" y="0"/>
                        </a:lnTo>
                        <a:lnTo>
                          <a:pt x="0" y="13"/>
                        </a:lnTo>
                        <a:lnTo>
                          <a:pt x="21"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10" name="矩形 11378"/>
                  <p:cNvSpPr>
                    <a:spLocks noChangeArrowheads="1"/>
                  </p:cNvSpPr>
                  <p:nvPr/>
                </p:nvSpPr>
                <p:spPr bwMode="auto">
                  <a:xfrm>
                    <a:off x="1712" y="352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09" name="任意多边形 11379"/>
                  <p:cNvSpPr/>
                  <p:nvPr/>
                </p:nvSpPr>
                <p:spPr bwMode="auto">
                  <a:xfrm>
                    <a:off x="1707" y="3521"/>
                    <a:ext cx="5" cy="18"/>
                  </a:xfrm>
                  <a:custGeom>
                    <a:avLst/>
                    <a:gdLst/>
                    <a:ahLst/>
                    <a:cxnLst>
                      <a:cxn ang="0">
                        <a:pos x="5" y="0"/>
                      </a:cxn>
                      <a:cxn ang="0">
                        <a:pos x="0" y="15"/>
                      </a:cxn>
                      <a:cxn ang="0">
                        <a:pos x="1" y="18"/>
                      </a:cxn>
                    </a:cxnLst>
                    <a:rect l="0" t="0" r="r" b="b"/>
                    <a:pathLst>
                      <a:path w="5" h="18">
                        <a:moveTo>
                          <a:pt x="5"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08" name="任意多边形 11380"/>
                  <p:cNvSpPr/>
                  <p:nvPr/>
                </p:nvSpPr>
                <p:spPr bwMode="auto">
                  <a:xfrm>
                    <a:off x="1725" y="3521"/>
                    <a:ext cx="7" cy="18"/>
                  </a:xfrm>
                  <a:custGeom>
                    <a:avLst/>
                    <a:gdLst/>
                    <a:ahLst/>
                    <a:cxnLst>
                      <a:cxn ang="0">
                        <a:pos x="0" y="0"/>
                      </a:cxn>
                      <a:cxn ang="0">
                        <a:pos x="7" y="15"/>
                      </a:cxn>
                      <a:cxn ang="0">
                        <a:pos x="4" y="18"/>
                      </a:cxn>
                    </a:cxnLst>
                    <a:rect l="0" t="0" r="r" b="b"/>
                    <a:pathLst>
                      <a:path w="7" h="18">
                        <a:moveTo>
                          <a:pt x="0" y="0"/>
                        </a:moveTo>
                        <a:lnTo>
                          <a:pt x="7"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07" name="任意多边形 11381"/>
                  <p:cNvSpPr/>
                  <p:nvPr/>
                </p:nvSpPr>
                <p:spPr bwMode="auto">
                  <a:xfrm>
                    <a:off x="1740" y="3526"/>
                    <a:ext cx="19" cy="13"/>
                  </a:xfrm>
                  <a:custGeom>
                    <a:avLst/>
                    <a:gdLst/>
                    <a:ahLst/>
                    <a:cxnLst>
                      <a:cxn ang="0">
                        <a:pos x="15" y="0"/>
                      </a:cxn>
                      <a:cxn ang="0">
                        <a:pos x="4" y="0"/>
                      </a:cxn>
                      <a:cxn ang="0">
                        <a:pos x="0" y="13"/>
                      </a:cxn>
                      <a:cxn ang="0">
                        <a:pos x="19" y="13"/>
                      </a:cxn>
                      <a:cxn ang="0">
                        <a:pos x="15" y="0"/>
                      </a:cxn>
                    </a:cxnLst>
                    <a:rect l="0" t="0" r="r" b="b"/>
                    <a:pathLst>
                      <a:path w="19" h="13">
                        <a:moveTo>
                          <a:pt x="15" y="0"/>
                        </a:moveTo>
                        <a:lnTo>
                          <a:pt x="4"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06" name="矩形 11382"/>
                  <p:cNvSpPr>
                    <a:spLocks noChangeArrowheads="1"/>
                  </p:cNvSpPr>
                  <p:nvPr/>
                </p:nvSpPr>
                <p:spPr bwMode="auto">
                  <a:xfrm>
                    <a:off x="1744" y="3521"/>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05" name="任意多边形 11383"/>
                  <p:cNvSpPr/>
                  <p:nvPr/>
                </p:nvSpPr>
                <p:spPr bwMode="auto">
                  <a:xfrm>
                    <a:off x="1737" y="3521"/>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04" name="任意多边形 11384"/>
                  <p:cNvSpPr/>
                  <p:nvPr/>
                </p:nvSpPr>
                <p:spPr bwMode="auto">
                  <a:xfrm>
                    <a:off x="1755" y="3521"/>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03" name="任意多边形 11385"/>
                  <p:cNvSpPr/>
                  <p:nvPr/>
                </p:nvSpPr>
                <p:spPr bwMode="auto">
                  <a:xfrm>
                    <a:off x="1770" y="3526"/>
                    <a:ext cx="19" cy="13"/>
                  </a:xfrm>
                  <a:custGeom>
                    <a:avLst/>
                    <a:gdLst/>
                    <a:ahLst/>
                    <a:cxnLst>
                      <a:cxn ang="0">
                        <a:pos x="17" y="0"/>
                      </a:cxn>
                      <a:cxn ang="0">
                        <a:pos x="4" y="0"/>
                      </a:cxn>
                      <a:cxn ang="0">
                        <a:pos x="0" y="13"/>
                      </a:cxn>
                      <a:cxn ang="0">
                        <a:pos x="19" y="13"/>
                      </a:cxn>
                      <a:cxn ang="0">
                        <a:pos x="17" y="0"/>
                      </a:cxn>
                    </a:cxnLst>
                    <a:rect l="0" t="0" r="r" b="b"/>
                    <a:pathLst>
                      <a:path w="19" h="13">
                        <a:moveTo>
                          <a:pt x="17" y="0"/>
                        </a:moveTo>
                        <a:lnTo>
                          <a:pt x="4" y="0"/>
                        </a:lnTo>
                        <a:lnTo>
                          <a:pt x="0" y="13"/>
                        </a:lnTo>
                        <a:lnTo>
                          <a:pt x="19"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02" name="矩形 11386"/>
                  <p:cNvSpPr>
                    <a:spLocks noChangeArrowheads="1"/>
                  </p:cNvSpPr>
                  <p:nvPr/>
                </p:nvSpPr>
                <p:spPr bwMode="auto">
                  <a:xfrm>
                    <a:off x="1774" y="352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01" name="任意多边形 11387"/>
                  <p:cNvSpPr/>
                  <p:nvPr/>
                </p:nvSpPr>
                <p:spPr bwMode="auto">
                  <a:xfrm>
                    <a:off x="1767" y="3521"/>
                    <a:ext cx="7" cy="18"/>
                  </a:xfrm>
                  <a:custGeom>
                    <a:avLst/>
                    <a:gdLst/>
                    <a:ahLst/>
                    <a:cxnLst>
                      <a:cxn ang="0">
                        <a:pos x="7" y="0"/>
                      </a:cxn>
                      <a:cxn ang="0">
                        <a:pos x="0" y="15"/>
                      </a:cxn>
                      <a:cxn ang="0">
                        <a:pos x="3" y="18"/>
                      </a:cxn>
                    </a:cxnLst>
                    <a:rect l="0" t="0" r="r" b="b"/>
                    <a:pathLst>
                      <a:path w="7" h="18">
                        <a:moveTo>
                          <a:pt x="7"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00" name="任意多边形 11388"/>
                  <p:cNvSpPr/>
                  <p:nvPr/>
                </p:nvSpPr>
                <p:spPr bwMode="auto">
                  <a:xfrm>
                    <a:off x="1787" y="3521"/>
                    <a:ext cx="5" cy="18"/>
                  </a:xfrm>
                  <a:custGeom>
                    <a:avLst/>
                    <a:gdLst/>
                    <a:ahLst/>
                    <a:cxnLst>
                      <a:cxn ang="0">
                        <a:pos x="0" y="0"/>
                      </a:cxn>
                      <a:cxn ang="0">
                        <a:pos x="5" y="15"/>
                      </a:cxn>
                      <a:cxn ang="0">
                        <a:pos x="3" y="18"/>
                      </a:cxn>
                    </a:cxnLst>
                    <a:rect l="0" t="0" r="r" b="b"/>
                    <a:pathLst>
                      <a:path w="5" h="18">
                        <a:moveTo>
                          <a:pt x="0" y="0"/>
                        </a:moveTo>
                        <a:lnTo>
                          <a:pt x="5"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99" name="任意多边形 11389"/>
                  <p:cNvSpPr/>
                  <p:nvPr/>
                </p:nvSpPr>
                <p:spPr bwMode="auto">
                  <a:xfrm>
                    <a:off x="1801" y="3526"/>
                    <a:ext cx="20" cy="13"/>
                  </a:xfrm>
                  <a:custGeom>
                    <a:avLst/>
                    <a:gdLst/>
                    <a:ahLst/>
                    <a:cxnLst>
                      <a:cxn ang="0">
                        <a:pos x="16" y="0"/>
                      </a:cxn>
                      <a:cxn ang="0">
                        <a:pos x="3" y="0"/>
                      </a:cxn>
                      <a:cxn ang="0">
                        <a:pos x="0" y="13"/>
                      </a:cxn>
                      <a:cxn ang="0">
                        <a:pos x="20" y="13"/>
                      </a:cxn>
                      <a:cxn ang="0">
                        <a:pos x="16" y="0"/>
                      </a:cxn>
                    </a:cxnLst>
                    <a:rect l="0" t="0" r="r" b="b"/>
                    <a:pathLst>
                      <a:path w="20" h="13">
                        <a:moveTo>
                          <a:pt x="16" y="0"/>
                        </a:moveTo>
                        <a:lnTo>
                          <a:pt x="3"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98" name="矩形 11390"/>
                  <p:cNvSpPr>
                    <a:spLocks noChangeArrowheads="1"/>
                  </p:cNvSpPr>
                  <p:nvPr/>
                </p:nvSpPr>
                <p:spPr bwMode="auto">
                  <a:xfrm>
                    <a:off x="1804" y="352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97" name="任意多边形 11391"/>
                  <p:cNvSpPr/>
                  <p:nvPr/>
                </p:nvSpPr>
                <p:spPr bwMode="auto">
                  <a:xfrm>
                    <a:off x="1799" y="3521"/>
                    <a:ext cx="5" cy="18"/>
                  </a:xfrm>
                  <a:custGeom>
                    <a:avLst/>
                    <a:gdLst/>
                    <a:ahLst/>
                    <a:cxnLst>
                      <a:cxn ang="0">
                        <a:pos x="5" y="0"/>
                      </a:cxn>
                      <a:cxn ang="0">
                        <a:pos x="0" y="15"/>
                      </a:cxn>
                      <a:cxn ang="0">
                        <a:pos x="2" y="18"/>
                      </a:cxn>
                    </a:cxnLst>
                    <a:rect l="0" t="0" r="r" b="b"/>
                    <a:pathLst>
                      <a:path w="5" h="18">
                        <a:moveTo>
                          <a:pt x="5"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96" name="任意多边形 11392"/>
                  <p:cNvSpPr/>
                  <p:nvPr/>
                </p:nvSpPr>
                <p:spPr bwMode="auto">
                  <a:xfrm>
                    <a:off x="1817" y="3521"/>
                    <a:ext cx="7" cy="18"/>
                  </a:xfrm>
                  <a:custGeom>
                    <a:avLst/>
                    <a:gdLst/>
                    <a:ahLst/>
                    <a:cxnLst>
                      <a:cxn ang="0">
                        <a:pos x="0" y="0"/>
                      </a:cxn>
                      <a:cxn ang="0">
                        <a:pos x="7" y="15"/>
                      </a:cxn>
                      <a:cxn ang="0">
                        <a:pos x="4" y="18"/>
                      </a:cxn>
                    </a:cxnLst>
                    <a:rect l="0" t="0" r="r" b="b"/>
                    <a:pathLst>
                      <a:path w="7" h="18">
                        <a:moveTo>
                          <a:pt x="0" y="0"/>
                        </a:moveTo>
                        <a:lnTo>
                          <a:pt x="7"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95" name="任意多边形 11393"/>
                  <p:cNvSpPr/>
                  <p:nvPr/>
                </p:nvSpPr>
                <p:spPr bwMode="auto">
                  <a:xfrm>
                    <a:off x="1832" y="3526"/>
                    <a:ext cx="19" cy="13"/>
                  </a:xfrm>
                  <a:custGeom>
                    <a:avLst/>
                    <a:gdLst/>
                    <a:ahLst/>
                    <a:cxnLst>
                      <a:cxn ang="0">
                        <a:pos x="15" y="0"/>
                      </a:cxn>
                      <a:cxn ang="0">
                        <a:pos x="4" y="0"/>
                      </a:cxn>
                      <a:cxn ang="0">
                        <a:pos x="0" y="13"/>
                      </a:cxn>
                      <a:cxn ang="0">
                        <a:pos x="19" y="13"/>
                      </a:cxn>
                      <a:cxn ang="0">
                        <a:pos x="15" y="0"/>
                      </a:cxn>
                    </a:cxnLst>
                    <a:rect l="0" t="0" r="r" b="b"/>
                    <a:pathLst>
                      <a:path w="19" h="13">
                        <a:moveTo>
                          <a:pt x="15" y="0"/>
                        </a:moveTo>
                        <a:lnTo>
                          <a:pt x="4"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94" name="矩形 11394"/>
                  <p:cNvSpPr>
                    <a:spLocks noChangeArrowheads="1"/>
                  </p:cNvSpPr>
                  <p:nvPr/>
                </p:nvSpPr>
                <p:spPr bwMode="auto">
                  <a:xfrm>
                    <a:off x="1836" y="3521"/>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93" name="任意多边形 11395"/>
                  <p:cNvSpPr/>
                  <p:nvPr/>
                </p:nvSpPr>
                <p:spPr bwMode="auto">
                  <a:xfrm>
                    <a:off x="1829" y="3521"/>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92" name="任意多边形 11396"/>
                  <p:cNvSpPr/>
                  <p:nvPr/>
                </p:nvSpPr>
                <p:spPr bwMode="auto">
                  <a:xfrm>
                    <a:off x="1847" y="3521"/>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91" name="任意多边形 11397"/>
                  <p:cNvSpPr/>
                  <p:nvPr/>
                </p:nvSpPr>
                <p:spPr bwMode="auto">
                  <a:xfrm>
                    <a:off x="1862" y="3526"/>
                    <a:ext cx="19" cy="13"/>
                  </a:xfrm>
                  <a:custGeom>
                    <a:avLst/>
                    <a:gdLst/>
                    <a:ahLst/>
                    <a:cxnLst>
                      <a:cxn ang="0">
                        <a:pos x="17" y="0"/>
                      </a:cxn>
                      <a:cxn ang="0">
                        <a:pos x="4" y="0"/>
                      </a:cxn>
                      <a:cxn ang="0">
                        <a:pos x="0" y="13"/>
                      </a:cxn>
                      <a:cxn ang="0">
                        <a:pos x="19" y="13"/>
                      </a:cxn>
                      <a:cxn ang="0">
                        <a:pos x="17" y="0"/>
                      </a:cxn>
                    </a:cxnLst>
                    <a:rect l="0" t="0" r="r" b="b"/>
                    <a:pathLst>
                      <a:path w="19" h="13">
                        <a:moveTo>
                          <a:pt x="17" y="0"/>
                        </a:moveTo>
                        <a:lnTo>
                          <a:pt x="4" y="0"/>
                        </a:lnTo>
                        <a:lnTo>
                          <a:pt x="0" y="13"/>
                        </a:lnTo>
                        <a:lnTo>
                          <a:pt x="19"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90" name="矩形 11398"/>
                  <p:cNvSpPr>
                    <a:spLocks noChangeArrowheads="1"/>
                  </p:cNvSpPr>
                  <p:nvPr/>
                </p:nvSpPr>
                <p:spPr bwMode="auto">
                  <a:xfrm>
                    <a:off x="1866" y="352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89" name="任意多边形 11399"/>
                  <p:cNvSpPr/>
                  <p:nvPr/>
                </p:nvSpPr>
                <p:spPr bwMode="auto">
                  <a:xfrm>
                    <a:off x="1859" y="3521"/>
                    <a:ext cx="7" cy="18"/>
                  </a:xfrm>
                  <a:custGeom>
                    <a:avLst/>
                    <a:gdLst/>
                    <a:ahLst/>
                    <a:cxnLst>
                      <a:cxn ang="0">
                        <a:pos x="7" y="0"/>
                      </a:cxn>
                      <a:cxn ang="0">
                        <a:pos x="0" y="15"/>
                      </a:cxn>
                      <a:cxn ang="0">
                        <a:pos x="3" y="18"/>
                      </a:cxn>
                    </a:cxnLst>
                    <a:rect l="0" t="0" r="r" b="b"/>
                    <a:pathLst>
                      <a:path w="7" h="18">
                        <a:moveTo>
                          <a:pt x="7"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88" name="任意多边形 11400"/>
                  <p:cNvSpPr/>
                  <p:nvPr/>
                </p:nvSpPr>
                <p:spPr bwMode="auto">
                  <a:xfrm>
                    <a:off x="1879" y="3521"/>
                    <a:ext cx="5" cy="18"/>
                  </a:xfrm>
                  <a:custGeom>
                    <a:avLst/>
                    <a:gdLst/>
                    <a:ahLst/>
                    <a:cxnLst>
                      <a:cxn ang="0">
                        <a:pos x="0" y="0"/>
                      </a:cxn>
                      <a:cxn ang="0">
                        <a:pos x="5" y="15"/>
                      </a:cxn>
                      <a:cxn ang="0">
                        <a:pos x="4" y="18"/>
                      </a:cxn>
                    </a:cxnLst>
                    <a:rect l="0" t="0" r="r" b="b"/>
                    <a:pathLst>
                      <a:path w="5" h="18">
                        <a:moveTo>
                          <a:pt x="0" y="0"/>
                        </a:moveTo>
                        <a:lnTo>
                          <a:pt x="5"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87" name="任意多边形 11401"/>
                  <p:cNvSpPr/>
                  <p:nvPr/>
                </p:nvSpPr>
                <p:spPr bwMode="auto">
                  <a:xfrm>
                    <a:off x="1894" y="3526"/>
                    <a:ext cx="19" cy="13"/>
                  </a:xfrm>
                  <a:custGeom>
                    <a:avLst/>
                    <a:gdLst/>
                    <a:ahLst/>
                    <a:cxnLst>
                      <a:cxn ang="0">
                        <a:pos x="15" y="0"/>
                      </a:cxn>
                      <a:cxn ang="0">
                        <a:pos x="2" y="0"/>
                      </a:cxn>
                      <a:cxn ang="0">
                        <a:pos x="0" y="13"/>
                      </a:cxn>
                      <a:cxn ang="0">
                        <a:pos x="19" y="13"/>
                      </a:cxn>
                      <a:cxn ang="0">
                        <a:pos x="15" y="0"/>
                      </a:cxn>
                    </a:cxnLst>
                    <a:rect l="0" t="0" r="r" b="b"/>
                    <a:pathLst>
                      <a:path w="19" h="13">
                        <a:moveTo>
                          <a:pt x="15" y="0"/>
                        </a:moveTo>
                        <a:lnTo>
                          <a:pt x="2"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86" name="矩形 11402"/>
                  <p:cNvSpPr>
                    <a:spLocks noChangeArrowheads="1"/>
                  </p:cNvSpPr>
                  <p:nvPr/>
                </p:nvSpPr>
                <p:spPr bwMode="auto">
                  <a:xfrm>
                    <a:off x="1896" y="352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85" name="任意多边形 11403"/>
                  <p:cNvSpPr/>
                  <p:nvPr/>
                </p:nvSpPr>
                <p:spPr bwMode="auto">
                  <a:xfrm>
                    <a:off x="1891" y="3521"/>
                    <a:ext cx="5" cy="18"/>
                  </a:xfrm>
                  <a:custGeom>
                    <a:avLst/>
                    <a:gdLst/>
                    <a:ahLst/>
                    <a:cxnLst>
                      <a:cxn ang="0">
                        <a:pos x="5" y="0"/>
                      </a:cxn>
                      <a:cxn ang="0">
                        <a:pos x="0" y="15"/>
                      </a:cxn>
                      <a:cxn ang="0">
                        <a:pos x="2" y="18"/>
                      </a:cxn>
                    </a:cxnLst>
                    <a:rect l="0" t="0" r="r" b="b"/>
                    <a:pathLst>
                      <a:path w="5" h="18">
                        <a:moveTo>
                          <a:pt x="5"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84" name="任意多边形 11404"/>
                  <p:cNvSpPr/>
                  <p:nvPr/>
                </p:nvSpPr>
                <p:spPr bwMode="auto">
                  <a:xfrm>
                    <a:off x="1909" y="3521"/>
                    <a:ext cx="7" cy="18"/>
                  </a:xfrm>
                  <a:custGeom>
                    <a:avLst/>
                    <a:gdLst/>
                    <a:ahLst/>
                    <a:cxnLst>
                      <a:cxn ang="0">
                        <a:pos x="0" y="0"/>
                      </a:cxn>
                      <a:cxn ang="0">
                        <a:pos x="7" y="15"/>
                      </a:cxn>
                      <a:cxn ang="0">
                        <a:pos x="4" y="18"/>
                      </a:cxn>
                    </a:cxnLst>
                    <a:rect l="0" t="0" r="r" b="b"/>
                    <a:pathLst>
                      <a:path w="7" h="18">
                        <a:moveTo>
                          <a:pt x="0" y="0"/>
                        </a:moveTo>
                        <a:lnTo>
                          <a:pt x="7"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83" name="任意多边形 11405"/>
                  <p:cNvSpPr/>
                  <p:nvPr/>
                </p:nvSpPr>
                <p:spPr bwMode="auto">
                  <a:xfrm>
                    <a:off x="1924" y="3526"/>
                    <a:ext cx="19" cy="13"/>
                  </a:xfrm>
                  <a:custGeom>
                    <a:avLst/>
                    <a:gdLst/>
                    <a:ahLst/>
                    <a:cxnLst>
                      <a:cxn ang="0">
                        <a:pos x="15" y="0"/>
                      </a:cxn>
                      <a:cxn ang="0">
                        <a:pos x="4" y="0"/>
                      </a:cxn>
                      <a:cxn ang="0">
                        <a:pos x="0" y="13"/>
                      </a:cxn>
                      <a:cxn ang="0">
                        <a:pos x="19" y="13"/>
                      </a:cxn>
                      <a:cxn ang="0">
                        <a:pos x="15" y="0"/>
                      </a:cxn>
                    </a:cxnLst>
                    <a:rect l="0" t="0" r="r" b="b"/>
                    <a:pathLst>
                      <a:path w="19" h="13">
                        <a:moveTo>
                          <a:pt x="15" y="0"/>
                        </a:moveTo>
                        <a:lnTo>
                          <a:pt x="4"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82" name="矩形 11406"/>
                  <p:cNvSpPr>
                    <a:spLocks noChangeArrowheads="1"/>
                  </p:cNvSpPr>
                  <p:nvPr/>
                </p:nvSpPr>
                <p:spPr bwMode="auto">
                  <a:xfrm>
                    <a:off x="1928" y="3521"/>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81" name="任意多边形 11407"/>
                  <p:cNvSpPr/>
                  <p:nvPr/>
                </p:nvSpPr>
                <p:spPr bwMode="auto">
                  <a:xfrm>
                    <a:off x="1921" y="3521"/>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80" name="任意多边形 11408"/>
                  <p:cNvSpPr/>
                  <p:nvPr/>
                </p:nvSpPr>
                <p:spPr bwMode="auto">
                  <a:xfrm>
                    <a:off x="1939" y="3521"/>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79" name="任意多边形 11409"/>
                  <p:cNvSpPr/>
                  <p:nvPr/>
                </p:nvSpPr>
                <p:spPr bwMode="auto">
                  <a:xfrm>
                    <a:off x="1954" y="3526"/>
                    <a:ext cx="21" cy="13"/>
                  </a:xfrm>
                  <a:custGeom>
                    <a:avLst/>
                    <a:gdLst/>
                    <a:ahLst/>
                    <a:cxnLst>
                      <a:cxn ang="0">
                        <a:pos x="17" y="0"/>
                      </a:cxn>
                      <a:cxn ang="0">
                        <a:pos x="4" y="0"/>
                      </a:cxn>
                      <a:cxn ang="0">
                        <a:pos x="0" y="13"/>
                      </a:cxn>
                      <a:cxn ang="0">
                        <a:pos x="21" y="13"/>
                      </a:cxn>
                      <a:cxn ang="0">
                        <a:pos x="17" y="0"/>
                      </a:cxn>
                    </a:cxnLst>
                    <a:rect l="0" t="0" r="r" b="b"/>
                    <a:pathLst>
                      <a:path w="21" h="13">
                        <a:moveTo>
                          <a:pt x="17" y="0"/>
                        </a:moveTo>
                        <a:lnTo>
                          <a:pt x="4" y="0"/>
                        </a:lnTo>
                        <a:lnTo>
                          <a:pt x="0" y="13"/>
                        </a:lnTo>
                        <a:lnTo>
                          <a:pt x="21"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78" name="矩形 11410"/>
                  <p:cNvSpPr>
                    <a:spLocks noChangeArrowheads="1"/>
                  </p:cNvSpPr>
                  <p:nvPr/>
                </p:nvSpPr>
                <p:spPr bwMode="auto">
                  <a:xfrm>
                    <a:off x="1958" y="352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77" name="任意多边形 11411"/>
                  <p:cNvSpPr/>
                  <p:nvPr/>
                </p:nvSpPr>
                <p:spPr bwMode="auto">
                  <a:xfrm>
                    <a:off x="1951" y="3521"/>
                    <a:ext cx="7" cy="18"/>
                  </a:xfrm>
                  <a:custGeom>
                    <a:avLst/>
                    <a:gdLst/>
                    <a:ahLst/>
                    <a:cxnLst>
                      <a:cxn ang="0">
                        <a:pos x="7" y="0"/>
                      </a:cxn>
                      <a:cxn ang="0">
                        <a:pos x="0" y="15"/>
                      </a:cxn>
                      <a:cxn ang="0">
                        <a:pos x="3" y="18"/>
                      </a:cxn>
                    </a:cxnLst>
                    <a:rect l="0" t="0" r="r" b="b"/>
                    <a:pathLst>
                      <a:path w="7" h="18">
                        <a:moveTo>
                          <a:pt x="7"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76" name="任意多边形 11412"/>
                  <p:cNvSpPr/>
                  <p:nvPr/>
                </p:nvSpPr>
                <p:spPr bwMode="auto">
                  <a:xfrm>
                    <a:off x="1971" y="3521"/>
                    <a:ext cx="5" cy="18"/>
                  </a:xfrm>
                  <a:custGeom>
                    <a:avLst/>
                    <a:gdLst/>
                    <a:ahLst/>
                    <a:cxnLst>
                      <a:cxn ang="0">
                        <a:pos x="0" y="0"/>
                      </a:cxn>
                      <a:cxn ang="0">
                        <a:pos x="5" y="15"/>
                      </a:cxn>
                      <a:cxn ang="0">
                        <a:pos x="4" y="18"/>
                      </a:cxn>
                    </a:cxnLst>
                    <a:rect l="0" t="0" r="r" b="b"/>
                    <a:pathLst>
                      <a:path w="5" h="18">
                        <a:moveTo>
                          <a:pt x="0" y="0"/>
                        </a:moveTo>
                        <a:lnTo>
                          <a:pt x="5"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75" name="任意多边形 11413"/>
                  <p:cNvSpPr/>
                  <p:nvPr/>
                </p:nvSpPr>
                <p:spPr bwMode="auto">
                  <a:xfrm>
                    <a:off x="1985" y="3526"/>
                    <a:ext cx="18" cy="13"/>
                  </a:xfrm>
                  <a:custGeom>
                    <a:avLst/>
                    <a:gdLst/>
                    <a:ahLst/>
                    <a:cxnLst>
                      <a:cxn ang="0">
                        <a:pos x="16" y="0"/>
                      </a:cxn>
                      <a:cxn ang="0">
                        <a:pos x="3" y="0"/>
                      </a:cxn>
                      <a:cxn ang="0">
                        <a:pos x="0" y="13"/>
                      </a:cxn>
                      <a:cxn ang="0">
                        <a:pos x="18" y="13"/>
                      </a:cxn>
                      <a:cxn ang="0">
                        <a:pos x="16" y="0"/>
                      </a:cxn>
                    </a:cxnLst>
                    <a:rect l="0" t="0" r="r" b="b"/>
                    <a:pathLst>
                      <a:path w="18" h="13">
                        <a:moveTo>
                          <a:pt x="16" y="0"/>
                        </a:moveTo>
                        <a:lnTo>
                          <a:pt x="3" y="0"/>
                        </a:lnTo>
                        <a:lnTo>
                          <a:pt x="0" y="13"/>
                        </a:lnTo>
                        <a:lnTo>
                          <a:pt x="18"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74" name="矩形 11414"/>
                  <p:cNvSpPr>
                    <a:spLocks noChangeArrowheads="1"/>
                  </p:cNvSpPr>
                  <p:nvPr/>
                </p:nvSpPr>
                <p:spPr bwMode="auto">
                  <a:xfrm>
                    <a:off x="1988" y="352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73" name="任意多边形 11415"/>
                  <p:cNvSpPr/>
                  <p:nvPr/>
                </p:nvSpPr>
                <p:spPr bwMode="auto">
                  <a:xfrm>
                    <a:off x="1981" y="3521"/>
                    <a:ext cx="7" cy="18"/>
                  </a:xfrm>
                  <a:custGeom>
                    <a:avLst/>
                    <a:gdLst/>
                    <a:ahLst/>
                    <a:cxnLst>
                      <a:cxn ang="0">
                        <a:pos x="7" y="0"/>
                      </a:cxn>
                      <a:cxn ang="0">
                        <a:pos x="0" y="15"/>
                      </a:cxn>
                      <a:cxn ang="0">
                        <a:pos x="4" y="18"/>
                      </a:cxn>
                    </a:cxnLst>
                    <a:rect l="0" t="0" r="r" b="b"/>
                    <a:pathLst>
                      <a:path w="7" h="18">
                        <a:moveTo>
                          <a:pt x="7" y="0"/>
                        </a:moveTo>
                        <a:lnTo>
                          <a:pt x="0"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72" name="任意多边形 11416"/>
                  <p:cNvSpPr/>
                  <p:nvPr/>
                </p:nvSpPr>
                <p:spPr bwMode="auto">
                  <a:xfrm>
                    <a:off x="2001" y="3521"/>
                    <a:ext cx="7" cy="18"/>
                  </a:xfrm>
                  <a:custGeom>
                    <a:avLst/>
                    <a:gdLst/>
                    <a:ahLst/>
                    <a:cxnLst>
                      <a:cxn ang="0">
                        <a:pos x="0" y="0"/>
                      </a:cxn>
                      <a:cxn ang="0">
                        <a:pos x="7" y="15"/>
                      </a:cxn>
                      <a:cxn ang="0">
                        <a:pos x="4" y="18"/>
                      </a:cxn>
                    </a:cxnLst>
                    <a:rect l="0" t="0" r="r" b="b"/>
                    <a:pathLst>
                      <a:path w="7" h="18">
                        <a:moveTo>
                          <a:pt x="0" y="0"/>
                        </a:moveTo>
                        <a:lnTo>
                          <a:pt x="7"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71" name="任意多边形 11417"/>
                  <p:cNvSpPr/>
                  <p:nvPr/>
                </p:nvSpPr>
                <p:spPr bwMode="auto">
                  <a:xfrm>
                    <a:off x="1645"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70" name="矩形 11418"/>
                  <p:cNvSpPr>
                    <a:spLocks noChangeArrowheads="1"/>
                  </p:cNvSpPr>
                  <p:nvPr/>
                </p:nvSpPr>
                <p:spPr bwMode="auto">
                  <a:xfrm>
                    <a:off x="1648"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69" name="任意多边形 11419"/>
                  <p:cNvSpPr/>
                  <p:nvPr/>
                </p:nvSpPr>
                <p:spPr bwMode="auto">
                  <a:xfrm>
                    <a:off x="1642" y="3544"/>
                    <a:ext cx="6" cy="18"/>
                  </a:xfrm>
                  <a:custGeom>
                    <a:avLst/>
                    <a:gdLst/>
                    <a:ahLst/>
                    <a:cxnLst>
                      <a:cxn ang="0">
                        <a:pos x="6" y="0"/>
                      </a:cxn>
                      <a:cxn ang="0">
                        <a:pos x="0" y="15"/>
                      </a:cxn>
                      <a:cxn ang="0">
                        <a:pos x="1" y="18"/>
                      </a:cxn>
                    </a:cxnLst>
                    <a:rect l="0" t="0" r="r" b="b"/>
                    <a:pathLst>
                      <a:path w="6" h="18">
                        <a:moveTo>
                          <a:pt x="6"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68" name="任意多边形 11420"/>
                  <p:cNvSpPr/>
                  <p:nvPr/>
                </p:nvSpPr>
                <p:spPr bwMode="auto">
                  <a:xfrm>
                    <a:off x="1660" y="3544"/>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67" name="任意多边形 11421"/>
                  <p:cNvSpPr/>
                  <p:nvPr/>
                </p:nvSpPr>
                <p:spPr bwMode="auto">
                  <a:xfrm>
                    <a:off x="1675"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66" name="矩形 11422"/>
                  <p:cNvSpPr>
                    <a:spLocks noChangeArrowheads="1"/>
                  </p:cNvSpPr>
                  <p:nvPr/>
                </p:nvSpPr>
                <p:spPr bwMode="auto">
                  <a:xfrm>
                    <a:off x="1678"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65" name="任意多边形 11423"/>
                  <p:cNvSpPr/>
                  <p:nvPr/>
                </p:nvSpPr>
                <p:spPr bwMode="auto">
                  <a:xfrm>
                    <a:off x="1672" y="3544"/>
                    <a:ext cx="6" cy="18"/>
                  </a:xfrm>
                  <a:custGeom>
                    <a:avLst/>
                    <a:gdLst/>
                    <a:ahLst/>
                    <a:cxnLst>
                      <a:cxn ang="0">
                        <a:pos x="6" y="0"/>
                      </a:cxn>
                      <a:cxn ang="0">
                        <a:pos x="0" y="15"/>
                      </a:cxn>
                      <a:cxn ang="0">
                        <a:pos x="1" y="18"/>
                      </a:cxn>
                    </a:cxnLst>
                    <a:rect l="0" t="0" r="r" b="b"/>
                    <a:pathLst>
                      <a:path w="6" h="18">
                        <a:moveTo>
                          <a:pt x="6"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64" name="任意多边形 11424"/>
                  <p:cNvSpPr/>
                  <p:nvPr/>
                </p:nvSpPr>
                <p:spPr bwMode="auto">
                  <a:xfrm>
                    <a:off x="1690" y="3544"/>
                    <a:ext cx="7" cy="18"/>
                  </a:xfrm>
                  <a:custGeom>
                    <a:avLst/>
                    <a:gdLst/>
                    <a:ahLst/>
                    <a:cxnLst>
                      <a:cxn ang="0">
                        <a:pos x="0" y="0"/>
                      </a:cxn>
                      <a:cxn ang="0">
                        <a:pos x="7" y="15"/>
                      </a:cxn>
                      <a:cxn ang="0">
                        <a:pos x="3" y="18"/>
                      </a:cxn>
                    </a:cxnLst>
                    <a:rect l="0" t="0" r="r" b="b"/>
                    <a:pathLst>
                      <a:path w="7" h="18">
                        <a:moveTo>
                          <a:pt x="0" y="0"/>
                        </a:moveTo>
                        <a:lnTo>
                          <a:pt x="7"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63" name="任意多边形 11425"/>
                  <p:cNvSpPr/>
                  <p:nvPr/>
                </p:nvSpPr>
                <p:spPr bwMode="auto">
                  <a:xfrm>
                    <a:off x="1705" y="3549"/>
                    <a:ext cx="19" cy="13"/>
                  </a:xfrm>
                  <a:custGeom>
                    <a:avLst/>
                    <a:gdLst/>
                    <a:ahLst/>
                    <a:cxnLst>
                      <a:cxn ang="0">
                        <a:pos x="15" y="0"/>
                      </a:cxn>
                      <a:cxn ang="0">
                        <a:pos x="3" y="0"/>
                      </a:cxn>
                      <a:cxn ang="0">
                        <a:pos x="0" y="13"/>
                      </a:cxn>
                      <a:cxn ang="0">
                        <a:pos x="19" y="13"/>
                      </a:cxn>
                      <a:cxn ang="0">
                        <a:pos x="15" y="0"/>
                      </a:cxn>
                    </a:cxnLst>
                    <a:rect l="0" t="0" r="r" b="b"/>
                    <a:pathLst>
                      <a:path w="19" h="13">
                        <a:moveTo>
                          <a:pt x="15" y="0"/>
                        </a:moveTo>
                        <a:lnTo>
                          <a:pt x="3"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62" name="矩形 11426"/>
                  <p:cNvSpPr>
                    <a:spLocks noChangeArrowheads="1"/>
                  </p:cNvSpPr>
                  <p:nvPr/>
                </p:nvSpPr>
                <p:spPr bwMode="auto">
                  <a:xfrm>
                    <a:off x="1708"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61" name="任意多边形 11427"/>
                  <p:cNvSpPr/>
                  <p:nvPr/>
                </p:nvSpPr>
                <p:spPr bwMode="auto">
                  <a:xfrm>
                    <a:off x="1702" y="3544"/>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60" name="任意多边形 11428"/>
                  <p:cNvSpPr/>
                  <p:nvPr/>
                </p:nvSpPr>
                <p:spPr bwMode="auto">
                  <a:xfrm>
                    <a:off x="1720" y="3544"/>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59" name="任意多边形 11429"/>
                  <p:cNvSpPr/>
                  <p:nvPr/>
                </p:nvSpPr>
                <p:spPr bwMode="auto">
                  <a:xfrm>
                    <a:off x="1735" y="3549"/>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58" name="矩形 11430"/>
                  <p:cNvSpPr>
                    <a:spLocks noChangeArrowheads="1"/>
                  </p:cNvSpPr>
                  <p:nvPr/>
                </p:nvSpPr>
                <p:spPr bwMode="auto">
                  <a:xfrm>
                    <a:off x="1739" y="354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57" name="任意多边形 11431"/>
                  <p:cNvSpPr/>
                  <p:nvPr/>
                </p:nvSpPr>
                <p:spPr bwMode="auto">
                  <a:xfrm>
                    <a:off x="1734" y="3544"/>
                    <a:ext cx="5" cy="18"/>
                  </a:xfrm>
                  <a:custGeom>
                    <a:avLst/>
                    <a:gdLst/>
                    <a:ahLst/>
                    <a:cxnLst>
                      <a:cxn ang="0">
                        <a:pos x="5" y="0"/>
                      </a:cxn>
                      <a:cxn ang="0">
                        <a:pos x="0" y="15"/>
                      </a:cxn>
                      <a:cxn ang="0">
                        <a:pos x="1" y="18"/>
                      </a:cxn>
                    </a:cxnLst>
                    <a:rect l="0" t="0" r="r" b="b"/>
                    <a:pathLst>
                      <a:path w="5" h="18">
                        <a:moveTo>
                          <a:pt x="5"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56" name="任意多边形 11432"/>
                  <p:cNvSpPr/>
                  <p:nvPr/>
                </p:nvSpPr>
                <p:spPr bwMode="auto">
                  <a:xfrm>
                    <a:off x="1752" y="3544"/>
                    <a:ext cx="7" cy="18"/>
                  </a:xfrm>
                  <a:custGeom>
                    <a:avLst/>
                    <a:gdLst/>
                    <a:ahLst/>
                    <a:cxnLst>
                      <a:cxn ang="0">
                        <a:pos x="0" y="0"/>
                      </a:cxn>
                      <a:cxn ang="0">
                        <a:pos x="7" y="15"/>
                      </a:cxn>
                      <a:cxn ang="0">
                        <a:pos x="3" y="18"/>
                      </a:cxn>
                    </a:cxnLst>
                    <a:rect l="0" t="0" r="r" b="b"/>
                    <a:pathLst>
                      <a:path w="7" h="18">
                        <a:moveTo>
                          <a:pt x="0" y="0"/>
                        </a:moveTo>
                        <a:lnTo>
                          <a:pt x="7"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55" name="任意多边形 11433"/>
                  <p:cNvSpPr/>
                  <p:nvPr/>
                </p:nvSpPr>
                <p:spPr bwMode="auto">
                  <a:xfrm>
                    <a:off x="1765" y="3549"/>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54" name="矩形 11434"/>
                  <p:cNvSpPr>
                    <a:spLocks noChangeArrowheads="1"/>
                  </p:cNvSpPr>
                  <p:nvPr/>
                </p:nvSpPr>
                <p:spPr bwMode="auto">
                  <a:xfrm>
                    <a:off x="1769" y="354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53" name="任意多边形 11435"/>
                  <p:cNvSpPr/>
                  <p:nvPr/>
                </p:nvSpPr>
                <p:spPr bwMode="auto">
                  <a:xfrm>
                    <a:off x="1762" y="3544"/>
                    <a:ext cx="7" cy="18"/>
                  </a:xfrm>
                  <a:custGeom>
                    <a:avLst/>
                    <a:gdLst/>
                    <a:ahLst/>
                    <a:cxnLst>
                      <a:cxn ang="0">
                        <a:pos x="7" y="0"/>
                      </a:cxn>
                      <a:cxn ang="0">
                        <a:pos x="0" y="15"/>
                      </a:cxn>
                      <a:cxn ang="0">
                        <a:pos x="3" y="18"/>
                      </a:cxn>
                    </a:cxnLst>
                    <a:rect l="0" t="0" r="r" b="b"/>
                    <a:pathLst>
                      <a:path w="7" h="18">
                        <a:moveTo>
                          <a:pt x="7"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52" name="任意多边形 11436"/>
                  <p:cNvSpPr/>
                  <p:nvPr/>
                </p:nvSpPr>
                <p:spPr bwMode="auto">
                  <a:xfrm>
                    <a:off x="1782" y="3544"/>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51" name="任意多边形 11437"/>
                  <p:cNvSpPr/>
                  <p:nvPr/>
                </p:nvSpPr>
                <p:spPr bwMode="auto">
                  <a:xfrm>
                    <a:off x="1797" y="3549"/>
                    <a:ext cx="19" cy="13"/>
                  </a:xfrm>
                  <a:custGeom>
                    <a:avLst/>
                    <a:gdLst/>
                    <a:ahLst/>
                    <a:cxnLst>
                      <a:cxn ang="0">
                        <a:pos x="17" y="0"/>
                      </a:cxn>
                      <a:cxn ang="0">
                        <a:pos x="4" y="0"/>
                      </a:cxn>
                      <a:cxn ang="0">
                        <a:pos x="0" y="13"/>
                      </a:cxn>
                      <a:cxn ang="0">
                        <a:pos x="19" y="13"/>
                      </a:cxn>
                      <a:cxn ang="0">
                        <a:pos x="17" y="0"/>
                      </a:cxn>
                    </a:cxnLst>
                    <a:rect l="0" t="0" r="r" b="b"/>
                    <a:pathLst>
                      <a:path w="19" h="13">
                        <a:moveTo>
                          <a:pt x="17" y="0"/>
                        </a:moveTo>
                        <a:lnTo>
                          <a:pt x="4" y="0"/>
                        </a:lnTo>
                        <a:lnTo>
                          <a:pt x="0" y="13"/>
                        </a:lnTo>
                        <a:lnTo>
                          <a:pt x="19"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50" name="矩形 11438"/>
                  <p:cNvSpPr>
                    <a:spLocks noChangeArrowheads="1"/>
                  </p:cNvSpPr>
                  <p:nvPr/>
                </p:nvSpPr>
                <p:spPr bwMode="auto">
                  <a:xfrm>
                    <a:off x="1801" y="354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49" name="任意多边形 11439"/>
                  <p:cNvSpPr/>
                  <p:nvPr/>
                </p:nvSpPr>
                <p:spPr bwMode="auto">
                  <a:xfrm>
                    <a:off x="1794"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48" name="任意多边形 11440"/>
                  <p:cNvSpPr/>
                  <p:nvPr/>
                </p:nvSpPr>
                <p:spPr bwMode="auto">
                  <a:xfrm>
                    <a:off x="1814" y="3544"/>
                    <a:ext cx="5" cy="18"/>
                  </a:xfrm>
                  <a:custGeom>
                    <a:avLst/>
                    <a:gdLst/>
                    <a:ahLst/>
                    <a:cxnLst>
                      <a:cxn ang="0">
                        <a:pos x="0" y="0"/>
                      </a:cxn>
                      <a:cxn ang="0">
                        <a:pos x="5" y="15"/>
                      </a:cxn>
                      <a:cxn ang="0">
                        <a:pos x="3" y="18"/>
                      </a:cxn>
                    </a:cxnLst>
                    <a:rect l="0" t="0" r="r" b="b"/>
                    <a:pathLst>
                      <a:path w="5" h="18">
                        <a:moveTo>
                          <a:pt x="0" y="0"/>
                        </a:moveTo>
                        <a:lnTo>
                          <a:pt x="5"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47" name="任意多边形 11441"/>
                  <p:cNvSpPr/>
                  <p:nvPr/>
                </p:nvSpPr>
                <p:spPr bwMode="auto">
                  <a:xfrm>
                    <a:off x="1827" y="3549"/>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46" name="矩形 11442"/>
                  <p:cNvSpPr>
                    <a:spLocks noChangeArrowheads="1"/>
                  </p:cNvSpPr>
                  <p:nvPr/>
                </p:nvSpPr>
                <p:spPr bwMode="auto">
                  <a:xfrm>
                    <a:off x="1831" y="354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45" name="任意多边形 11443"/>
                  <p:cNvSpPr/>
                  <p:nvPr/>
                </p:nvSpPr>
                <p:spPr bwMode="auto">
                  <a:xfrm>
                    <a:off x="1824" y="3544"/>
                    <a:ext cx="7" cy="18"/>
                  </a:xfrm>
                  <a:custGeom>
                    <a:avLst/>
                    <a:gdLst/>
                    <a:ahLst/>
                    <a:cxnLst>
                      <a:cxn ang="0">
                        <a:pos x="7" y="0"/>
                      </a:cxn>
                      <a:cxn ang="0">
                        <a:pos x="0" y="15"/>
                      </a:cxn>
                      <a:cxn ang="0">
                        <a:pos x="3" y="18"/>
                      </a:cxn>
                    </a:cxnLst>
                    <a:rect l="0" t="0" r="r" b="b"/>
                    <a:pathLst>
                      <a:path w="7" h="18">
                        <a:moveTo>
                          <a:pt x="7"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44" name="任意多边形 11444"/>
                  <p:cNvSpPr/>
                  <p:nvPr/>
                </p:nvSpPr>
                <p:spPr bwMode="auto">
                  <a:xfrm>
                    <a:off x="1844" y="3544"/>
                    <a:ext cx="7" cy="18"/>
                  </a:xfrm>
                  <a:custGeom>
                    <a:avLst/>
                    <a:gdLst/>
                    <a:ahLst/>
                    <a:cxnLst>
                      <a:cxn ang="0">
                        <a:pos x="0" y="0"/>
                      </a:cxn>
                      <a:cxn ang="0">
                        <a:pos x="7" y="15"/>
                      </a:cxn>
                      <a:cxn ang="0">
                        <a:pos x="3" y="18"/>
                      </a:cxn>
                    </a:cxnLst>
                    <a:rect l="0" t="0" r="r" b="b"/>
                    <a:pathLst>
                      <a:path w="7" h="18">
                        <a:moveTo>
                          <a:pt x="0" y="0"/>
                        </a:moveTo>
                        <a:lnTo>
                          <a:pt x="7"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43" name="任意多边形 11445"/>
                  <p:cNvSpPr/>
                  <p:nvPr/>
                </p:nvSpPr>
                <p:spPr bwMode="auto">
                  <a:xfrm>
                    <a:off x="1859"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42" name="矩形 11446"/>
                  <p:cNvSpPr>
                    <a:spLocks noChangeArrowheads="1"/>
                  </p:cNvSpPr>
                  <p:nvPr/>
                </p:nvSpPr>
                <p:spPr bwMode="auto">
                  <a:xfrm>
                    <a:off x="1862"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41" name="任意多边形 11447"/>
                  <p:cNvSpPr/>
                  <p:nvPr/>
                </p:nvSpPr>
                <p:spPr bwMode="auto">
                  <a:xfrm>
                    <a:off x="1856" y="3544"/>
                    <a:ext cx="6" cy="18"/>
                  </a:xfrm>
                  <a:custGeom>
                    <a:avLst/>
                    <a:gdLst/>
                    <a:ahLst/>
                    <a:cxnLst>
                      <a:cxn ang="0">
                        <a:pos x="6" y="0"/>
                      </a:cxn>
                      <a:cxn ang="0">
                        <a:pos x="0" y="15"/>
                      </a:cxn>
                      <a:cxn ang="0">
                        <a:pos x="1" y="18"/>
                      </a:cxn>
                    </a:cxnLst>
                    <a:rect l="0" t="0" r="r" b="b"/>
                    <a:pathLst>
                      <a:path w="6" h="18">
                        <a:moveTo>
                          <a:pt x="6"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40" name="任意多边形 11448"/>
                  <p:cNvSpPr/>
                  <p:nvPr/>
                </p:nvSpPr>
                <p:spPr bwMode="auto">
                  <a:xfrm>
                    <a:off x="1874" y="3544"/>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39" name="任意多边形 11449"/>
                  <p:cNvSpPr/>
                  <p:nvPr/>
                </p:nvSpPr>
                <p:spPr bwMode="auto">
                  <a:xfrm>
                    <a:off x="1889" y="3549"/>
                    <a:ext cx="19" cy="13"/>
                  </a:xfrm>
                  <a:custGeom>
                    <a:avLst/>
                    <a:gdLst/>
                    <a:ahLst/>
                    <a:cxnLst>
                      <a:cxn ang="0">
                        <a:pos x="15" y="0"/>
                      </a:cxn>
                      <a:cxn ang="0">
                        <a:pos x="4" y="0"/>
                      </a:cxn>
                      <a:cxn ang="0">
                        <a:pos x="0" y="13"/>
                      </a:cxn>
                      <a:cxn ang="0">
                        <a:pos x="19" y="13"/>
                      </a:cxn>
                      <a:cxn ang="0">
                        <a:pos x="15" y="0"/>
                      </a:cxn>
                    </a:cxnLst>
                    <a:rect l="0" t="0" r="r" b="b"/>
                    <a:pathLst>
                      <a:path w="19" h="13">
                        <a:moveTo>
                          <a:pt x="15" y="0"/>
                        </a:moveTo>
                        <a:lnTo>
                          <a:pt x="4"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38" name="矩形 11450"/>
                  <p:cNvSpPr>
                    <a:spLocks noChangeArrowheads="1"/>
                  </p:cNvSpPr>
                  <p:nvPr/>
                </p:nvSpPr>
                <p:spPr bwMode="auto">
                  <a:xfrm>
                    <a:off x="1893" y="3544"/>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37" name="任意多边形 11451"/>
                  <p:cNvSpPr/>
                  <p:nvPr/>
                </p:nvSpPr>
                <p:spPr bwMode="auto">
                  <a:xfrm>
                    <a:off x="1886"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36" name="任意多边形 11452"/>
                  <p:cNvSpPr/>
                  <p:nvPr/>
                </p:nvSpPr>
                <p:spPr bwMode="auto">
                  <a:xfrm>
                    <a:off x="1904" y="3544"/>
                    <a:ext cx="7" cy="18"/>
                  </a:xfrm>
                  <a:custGeom>
                    <a:avLst/>
                    <a:gdLst/>
                    <a:ahLst/>
                    <a:cxnLst>
                      <a:cxn ang="0">
                        <a:pos x="0" y="0"/>
                      </a:cxn>
                      <a:cxn ang="0">
                        <a:pos x="7" y="15"/>
                      </a:cxn>
                      <a:cxn ang="0">
                        <a:pos x="4" y="18"/>
                      </a:cxn>
                    </a:cxnLst>
                    <a:rect l="0" t="0" r="r" b="b"/>
                    <a:pathLst>
                      <a:path w="7" h="18">
                        <a:moveTo>
                          <a:pt x="0" y="0"/>
                        </a:moveTo>
                        <a:lnTo>
                          <a:pt x="7"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35" name="任意多边形 11453"/>
                  <p:cNvSpPr/>
                  <p:nvPr/>
                </p:nvSpPr>
                <p:spPr bwMode="auto">
                  <a:xfrm>
                    <a:off x="1919" y="3549"/>
                    <a:ext cx="19" cy="13"/>
                  </a:xfrm>
                  <a:custGeom>
                    <a:avLst/>
                    <a:gdLst/>
                    <a:ahLst/>
                    <a:cxnLst>
                      <a:cxn ang="0">
                        <a:pos x="15" y="0"/>
                      </a:cxn>
                      <a:cxn ang="0">
                        <a:pos x="4" y="0"/>
                      </a:cxn>
                      <a:cxn ang="0">
                        <a:pos x="0" y="13"/>
                      </a:cxn>
                      <a:cxn ang="0">
                        <a:pos x="19" y="13"/>
                      </a:cxn>
                      <a:cxn ang="0">
                        <a:pos x="15" y="0"/>
                      </a:cxn>
                    </a:cxnLst>
                    <a:rect l="0" t="0" r="r" b="b"/>
                    <a:pathLst>
                      <a:path w="19" h="13">
                        <a:moveTo>
                          <a:pt x="15" y="0"/>
                        </a:moveTo>
                        <a:lnTo>
                          <a:pt x="4"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34" name="矩形 11454"/>
                  <p:cNvSpPr>
                    <a:spLocks noChangeArrowheads="1"/>
                  </p:cNvSpPr>
                  <p:nvPr/>
                </p:nvSpPr>
                <p:spPr bwMode="auto">
                  <a:xfrm>
                    <a:off x="1923" y="3544"/>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33" name="任意多边形 11455"/>
                  <p:cNvSpPr/>
                  <p:nvPr/>
                </p:nvSpPr>
                <p:spPr bwMode="auto">
                  <a:xfrm>
                    <a:off x="1916" y="3544"/>
                    <a:ext cx="7" cy="18"/>
                  </a:xfrm>
                  <a:custGeom>
                    <a:avLst/>
                    <a:gdLst/>
                    <a:ahLst/>
                    <a:cxnLst>
                      <a:cxn ang="0">
                        <a:pos x="7" y="0"/>
                      </a:cxn>
                      <a:cxn ang="0">
                        <a:pos x="0" y="15"/>
                      </a:cxn>
                      <a:cxn ang="0">
                        <a:pos x="3" y="18"/>
                      </a:cxn>
                    </a:cxnLst>
                    <a:rect l="0" t="0" r="r" b="b"/>
                    <a:pathLst>
                      <a:path w="7" h="18">
                        <a:moveTo>
                          <a:pt x="7"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32" name="任意多边形 11456"/>
                  <p:cNvSpPr/>
                  <p:nvPr/>
                </p:nvSpPr>
                <p:spPr bwMode="auto">
                  <a:xfrm>
                    <a:off x="1934" y="3544"/>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31" name="任意多边形 11457"/>
                  <p:cNvSpPr/>
                  <p:nvPr/>
                </p:nvSpPr>
                <p:spPr bwMode="auto">
                  <a:xfrm>
                    <a:off x="1993" y="3481"/>
                    <a:ext cx="40" cy="11"/>
                  </a:xfrm>
                  <a:custGeom>
                    <a:avLst/>
                    <a:gdLst/>
                    <a:ahLst/>
                    <a:cxnLst>
                      <a:cxn ang="0">
                        <a:pos x="35" y="0"/>
                      </a:cxn>
                      <a:cxn ang="0">
                        <a:pos x="5" y="0"/>
                      </a:cxn>
                      <a:cxn ang="0">
                        <a:pos x="0" y="11"/>
                      </a:cxn>
                      <a:cxn ang="0">
                        <a:pos x="40" y="11"/>
                      </a:cxn>
                      <a:cxn ang="0">
                        <a:pos x="35" y="0"/>
                      </a:cxn>
                    </a:cxnLst>
                    <a:rect l="0" t="0" r="r" b="b"/>
                    <a:pathLst>
                      <a:path w="40" h="11">
                        <a:moveTo>
                          <a:pt x="35" y="0"/>
                        </a:moveTo>
                        <a:lnTo>
                          <a:pt x="5" y="0"/>
                        </a:lnTo>
                        <a:lnTo>
                          <a:pt x="0" y="11"/>
                        </a:lnTo>
                        <a:lnTo>
                          <a:pt x="40" y="11"/>
                        </a:lnTo>
                        <a:lnTo>
                          <a:pt x="3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30" name="矩形 11458"/>
                  <p:cNvSpPr>
                    <a:spLocks noChangeArrowheads="1"/>
                  </p:cNvSpPr>
                  <p:nvPr/>
                </p:nvSpPr>
                <p:spPr bwMode="auto">
                  <a:xfrm>
                    <a:off x="1998" y="3476"/>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29" name="任意多边形 11459"/>
                  <p:cNvSpPr/>
                  <p:nvPr/>
                </p:nvSpPr>
                <p:spPr bwMode="auto">
                  <a:xfrm>
                    <a:off x="1988" y="3476"/>
                    <a:ext cx="10" cy="16"/>
                  </a:xfrm>
                  <a:custGeom>
                    <a:avLst/>
                    <a:gdLst/>
                    <a:ahLst/>
                    <a:cxnLst>
                      <a:cxn ang="0">
                        <a:pos x="10" y="0"/>
                      </a:cxn>
                      <a:cxn ang="0">
                        <a:pos x="0" y="13"/>
                      </a:cxn>
                      <a:cxn ang="0">
                        <a:pos x="3" y="16"/>
                      </a:cxn>
                    </a:cxnLst>
                    <a:rect l="0" t="0" r="r" b="b"/>
                    <a:pathLst>
                      <a:path w="10" h="16">
                        <a:moveTo>
                          <a:pt x="10" y="0"/>
                        </a:moveTo>
                        <a:lnTo>
                          <a:pt x="0" y="13"/>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28" name="任意多边形 11460"/>
                  <p:cNvSpPr/>
                  <p:nvPr/>
                </p:nvSpPr>
                <p:spPr bwMode="auto">
                  <a:xfrm>
                    <a:off x="2028" y="3476"/>
                    <a:ext cx="12" cy="16"/>
                  </a:xfrm>
                  <a:custGeom>
                    <a:avLst/>
                    <a:gdLst/>
                    <a:ahLst/>
                    <a:cxnLst>
                      <a:cxn ang="0">
                        <a:pos x="0" y="0"/>
                      </a:cxn>
                      <a:cxn ang="0">
                        <a:pos x="12" y="13"/>
                      </a:cxn>
                      <a:cxn ang="0">
                        <a:pos x="7" y="16"/>
                      </a:cxn>
                    </a:cxnLst>
                    <a:rect l="0" t="0" r="r" b="b"/>
                    <a:pathLst>
                      <a:path w="12" h="16">
                        <a:moveTo>
                          <a:pt x="0" y="0"/>
                        </a:moveTo>
                        <a:lnTo>
                          <a:pt x="12" y="13"/>
                        </a:lnTo>
                        <a:lnTo>
                          <a:pt x="7"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27" name="直线 11461"/>
                  <p:cNvSpPr>
                    <a:spLocks noChangeShapeType="1"/>
                  </p:cNvSpPr>
                  <p:nvPr/>
                </p:nvSpPr>
                <p:spPr bwMode="auto">
                  <a:xfrm>
                    <a:off x="1538" y="3438"/>
                    <a:ext cx="768"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26" name="任意多边形 11462"/>
                  <p:cNvSpPr/>
                  <p:nvPr/>
                </p:nvSpPr>
                <p:spPr bwMode="auto">
                  <a:xfrm>
                    <a:off x="1981" y="3549"/>
                    <a:ext cx="50" cy="13"/>
                  </a:xfrm>
                  <a:custGeom>
                    <a:avLst/>
                    <a:gdLst/>
                    <a:ahLst/>
                    <a:cxnLst>
                      <a:cxn ang="0">
                        <a:pos x="44" y="0"/>
                      </a:cxn>
                      <a:cxn ang="0">
                        <a:pos x="7" y="0"/>
                      </a:cxn>
                      <a:cxn ang="0">
                        <a:pos x="0" y="13"/>
                      </a:cxn>
                      <a:cxn ang="0">
                        <a:pos x="50" y="13"/>
                      </a:cxn>
                      <a:cxn ang="0">
                        <a:pos x="44" y="0"/>
                      </a:cxn>
                    </a:cxnLst>
                    <a:rect l="0" t="0" r="r" b="b"/>
                    <a:pathLst>
                      <a:path w="50" h="13">
                        <a:moveTo>
                          <a:pt x="44" y="0"/>
                        </a:moveTo>
                        <a:lnTo>
                          <a:pt x="7" y="0"/>
                        </a:lnTo>
                        <a:lnTo>
                          <a:pt x="0" y="13"/>
                        </a:lnTo>
                        <a:lnTo>
                          <a:pt x="50" y="13"/>
                        </a:lnTo>
                        <a:lnTo>
                          <a:pt x="44"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25" name="矩形 11463"/>
                  <p:cNvSpPr>
                    <a:spLocks noChangeArrowheads="1"/>
                  </p:cNvSpPr>
                  <p:nvPr/>
                </p:nvSpPr>
                <p:spPr bwMode="auto">
                  <a:xfrm>
                    <a:off x="1988" y="3544"/>
                    <a:ext cx="37"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24" name="任意多边形 11464"/>
                  <p:cNvSpPr/>
                  <p:nvPr/>
                </p:nvSpPr>
                <p:spPr bwMode="auto">
                  <a:xfrm>
                    <a:off x="1975" y="3546"/>
                    <a:ext cx="13" cy="16"/>
                  </a:xfrm>
                  <a:custGeom>
                    <a:avLst/>
                    <a:gdLst/>
                    <a:ahLst/>
                    <a:cxnLst>
                      <a:cxn ang="0">
                        <a:pos x="13" y="0"/>
                      </a:cxn>
                      <a:cxn ang="0">
                        <a:pos x="0" y="13"/>
                      </a:cxn>
                      <a:cxn ang="0">
                        <a:pos x="6" y="16"/>
                      </a:cxn>
                    </a:cxnLst>
                    <a:rect l="0" t="0" r="r" b="b"/>
                    <a:pathLst>
                      <a:path w="13" h="16">
                        <a:moveTo>
                          <a:pt x="13" y="0"/>
                        </a:moveTo>
                        <a:lnTo>
                          <a:pt x="0" y="13"/>
                        </a:lnTo>
                        <a:lnTo>
                          <a:pt x="6"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23" name="任意多边形 11465"/>
                  <p:cNvSpPr/>
                  <p:nvPr/>
                </p:nvSpPr>
                <p:spPr bwMode="auto">
                  <a:xfrm>
                    <a:off x="2026" y="3546"/>
                    <a:ext cx="12" cy="16"/>
                  </a:xfrm>
                  <a:custGeom>
                    <a:avLst/>
                    <a:gdLst/>
                    <a:ahLst/>
                    <a:cxnLst>
                      <a:cxn ang="0">
                        <a:pos x="0" y="0"/>
                      </a:cxn>
                      <a:cxn ang="0">
                        <a:pos x="12" y="13"/>
                      </a:cxn>
                      <a:cxn ang="0">
                        <a:pos x="7" y="16"/>
                      </a:cxn>
                    </a:cxnLst>
                    <a:rect l="0" t="0" r="r" b="b"/>
                    <a:pathLst>
                      <a:path w="12" h="16">
                        <a:moveTo>
                          <a:pt x="0" y="0"/>
                        </a:moveTo>
                        <a:lnTo>
                          <a:pt x="12" y="13"/>
                        </a:lnTo>
                        <a:lnTo>
                          <a:pt x="7"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22" name="任意多边形 11466"/>
                  <p:cNvSpPr/>
                  <p:nvPr/>
                </p:nvSpPr>
                <p:spPr bwMode="auto">
                  <a:xfrm>
                    <a:off x="1598" y="3526"/>
                    <a:ext cx="40" cy="13"/>
                  </a:xfrm>
                  <a:custGeom>
                    <a:avLst/>
                    <a:gdLst/>
                    <a:ahLst/>
                    <a:cxnLst>
                      <a:cxn ang="0">
                        <a:pos x="34" y="0"/>
                      </a:cxn>
                      <a:cxn ang="0">
                        <a:pos x="5" y="0"/>
                      </a:cxn>
                      <a:cxn ang="0">
                        <a:pos x="0" y="13"/>
                      </a:cxn>
                      <a:cxn ang="0">
                        <a:pos x="40" y="13"/>
                      </a:cxn>
                      <a:cxn ang="0">
                        <a:pos x="34" y="0"/>
                      </a:cxn>
                    </a:cxnLst>
                    <a:rect l="0" t="0" r="r" b="b"/>
                    <a:pathLst>
                      <a:path w="40" h="13">
                        <a:moveTo>
                          <a:pt x="34" y="0"/>
                        </a:moveTo>
                        <a:lnTo>
                          <a:pt x="5" y="0"/>
                        </a:lnTo>
                        <a:lnTo>
                          <a:pt x="0" y="13"/>
                        </a:lnTo>
                        <a:lnTo>
                          <a:pt x="40" y="13"/>
                        </a:lnTo>
                        <a:lnTo>
                          <a:pt x="34"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21" name="矩形 11467"/>
                  <p:cNvSpPr>
                    <a:spLocks noChangeArrowheads="1"/>
                  </p:cNvSpPr>
                  <p:nvPr/>
                </p:nvSpPr>
                <p:spPr bwMode="auto">
                  <a:xfrm>
                    <a:off x="1601" y="3521"/>
                    <a:ext cx="3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20" name="任意多边形 11468"/>
                  <p:cNvSpPr/>
                  <p:nvPr/>
                </p:nvSpPr>
                <p:spPr bwMode="auto">
                  <a:xfrm>
                    <a:off x="1591" y="3523"/>
                    <a:ext cx="10" cy="14"/>
                  </a:xfrm>
                  <a:custGeom>
                    <a:avLst/>
                    <a:gdLst/>
                    <a:ahLst/>
                    <a:cxnLst>
                      <a:cxn ang="0">
                        <a:pos x="10" y="0"/>
                      </a:cxn>
                      <a:cxn ang="0">
                        <a:pos x="0" y="13"/>
                      </a:cxn>
                      <a:cxn ang="0">
                        <a:pos x="5" y="14"/>
                      </a:cxn>
                    </a:cxnLst>
                    <a:rect l="0" t="0" r="r" b="b"/>
                    <a:pathLst>
                      <a:path w="10" h="14">
                        <a:moveTo>
                          <a:pt x="10" y="0"/>
                        </a:moveTo>
                        <a:lnTo>
                          <a:pt x="0" y="13"/>
                        </a:lnTo>
                        <a:lnTo>
                          <a:pt x="5" y="14"/>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19" name="任意多边形 11469"/>
                  <p:cNvSpPr/>
                  <p:nvPr/>
                </p:nvSpPr>
                <p:spPr bwMode="auto">
                  <a:xfrm>
                    <a:off x="1633" y="3523"/>
                    <a:ext cx="10" cy="14"/>
                  </a:xfrm>
                  <a:custGeom>
                    <a:avLst/>
                    <a:gdLst/>
                    <a:ahLst/>
                    <a:cxnLst>
                      <a:cxn ang="0">
                        <a:pos x="0" y="0"/>
                      </a:cxn>
                      <a:cxn ang="0">
                        <a:pos x="10" y="13"/>
                      </a:cxn>
                      <a:cxn ang="0">
                        <a:pos x="5" y="14"/>
                      </a:cxn>
                    </a:cxnLst>
                    <a:rect l="0" t="0" r="r" b="b"/>
                    <a:pathLst>
                      <a:path w="10" h="14">
                        <a:moveTo>
                          <a:pt x="0" y="0"/>
                        </a:moveTo>
                        <a:lnTo>
                          <a:pt x="10" y="13"/>
                        </a:lnTo>
                        <a:lnTo>
                          <a:pt x="5" y="14"/>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18" name="任意多边形 11470"/>
                  <p:cNvSpPr/>
                  <p:nvPr/>
                </p:nvSpPr>
                <p:spPr bwMode="auto">
                  <a:xfrm>
                    <a:off x="1595" y="3448"/>
                    <a:ext cx="18" cy="13"/>
                  </a:xfrm>
                  <a:custGeom>
                    <a:avLst/>
                    <a:gdLst/>
                    <a:ahLst/>
                    <a:cxnLst>
                      <a:cxn ang="0">
                        <a:pos x="16" y="0"/>
                      </a:cxn>
                      <a:cxn ang="0">
                        <a:pos x="3" y="0"/>
                      </a:cxn>
                      <a:cxn ang="0">
                        <a:pos x="0" y="13"/>
                      </a:cxn>
                      <a:cxn ang="0">
                        <a:pos x="18" y="13"/>
                      </a:cxn>
                      <a:cxn ang="0">
                        <a:pos x="16" y="0"/>
                      </a:cxn>
                    </a:cxnLst>
                    <a:rect l="0" t="0" r="r" b="b"/>
                    <a:pathLst>
                      <a:path w="18" h="13">
                        <a:moveTo>
                          <a:pt x="16" y="0"/>
                        </a:moveTo>
                        <a:lnTo>
                          <a:pt x="3" y="0"/>
                        </a:lnTo>
                        <a:lnTo>
                          <a:pt x="0" y="13"/>
                        </a:lnTo>
                        <a:lnTo>
                          <a:pt x="18"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17" name="矩形 11471"/>
                  <p:cNvSpPr>
                    <a:spLocks noChangeArrowheads="1"/>
                  </p:cNvSpPr>
                  <p:nvPr/>
                </p:nvSpPr>
                <p:spPr bwMode="auto">
                  <a:xfrm>
                    <a:off x="1598" y="344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16" name="任意多边形 11472"/>
                  <p:cNvSpPr/>
                  <p:nvPr/>
                </p:nvSpPr>
                <p:spPr bwMode="auto">
                  <a:xfrm>
                    <a:off x="1591" y="3445"/>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15" name="任意多边形 11473"/>
                  <p:cNvSpPr/>
                  <p:nvPr/>
                </p:nvSpPr>
                <p:spPr bwMode="auto">
                  <a:xfrm>
                    <a:off x="1611" y="3445"/>
                    <a:ext cx="5" cy="16"/>
                  </a:xfrm>
                  <a:custGeom>
                    <a:avLst/>
                    <a:gdLst/>
                    <a:ahLst/>
                    <a:cxnLst>
                      <a:cxn ang="0">
                        <a:pos x="0" y="0"/>
                      </a:cxn>
                      <a:cxn ang="0">
                        <a:pos x="5" y="14"/>
                      </a:cxn>
                      <a:cxn ang="0">
                        <a:pos x="4" y="16"/>
                      </a:cxn>
                    </a:cxnLst>
                    <a:rect l="0" t="0" r="r" b="b"/>
                    <a:pathLst>
                      <a:path w="5" h="16">
                        <a:moveTo>
                          <a:pt x="0" y="0"/>
                        </a:moveTo>
                        <a:lnTo>
                          <a:pt x="5"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14" name="任意多边形 11474"/>
                  <p:cNvSpPr/>
                  <p:nvPr/>
                </p:nvSpPr>
                <p:spPr bwMode="auto">
                  <a:xfrm>
                    <a:off x="1625" y="3448"/>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13" name="矩形 11475"/>
                  <p:cNvSpPr>
                    <a:spLocks noChangeArrowheads="1"/>
                  </p:cNvSpPr>
                  <p:nvPr/>
                </p:nvSpPr>
                <p:spPr bwMode="auto">
                  <a:xfrm>
                    <a:off x="1628" y="3445"/>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12" name="任意多边形 11476"/>
                  <p:cNvSpPr/>
                  <p:nvPr/>
                </p:nvSpPr>
                <p:spPr bwMode="auto">
                  <a:xfrm>
                    <a:off x="1623" y="3445"/>
                    <a:ext cx="5" cy="16"/>
                  </a:xfrm>
                  <a:custGeom>
                    <a:avLst/>
                    <a:gdLst/>
                    <a:ahLst/>
                    <a:cxnLst>
                      <a:cxn ang="0">
                        <a:pos x="5" y="0"/>
                      </a:cxn>
                      <a:cxn ang="0">
                        <a:pos x="0" y="14"/>
                      </a:cxn>
                      <a:cxn ang="0">
                        <a:pos x="2" y="16"/>
                      </a:cxn>
                    </a:cxnLst>
                    <a:rect l="0" t="0" r="r" b="b"/>
                    <a:pathLst>
                      <a:path w="5" h="16">
                        <a:moveTo>
                          <a:pt x="5"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11" name="任意多边形 11477"/>
                  <p:cNvSpPr/>
                  <p:nvPr/>
                </p:nvSpPr>
                <p:spPr bwMode="auto">
                  <a:xfrm>
                    <a:off x="1642" y="3445"/>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10" name="任意多边形 11478"/>
                  <p:cNvSpPr/>
                  <p:nvPr/>
                </p:nvSpPr>
                <p:spPr bwMode="auto">
                  <a:xfrm>
                    <a:off x="1657" y="3448"/>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09" name="矩形 11479"/>
                  <p:cNvSpPr>
                    <a:spLocks noChangeArrowheads="1"/>
                  </p:cNvSpPr>
                  <p:nvPr/>
                </p:nvSpPr>
                <p:spPr bwMode="auto">
                  <a:xfrm>
                    <a:off x="1660" y="344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08" name="任意多边形 11480"/>
                  <p:cNvSpPr/>
                  <p:nvPr/>
                </p:nvSpPr>
                <p:spPr bwMode="auto">
                  <a:xfrm>
                    <a:off x="1653" y="3445"/>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07" name="任意多边形 11481"/>
                  <p:cNvSpPr/>
                  <p:nvPr/>
                </p:nvSpPr>
                <p:spPr bwMode="auto">
                  <a:xfrm>
                    <a:off x="1672" y="3445"/>
                    <a:ext cx="6" cy="16"/>
                  </a:xfrm>
                  <a:custGeom>
                    <a:avLst/>
                    <a:gdLst/>
                    <a:ahLst/>
                    <a:cxnLst>
                      <a:cxn ang="0">
                        <a:pos x="0" y="0"/>
                      </a:cxn>
                      <a:cxn ang="0">
                        <a:pos x="6" y="14"/>
                      </a:cxn>
                      <a:cxn ang="0">
                        <a:pos x="5" y="16"/>
                      </a:cxn>
                    </a:cxnLst>
                    <a:rect l="0" t="0" r="r" b="b"/>
                    <a:pathLst>
                      <a:path w="6" h="16">
                        <a:moveTo>
                          <a:pt x="0" y="0"/>
                        </a:moveTo>
                        <a:lnTo>
                          <a:pt x="6"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06" name="任意多边形 11482"/>
                  <p:cNvSpPr/>
                  <p:nvPr/>
                </p:nvSpPr>
                <p:spPr bwMode="auto">
                  <a:xfrm>
                    <a:off x="1687" y="3448"/>
                    <a:ext cx="20" cy="13"/>
                  </a:xfrm>
                  <a:custGeom>
                    <a:avLst/>
                    <a:gdLst/>
                    <a:ahLst/>
                    <a:cxnLst>
                      <a:cxn ang="0">
                        <a:pos x="16" y="0"/>
                      </a:cxn>
                      <a:cxn ang="0">
                        <a:pos x="3" y="0"/>
                      </a:cxn>
                      <a:cxn ang="0">
                        <a:pos x="0" y="13"/>
                      </a:cxn>
                      <a:cxn ang="0">
                        <a:pos x="20" y="13"/>
                      </a:cxn>
                      <a:cxn ang="0">
                        <a:pos x="16" y="0"/>
                      </a:cxn>
                    </a:cxnLst>
                    <a:rect l="0" t="0" r="r" b="b"/>
                    <a:pathLst>
                      <a:path w="20" h="13">
                        <a:moveTo>
                          <a:pt x="16" y="0"/>
                        </a:moveTo>
                        <a:lnTo>
                          <a:pt x="3"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05" name="矩形 11483"/>
                  <p:cNvSpPr>
                    <a:spLocks noChangeArrowheads="1"/>
                  </p:cNvSpPr>
                  <p:nvPr/>
                </p:nvSpPr>
                <p:spPr bwMode="auto">
                  <a:xfrm>
                    <a:off x="1690" y="344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04" name="任意多边形 11484"/>
                  <p:cNvSpPr/>
                  <p:nvPr/>
                </p:nvSpPr>
                <p:spPr bwMode="auto">
                  <a:xfrm>
                    <a:off x="1683" y="3445"/>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03" name="任意多边形 11485"/>
                  <p:cNvSpPr/>
                  <p:nvPr/>
                </p:nvSpPr>
                <p:spPr bwMode="auto">
                  <a:xfrm>
                    <a:off x="1703" y="3445"/>
                    <a:ext cx="5" cy="16"/>
                  </a:xfrm>
                  <a:custGeom>
                    <a:avLst/>
                    <a:gdLst/>
                    <a:ahLst/>
                    <a:cxnLst>
                      <a:cxn ang="0">
                        <a:pos x="0" y="0"/>
                      </a:cxn>
                      <a:cxn ang="0">
                        <a:pos x="5" y="14"/>
                      </a:cxn>
                      <a:cxn ang="0">
                        <a:pos x="4" y="16"/>
                      </a:cxn>
                    </a:cxnLst>
                    <a:rect l="0" t="0" r="r" b="b"/>
                    <a:pathLst>
                      <a:path w="5" h="16">
                        <a:moveTo>
                          <a:pt x="0" y="0"/>
                        </a:moveTo>
                        <a:lnTo>
                          <a:pt x="5"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02" name="任意多边形 11486"/>
                  <p:cNvSpPr/>
                  <p:nvPr/>
                </p:nvSpPr>
                <p:spPr bwMode="auto">
                  <a:xfrm>
                    <a:off x="1740" y="3448"/>
                    <a:ext cx="19" cy="13"/>
                  </a:xfrm>
                  <a:custGeom>
                    <a:avLst/>
                    <a:gdLst/>
                    <a:ahLst/>
                    <a:cxnLst>
                      <a:cxn ang="0">
                        <a:pos x="15" y="0"/>
                      </a:cxn>
                      <a:cxn ang="0">
                        <a:pos x="4" y="0"/>
                      </a:cxn>
                      <a:cxn ang="0">
                        <a:pos x="0" y="13"/>
                      </a:cxn>
                      <a:cxn ang="0">
                        <a:pos x="19" y="13"/>
                      </a:cxn>
                      <a:cxn ang="0">
                        <a:pos x="15" y="0"/>
                      </a:cxn>
                    </a:cxnLst>
                    <a:rect l="0" t="0" r="r" b="b"/>
                    <a:pathLst>
                      <a:path w="19" h="13">
                        <a:moveTo>
                          <a:pt x="15" y="0"/>
                        </a:moveTo>
                        <a:lnTo>
                          <a:pt x="4"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01" name="矩形 11487"/>
                  <p:cNvSpPr>
                    <a:spLocks noChangeArrowheads="1"/>
                  </p:cNvSpPr>
                  <p:nvPr/>
                </p:nvSpPr>
                <p:spPr bwMode="auto">
                  <a:xfrm>
                    <a:off x="1744" y="3445"/>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00" name="任意多边形 11488"/>
                  <p:cNvSpPr/>
                  <p:nvPr/>
                </p:nvSpPr>
                <p:spPr bwMode="auto">
                  <a:xfrm>
                    <a:off x="1735" y="3445"/>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99" name="任意多边形 11489"/>
                  <p:cNvSpPr/>
                  <p:nvPr/>
                </p:nvSpPr>
                <p:spPr bwMode="auto">
                  <a:xfrm>
                    <a:off x="1755" y="3445"/>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98" name="任意多边形 11490"/>
                  <p:cNvSpPr/>
                  <p:nvPr/>
                </p:nvSpPr>
                <p:spPr bwMode="auto">
                  <a:xfrm>
                    <a:off x="1770" y="3448"/>
                    <a:ext cx="19" cy="13"/>
                  </a:xfrm>
                  <a:custGeom>
                    <a:avLst/>
                    <a:gdLst/>
                    <a:ahLst/>
                    <a:cxnLst>
                      <a:cxn ang="0">
                        <a:pos x="17" y="0"/>
                      </a:cxn>
                      <a:cxn ang="0">
                        <a:pos x="4" y="0"/>
                      </a:cxn>
                      <a:cxn ang="0">
                        <a:pos x="0" y="13"/>
                      </a:cxn>
                      <a:cxn ang="0">
                        <a:pos x="19" y="13"/>
                      </a:cxn>
                      <a:cxn ang="0">
                        <a:pos x="17" y="0"/>
                      </a:cxn>
                    </a:cxnLst>
                    <a:rect l="0" t="0" r="r" b="b"/>
                    <a:pathLst>
                      <a:path w="19" h="13">
                        <a:moveTo>
                          <a:pt x="17" y="0"/>
                        </a:moveTo>
                        <a:lnTo>
                          <a:pt x="4" y="0"/>
                        </a:lnTo>
                        <a:lnTo>
                          <a:pt x="0" y="13"/>
                        </a:lnTo>
                        <a:lnTo>
                          <a:pt x="19"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97" name="矩形 11491"/>
                  <p:cNvSpPr>
                    <a:spLocks noChangeArrowheads="1"/>
                  </p:cNvSpPr>
                  <p:nvPr/>
                </p:nvSpPr>
                <p:spPr bwMode="auto">
                  <a:xfrm>
                    <a:off x="1774" y="344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96" name="任意多边形 11492"/>
                  <p:cNvSpPr/>
                  <p:nvPr/>
                </p:nvSpPr>
                <p:spPr bwMode="auto">
                  <a:xfrm>
                    <a:off x="1767" y="3445"/>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95" name="任意多边形 11493"/>
                  <p:cNvSpPr/>
                  <p:nvPr/>
                </p:nvSpPr>
                <p:spPr bwMode="auto">
                  <a:xfrm>
                    <a:off x="1787" y="3445"/>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94" name="任意多边形 11494"/>
                  <p:cNvSpPr/>
                  <p:nvPr/>
                </p:nvSpPr>
                <p:spPr bwMode="auto">
                  <a:xfrm>
                    <a:off x="1801" y="3448"/>
                    <a:ext cx="20" cy="13"/>
                  </a:xfrm>
                  <a:custGeom>
                    <a:avLst/>
                    <a:gdLst/>
                    <a:ahLst/>
                    <a:cxnLst>
                      <a:cxn ang="0">
                        <a:pos x="16" y="0"/>
                      </a:cxn>
                      <a:cxn ang="0">
                        <a:pos x="3" y="0"/>
                      </a:cxn>
                      <a:cxn ang="0">
                        <a:pos x="0" y="13"/>
                      </a:cxn>
                      <a:cxn ang="0">
                        <a:pos x="20" y="13"/>
                      </a:cxn>
                      <a:cxn ang="0">
                        <a:pos x="16" y="0"/>
                      </a:cxn>
                    </a:cxnLst>
                    <a:rect l="0" t="0" r="r" b="b"/>
                    <a:pathLst>
                      <a:path w="20" h="13">
                        <a:moveTo>
                          <a:pt x="16" y="0"/>
                        </a:moveTo>
                        <a:lnTo>
                          <a:pt x="3"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93" name="矩形 11495"/>
                  <p:cNvSpPr>
                    <a:spLocks noChangeArrowheads="1"/>
                  </p:cNvSpPr>
                  <p:nvPr/>
                </p:nvSpPr>
                <p:spPr bwMode="auto">
                  <a:xfrm>
                    <a:off x="1804" y="344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92" name="任意多边形 11496"/>
                  <p:cNvSpPr/>
                  <p:nvPr/>
                </p:nvSpPr>
                <p:spPr bwMode="auto">
                  <a:xfrm>
                    <a:off x="1799" y="3445"/>
                    <a:ext cx="5" cy="16"/>
                  </a:xfrm>
                  <a:custGeom>
                    <a:avLst/>
                    <a:gdLst/>
                    <a:ahLst/>
                    <a:cxnLst>
                      <a:cxn ang="0">
                        <a:pos x="5" y="0"/>
                      </a:cxn>
                      <a:cxn ang="0">
                        <a:pos x="0" y="14"/>
                      </a:cxn>
                      <a:cxn ang="0">
                        <a:pos x="2" y="16"/>
                      </a:cxn>
                    </a:cxnLst>
                    <a:rect l="0" t="0" r="r" b="b"/>
                    <a:pathLst>
                      <a:path w="5" h="16">
                        <a:moveTo>
                          <a:pt x="5"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91" name="任意多边形 11497"/>
                  <p:cNvSpPr/>
                  <p:nvPr/>
                </p:nvSpPr>
                <p:spPr bwMode="auto">
                  <a:xfrm>
                    <a:off x="1817" y="3445"/>
                    <a:ext cx="7" cy="16"/>
                  </a:xfrm>
                  <a:custGeom>
                    <a:avLst/>
                    <a:gdLst/>
                    <a:ahLst/>
                    <a:cxnLst>
                      <a:cxn ang="0">
                        <a:pos x="0" y="0"/>
                      </a:cxn>
                      <a:cxn ang="0">
                        <a:pos x="7" y="14"/>
                      </a:cxn>
                      <a:cxn ang="0">
                        <a:pos x="4" y="16"/>
                      </a:cxn>
                    </a:cxnLst>
                    <a:rect l="0" t="0" r="r" b="b"/>
                    <a:pathLst>
                      <a:path w="7" h="16">
                        <a:moveTo>
                          <a:pt x="0" y="0"/>
                        </a:moveTo>
                        <a:lnTo>
                          <a:pt x="7"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90" name="任意多边形 11498"/>
                  <p:cNvSpPr/>
                  <p:nvPr/>
                </p:nvSpPr>
                <p:spPr bwMode="auto">
                  <a:xfrm>
                    <a:off x="1832" y="3448"/>
                    <a:ext cx="19" cy="13"/>
                  </a:xfrm>
                  <a:custGeom>
                    <a:avLst/>
                    <a:gdLst/>
                    <a:ahLst/>
                    <a:cxnLst>
                      <a:cxn ang="0">
                        <a:pos x="15" y="0"/>
                      </a:cxn>
                      <a:cxn ang="0">
                        <a:pos x="4" y="0"/>
                      </a:cxn>
                      <a:cxn ang="0">
                        <a:pos x="0" y="13"/>
                      </a:cxn>
                      <a:cxn ang="0">
                        <a:pos x="19" y="13"/>
                      </a:cxn>
                      <a:cxn ang="0">
                        <a:pos x="15" y="0"/>
                      </a:cxn>
                    </a:cxnLst>
                    <a:rect l="0" t="0" r="r" b="b"/>
                    <a:pathLst>
                      <a:path w="19" h="13">
                        <a:moveTo>
                          <a:pt x="15" y="0"/>
                        </a:moveTo>
                        <a:lnTo>
                          <a:pt x="4"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89" name="矩形 11499"/>
                  <p:cNvSpPr>
                    <a:spLocks noChangeArrowheads="1"/>
                  </p:cNvSpPr>
                  <p:nvPr/>
                </p:nvSpPr>
                <p:spPr bwMode="auto">
                  <a:xfrm>
                    <a:off x="1836" y="3445"/>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88" name="任意多边形 11500"/>
                  <p:cNvSpPr/>
                  <p:nvPr/>
                </p:nvSpPr>
                <p:spPr bwMode="auto">
                  <a:xfrm>
                    <a:off x="1829" y="3445"/>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87" name="任意多边形 11501"/>
                  <p:cNvSpPr/>
                  <p:nvPr/>
                </p:nvSpPr>
                <p:spPr bwMode="auto">
                  <a:xfrm>
                    <a:off x="1847" y="3445"/>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86" name="任意多边形 11502"/>
                  <p:cNvSpPr/>
                  <p:nvPr/>
                </p:nvSpPr>
                <p:spPr bwMode="auto">
                  <a:xfrm>
                    <a:off x="1924" y="3448"/>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85" name="矩形 11503"/>
                  <p:cNvSpPr>
                    <a:spLocks noChangeArrowheads="1"/>
                  </p:cNvSpPr>
                  <p:nvPr/>
                </p:nvSpPr>
                <p:spPr bwMode="auto">
                  <a:xfrm>
                    <a:off x="1928" y="344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84" name="任意多边形 11504"/>
                  <p:cNvSpPr/>
                  <p:nvPr/>
                </p:nvSpPr>
                <p:spPr bwMode="auto">
                  <a:xfrm>
                    <a:off x="1921" y="3445"/>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83" name="任意多边形 11505"/>
                  <p:cNvSpPr/>
                  <p:nvPr/>
                </p:nvSpPr>
                <p:spPr bwMode="auto">
                  <a:xfrm>
                    <a:off x="1941" y="3445"/>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82" name="任意多边形 11506"/>
                  <p:cNvSpPr/>
                  <p:nvPr/>
                </p:nvSpPr>
                <p:spPr bwMode="auto">
                  <a:xfrm>
                    <a:off x="1956" y="3448"/>
                    <a:ext cx="19" cy="13"/>
                  </a:xfrm>
                  <a:custGeom>
                    <a:avLst/>
                    <a:gdLst/>
                    <a:ahLst/>
                    <a:cxnLst>
                      <a:cxn ang="0">
                        <a:pos x="15" y="0"/>
                      </a:cxn>
                      <a:cxn ang="0">
                        <a:pos x="3" y="0"/>
                      </a:cxn>
                      <a:cxn ang="0">
                        <a:pos x="0" y="13"/>
                      </a:cxn>
                      <a:cxn ang="0">
                        <a:pos x="19" y="13"/>
                      </a:cxn>
                      <a:cxn ang="0">
                        <a:pos x="15" y="0"/>
                      </a:cxn>
                    </a:cxnLst>
                    <a:rect l="0" t="0" r="r" b="b"/>
                    <a:pathLst>
                      <a:path w="19" h="13">
                        <a:moveTo>
                          <a:pt x="15" y="0"/>
                        </a:moveTo>
                        <a:lnTo>
                          <a:pt x="3"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81" name="矩形 11507"/>
                  <p:cNvSpPr>
                    <a:spLocks noChangeArrowheads="1"/>
                  </p:cNvSpPr>
                  <p:nvPr/>
                </p:nvSpPr>
                <p:spPr bwMode="auto">
                  <a:xfrm>
                    <a:off x="1959" y="344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80" name="任意多边形 11508"/>
                  <p:cNvSpPr/>
                  <p:nvPr/>
                </p:nvSpPr>
                <p:spPr bwMode="auto">
                  <a:xfrm>
                    <a:off x="1951" y="3445"/>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79" name="任意多边形 11509"/>
                  <p:cNvSpPr/>
                  <p:nvPr/>
                </p:nvSpPr>
                <p:spPr bwMode="auto">
                  <a:xfrm>
                    <a:off x="1971" y="3445"/>
                    <a:ext cx="7" cy="16"/>
                  </a:xfrm>
                  <a:custGeom>
                    <a:avLst/>
                    <a:gdLst/>
                    <a:ahLst/>
                    <a:cxnLst>
                      <a:cxn ang="0">
                        <a:pos x="0" y="0"/>
                      </a:cxn>
                      <a:cxn ang="0">
                        <a:pos x="7" y="14"/>
                      </a:cxn>
                      <a:cxn ang="0">
                        <a:pos x="4" y="16"/>
                      </a:cxn>
                    </a:cxnLst>
                    <a:rect l="0" t="0" r="r" b="b"/>
                    <a:pathLst>
                      <a:path w="7" h="16">
                        <a:moveTo>
                          <a:pt x="0" y="0"/>
                        </a:moveTo>
                        <a:lnTo>
                          <a:pt x="7"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78" name="任意多边形 11510"/>
                  <p:cNvSpPr/>
                  <p:nvPr/>
                </p:nvSpPr>
                <p:spPr bwMode="auto">
                  <a:xfrm>
                    <a:off x="1986" y="3448"/>
                    <a:ext cx="19" cy="13"/>
                  </a:xfrm>
                  <a:custGeom>
                    <a:avLst/>
                    <a:gdLst/>
                    <a:ahLst/>
                    <a:cxnLst>
                      <a:cxn ang="0">
                        <a:pos x="15" y="0"/>
                      </a:cxn>
                      <a:cxn ang="0">
                        <a:pos x="4" y="0"/>
                      </a:cxn>
                      <a:cxn ang="0">
                        <a:pos x="0" y="13"/>
                      </a:cxn>
                      <a:cxn ang="0">
                        <a:pos x="19" y="13"/>
                      </a:cxn>
                      <a:cxn ang="0">
                        <a:pos x="15" y="0"/>
                      </a:cxn>
                    </a:cxnLst>
                    <a:rect l="0" t="0" r="r" b="b"/>
                    <a:pathLst>
                      <a:path w="19" h="13">
                        <a:moveTo>
                          <a:pt x="15" y="0"/>
                        </a:moveTo>
                        <a:lnTo>
                          <a:pt x="4"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77" name="矩形 11511"/>
                  <p:cNvSpPr>
                    <a:spLocks noChangeArrowheads="1"/>
                  </p:cNvSpPr>
                  <p:nvPr/>
                </p:nvSpPr>
                <p:spPr bwMode="auto">
                  <a:xfrm>
                    <a:off x="1990" y="3445"/>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76" name="任意多边形 11512"/>
                  <p:cNvSpPr/>
                  <p:nvPr/>
                </p:nvSpPr>
                <p:spPr bwMode="auto">
                  <a:xfrm>
                    <a:off x="1983" y="3445"/>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75" name="任意多边形 11513"/>
                  <p:cNvSpPr/>
                  <p:nvPr/>
                </p:nvSpPr>
                <p:spPr bwMode="auto">
                  <a:xfrm>
                    <a:off x="2001" y="3445"/>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74" name="任意多边形 11514"/>
                  <p:cNvSpPr/>
                  <p:nvPr/>
                </p:nvSpPr>
                <p:spPr bwMode="auto">
                  <a:xfrm>
                    <a:off x="2016" y="3448"/>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73" name="矩形 11515"/>
                  <p:cNvSpPr>
                    <a:spLocks noChangeArrowheads="1"/>
                  </p:cNvSpPr>
                  <p:nvPr/>
                </p:nvSpPr>
                <p:spPr bwMode="auto">
                  <a:xfrm>
                    <a:off x="2020" y="344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72" name="任意多边形 11516"/>
                  <p:cNvSpPr/>
                  <p:nvPr/>
                </p:nvSpPr>
                <p:spPr bwMode="auto">
                  <a:xfrm>
                    <a:off x="2015" y="3445"/>
                    <a:ext cx="5" cy="16"/>
                  </a:xfrm>
                  <a:custGeom>
                    <a:avLst/>
                    <a:gdLst/>
                    <a:ahLst/>
                    <a:cxnLst>
                      <a:cxn ang="0">
                        <a:pos x="5" y="0"/>
                      </a:cxn>
                      <a:cxn ang="0">
                        <a:pos x="0" y="14"/>
                      </a:cxn>
                      <a:cxn ang="0">
                        <a:pos x="1" y="16"/>
                      </a:cxn>
                    </a:cxnLst>
                    <a:rect l="0" t="0" r="r" b="b"/>
                    <a:pathLst>
                      <a:path w="5" h="16">
                        <a:moveTo>
                          <a:pt x="5"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71" name="任意多边形 11517"/>
                  <p:cNvSpPr/>
                  <p:nvPr/>
                </p:nvSpPr>
                <p:spPr bwMode="auto">
                  <a:xfrm>
                    <a:off x="2033" y="3445"/>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70" name="任意多边形 11518"/>
                  <p:cNvSpPr/>
                  <p:nvPr/>
                </p:nvSpPr>
                <p:spPr bwMode="auto">
                  <a:xfrm>
                    <a:off x="2072" y="3448"/>
                    <a:ext cx="20" cy="13"/>
                  </a:xfrm>
                  <a:custGeom>
                    <a:avLst/>
                    <a:gdLst/>
                    <a:ahLst/>
                    <a:cxnLst>
                      <a:cxn ang="0">
                        <a:pos x="16" y="0"/>
                      </a:cxn>
                      <a:cxn ang="0">
                        <a:pos x="3" y="0"/>
                      </a:cxn>
                      <a:cxn ang="0">
                        <a:pos x="0" y="13"/>
                      </a:cxn>
                      <a:cxn ang="0">
                        <a:pos x="20" y="13"/>
                      </a:cxn>
                      <a:cxn ang="0">
                        <a:pos x="16" y="0"/>
                      </a:cxn>
                    </a:cxnLst>
                    <a:rect l="0" t="0" r="r" b="b"/>
                    <a:pathLst>
                      <a:path w="20" h="13">
                        <a:moveTo>
                          <a:pt x="16" y="0"/>
                        </a:moveTo>
                        <a:lnTo>
                          <a:pt x="3"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69" name="矩形 11519"/>
                  <p:cNvSpPr>
                    <a:spLocks noChangeArrowheads="1"/>
                  </p:cNvSpPr>
                  <p:nvPr/>
                </p:nvSpPr>
                <p:spPr bwMode="auto">
                  <a:xfrm>
                    <a:off x="2075" y="344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68" name="任意多边形 11520"/>
                  <p:cNvSpPr/>
                  <p:nvPr/>
                </p:nvSpPr>
                <p:spPr bwMode="auto">
                  <a:xfrm>
                    <a:off x="2068" y="3445"/>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67" name="任意多边形 11521"/>
                  <p:cNvSpPr/>
                  <p:nvPr/>
                </p:nvSpPr>
                <p:spPr bwMode="auto">
                  <a:xfrm>
                    <a:off x="2088" y="3445"/>
                    <a:ext cx="7" cy="16"/>
                  </a:xfrm>
                  <a:custGeom>
                    <a:avLst/>
                    <a:gdLst/>
                    <a:ahLst/>
                    <a:cxnLst>
                      <a:cxn ang="0">
                        <a:pos x="0" y="0"/>
                      </a:cxn>
                      <a:cxn ang="0">
                        <a:pos x="7" y="14"/>
                      </a:cxn>
                      <a:cxn ang="0">
                        <a:pos x="4" y="16"/>
                      </a:cxn>
                    </a:cxnLst>
                    <a:rect l="0" t="0" r="r" b="b"/>
                    <a:pathLst>
                      <a:path w="7" h="16">
                        <a:moveTo>
                          <a:pt x="0" y="0"/>
                        </a:moveTo>
                        <a:lnTo>
                          <a:pt x="7"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66" name="任意多边形 11522"/>
                  <p:cNvSpPr/>
                  <p:nvPr/>
                </p:nvSpPr>
                <p:spPr bwMode="auto">
                  <a:xfrm>
                    <a:off x="2072" y="3481"/>
                    <a:ext cx="20" cy="11"/>
                  </a:xfrm>
                  <a:custGeom>
                    <a:avLst/>
                    <a:gdLst/>
                    <a:ahLst/>
                    <a:cxnLst>
                      <a:cxn ang="0">
                        <a:pos x="16" y="0"/>
                      </a:cxn>
                      <a:cxn ang="0">
                        <a:pos x="3" y="0"/>
                      </a:cxn>
                      <a:cxn ang="0">
                        <a:pos x="0" y="11"/>
                      </a:cxn>
                      <a:cxn ang="0">
                        <a:pos x="20" y="11"/>
                      </a:cxn>
                      <a:cxn ang="0">
                        <a:pos x="16" y="0"/>
                      </a:cxn>
                    </a:cxnLst>
                    <a:rect l="0" t="0" r="r" b="b"/>
                    <a:pathLst>
                      <a:path w="20" h="11">
                        <a:moveTo>
                          <a:pt x="16" y="0"/>
                        </a:moveTo>
                        <a:lnTo>
                          <a:pt x="3" y="0"/>
                        </a:lnTo>
                        <a:lnTo>
                          <a:pt x="0" y="11"/>
                        </a:lnTo>
                        <a:lnTo>
                          <a:pt x="20" y="11"/>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65" name="矩形 11523"/>
                  <p:cNvSpPr>
                    <a:spLocks noChangeArrowheads="1"/>
                  </p:cNvSpPr>
                  <p:nvPr/>
                </p:nvSpPr>
                <p:spPr bwMode="auto">
                  <a:xfrm>
                    <a:off x="2075" y="3476"/>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64" name="任意多边形 11524"/>
                  <p:cNvSpPr/>
                  <p:nvPr/>
                </p:nvSpPr>
                <p:spPr bwMode="auto">
                  <a:xfrm>
                    <a:off x="2068" y="3476"/>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63" name="任意多边形 11525"/>
                  <p:cNvSpPr/>
                  <p:nvPr/>
                </p:nvSpPr>
                <p:spPr bwMode="auto">
                  <a:xfrm>
                    <a:off x="2088" y="3476"/>
                    <a:ext cx="7" cy="16"/>
                  </a:xfrm>
                  <a:custGeom>
                    <a:avLst/>
                    <a:gdLst/>
                    <a:ahLst/>
                    <a:cxnLst>
                      <a:cxn ang="0">
                        <a:pos x="0" y="0"/>
                      </a:cxn>
                      <a:cxn ang="0">
                        <a:pos x="7" y="14"/>
                      </a:cxn>
                      <a:cxn ang="0">
                        <a:pos x="4" y="16"/>
                      </a:cxn>
                    </a:cxnLst>
                    <a:rect l="0" t="0" r="r" b="b"/>
                    <a:pathLst>
                      <a:path w="7" h="16">
                        <a:moveTo>
                          <a:pt x="0" y="0"/>
                        </a:moveTo>
                        <a:lnTo>
                          <a:pt x="7"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62" name="任意多边形 11526"/>
                  <p:cNvSpPr/>
                  <p:nvPr/>
                </p:nvSpPr>
                <p:spPr bwMode="auto">
                  <a:xfrm>
                    <a:off x="2103" y="3481"/>
                    <a:ext cx="19" cy="11"/>
                  </a:xfrm>
                  <a:custGeom>
                    <a:avLst/>
                    <a:gdLst/>
                    <a:ahLst/>
                    <a:cxnLst>
                      <a:cxn ang="0">
                        <a:pos x="15" y="0"/>
                      </a:cxn>
                      <a:cxn ang="0">
                        <a:pos x="4" y="0"/>
                      </a:cxn>
                      <a:cxn ang="0">
                        <a:pos x="0" y="11"/>
                      </a:cxn>
                      <a:cxn ang="0">
                        <a:pos x="19" y="11"/>
                      </a:cxn>
                      <a:cxn ang="0">
                        <a:pos x="15" y="0"/>
                      </a:cxn>
                    </a:cxnLst>
                    <a:rect l="0" t="0" r="r" b="b"/>
                    <a:pathLst>
                      <a:path w="19" h="11">
                        <a:moveTo>
                          <a:pt x="15" y="0"/>
                        </a:moveTo>
                        <a:lnTo>
                          <a:pt x="4" y="0"/>
                        </a:lnTo>
                        <a:lnTo>
                          <a:pt x="0" y="11"/>
                        </a:lnTo>
                        <a:lnTo>
                          <a:pt x="19"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61" name="矩形 11527"/>
                  <p:cNvSpPr>
                    <a:spLocks noChangeArrowheads="1"/>
                  </p:cNvSpPr>
                  <p:nvPr/>
                </p:nvSpPr>
                <p:spPr bwMode="auto">
                  <a:xfrm>
                    <a:off x="2107" y="3476"/>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60" name="任意多边形 11528"/>
                  <p:cNvSpPr/>
                  <p:nvPr/>
                </p:nvSpPr>
                <p:spPr bwMode="auto">
                  <a:xfrm>
                    <a:off x="2100" y="3476"/>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59" name="任意多边形 11529"/>
                  <p:cNvSpPr/>
                  <p:nvPr/>
                </p:nvSpPr>
                <p:spPr bwMode="auto">
                  <a:xfrm>
                    <a:off x="2118" y="3476"/>
                    <a:ext cx="7" cy="16"/>
                  </a:xfrm>
                  <a:custGeom>
                    <a:avLst/>
                    <a:gdLst/>
                    <a:ahLst/>
                    <a:cxnLst>
                      <a:cxn ang="0">
                        <a:pos x="0" y="0"/>
                      </a:cxn>
                      <a:cxn ang="0">
                        <a:pos x="7" y="14"/>
                      </a:cxn>
                      <a:cxn ang="0">
                        <a:pos x="4" y="16"/>
                      </a:cxn>
                    </a:cxnLst>
                    <a:rect l="0" t="0" r="r" b="b"/>
                    <a:pathLst>
                      <a:path w="7" h="16">
                        <a:moveTo>
                          <a:pt x="0" y="0"/>
                        </a:moveTo>
                        <a:lnTo>
                          <a:pt x="7"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58" name="任意多边形 11530"/>
                  <p:cNvSpPr/>
                  <p:nvPr/>
                </p:nvSpPr>
                <p:spPr bwMode="auto">
                  <a:xfrm>
                    <a:off x="2134"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57" name="矩形 11531"/>
                  <p:cNvSpPr>
                    <a:spLocks noChangeArrowheads="1"/>
                  </p:cNvSpPr>
                  <p:nvPr/>
                </p:nvSpPr>
                <p:spPr bwMode="auto">
                  <a:xfrm>
                    <a:off x="2137"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56" name="任意多边形 11532"/>
                  <p:cNvSpPr/>
                  <p:nvPr/>
                </p:nvSpPr>
                <p:spPr bwMode="auto">
                  <a:xfrm>
                    <a:off x="2130" y="3476"/>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55" name="任意多边形 11533"/>
                  <p:cNvSpPr/>
                  <p:nvPr/>
                </p:nvSpPr>
                <p:spPr bwMode="auto">
                  <a:xfrm>
                    <a:off x="2149" y="3476"/>
                    <a:ext cx="6" cy="16"/>
                  </a:xfrm>
                  <a:custGeom>
                    <a:avLst/>
                    <a:gdLst/>
                    <a:ahLst/>
                    <a:cxnLst>
                      <a:cxn ang="0">
                        <a:pos x="0" y="0"/>
                      </a:cxn>
                      <a:cxn ang="0">
                        <a:pos x="6" y="14"/>
                      </a:cxn>
                      <a:cxn ang="0">
                        <a:pos x="5" y="16"/>
                      </a:cxn>
                    </a:cxnLst>
                    <a:rect l="0" t="0" r="r" b="b"/>
                    <a:pathLst>
                      <a:path w="6" h="16">
                        <a:moveTo>
                          <a:pt x="0" y="0"/>
                        </a:moveTo>
                        <a:lnTo>
                          <a:pt x="6"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54" name="任意多边形 11534"/>
                  <p:cNvSpPr/>
                  <p:nvPr/>
                </p:nvSpPr>
                <p:spPr bwMode="auto">
                  <a:xfrm>
                    <a:off x="2072" y="3503"/>
                    <a:ext cx="20" cy="12"/>
                  </a:xfrm>
                  <a:custGeom>
                    <a:avLst/>
                    <a:gdLst/>
                    <a:ahLst/>
                    <a:cxnLst>
                      <a:cxn ang="0">
                        <a:pos x="16" y="0"/>
                      </a:cxn>
                      <a:cxn ang="0">
                        <a:pos x="3" y="0"/>
                      </a:cxn>
                      <a:cxn ang="0">
                        <a:pos x="0" y="12"/>
                      </a:cxn>
                      <a:cxn ang="0">
                        <a:pos x="20" y="12"/>
                      </a:cxn>
                      <a:cxn ang="0">
                        <a:pos x="16" y="0"/>
                      </a:cxn>
                    </a:cxnLst>
                    <a:rect l="0" t="0" r="r" b="b"/>
                    <a:pathLst>
                      <a:path w="20" h="12">
                        <a:moveTo>
                          <a:pt x="16" y="0"/>
                        </a:moveTo>
                        <a:lnTo>
                          <a:pt x="3" y="0"/>
                        </a:lnTo>
                        <a:lnTo>
                          <a:pt x="0" y="12"/>
                        </a:lnTo>
                        <a:lnTo>
                          <a:pt x="20"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53" name="矩形 11535"/>
                  <p:cNvSpPr>
                    <a:spLocks noChangeArrowheads="1"/>
                  </p:cNvSpPr>
                  <p:nvPr/>
                </p:nvSpPr>
                <p:spPr bwMode="auto">
                  <a:xfrm>
                    <a:off x="2075"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52" name="任意多边形 11536"/>
                  <p:cNvSpPr/>
                  <p:nvPr/>
                </p:nvSpPr>
                <p:spPr bwMode="auto">
                  <a:xfrm>
                    <a:off x="2068" y="3497"/>
                    <a:ext cx="7" cy="18"/>
                  </a:xfrm>
                  <a:custGeom>
                    <a:avLst/>
                    <a:gdLst/>
                    <a:ahLst/>
                    <a:cxnLst>
                      <a:cxn ang="0">
                        <a:pos x="7" y="0"/>
                      </a:cxn>
                      <a:cxn ang="0">
                        <a:pos x="0" y="14"/>
                      </a:cxn>
                      <a:cxn ang="0">
                        <a:pos x="4" y="18"/>
                      </a:cxn>
                    </a:cxnLst>
                    <a:rect l="0" t="0" r="r" b="b"/>
                    <a:pathLst>
                      <a:path w="7" h="18">
                        <a:moveTo>
                          <a:pt x="7" y="0"/>
                        </a:moveTo>
                        <a:lnTo>
                          <a:pt x="0"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51" name="任意多边形 11537"/>
                  <p:cNvSpPr/>
                  <p:nvPr/>
                </p:nvSpPr>
                <p:spPr bwMode="auto">
                  <a:xfrm>
                    <a:off x="2088" y="3497"/>
                    <a:ext cx="7" cy="18"/>
                  </a:xfrm>
                  <a:custGeom>
                    <a:avLst/>
                    <a:gdLst/>
                    <a:ahLst/>
                    <a:cxnLst>
                      <a:cxn ang="0">
                        <a:pos x="0" y="0"/>
                      </a:cxn>
                      <a:cxn ang="0">
                        <a:pos x="7" y="14"/>
                      </a:cxn>
                      <a:cxn ang="0">
                        <a:pos x="4" y="18"/>
                      </a:cxn>
                    </a:cxnLst>
                    <a:rect l="0" t="0" r="r" b="b"/>
                    <a:pathLst>
                      <a:path w="7" h="18">
                        <a:moveTo>
                          <a:pt x="0" y="0"/>
                        </a:moveTo>
                        <a:lnTo>
                          <a:pt x="7"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50" name="任意多边形 11538"/>
                  <p:cNvSpPr/>
                  <p:nvPr/>
                </p:nvSpPr>
                <p:spPr bwMode="auto">
                  <a:xfrm>
                    <a:off x="2103" y="3503"/>
                    <a:ext cx="19" cy="12"/>
                  </a:xfrm>
                  <a:custGeom>
                    <a:avLst/>
                    <a:gdLst/>
                    <a:ahLst/>
                    <a:cxnLst>
                      <a:cxn ang="0">
                        <a:pos x="15" y="0"/>
                      </a:cxn>
                      <a:cxn ang="0">
                        <a:pos x="4" y="0"/>
                      </a:cxn>
                      <a:cxn ang="0">
                        <a:pos x="0" y="12"/>
                      </a:cxn>
                      <a:cxn ang="0">
                        <a:pos x="19" y="12"/>
                      </a:cxn>
                      <a:cxn ang="0">
                        <a:pos x="15" y="0"/>
                      </a:cxn>
                    </a:cxnLst>
                    <a:rect l="0" t="0" r="r" b="b"/>
                    <a:pathLst>
                      <a:path w="19" h="12">
                        <a:moveTo>
                          <a:pt x="15" y="0"/>
                        </a:moveTo>
                        <a:lnTo>
                          <a:pt x="4" y="0"/>
                        </a:lnTo>
                        <a:lnTo>
                          <a:pt x="0" y="12"/>
                        </a:lnTo>
                        <a:lnTo>
                          <a:pt x="19"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49" name="矩形 11539"/>
                  <p:cNvSpPr>
                    <a:spLocks noChangeArrowheads="1"/>
                  </p:cNvSpPr>
                  <p:nvPr/>
                </p:nvSpPr>
                <p:spPr bwMode="auto">
                  <a:xfrm>
                    <a:off x="2107" y="3498"/>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48" name="任意多边形 11540"/>
                  <p:cNvSpPr/>
                  <p:nvPr/>
                </p:nvSpPr>
                <p:spPr bwMode="auto">
                  <a:xfrm>
                    <a:off x="2100" y="3497"/>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47" name="任意多边形 11541"/>
                  <p:cNvSpPr/>
                  <p:nvPr/>
                </p:nvSpPr>
                <p:spPr bwMode="auto">
                  <a:xfrm>
                    <a:off x="2118" y="3497"/>
                    <a:ext cx="7" cy="18"/>
                  </a:xfrm>
                  <a:custGeom>
                    <a:avLst/>
                    <a:gdLst/>
                    <a:ahLst/>
                    <a:cxnLst>
                      <a:cxn ang="0">
                        <a:pos x="0" y="0"/>
                      </a:cxn>
                      <a:cxn ang="0">
                        <a:pos x="7" y="14"/>
                      </a:cxn>
                      <a:cxn ang="0">
                        <a:pos x="4" y="18"/>
                      </a:cxn>
                    </a:cxnLst>
                    <a:rect l="0" t="0" r="r" b="b"/>
                    <a:pathLst>
                      <a:path w="7" h="18">
                        <a:moveTo>
                          <a:pt x="0" y="0"/>
                        </a:moveTo>
                        <a:lnTo>
                          <a:pt x="7"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46" name="任意多边形 11542"/>
                  <p:cNvSpPr/>
                  <p:nvPr/>
                </p:nvSpPr>
                <p:spPr bwMode="auto">
                  <a:xfrm>
                    <a:off x="2134" y="3503"/>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45" name="矩形 11543"/>
                  <p:cNvSpPr>
                    <a:spLocks noChangeArrowheads="1"/>
                  </p:cNvSpPr>
                  <p:nvPr/>
                </p:nvSpPr>
                <p:spPr bwMode="auto">
                  <a:xfrm>
                    <a:off x="2137" y="3498"/>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44" name="任意多边形 11544"/>
                  <p:cNvSpPr/>
                  <p:nvPr/>
                </p:nvSpPr>
                <p:spPr bwMode="auto">
                  <a:xfrm>
                    <a:off x="2130" y="3497"/>
                    <a:ext cx="7" cy="18"/>
                  </a:xfrm>
                  <a:custGeom>
                    <a:avLst/>
                    <a:gdLst/>
                    <a:ahLst/>
                    <a:cxnLst>
                      <a:cxn ang="0">
                        <a:pos x="7" y="0"/>
                      </a:cxn>
                      <a:cxn ang="0">
                        <a:pos x="0" y="14"/>
                      </a:cxn>
                      <a:cxn ang="0">
                        <a:pos x="4" y="18"/>
                      </a:cxn>
                    </a:cxnLst>
                    <a:rect l="0" t="0" r="r" b="b"/>
                    <a:pathLst>
                      <a:path w="7" h="18">
                        <a:moveTo>
                          <a:pt x="7" y="0"/>
                        </a:moveTo>
                        <a:lnTo>
                          <a:pt x="0"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43" name="任意多边形 11545"/>
                  <p:cNvSpPr/>
                  <p:nvPr/>
                </p:nvSpPr>
                <p:spPr bwMode="auto">
                  <a:xfrm>
                    <a:off x="2149" y="3497"/>
                    <a:ext cx="6" cy="18"/>
                  </a:xfrm>
                  <a:custGeom>
                    <a:avLst/>
                    <a:gdLst/>
                    <a:ahLst/>
                    <a:cxnLst>
                      <a:cxn ang="0">
                        <a:pos x="0" y="0"/>
                      </a:cxn>
                      <a:cxn ang="0">
                        <a:pos x="6" y="14"/>
                      </a:cxn>
                      <a:cxn ang="0">
                        <a:pos x="5" y="18"/>
                      </a:cxn>
                    </a:cxnLst>
                    <a:rect l="0" t="0" r="r" b="b"/>
                    <a:pathLst>
                      <a:path w="6" h="18">
                        <a:moveTo>
                          <a:pt x="0" y="0"/>
                        </a:moveTo>
                        <a:lnTo>
                          <a:pt x="6"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42" name="任意多边形 11546"/>
                  <p:cNvSpPr/>
                  <p:nvPr/>
                </p:nvSpPr>
                <p:spPr bwMode="auto">
                  <a:xfrm>
                    <a:off x="2105" y="3526"/>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41" name="矩形 11547"/>
                  <p:cNvSpPr>
                    <a:spLocks noChangeArrowheads="1"/>
                  </p:cNvSpPr>
                  <p:nvPr/>
                </p:nvSpPr>
                <p:spPr bwMode="auto">
                  <a:xfrm>
                    <a:off x="2108" y="352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40" name="任意多边形 11548"/>
                  <p:cNvSpPr/>
                  <p:nvPr/>
                </p:nvSpPr>
                <p:spPr bwMode="auto">
                  <a:xfrm>
                    <a:off x="2100" y="3521"/>
                    <a:ext cx="7" cy="18"/>
                  </a:xfrm>
                  <a:custGeom>
                    <a:avLst/>
                    <a:gdLst/>
                    <a:ahLst/>
                    <a:cxnLst>
                      <a:cxn ang="0">
                        <a:pos x="7" y="0"/>
                      </a:cxn>
                      <a:cxn ang="0">
                        <a:pos x="0" y="15"/>
                      </a:cxn>
                      <a:cxn ang="0">
                        <a:pos x="3" y="18"/>
                      </a:cxn>
                    </a:cxnLst>
                    <a:rect l="0" t="0" r="r" b="b"/>
                    <a:pathLst>
                      <a:path w="7" h="18">
                        <a:moveTo>
                          <a:pt x="7"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39" name="任意多边形 11549"/>
                  <p:cNvSpPr/>
                  <p:nvPr/>
                </p:nvSpPr>
                <p:spPr bwMode="auto">
                  <a:xfrm>
                    <a:off x="2120" y="3521"/>
                    <a:ext cx="7" cy="18"/>
                  </a:xfrm>
                  <a:custGeom>
                    <a:avLst/>
                    <a:gdLst/>
                    <a:ahLst/>
                    <a:cxnLst>
                      <a:cxn ang="0">
                        <a:pos x="0" y="0"/>
                      </a:cxn>
                      <a:cxn ang="0">
                        <a:pos x="7" y="15"/>
                      </a:cxn>
                      <a:cxn ang="0">
                        <a:pos x="3" y="18"/>
                      </a:cxn>
                    </a:cxnLst>
                    <a:rect l="0" t="0" r="r" b="b"/>
                    <a:pathLst>
                      <a:path w="7" h="18">
                        <a:moveTo>
                          <a:pt x="0" y="0"/>
                        </a:moveTo>
                        <a:lnTo>
                          <a:pt x="7"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38" name="任意多边形 11550"/>
                  <p:cNvSpPr/>
                  <p:nvPr/>
                </p:nvSpPr>
                <p:spPr bwMode="auto">
                  <a:xfrm>
                    <a:off x="1662" y="3573"/>
                    <a:ext cx="308" cy="13"/>
                  </a:xfrm>
                  <a:custGeom>
                    <a:avLst/>
                    <a:gdLst/>
                    <a:ahLst/>
                    <a:cxnLst>
                      <a:cxn ang="0">
                        <a:pos x="299" y="0"/>
                      </a:cxn>
                      <a:cxn ang="0">
                        <a:pos x="5" y="0"/>
                      </a:cxn>
                      <a:cxn ang="0">
                        <a:pos x="0" y="13"/>
                      </a:cxn>
                      <a:cxn ang="0">
                        <a:pos x="308" y="13"/>
                      </a:cxn>
                      <a:cxn ang="0">
                        <a:pos x="299" y="0"/>
                      </a:cxn>
                    </a:cxnLst>
                    <a:rect l="0" t="0" r="r" b="b"/>
                    <a:pathLst>
                      <a:path w="308" h="13">
                        <a:moveTo>
                          <a:pt x="299" y="0"/>
                        </a:moveTo>
                        <a:lnTo>
                          <a:pt x="5" y="0"/>
                        </a:lnTo>
                        <a:lnTo>
                          <a:pt x="0" y="13"/>
                        </a:lnTo>
                        <a:lnTo>
                          <a:pt x="308" y="13"/>
                        </a:lnTo>
                        <a:lnTo>
                          <a:pt x="299"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37" name="矩形 11551"/>
                  <p:cNvSpPr>
                    <a:spLocks noChangeArrowheads="1"/>
                  </p:cNvSpPr>
                  <p:nvPr/>
                </p:nvSpPr>
                <p:spPr bwMode="auto">
                  <a:xfrm>
                    <a:off x="1667" y="3568"/>
                    <a:ext cx="29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36" name="任意多边形 11552"/>
                  <p:cNvSpPr/>
                  <p:nvPr/>
                </p:nvSpPr>
                <p:spPr bwMode="auto">
                  <a:xfrm>
                    <a:off x="1961" y="3568"/>
                    <a:ext cx="14" cy="18"/>
                  </a:xfrm>
                  <a:custGeom>
                    <a:avLst/>
                    <a:gdLst/>
                    <a:ahLst/>
                    <a:cxnLst>
                      <a:cxn ang="0">
                        <a:pos x="0" y="0"/>
                      </a:cxn>
                      <a:cxn ang="0">
                        <a:pos x="14" y="15"/>
                      </a:cxn>
                      <a:cxn ang="0">
                        <a:pos x="9" y="18"/>
                      </a:cxn>
                    </a:cxnLst>
                    <a:rect l="0" t="0" r="r" b="b"/>
                    <a:pathLst>
                      <a:path w="14" h="18">
                        <a:moveTo>
                          <a:pt x="0" y="0"/>
                        </a:moveTo>
                        <a:lnTo>
                          <a:pt x="14" y="15"/>
                        </a:lnTo>
                        <a:lnTo>
                          <a:pt x="9"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35" name="任意多边形 11553"/>
                  <p:cNvSpPr/>
                  <p:nvPr/>
                </p:nvSpPr>
                <p:spPr bwMode="auto">
                  <a:xfrm>
                    <a:off x="1657" y="3568"/>
                    <a:ext cx="10" cy="17"/>
                  </a:xfrm>
                  <a:custGeom>
                    <a:avLst/>
                    <a:gdLst/>
                    <a:ahLst/>
                    <a:cxnLst>
                      <a:cxn ang="0">
                        <a:pos x="10" y="0"/>
                      </a:cxn>
                      <a:cxn ang="0">
                        <a:pos x="0" y="15"/>
                      </a:cxn>
                      <a:cxn ang="0">
                        <a:pos x="6" y="17"/>
                      </a:cxn>
                    </a:cxnLst>
                    <a:rect l="0" t="0" r="r" b="b"/>
                    <a:pathLst>
                      <a:path w="10" h="17">
                        <a:moveTo>
                          <a:pt x="10" y="0"/>
                        </a:moveTo>
                        <a:lnTo>
                          <a:pt x="0" y="15"/>
                        </a:lnTo>
                        <a:lnTo>
                          <a:pt x="6"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grpSp>
            <p:sp>
              <p:nvSpPr>
                <p:cNvPr id="346233" name="任意多边形 11554"/>
                <p:cNvSpPr/>
                <p:nvPr/>
              </p:nvSpPr>
              <p:spPr bwMode="auto">
                <a:xfrm>
                  <a:off x="2073" y="3549"/>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32" name="矩形 11555"/>
                <p:cNvSpPr>
                  <a:spLocks noChangeArrowheads="1"/>
                </p:cNvSpPr>
                <p:nvPr/>
              </p:nvSpPr>
              <p:spPr bwMode="auto">
                <a:xfrm>
                  <a:off x="2077" y="354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31" name="任意多边形 11556"/>
                <p:cNvSpPr/>
                <p:nvPr/>
              </p:nvSpPr>
              <p:spPr bwMode="auto">
                <a:xfrm>
                  <a:off x="2070"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30" name="任意多边形 11557"/>
                <p:cNvSpPr/>
                <p:nvPr/>
              </p:nvSpPr>
              <p:spPr bwMode="auto">
                <a:xfrm>
                  <a:off x="2090" y="3544"/>
                  <a:ext cx="5" cy="18"/>
                </a:xfrm>
                <a:custGeom>
                  <a:avLst/>
                  <a:gdLst/>
                  <a:ahLst/>
                  <a:cxnLst>
                    <a:cxn ang="0">
                      <a:pos x="0" y="0"/>
                    </a:cxn>
                    <a:cxn ang="0">
                      <a:pos x="5" y="15"/>
                    </a:cxn>
                    <a:cxn ang="0">
                      <a:pos x="3" y="18"/>
                    </a:cxn>
                  </a:cxnLst>
                  <a:rect l="0" t="0" r="r" b="b"/>
                  <a:pathLst>
                    <a:path w="5" h="18">
                      <a:moveTo>
                        <a:pt x="0" y="0"/>
                      </a:moveTo>
                      <a:lnTo>
                        <a:pt x="5"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29" name="任意多边形 11558"/>
                <p:cNvSpPr/>
                <p:nvPr/>
              </p:nvSpPr>
              <p:spPr bwMode="auto">
                <a:xfrm>
                  <a:off x="2105"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28" name="矩形 11559"/>
                <p:cNvSpPr>
                  <a:spLocks noChangeArrowheads="1"/>
                </p:cNvSpPr>
                <p:nvPr/>
              </p:nvSpPr>
              <p:spPr bwMode="auto">
                <a:xfrm>
                  <a:off x="2108"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27" name="任意多边形 11560"/>
                <p:cNvSpPr/>
                <p:nvPr/>
              </p:nvSpPr>
              <p:spPr bwMode="auto">
                <a:xfrm>
                  <a:off x="2100" y="3544"/>
                  <a:ext cx="7" cy="18"/>
                </a:xfrm>
                <a:custGeom>
                  <a:avLst/>
                  <a:gdLst/>
                  <a:ahLst/>
                  <a:cxnLst>
                    <a:cxn ang="0">
                      <a:pos x="7" y="0"/>
                    </a:cxn>
                    <a:cxn ang="0">
                      <a:pos x="0" y="15"/>
                    </a:cxn>
                    <a:cxn ang="0">
                      <a:pos x="3" y="18"/>
                    </a:cxn>
                  </a:cxnLst>
                  <a:rect l="0" t="0" r="r" b="b"/>
                  <a:pathLst>
                    <a:path w="7" h="18">
                      <a:moveTo>
                        <a:pt x="7"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26" name="任意多边形 11561"/>
                <p:cNvSpPr/>
                <p:nvPr/>
              </p:nvSpPr>
              <p:spPr bwMode="auto">
                <a:xfrm>
                  <a:off x="2120" y="3544"/>
                  <a:ext cx="7" cy="18"/>
                </a:xfrm>
                <a:custGeom>
                  <a:avLst/>
                  <a:gdLst/>
                  <a:ahLst/>
                  <a:cxnLst>
                    <a:cxn ang="0">
                      <a:pos x="0" y="0"/>
                    </a:cxn>
                    <a:cxn ang="0">
                      <a:pos x="7" y="15"/>
                    </a:cxn>
                    <a:cxn ang="0">
                      <a:pos x="3" y="18"/>
                    </a:cxn>
                  </a:cxnLst>
                  <a:rect l="0" t="0" r="r" b="b"/>
                  <a:pathLst>
                    <a:path w="7" h="18">
                      <a:moveTo>
                        <a:pt x="0" y="0"/>
                      </a:moveTo>
                      <a:lnTo>
                        <a:pt x="7"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25" name="任意多边形 11562"/>
                <p:cNvSpPr/>
                <p:nvPr/>
              </p:nvSpPr>
              <p:spPr bwMode="auto">
                <a:xfrm>
                  <a:off x="2135" y="3549"/>
                  <a:ext cx="19" cy="13"/>
                </a:xfrm>
                <a:custGeom>
                  <a:avLst/>
                  <a:gdLst/>
                  <a:ahLst/>
                  <a:cxnLst>
                    <a:cxn ang="0">
                      <a:pos x="15" y="0"/>
                    </a:cxn>
                    <a:cxn ang="0">
                      <a:pos x="2" y="0"/>
                    </a:cxn>
                    <a:cxn ang="0">
                      <a:pos x="0" y="13"/>
                    </a:cxn>
                    <a:cxn ang="0">
                      <a:pos x="19" y="13"/>
                    </a:cxn>
                    <a:cxn ang="0">
                      <a:pos x="15" y="0"/>
                    </a:cxn>
                  </a:cxnLst>
                  <a:rect l="0" t="0" r="r" b="b"/>
                  <a:pathLst>
                    <a:path w="19" h="13">
                      <a:moveTo>
                        <a:pt x="15" y="0"/>
                      </a:moveTo>
                      <a:lnTo>
                        <a:pt x="2"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24" name="矩形 11563"/>
                <p:cNvSpPr>
                  <a:spLocks noChangeArrowheads="1"/>
                </p:cNvSpPr>
                <p:nvPr/>
              </p:nvSpPr>
              <p:spPr bwMode="auto">
                <a:xfrm>
                  <a:off x="2137" y="354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23" name="任意多边形 11564"/>
                <p:cNvSpPr/>
                <p:nvPr/>
              </p:nvSpPr>
              <p:spPr bwMode="auto">
                <a:xfrm>
                  <a:off x="2132" y="3544"/>
                  <a:ext cx="5" cy="18"/>
                </a:xfrm>
                <a:custGeom>
                  <a:avLst/>
                  <a:gdLst/>
                  <a:ahLst/>
                  <a:cxnLst>
                    <a:cxn ang="0">
                      <a:pos x="5" y="0"/>
                    </a:cxn>
                    <a:cxn ang="0">
                      <a:pos x="0" y="15"/>
                    </a:cxn>
                    <a:cxn ang="0">
                      <a:pos x="2" y="18"/>
                    </a:cxn>
                  </a:cxnLst>
                  <a:rect l="0" t="0" r="r" b="b"/>
                  <a:pathLst>
                    <a:path w="5" h="18">
                      <a:moveTo>
                        <a:pt x="5"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22" name="任意多边形 11565"/>
                <p:cNvSpPr/>
                <p:nvPr/>
              </p:nvSpPr>
              <p:spPr bwMode="auto">
                <a:xfrm>
                  <a:off x="2150" y="3544"/>
                  <a:ext cx="7" cy="18"/>
                </a:xfrm>
                <a:custGeom>
                  <a:avLst/>
                  <a:gdLst/>
                  <a:ahLst/>
                  <a:cxnLst>
                    <a:cxn ang="0">
                      <a:pos x="0" y="0"/>
                    </a:cxn>
                    <a:cxn ang="0">
                      <a:pos x="7" y="15"/>
                    </a:cxn>
                    <a:cxn ang="0">
                      <a:pos x="4" y="18"/>
                    </a:cxn>
                  </a:cxnLst>
                  <a:rect l="0" t="0" r="r" b="b"/>
                  <a:pathLst>
                    <a:path w="7" h="18">
                      <a:moveTo>
                        <a:pt x="0" y="0"/>
                      </a:moveTo>
                      <a:lnTo>
                        <a:pt x="7"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21" name="任意多边形 11566"/>
                <p:cNvSpPr/>
                <p:nvPr/>
              </p:nvSpPr>
              <p:spPr bwMode="auto">
                <a:xfrm>
                  <a:off x="2192"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20" name="矩形 11567"/>
                <p:cNvSpPr>
                  <a:spLocks noChangeArrowheads="1"/>
                </p:cNvSpPr>
                <p:nvPr/>
              </p:nvSpPr>
              <p:spPr bwMode="auto">
                <a:xfrm>
                  <a:off x="2195"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19" name="任意多边形 11568"/>
                <p:cNvSpPr/>
                <p:nvPr/>
              </p:nvSpPr>
              <p:spPr bwMode="auto">
                <a:xfrm>
                  <a:off x="2189" y="3476"/>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18" name="任意多边形 11569"/>
                <p:cNvSpPr/>
                <p:nvPr/>
              </p:nvSpPr>
              <p:spPr bwMode="auto">
                <a:xfrm>
                  <a:off x="2207" y="3476"/>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17" name="任意多边形 11570"/>
                <p:cNvSpPr/>
                <p:nvPr/>
              </p:nvSpPr>
              <p:spPr bwMode="auto">
                <a:xfrm>
                  <a:off x="2222" y="3481"/>
                  <a:ext cx="20" cy="11"/>
                </a:xfrm>
                <a:custGeom>
                  <a:avLst/>
                  <a:gdLst/>
                  <a:ahLst/>
                  <a:cxnLst>
                    <a:cxn ang="0">
                      <a:pos x="17" y="0"/>
                    </a:cxn>
                    <a:cxn ang="0">
                      <a:pos x="4" y="0"/>
                    </a:cxn>
                    <a:cxn ang="0">
                      <a:pos x="0" y="11"/>
                    </a:cxn>
                    <a:cxn ang="0">
                      <a:pos x="20" y="11"/>
                    </a:cxn>
                    <a:cxn ang="0">
                      <a:pos x="17" y="0"/>
                    </a:cxn>
                  </a:cxnLst>
                  <a:rect l="0" t="0" r="r" b="b"/>
                  <a:pathLst>
                    <a:path w="20" h="11">
                      <a:moveTo>
                        <a:pt x="17" y="0"/>
                      </a:moveTo>
                      <a:lnTo>
                        <a:pt x="4" y="0"/>
                      </a:lnTo>
                      <a:lnTo>
                        <a:pt x="0" y="11"/>
                      </a:lnTo>
                      <a:lnTo>
                        <a:pt x="20" y="11"/>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16" name="矩形 11571"/>
                <p:cNvSpPr>
                  <a:spLocks noChangeArrowheads="1"/>
                </p:cNvSpPr>
                <p:nvPr/>
              </p:nvSpPr>
              <p:spPr bwMode="auto">
                <a:xfrm>
                  <a:off x="2226" y="3476"/>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15" name="任意多边形 11572"/>
                <p:cNvSpPr/>
                <p:nvPr/>
              </p:nvSpPr>
              <p:spPr bwMode="auto">
                <a:xfrm>
                  <a:off x="2219" y="3476"/>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14" name="任意多边形 11573"/>
                <p:cNvSpPr/>
                <p:nvPr/>
              </p:nvSpPr>
              <p:spPr bwMode="auto">
                <a:xfrm>
                  <a:off x="2239" y="3476"/>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13" name="任意多边形 11574"/>
                <p:cNvSpPr/>
                <p:nvPr/>
              </p:nvSpPr>
              <p:spPr bwMode="auto">
                <a:xfrm>
                  <a:off x="2254"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12" name="矩形 11575"/>
                <p:cNvSpPr>
                  <a:spLocks noChangeArrowheads="1"/>
                </p:cNvSpPr>
                <p:nvPr/>
              </p:nvSpPr>
              <p:spPr bwMode="auto">
                <a:xfrm>
                  <a:off x="2257"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11" name="任意多边形 11576"/>
                <p:cNvSpPr/>
                <p:nvPr/>
              </p:nvSpPr>
              <p:spPr bwMode="auto">
                <a:xfrm>
                  <a:off x="2251" y="3476"/>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10" name="任意多边形 11577"/>
                <p:cNvSpPr/>
                <p:nvPr/>
              </p:nvSpPr>
              <p:spPr bwMode="auto">
                <a:xfrm>
                  <a:off x="2269" y="3476"/>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09" name="任意多边形 11578"/>
                <p:cNvSpPr/>
                <p:nvPr/>
              </p:nvSpPr>
              <p:spPr bwMode="auto">
                <a:xfrm>
                  <a:off x="2284" y="3481"/>
                  <a:ext cx="19" cy="11"/>
                </a:xfrm>
                <a:custGeom>
                  <a:avLst/>
                  <a:gdLst/>
                  <a:ahLst/>
                  <a:cxnLst>
                    <a:cxn ang="0">
                      <a:pos x="15" y="0"/>
                    </a:cxn>
                    <a:cxn ang="0">
                      <a:pos x="3" y="0"/>
                    </a:cxn>
                    <a:cxn ang="0">
                      <a:pos x="0" y="11"/>
                    </a:cxn>
                    <a:cxn ang="0">
                      <a:pos x="19" y="11"/>
                    </a:cxn>
                    <a:cxn ang="0">
                      <a:pos x="15" y="0"/>
                    </a:cxn>
                  </a:cxnLst>
                  <a:rect l="0" t="0" r="r" b="b"/>
                  <a:pathLst>
                    <a:path w="19" h="11">
                      <a:moveTo>
                        <a:pt x="15" y="0"/>
                      </a:moveTo>
                      <a:lnTo>
                        <a:pt x="3" y="0"/>
                      </a:lnTo>
                      <a:lnTo>
                        <a:pt x="0" y="11"/>
                      </a:lnTo>
                      <a:lnTo>
                        <a:pt x="19"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08" name="矩形 11579"/>
                <p:cNvSpPr>
                  <a:spLocks noChangeArrowheads="1"/>
                </p:cNvSpPr>
                <p:nvPr/>
              </p:nvSpPr>
              <p:spPr bwMode="auto">
                <a:xfrm>
                  <a:off x="2287"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07" name="任意多边形 11580"/>
                <p:cNvSpPr/>
                <p:nvPr/>
              </p:nvSpPr>
              <p:spPr bwMode="auto">
                <a:xfrm>
                  <a:off x="2281" y="3476"/>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06" name="任意多边形 11581"/>
                <p:cNvSpPr/>
                <p:nvPr/>
              </p:nvSpPr>
              <p:spPr bwMode="auto">
                <a:xfrm>
                  <a:off x="2299" y="3476"/>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05" name="任意多边形 11582"/>
                <p:cNvSpPr/>
                <p:nvPr/>
              </p:nvSpPr>
              <p:spPr bwMode="auto">
                <a:xfrm>
                  <a:off x="2192" y="3503"/>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04" name="矩形 11583"/>
                <p:cNvSpPr>
                  <a:spLocks noChangeArrowheads="1"/>
                </p:cNvSpPr>
                <p:nvPr/>
              </p:nvSpPr>
              <p:spPr bwMode="auto">
                <a:xfrm>
                  <a:off x="2195" y="3498"/>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03" name="任意多边形 11584"/>
                <p:cNvSpPr/>
                <p:nvPr/>
              </p:nvSpPr>
              <p:spPr bwMode="auto">
                <a:xfrm>
                  <a:off x="2189" y="3497"/>
                  <a:ext cx="6" cy="18"/>
                </a:xfrm>
                <a:custGeom>
                  <a:avLst/>
                  <a:gdLst/>
                  <a:ahLst/>
                  <a:cxnLst>
                    <a:cxn ang="0">
                      <a:pos x="6" y="0"/>
                    </a:cxn>
                    <a:cxn ang="0">
                      <a:pos x="0" y="14"/>
                    </a:cxn>
                    <a:cxn ang="0">
                      <a:pos x="1" y="18"/>
                    </a:cxn>
                  </a:cxnLst>
                  <a:rect l="0" t="0" r="r" b="b"/>
                  <a:pathLst>
                    <a:path w="6" h="18">
                      <a:moveTo>
                        <a:pt x="6"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02" name="任意多边形 11585"/>
                <p:cNvSpPr/>
                <p:nvPr/>
              </p:nvSpPr>
              <p:spPr bwMode="auto">
                <a:xfrm>
                  <a:off x="2207" y="3497"/>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01" name="任意多边形 11586"/>
                <p:cNvSpPr/>
                <p:nvPr/>
              </p:nvSpPr>
              <p:spPr bwMode="auto">
                <a:xfrm>
                  <a:off x="2222" y="3503"/>
                  <a:ext cx="20" cy="12"/>
                </a:xfrm>
                <a:custGeom>
                  <a:avLst/>
                  <a:gdLst/>
                  <a:ahLst/>
                  <a:cxnLst>
                    <a:cxn ang="0">
                      <a:pos x="17" y="0"/>
                    </a:cxn>
                    <a:cxn ang="0">
                      <a:pos x="4" y="0"/>
                    </a:cxn>
                    <a:cxn ang="0">
                      <a:pos x="0" y="12"/>
                    </a:cxn>
                    <a:cxn ang="0">
                      <a:pos x="20" y="12"/>
                    </a:cxn>
                    <a:cxn ang="0">
                      <a:pos x="17" y="0"/>
                    </a:cxn>
                  </a:cxnLst>
                  <a:rect l="0" t="0" r="r" b="b"/>
                  <a:pathLst>
                    <a:path w="20" h="12">
                      <a:moveTo>
                        <a:pt x="17" y="0"/>
                      </a:moveTo>
                      <a:lnTo>
                        <a:pt x="4"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00" name="矩形 11587"/>
                <p:cNvSpPr>
                  <a:spLocks noChangeArrowheads="1"/>
                </p:cNvSpPr>
                <p:nvPr/>
              </p:nvSpPr>
              <p:spPr bwMode="auto">
                <a:xfrm>
                  <a:off x="2226"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99" name="任意多边形 11588"/>
                <p:cNvSpPr/>
                <p:nvPr/>
              </p:nvSpPr>
              <p:spPr bwMode="auto">
                <a:xfrm>
                  <a:off x="2219" y="3497"/>
                  <a:ext cx="7" cy="18"/>
                </a:xfrm>
                <a:custGeom>
                  <a:avLst/>
                  <a:gdLst/>
                  <a:ahLst/>
                  <a:cxnLst>
                    <a:cxn ang="0">
                      <a:pos x="7" y="0"/>
                    </a:cxn>
                    <a:cxn ang="0">
                      <a:pos x="0" y="14"/>
                    </a:cxn>
                    <a:cxn ang="0">
                      <a:pos x="3" y="18"/>
                    </a:cxn>
                  </a:cxnLst>
                  <a:rect l="0" t="0" r="r" b="b"/>
                  <a:pathLst>
                    <a:path w="7" h="18">
                      <a:moveTo>
                        <a:pt x="7"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98" name="任意多边形 11589"/>
                <p:cNvSpPr/>
                <p:nvPr/>
              </p:nvSpPr>
              <p:spPr bwMode="auto">
                <a:xfrm>
                  <a:off x="2239" y="3497"/>
                  <a:ext cx="5" cy="18"/>
                </a:xfrm>
                <a:custGeom>
                  <a:avLst/>
                  <a:gdLst/>
                  <a:ahLst/>
                  <a:cxnLst>
                    <a:cxn ang="0">
                      <a:pos x="0" y="0"/>
                    </a:cxn>
                    <a:cxn ang="0">
                      <a:pos x="5" y="14"/>
                    </a:cxn>
                    <a:cxn ang="0">
                      <a:pos x="3" y="18"/>
                    </a:cxn>
                  </a:cxnLst>
                  <a:rect l="0" t="0" r="r" b="b"/>
                  <a:pathLst>
                    <a:path w="5" h="18">
                      <a:moveTo>
                        <a:pt x="0" y="0"/>
                      </a:moveTo>
                      <a:lnTo>
                        <a:pt x="5"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97" name="任意多边形 11590"/>
                <p:cNvSpPr/>
                <p:nvPr/>
              </p:nvSpPr>
              <p:spPr bwMode="auto">
                <a:xfrm>
                  <a:off x="2254" y="3503"/>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96" name="矩形 11591"/>
                <p:cNvSpPr>
                  <a:spLocks noChangeArrowheads="1"/>
                </p:cNvSpPr>
                <p:nvPr/>
              </p:nvSpPr>
              <p:spPr bwMode="auto">
                <a:xfrm>
                  <a:off x="2257" y="3498"/>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95" name="任意多边形 11592"/>
                <p:cNvSpPr/>
                <p:nvPr/>
              </p:nvSpPr>
              <p:spPr bwMode="auto">
                <a:xfrm>
                  <a:off x="2251" y="3497"/>
                  <a:ext cx="6" cy="18"/>
                </a:xfrm>
                <a:custGeom>
                  <a:avLst/>
                  <a:gdLst/>
                  <a:ahLst/>
                  <a:cxnLst>
                    <a:cxn ang="0">
                      <a:pos x="6" y="0"/>
                    </a:cxn>
                    <a:cxn ang="0">
                      <a:pos x="0" y="14"/>
                    </a:cxn>
                    <a:cxn ang="0">
                      <a:pos x="1" y="18"/>
                    </a:cxn>
                  </a:cxnLst>
                  <a:rect l="0" t="0" r="r" b="b"/>
                  <a:pathLst>
                    <a:path w="6" h="18">
                      <a:moveTo>
                        <a:pt x="6"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94" name="任意多边形 11593"/>
                <p:cNvSpPr/>
                <p:nvPr/>
              </p:nvSpPr>
              <p:spPr bwMode="auto">
                <a:xfrm>
                  <a:off x="2269" y="3497"/>
                  <a:ext cx="7" cy="18"/>
                </a:xfrm>
                <a:custGeom>
                  <a:avLst/>
                  <a:gdLst/>
                  <a:ahLst/>
                  <a:cxnLst>
                    <a:cxn ang="0">
                      <a:pos x="0" y="0"/>
                    </a:cxn>
                    <a:cxn ang="0">
                      <a:pos x="7" y="14"/>
                    </a:cxn>
                    <a:cxn ang="0">
                      <a:pos x="3" y="18"/>
                    </a:cxn>
                  </a:cxnLst>
                  <a:rect l="0" t="0" r="r" b="b"/>
                  <a:pathLst>
                    <a:path w="7" h="18">
                      <a:moveTo>
                        <a:pt x="0" y="0"/>
                      </a:moveTo>
                      <a:lnTo>
                        <a:pt x="7"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93" name="任意多边形 11594"/>
                <p:cNvSpPr/>
                <p:nvPr/>
              </p:nvSpPr>
              <p:spPr bwMode="auto">
                <a:xfrm>
                  <a:off x="2192" y="3526"/>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92" name="矩形 11595"/>
                <p:cNvSpPr>
                  <a:spLocks noChangeArrowheads="1"/>
                </p:cNvSpPr>
                <p:nvPr/>
              </p:nvSpPr>
              <p:spPr bwMode="auto">
                <a:xfrm>
                  <a:off x="2195" y="352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91" name="任意多边形 11596"/>
                <p:cNvSpPr/>
                <p:nvPr/>
              </p:nvSpPr>
              <p:spPr bwMode="auto">
                <a:xfrm>
                  <a:off x="2189" y="3521"/>
                  <a:ext cx="6" cy="18"/>
                </a:xfrm>
                <a:custGeom>
                  <a:avLst/>
                  <a:gdLst/>
                  <a:ahLst/>
                  <a:cxnLst>
                    <a:cxn ang="0">
                      <a:pos x="6" y="0"/>
                    </a:cxn>
                    <a:cxn ang="0">
                      <a:pos x="0" y="15"/>
                    </a:cxn>
                    <a:cxn ang="0">
                      <a:pos x="1" y="18"/>
                    </a:cxn>
                  </a:cxnLst>
                  <a:rect l="0" t="0" r="r" b="b"/>
                  <a:pathLst>
                    <a:path w="6" h="18">
                      <a:moveTo>
                        <a:pt x="6"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90" name="任意多边形 11597"/>
                <p:cNvSpPr/>
                <p:nvPr/>
              </p:nvSpPr>
              <p:spPr bwMode="auto">
                <a:xfrm>
                  <a:off x="2207" y="3521"/>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89" name="任意多边形 11598"/>
                <p:cNvSpPr/>
                <p:nvPr/>
              </p:nvSpPr>
              <p:spPr bwMode="auto">
                <a:xfrm>
                  <a:off x="2222" y="3526"/>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88" name="矩形 11599"/>
                <p:cNvSpPr>
                  <a:spLocks noChangeArrowheads="1"/>
                </p:cNvSpPr>
                <p:nvPr/>
              </p:nvSpPr>
              <p:spPr bwMode="auto">
                <a:xfrm>
                  <a:off x="2226" y="352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87" name="任意多边形 11600"/>
                <p:cNvSpPr/>
                <p:nvPr/>
              </p:nvSpPr>
              <p:spPr bwMode="auto">
                <a:xfrm>
                  <a:off x="2219" y="3521"/>
                  <a:ext cx="7" cy="18"/>
                </a:xfrm>
                <a:custGeom>
                  <a:avLst/>
                  <a:gdLst/>
                  <a:ahLst/>
                  <a:cxnLst>
                    <a:cxn ang="0">
                      <a:pos x="7" y="0"/>
                    </a:cxn>
                    <a:cxn ang="0">
                      <a:pos x="0" y="15"/>
                    </a:cxn>
                    <a:cxn ang="0">
                      <a:pos x="3" y="18"/>
                    </a:cxn>
                  </a:cxnLst>
                  <a:rect l="0" t="0" r="r" b="b"/>
                  <a:pathLst>
                    <a:path w="7" h="18">
                      <a:moveTo>
                        <a:pt x="7"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86" name="任意多边形 11601"/>
                <p:cNvSpPr/>
                <p:nvPr/>
              </p:nvSpPr>
              <p:spPr bwMode="auto">
                <a:xfrm>
                  <a:off x="2239" y="3521"/>
                  <a:ext cx="5" cy="18"/>
                </a:xfrm>
                <a:custGeom>
                  <a:avLst/>
                  <a:gdLst/>
                  <a:ahLst/>
                  <a:cxnLst>
                    <a:cxn ang="0">
                      <a:pos x="0" y="0"/>
                    </a:cxn>
                    <a:cxn ang="0">
                      <a:pos x="5" y="15"/>
                    </a:cxn>
                    <a:cxn ang="0">
                      <a:pos x="3" y="18"/>
                    </a:cxn>
                  </a:cxnLst>
                  <a:rect l="0" t="0" r="r" b="b"/>
                  <a:pathLst>
                    <a:path w="5" h="18">
                      <a:moveTo>
                        <a:pt x="0" y="0"/>
                      </a:moveTo>
                      <a:lnTo>
                        <a:pt x="5"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85" name="任意多边形 11602"/>
                <p:cNvSpPr/>
                <p:nvPr/>
              </p:nvSpPr>
              <p:spPr bwMode="auto">
                <a:xfrm>
                  <a:off x="2254" y="3526"/>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84" name="矩形 11603"/>
                <p:cNvSpPr>
                  <a:spLocks noChangeArrowheads="1"/>
                </p:cNvSpPr>
                <p:nvPr/>
              </p:nvSpPr>
              <p:spPr bwMode="auto">
                <a:xfrm>
                  <a:off x="2257" y="352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83" name="任意多边形 11604"/>
                <p:cNvSpPr/>
                <p:nvPr/>
              </p:nvSpPr>
              <p:spPr bwMode="auto">
                <a:xfrm>
                  <a:off x="2251" y="3521"/>
                  <a:ext cx="6" cy="18"/>
                </a:xfrm>
                <a:custGeom>
                  <a:avLst/>
                  <a:gdLst/>
                  <a:ahLst/>
                  <a:cxnLst>
                    <a:cxn ang="0">
                      <a:pos x="6" y="0"/>
                    </a:cxn>
                    <a:cxn ang="0">
                      <a:pos x="0" y="15"/>
                    </a:cxn>
                    <a:cxn ang="0">
                      <a:pos x="1" y="18"/>
                    </a:cxn>
                  </a:cxnLst>
                  <a:rect l="0" t="0" r="r" b="b"/>
                  <a:pathLst>
                    <a:path w="6" h="18">
                      <a:moveTo>
                        <a:pt x="6"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82" name="任意多边形 11605"/>
                <p:cNvSpPr/>
                <p:nvPr/>
              </p:nvSpPr>
              <p:spPr bwMode="auto">
                <a:xfrm>
                  <a:off x="2269" y="3521"/>
                  <a:ext cx="7" cy="18"/>
                </a:xfrm>
                <a:custGeom>
                  <a:avLst/>
                  <a:gdLst/>
                  <a:ahLst/>
                  <a:cxnLst>
                    <a:cxn ang="0">
                      <a:pos x="0" y="0"/>
                    </a:cxn>
                    <a:cxn ang="0">
                      <a:pos x="7" y="15"/>
                    </a:cxn>
                    <a:cxn ang="0">
                      <a:pos x="3" y="18"/>
                    </a:cxn>
                  </a:cxnLst>
                  <a:rect l="0" t="0" r="r" b="b"/>
                  <a:pathLst>
                    <a:path w="7" h="18">
                      <a:moveTo>
                        <a:pt x="0" y="0"/>
                      </a:moveTo>
                      <a:lnTo>
                        <a:pt x="7"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81" name="任意多边形 11606"/>
                <p:cNvSpPr/>
                <p:nvPr/>
              </p:nvSpPr>
              <p:spPr bwMode="auto">
                <a:xfrm>
                  <a:off x="2254"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80" name="矩形 11607"/>
                <p:cNvSpPr>
                  <a:spLocks noChangeArrowheads="1"/>
                </p:cNvSpPr>
                <p:nvPr/>
              </p:nvSpPr>
              <p:spPr bwMode="auto">
                <a:xfrm>
                  <a:off x="2257"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79" name="任意多边形 11608"/>
                <p:cNvSpPr/>
                <p:nvPr/>
              </p:nvSpPr>
              <p:spPr bwMode="auto">
                <a:xfrm>
                  <a:off x="2251" y="3544"/>
                  <a:ext cx="6" cy="18"/>
                </a:xfrm>
                <a:custGeom>
                  <a:avLst/>
                  <a:gdLst/>
                  <a:ahLst/>
                  <a:cxnLst>
                    <a:cxn ang="0">
                      <a:pos x="6" y="0"/>
                    </a:cxn>
                    <a:cxn ang="0">
                      <a:pos x="0" y="15"/>
                    </a:cxn>
                    <a:cxn ang="0">
                      <a:pos x="1" y="18"/>
                    </a:cxn>
                  </a:cxnLst>
                  <a:rect l="0" t="0" r="r" b="b"/>
                  <a:pathLst>
                    <a:path w="6" h="18">
                      <a:moveTo>
                        <a:pt x="6"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78" name="任意多边形 11609"/>
                <p:cNvSpPr/>
                <p:nvPr/>
              </p:nvSpPr>
              <p:spPr bwMode="auto">
                <a:xfrm>
                  <a:off x="2269" y="3544"/>
                  <a:ext cx="7" cy="18"/>
                </a:xfrm>
                <a:custGeom>
                  <a:avLst/>
                  <a:gdLst/>
                  <a:ahLst/>
                  <a:cxnLst>
                    <a:cxn ang="0">
                      <a:pos x="0" y="0"/>
                    </a:cxn>
                    <a:cxn ang="0">
                      <a:pos x="7" y="15"/>
                    </a:cxn>
                    <a:cxn ang="0">
                      <a:pos x="3" y="18"/>
                    </a:cxn>
                  </a:cxnLst>
                  <a:rect l="0" t="0" r="r" b="b"/>
                  <a:pathLst>
                    <a:path w="7" h="18">
                      <a:moveTo>
                        <a:pt x="0" y="0"/>
                      </a:moveTo>
                      <a:lnTo>
                        <a:pt x="7"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77" name="任意多边形 11610"/>
                <p:cNvSpPr/>
                <p:nvPr/>
              </p:nvSpPr>
              <p:spPr bwMode="auto">
                <a:xfrm>
                  <a:off x="2195" y="3549"/>
                  <a:ext cx="41" cy="13"/>
                </a:xfrm>
                <a:custGeom>
                  <a:avLst/>
                  <a:gdLst/>
                  <a:ahLst/>
                  <a:cxnLst>
                    <a:cxn ang="0">
                      <a:pos x="36" y="0"/>
                    </a:cxn>
                    <a:cxn ang="0">
                      <a:pos x="5" y="0"/>
                    </a:cxn>
                    <a:cxn ang="0">
                      <a:pos x="0" y="13"/>
                    </a:cxn>
                    <a:cxn ang="0">
                      <a:pos x="41" y="13"/>
                    </a:cxn>
                    <a:cxn ang="0">
                      <a:pos x="36" y="0"/>
                    </a:cxn>
                  </a:cxnLst>
                  <a:rect l="0" t="0" r="r" b="b"/>
                  <a:pathLst>
                    <a:path w="41" h="13">
                      <a:moveTo>
                        <a:pt x="36" y="0"/>
                      </a:moveTo>
                      <a:lnTo>
                        <a:pt x="5" y="0"/>
                      </a:lnTo>
                      <a:lnTo>
                        <a:pt x="0" y="13"/>
                      </a:lnTo>
                      <a:lnTo>
                        <a:pt x="41" y="13"/>
                      </a:lnTo>
                      <a:lnTo>
                        <a:pt x="3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76" name="矩形 11611"/>
                <p:cNvSpPr>
                  <a:spLocks noChangeArrowheads="1"/>
                </p:cNvSpPr>
                <p:nvPr/>
              </p:nvSpPr>
              <p:spPr bwMode="auto">
                <a:xfrm>
                  <a:off x="2200" y="3544"/>
                  <a:ext cx="3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75" name="任意多边形 11612"/>
                <p:cNvSpPr/>
                <p:nvPr/>
              </p:nvSpPr>
              <p:spPr bwMode="auto">
                <a:xfrm>
                  <a:off x="2190" y="3546"/>
                  <a:ext cx="10" cy="16"/>
                </a:xfrm>
                <a:custGeom>
                  <a:avLst/>
                  <a:gdLst/>
                  <a:ahLst/>
                  <a:cxnLst>
                    <a:cxn ang="0">
                      <a:pos x="10" y="0"/>
                    </a:cxn>
                    <a:cxn ang="0">
                      <a:pos x="0" y="13"/>
                    </a:cxn>
                    <a:cxn ang="0">
                      <a:pos x="4" y="16"/>
                    </a:cxn>
                  </a:cxnLst>
                  <a:rect l="0" t="0" r="r" b="b"/>
                  <a:pathLst>
                    <a:path w="10" h="16">
                      <a:moveTo>
                        <a:pt x="10" y="0"/>
                      </a:moveTo>
                      <a:lnTo>
                        <a:pt x="0" y="13"/>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74" name="任意多边形 11613"/>
                <p:cNvSpPr/>
                <p:nvPr/>
              </p:nvSpPr>
              <p:spPr bwMode="auto">
                <a:xfrm>
                  <a:off x="2231" y="3546"/>
                  <a:ext cx="11" cy="16"/>
                </a:xfrm>
                <a:custGeom>
                  <a:avLst/>
                  <a:gdLst/>
                  <a:ahLst/>
                  <a:cxnLst>
                    <a:cxn ang="0">
                      <a:pos x="0" y="0"/>
                    </a:cxn>
                    <a:cxn ang="0">
                      <a:pos x="11" y="13"/>
                    </a:cxn>
                    <a:cxn ang="0">
                      <a:pos x="6" y="16"/>
                    </a:cxn>
                  </a:cxnLst>
                  <a:rect l="0" t="0" r="r" b="b"/>
                  <a:pathLst>
                    <a:path w="11" h="16">
                      <a:moveTo>
                        <a:pt x="0" y="0"/>
                      </a:moveTo>
                      <a:lnTo>
                        <a:pt x="11" y="13"/>
                      </a:lnTo>
                      <a:lnTo>
                        <a:pt x="6"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73" name="任意多边形 11614"/>
                <p:cNvSpPr/>
                <p:nvPr/>
              </p:nvSpPr>
              <p:spPr bwMode="auto">
                <a:xfrm>
                  <a:off x="2284" y="3555"/>
                  <a:ext cx="22" cy="7"/>
                </a:xfrm>
                <a:custGeom>
                  <a:avLst/>
                  <a:gdLst/>
                  <a:ahLst/>
                  <a:cxnLst>
                    <a:cxn ang="0">
                      <a:pos x="20" y="0"/>
                    </a:cxn>
                    <a:cxn ang="0">
                      <a:pos x="2" y="0"/>
                    </a:cxn>
                    <a:cxn ang="0">
                      <a:pos x="0" y="7"/>
                    </a:cxn>
                    <a:cxn ang="0">
                      <a:pos x="22" y="7"/>
                    </a:cxn>
                    <a:cxn ang="0">
                      <a:pos x="20" y="0"/>
                    </a:cxn>
                  </a:cxnLst>
                  <a:rect l="0" t="0" r="r" b="b"/>
                  <a:pathLst>
                    <a:path w="22" h="7">
                      <a:moveTo>
                        <a:pt x="20" y="0"/>
                      </a:moveTo>
                      <a:lnTo>
                        <a:pt x="2" y="0"/>
                      </a:lnTo>
                      <a:lnTo>
                        <a:pt x="0" y="7"/>
                      </a:lnTo>
                      <a:lnTo>
                        <a:pt x="22" y="7"/>
                      </a:lnTo>
                      <a:lnTo>
                        <a:pt x="20"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72" name="任意多边形 11615"/>
                <p:cNvSpPr/>
                <p:nvPr/>
              </p:nvSpPr>
              <p:spPr bwMode="auto">
                <a:xfrm>
                  <a:off x="2281" y="3520"/>
                  <a:ext cx="5" cy="42"/>
                </a:xfrm>
                <a:custGeom>
                  <a:avLst/>
                  <a:gdLst/>
                  <a:ahLst/>
                  <a:cxnLst>
                    <a:cxn ang="0">
                      <a:pos x="5" y="0"/>
                    </a:cxn>
                    <a:cxn ang="0">
                      <a:pos x="0" y="37"/>
                    </a:cxn>
                    <a:cxn ang="0">
                      <a:pos x="3" y="42"/>
                    </a:cxn>
                  </a:cxnLst>
                  <a:rect l="0" t="0" r="r" b="b"/>
                  <a:pathLst>
                    <a:path w="5" h="42">
                      <a:moveTo>
                        <a:pt x="5" y="0"/>
                      </a:moveTo>
                      <a:lnTo>
                        <a:pt x="0" y="37"/>
                      </a:lnTo>
                      <a:lnTo>
                        <a:pt x="3" y="42"/>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71" name="矩形 11616"/>
                <p:cNvSpPr>
                  <a:spLocks noChangeArrowheads="1"/>
                </p:cNvSpPr>
                <p:nvPr/>
              </p:nvSpPr>
              <p:spPr bwMode="auto">
                <a:xfrm>
                  <a:off x="2286" y="3521"/>
                  <a:ext cx="18" cy="33"/>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70" name="任意多边形 11617"/>
                <p:cNvSpPr/>
                <p:nvPr/>
              </p:nvSpPr>
              <p:spPr bwMode="auto">
                <a:xfrm>
                  <a:off x="2304" y="3520"/>
                  <a:ext cx="2" cy="42"/>
                </a:xfrm>
                <a:custGeom>
                  <a:avLst/>
                  <a:gdLst/>
                  <a:ahLst/>
                  <a:cxnLst>
                    <a:cxn ang="0">
                      <a:pos x="0" y="0"/>
                    </a:cxn>
                    <a:cxn ang="0">
                      <a:pos x="2" y="34"/>
                    </a:cxn>
                    <a:cxn ang="0">
                      <a:pos x="2" y="42"/>
                    </a:cxn>
                  </a:cxnLst>
                  <a:rect l="0" t="0" r="r" b="b"/>
                  <a:pathLst>
                    <a:path w="2" h="42">
                      <a:moveTo>
                        <a:pt x="0" y="0"/>
                      </a:moveTo>
                      <a:lnTo>
                        <a:pt x="2" y="34"/>
                      </a:lnTo>
                      <a:lnTo>
                        <a:pt x="2" y="42"/>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69" name="任意多边形 11618"/>
                <p:cNvSpPr/>
                <p:nvPr/>
              </p:nvSpPr>
              <p:spPr bwMode="auto">
                <a:xfrm>
                  <a:off x="1862" y="3448"/>
                  <a:ext cx="19" cy="13"/>
                </a:xfrm>
                <a:custGeom>
                  <a:avLst/>
                  <a:gdLst/>
                  <a:ahLst/>
                  <a:cxnLst>
                    <a:cxn ang="0">
                      <a:pos x="17" y="0"/>
                    </a:cxn>
                    <a:cxn ang="0">
                      <a:pos x="4" y="0"/>
                    </a:cxn>
                    <a:cxn ang="0">
                      <a:pos x="0" y="13"/>
                    </a:cxn>
                    <a:cxn ang="0">
                      <a:pos x="19" y="13"/>
                    </a:cxn>
                    <a:cxn ang="0">
                      <a:pos x="17" y="0"/>
                    </a:cxn>
                  </a:cxnLst>
                  <a:rect l="0" t="0" r="r" b="b"/>
                  <a:pathLst>
                    <a:path w="19" h="13">
                      <a:moveTo>
                        <a:pt x="17" y="0"/>
                      </a:moveTo>
                      <a:lnTo>
                        <a:pt x="4" y="0"/>
                      </a:lnTo>
                      <a:lnTo>
                        <a:pt x="0" y="13"/>
                      </a:lnTo>
                      <a:lnTo>
                        <a:pt x="19"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68" name="矩形 11619"/>
                <p:cNvSpPr>
                  <a:spLocks noChangeArrowheads="1"/>
                </p:cNvSpPr>
                <p:nvPr/>
              </p:nvSpPr>
              <p:spPr bwMode="auto">
                <a:xfrm>
                  <a:off x="1866" y="344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67" name="任意多边形 11620"/>
                <p:cNvSpPr/>
                <p:nvPr/>
              </p:nvSpPr>
              <p:spPr bwMode="auto">
                <a:xfrm>
                  <a:off x="1859" y="3445"/>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66" name="任意多边形 11621"/>
                <p:cNvSpPr/>
                <p:nvPr/>
              </p:nvSpPr>
              <p:spPr bwMode="auto">
                <a:xfrm>
                  <a:off x="1879" y="3445"/>
                  <a:ext cx="5" cy="16"/>
                </a:xfrm>
                <a:custGeom>
                  <a:avLst/>
                  <a:gdLst/>
                  <a:ahLst/>
                  <a:cxnLst>
                    <a:cxn ang="0">
                      <a:pos x="0" y="0"/>
                    </a:cxn>
                    <a:cxn ang="0">
                      <a:pos x="5" y="14"/>
                    </a:cxn>
                    <a:cxn ang="0">
                      <a:pos x="4" y="16"/>
                    </a:cxn>
                  </a:cxnLst>
                  <a:rect l="0" t="0" r="r" b="b"/>
                  <a:pathLst>
                    <a:path w="5" h="16">
                      <a:moveTo>
                        <a:pt x="0" y="0"/>
                      </a:moveTo>
                      <a:lnTo>
                        <a:pt x="5"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65" name="任意多边形 11622"/>
                <p:cNvSpPr/>
                <p:nvPr/>
              </p:nvSpPr>
              <p:spPr bwMode="auto">
                <a:xfrm>
                  <a:off x="2108" y="3448"/>
                  <a:ext cx="42" cy="13"/>
                </a:xfrm>
                <a:custGeom>
                  <a:avLst/>
                  <a:gdLst/>
                  <a:ahLst/>
                  <a:cxnLst>
                    <a:cxn ang="0">
                      <a:pos x="36" y="0"/>
                    </a:cxn>
                    <a:cxn ang="0">
                      <a:pos x="7" y="0"/>
                    </a:cxn>
                    <a:cxn ang="0">
                      <a:pos x="0" y="13"/>
                    </a:cxn>
                    <a:cxn ang="0">
                      <a:pos x="42" y="13"/>
                    </a:cxn>
                    <a:cxn ang="0">
                      <a:pos x="36" y="0"/>
                    </a:cxn>
                  </a:cxnLst>
                  <a:rect l="0" t="0" r="r" b="b"/>
                  <a:pathLst>
                    <a:path w="42" h="13">
                      <a:moveTo>
                        <a:pt x="36" y="0"/>
                      </a:moveTo>
                      <a:lnTo>
                        <a:pt x="7" y="0"/>
                      </a:lnTo>
                      <a:lnTo>
                        <a:pt x="0" y="13"/>
                      </a:lnTo>
                      <a:lnTo>
                        <a:pt x="42" y="13"/>
                      </a:lnTo>
                      <a:lnTo>
                        <a:pt x="3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64" name="矩形 11623"/>
                <p:cNvSpPr>
                  <a:spLocks noChangeArrowheads="1"/>
                </p:cNvSpPr>
                <p:nvPr/>
              </p:nvSpPr>
              <p:spPr bwMode="auto">
                <a:xfrm>
                  <a:off x="2115" y="3445"/>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63" name="任意多边形 11624"/>
                <p:cNvSpPr/>
                <p:nvPr/>
              </p:nvSpPr>
              <p:spPr bwMode="auto">
                <a:xfrm>
                  <a:off x="2103" y="3445"/>
                  <a:ext cx="12" cy="16"/>
                </a:xfrm>
                <a:custGeom>
                  <a:avLst/>
                  <a:gdLst/>
                  <a:ahLst/>
                  <a:cxnLst>
                    <a:cxn ang="0">
                      <a:pos x="12" y="0"/>
                    </a:cxn>
                    <a:cxn ang="0">
                      <a:pos x="0" y="13"/>
                    </a:cxn>
                    <a:cxn ang="0">
                      <a:pos x="5" y="16"/>
                    </a:cxn>
                  </a:cxnLst>
                  <a:rect l="0" t="0" r="r" b="b"/>
                  <a:pathLst>
                    <a:path w="12" h="16">
                      <a:moveTo>
                        <a:pt x="12" y="0"/>
                      </a:moveTo>
                      <a:lnTo>
                        <a:pt x="0" y="13"/>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62" name="任意多边形 11625"/>
                <p:cNvSpPr/>
                <p:nvPr/>
              </p:nvSpPr>
              <p:spPr bwMode="auto">
                <a:xfrm>
                  <a:off x="2145" y="3445"/>
                  <a:ext cx="12" cy="16"/>
                </a:xfrm>
                <a:custGeom>
                  <a:avLst/>
                  <a:gdLst/>
                  <a:ahLst/>
                  <a:cxnLst>
                    <a:cxn ang="0">
                      <a:pos x="0" y="0"/>
                    </a:cxn>
                    <a:cxn ang="0">
                      <a:pos x="12" y="13"/>
                    </a:cxn>
                    <a:cxn ang="0">
                      <a:pos x="7" y="16"/>
                    </a:cxn>
                  </a:cxnLst>
                  <a:rect l="0" t="0" r="r" b="b"/>
                  <a:pathLst>
                    <a:path w="12" h="16">
                      <a:moveTo>
                        <a:pt x="0" y="0"/>
                      </a:moveTo>
                      <a:lnTo>
                        <a:pt x="12" y="13"/>
                      </a:lnTo>
                      <a:lnTo>
                        <a:pt x="7"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61" name="任意多边形 11626"/>
                <p:cNvSpPr/>
                <p:nvPr/>
              </p:nvSpPr>
              <p:spPr bwMode="auto">
                <a:xfrm>
                  <a:off x="2192" y="3448"/>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60" name="矩形 11627"/>
                <p:cNvSpPr>
                  <a:spLocks noChangeArrowheads="1"/>
                </p:cNvSpPr>
                <p:nvPr/>
              </p:nvSpPr>
              <p:spPr bwMode="auto">
                <a:xfrm>
                  <a:off x="2195" y="344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59" name="任意多边形 11628"/>
                <p:cNvSpPr/>
                <p:nvPr/>
              </p:nvSpPr>
              <p:spPr bwMode="auto">
                <a:xfrm>
                  <a:off x="2189" y="3445"/>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58" name="任意多边形 11629"/>
                <p:cNvSpPr/>
                <p:nvPr/>
              </p:nvSpPr>
              <p:spPr bwMode="auto">
                <a:xfrm>
                  <a:off x="2207" y="3445"/>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57" name="任意多边形 11630"/>
                <p:cNvSpPr/>
                <p:nvPr/>
              </p:nvSpPr>
              <p:spPr bwMode="auto">
                <a:xfrm>
                  <a:off x="2222" y="3448"/>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56" name="矩形 11631"/>
                <p:cNvSpPr>
                  <a:spLocks noChangeArrowheads="1"/>
                </p:cNvSpPr>
                <p:nvPr/>
              </p:nvSpPr>
              <p:spPr bwMode="auto">
                <a:xfrm>
                  <a:off x="2226" y="344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55" name="任意多边形 11632"/>
                <p:cNvSpPr/>
                <p:nvPr/>
              </p:nvSpPr>
              <p:spPr bwMode="auto">
                <a:xfrm>
                  <a:off x="2219" y="3445"/>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54" name="任意多边形 11633"/>
                <p:cNvSpPr/>
                <p:nvPr/>
              </p:nvSpPr>
              <p:spPr bwMode="auto">
                <a:xfrm>
                  <a:off x="2239" y="3445"/>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53" name="任意多边形 11634"/>
                <p:cNvSpPr/>
                <p:nvPr/>
              </p:nvSpPr>
              <p:spPr bwMode="auto">
                <a:xfrm>
                  <a:off x="2254" y="3448"/>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52" name="矩形 11635"/>
                <p:cNvSpPr>
                  <a:spLocks noChangeArrowheads="1"/>
                </p:cNvSpPr>
                <p:nvPr/>
              </p:nvSpPr>
              <p:spPr bwMode="auto">
                <a:xfrm>
                  <a:off x="2257" y="344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51" name="任意多边形 11636"/>
                <p:cNvSpPr/>
                <p:nvPr/>
              </p:nvSpPr>
              <p:spPr bwMode="auto">
                <a:xfrm>
                  <a:off x="2251" y="3445"/>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50" name="任意多边形 11637"/>
                <p:cNvSpPr/>
                <p:nvPr/>
              </p:nvSpPr>
              <p:spPr bwMode="auto">
                <a:xfrm>
                  <a:off x="2269" y="3445"/>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49" name="任意多边形 11638"/>
                <p:cNvSpPr/>
                <p:nvPr/>
              </p:nvSpPr>
              <p:spPr bwMode="auto">
                <a:xfrm>
                  <a:off x="2284" y="3448"/>
                  <a:ext cx="19" cy="13"/>
                </a:xfrm>
                <a:custGeom>
                  <a:avLst/>
                  <a:gdLst/>
                  <a:ahLst/>
                  <a:cxnLst>
                    <a:cxn ang="0">
                      <a:pos x="15" y="0"/>
                    </a:cxn>
                    <a:cxn ang="0">
                      <a:pos x="3" y="0"/>
                    </a:cxn>
                    <a:cxn ang="0">
                      <a:pos x="0" y="13"/>
                    </a:cxn>
                    <a:cxn ang="0">
                      <a:pos x="19" y="13"/>
                    </a:cxn>
                    <a:cxn ang="0">
                      <a:pos x="15" y="0"/>
                    </a:cxn>
                  </a:cxnLst>
                  <a:rect l="0" t="0" r="r" b="b"/>
                  <a:pathLst>
                    <a:path w="19" h="13">
                      <a:moveTo>
                        <a:pt x="15" y="0"/>
                      </a:moveTo>
                      <a:lnTo>
                        <a:pt x="3"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48" name="矩形 11639"/>
                <p:cNvSpPr>
                  <a:spLocks noChangeArrowheads="1"/>
                </p:cNvSpPr>
                <p:nvPr/>
              </p:nvSpPr>
              <p:spPr bwMode="auto">
                <a:xfrm>
                  <a:off x="2287" y="344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47" name="任意多边形 11640"/>
                <p:cNvSpPr/>
                <p:nvPr/>
              </p:nvSpPr>
              <p:spPr bwMode="auto">
                <a:xfrm>
                  <a:off x="2281" y="3445"/>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46" name="任意多边形 11641"/>
                <p:cNvSpPr/>
                <p:nvPr/>
              </p:nvSpPr>
              <p:spPr bwMode="auto">
                <a:xfrm>
                  <a:off x="2299" y="3445"/>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45" name="任意多边形 11642"/>
                <p:cNvSpPr/>
                <p:nvPr/>
              </p:nvSpPr>
              <p:spPr bwMode="auto">
                <a:xfrm>
                  <a:off x="2284" y="3503"/>
                  <a:ext cx="20" cy="12"/>
                </a:xfrm>
                <a:custGeom>
                  <a:avLst/>
                  <a:gdLst/>
                  <a:ahLst/>
                  <a:cxnLst>
                    <a:cxn ang="0">
                      <a:pos x="17" y="0"/>
                    </a:cxn>
                    <a:cxn ang="0">
                      <a:pos x="3" y="0"/>
                    </a:cxn>
                    <a:cxn ang="0">
                      <a:pos x="0" y="12"/>
                    </a:cxn>
                    <a:cxn ang="0">
                      <a:pos x="20" y="12"/>
                    </a:cxn>
                    <a:cxn ang="0">
                      <a:pos x="17" y="0"/>
                    </a:cxn>
                  </a:cxnLst>
                  <a:rect l="0" t="0" r="r" b="b"/>
                  <a:pathLst>
                    <a:path w="20" h="12">
                      <a:moveTo>
                        <a:pt x="17" y="0"/>
                      </a:moveTo>
                      <a:lnTo>
                        <a:pt x="3"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44" name="矩形 11643"/>
                <p:cNvSpPr>
                  <a:spLocks noChangeArrowheads="1"/>
                </p:cNvSpPr>
                <p:nvPr/>
              </p:nvSpPr>
              <p:spPr bwMode="auto">
                <a:xfrm>
                  <a:off x="2287" y="3498"/>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43" name="任意多边形 11644"/>
                <p:cNvSpPr/>
                <p:nvPr/>
              </p:nvSpPr>
              <p:spPr bwMode="auto">
                <a:xfrm>
                  <a:off x="2282" y="3497"/>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42" name="任意多边形 11645"/>
                <p:cNvSpPr/>
                <p:nvPr/>
              </p:nvSpPr>
              <p:spPr bwMode="auto">
                <a:xfrm>
                  <a:off x="2301" y="3497"/>
                  <a:ext cx="7" cy="18"/>
                </a:xfrm>
                <a:custGeom>
                  <a:avLst/>
                  <a:gdLst/>
                  <a:ahLst/>
                  <a:cxnLst>
                    <a:cxn ang="0">
                      <a:pos x="0" y="0"/>
                    </a:cxn>
                    <a:cxn ang="0">
                      <a:pos x="7" y="14"/>
                    </a:cxn>
                    <a:cxn ang="0">
                      <a:pos x="3" y="18"/>
                    </a:cxn>
                  </a:cxnLst>
                  <a:rect l="0" t="0" r="r" b="b"/>
                  <a:pathLst>
                    <a:path w="7" h="18">
                      <a:moveTo>
                        <a:pt x="0" y="0"/>
                      </a:moveTo>
                      <a:lnTo>
                        <a:pt x="7"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41" name="矩形 11646"/>
                <p:cNvSpPr>
                  <a:spLocks noChangeArrowheads="1"/>
                </p:cNvSpPr>
                <p:nvPr/>
              </p:nvSpPr>
              <p:spPr bwMode="auto">
                <a:xfrm>
                  <a:off x="2016" y="3531"/>
                  <a:ext cx="20"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40" name="任意多边形 11647"/>
                <p:cNvSpPr/>
                <p:nvPr/>
              </p:nvSpPr>
              <p:spPr bwMode="auto">
                <a:xfrm>
                  <a:off x="2013" y="3497"/>
                  <a:ext cx="5" cy="40"/>
                </a:xfrm>
                <a:custGeom>
                  <a:avLst/>
                  <a:gdLst/>
                  <a:ahLst/>
                  <a:cxnLst>
                    <a:cxn ang="0">
                      <a:pos x="5" y="0"/>
                    </a:cxn>
                    <a:cxn ang="0">
                      <a:pos x="0" y="37"/>
                    </a:cxn>
                    <a:cxn ang="0">
                      <a:pos x="3" y="40"/>
                    </a:cxn>
                  </a:cxnLst>
                  <a:rect l="0" t="0" r="r" b="b"/>
                  <a:pathLst>
                    <a:path w="5" h="40">
                      <a:moveTo>
                        <a:pt x="5" y="0"/>
                      </a:moveTo>
                      <a:lnTo>
                        <a:pt x="0" y="37"/>
                      </a:lnTo>
                      <a:lnTo>
                        <a:pt x="3" y="4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39" name="矩形 11648"/>
                <p:cNvSpPr>
                  <a:spLocks noChangeArrowheads="1"/>
                </p:cNvSpPr>
                <p:nvPr/>
              </p:nvSpPr>
              <p:spPr bwMode="auto">
                <a:xfrm>
                  <a:off x="2018" y="3497"/>
                  <a:ext cx="18" cy="3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38" name="任意多边形 11649"/>
                <p:cNvSpPr/>
                <p:nvPr/>
              </p:nvSpPr>
              <p:spPr bwMode="auto">
                <a:xfrm>
                  <a:off x="2036" y="3497"/>
                  <a:ext cx="2" cy="40"/>
                </a:xfrm>
                <a:custGeom>
                  <a:avLst/>
                  <a:gdLst/>
                  <a:ahLst/>
                  <a:cxnLst>
                    <a:cxn ang="0">
                      <a:pos x="0" y="0"/>
                    </a:cxn>
                    <a:cxn ang="0">
                      <a:pos x="2" y="32"/>
                    </a:cxn>
                    <a:cxn ang="0">
                      <a:pos x="2" y="40"/>
                    </a:cxn>
                  </a:cxnLst>
                  <a:rect l="0" t="0" r="r" b="b"/>
                  <a:pathLst>
                    <a:path w="2" h="40">
                      <a:moveTo>
                        <a:pt x="0" y="0"/>
                      </a:moveTo>
                      <a:lnTo>
                        <a:pt x="2" y="32"/>
                      </a:lnTo>
                      <a:lnTo>
                        <a:pt x="2" y="4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37" name="任意多边形 11650"/>
                <p:cNvSpPr/>
                <p:nvPr/>
              </p:nvSpPr>
              <p:spPr bwMode="auto">
                <a:xfrm>
                  <a:off x="1596" y="3503"/>
                  <a:ext cx="41" cy="12"/>
                </a:xfrm>
                <a:custGeom>
                  <a:avLst/>
                  <a:gdLst/>
                  <a:ahLst/>
                  <a:cxnLst>
                    <a:cxn ang="0">
                      <a:pos x="34" y="0"/>
                    </a:cxn>
                    <a:cxn ang="0">
                      <a:pos x="5" y="0"/>
                    </a:cxn>
                    <a:cxn ang="0">
                      <a:pos x="0" y="12"/>
                    </a:cxn>
                    <a:cxn ang="0">
                      <a:pos x="41" y="12"/>
                    </a:cxn>
                    <a:cxn ang="0">
                      <a:pos x="34" y="0"/>
                    </a:cxn>
                  </a:cxnLst>
                  <a:rect l="0" t="0" r="r" b="b"/>
                  <a:pathLst>
                    <a:path w="41" h="12">
                      <a:moveTo>
                        <a:pt x="34" y="0"/>
                      </a:moveTo>
                      <a:lnTo>
                        <a:pt x="5" y="0"/>
                      </a:lnTo>
                      <a:lnTo>
                        <a:pt x="0" y="12"/>
                      </a:lnTo>
                      <a:lnTo>
                        <a:pt x="41" y="12"/>
                      </a:lnTo>
                      <a:lnTo>
                        <a:pt x="34"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36" name="矩形 11651"/>
                <p:cNvSpPr>
                  <a:spLocks noChangeArrowheads="1"/>
                </p:cNvSpPr>
                <p:nvPr/>
              </p:nvSpPr>
              <p:spPr bwMode="auto">
                <a:xfrm>
                  <a:off x="1601" y="3498"/>
                  <a:ext cx="3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35" name="任意多边形 11652"/>
                <p:cNvSpPr/>
                <p:nvPr/>
              </p:nvSpPr>
              <p:spPr bwMode="auto">
                <a:xfrm>
                  <a:off x="1590" y="3498"/>
                  <a:ext cx="11" cy="17"/>
                </a:xfrm>
                <a:custGeom>
                  <a:avLst/>
                  <a:gdLst/>
                  <a:ahLst/>
                  <a:cxnLst>
                    <a:cxn ang="0">
                      <a:pos x="11" y="0"/>
                    </a:cxn>
                    <a:cxn ang="0">
                      <a:pos x="0" y="13"/>
                    </a:cxn>
                    <a:cxn ang="0">
                      <a:pos x="5" y="17"/>
                    </a:cxn>
                  </a:cxnLst>
                  <a:rect l="0" t="0" r="r" b="b"/>
                  <a:pathLst>
                    <a:path w="11" h="17">
                      <a:moveTo>
                        <a:pt x="11" y="0"/>
                      </a:moveTo>
                      <a:lnTo>
                        <a:pt x="0" y="13"/>
                      </a:lnTo>
                      <a:lnTo>
                        <a:pt x="5"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34" name="任意多边形 11653"/>
                <p:cNvSpPr/>
                <p:nvPr/>
              </p:nvSpPr>
              <p:spPr bwMode="auto">
                <a:xfrm>
                  <a:off x="1632" y="3498"/>
                  <a:ext cx="11" cy="17"/>
                </a:xfrm>
                <a:custGeom>
                  <a:avLst/>
                  <a:gdLst/>
                  <a:ahLst/>
                  <a:cxnLst>
                    <a:cxn ang="0">
                      <a:pos x="0" y="0"/>
                    </a:cxn>
                    <a:cxn ang="0">
                      <a:pos x="11" y="13"/>
                    </a:cxn>
                    <a:cxn ang="0">
                      <a:pos x="6" y="17"/>
                    </a:cxn>
                  </a:cxnLst>
                  <a:rect l="0" t="0" r="r" b="b"/>
                  <a:pathLst>
                    <a:path w="11" h="17">
                      <a:moveTo>
                        <a:pt x="0" y="0"/>
                      </a:moveTo>
                      <a:lnTo>
                        <a:pt x="11" y="13"/>
                      </a:lnTo>
                      <a:lnTo>
                        <a:pt x="6"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33" name="任意多边形 11654"/>
                <p:cNvSpPr/>
                <p:nvPr/>
              </p:nvSpPr>
              <p:spPr bwMode="auto">
                <a:xfrm>
                  <a:off x="1560" y="3549"/>
                  <a:ext cx="41" cy="13"/>
                </a:xfrm>
                <a:custGeom>
                  <a:avLst/>
                  <a:gdLst/>
                  <a:ahLst/>
                  <a:cxnLst>
                    <a:cxn ang="0">
                      <a:pos x="35" y="0"/>
                    </a:cxn>
                    <a:cxn ang="0">
                      <a:pos x="6" y="0"/>
                    </a:cxn>
                    <a:cxn ang="0">
                      <a:pos x="0" y="13"/>
                    </a:cxn>
                    <a:cxn ang="0">
                      <a:pos x="41" y="13"/>
                    </a:cxn>
                    <a:cxn ang="0">
                      <a:pos x="35" y="0"/>
                    </a:cxn>
                  </a:cxnLst>
                  <a:rect l="0" t="0" r="r" b="b"/>
                  <a:pathLst>
                    <a:path w="41" h="13">
                      <a:moveTo>
                        <a:pt x="35" y="0"/>
                      </a:moveTo>
                      <a:lnTo>
                        <a:pt x="6" y="0"/>
                      </a:lnTo>
                      <a:lnTo>
                        <a:pt x="0" y="13"/>
                      </a:lnTo>
                      <a:lnTo>
                        <a:pt x="41" y="13"/>
                      </a:lnTo>
                      <a:lnTo>
                        <a:pt x="3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32" name="矩形 11655"/>
                <p:cNvSpPr>
                  <a:spLocks noChangeArrowheads="1"/>
                </p:cNvSpPr>
                <p:nvPr/>
              </p:nvSpPr>
              <p:spPr bwMode="auto">
                <a:xfrm>
                  <a:off x="1566" y="3544"/>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31" name="任意多边形 11656"/>
                <p:cNvSpPr/>
                <p:nvPr/>
              </p:nvSpPr>
              <p:spPr bwMode="auto">
                <a:xfrm>
                  <a:off x="1555" y="3546"/>
                  <a:ext cx="10" cy="16"/>
                </a:xfrm>
                <a:custGeom>
                  <a:avLst/>
                  <a:gdLst/>
                  <a:ahLst/>
                  <a:cxnLst>
                    <a:cxn ang="0">
                      <a:pos x="10" y="0"/>
                    </a:cxn>
                    <a:cxn ang="0">
                      <a:pos x="0" y="13"/>
                    </a:cxn>
                    <a:cxn ang="0">
                      <a:pos x="3" y="16"/>
                    </a:cxn>
                  </a:cxnLst>
                  <a:rect l="0" t="0" r="r" b="b"/>
                  <a:pathLst>
                    <a:path w="10" h="16">
                      <a:moveTo>
                        <a:pt x="10" y="0"/>
                      </a:moveTo>
                      <a:lnTo>
                        <a:pt x="0" y="13"/>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30" name="任意多边形 11657"/>
                <p:cNvSpPr/>
                <p:nvPr/>
              </p:nvSpPr>
              <p:spPr bwMode="auto">
                <a:xfrm>
                  <a:off x="1596" y="3546"/>
                  <a:ext cx="12" cy="16"/>
                </a:xfrm>
                <a:custGeom>
                  <a:avLst/>
                  <a:gdLst/>
                  <a:ahLst/>
                  <a:cxnLst>
                    <a:cxn ang="0">
                      <a:pos x="0" y="0"/>
                    </a:cxn>
                    <a:cxn ang="0">
                      <a:pos x="12" y="13"/>
                    </a:cxn>
                    <a:cxn ang="0">
                      <a:pos x="7" y="16"/>
                    </a:cxn>
                  </a:cxnLst>
                  <a:rect l="0" t="0" r="r" b="b"/>
                  <a:pathLst>
                    <a:path w="12" h="16">
                      <a:moveTo>
                        <a:pt x="0" y="0"/>
                      </a:moveTo>
                      <a:lnTo>
                        <a:pt x="12" y="13"/>
                      </a:lnTo>
                      <a:lnTo>
                        <a:pt x="7"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29" name="任意多边形 11658"/>
                <p:cNvSpPr/>
                <p:nvPr/>
              </p:nvSpPr>
              <p:spPr bwMode="auto">
                <a:xfrm>
                  <a:off x="1528"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28" name="矩形 11659"/>
                <p:cNvSpPr>
                  <a:spLocks noChangeArrowheads="1"/>
                </p:cNvSpPr>
                <p:nvPr/>
              </p:nvSpPr>
              <p:spPr bwMode="auto">
                <a:xfrm>
                  <a:off x="1531"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27" name="任意多边形 11660"/>
                <p:cNvSpPr/>
                <p:nvPr/>
              </p:nvSpPr>
              <p:spPr bwMode="auto">
                <a:xfrm>
                  <a:off x="1524"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26" name="任意多边形 11661"/>
                <p:cNvSpPr/>
                <p:nvPr/>
              </p:nvSpPr>
              <p:spPr bwMode="auto">
                <a:xfrm>
                  <a:off x="1543" y="3544"/>
                  <a:ext cx="7" cy="18"/>
                </a:xfrm>
                <a:custGeom>
                  <a:avLst/>
                  <a:gdLst/>
                  <a:ahLst/>
                  <a:cxnLst>
                    <a:cxn ang="0">
                      <a:pos x="0" y="0"/>
                    </a:cxn>
                    <a:cxn ang="0">
                      <a:pos x="7" y="15"/>
                    </a:cxn>
                    <a:cxn ang="0">
                      <a:pos x="3" y="18"/>
                    </a:cxn>
                  </a:cxnLst>
                  <a:rect l="0" t="0" r="r" b="b"/>
                  <a:pathLst>
                    <a:path w="7" h="18">
                      <a:moveTo>
                        <a:pt x="0" y="0"/>
                      </a:moveTo>
                      <a:lnTo>
                        <a:pt x="7"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25" name="任意多边形 11662"/>
                <p:cNvSpPr/>
                <p:nvPr/>
              </p:nvSpPr>
              <p:spPr bwMode="auto">
                <a:xfrm>
                  <a:off x="1598" y="3573"/>
                  <a:ext cx="40" cy="13"/>
                </a:xfrm>
                <a:custGeom>
                  <a:avLst/>
                  <a:gdLst/>
                  <a:ahLst/>
                  <a:cxnLst>
                    <a:cxn ang="0">
                      <a:pos x="34" y="0"/>
                    </a:cxn>
                    <a:cxn ang="0">
                      <a:pos x="5" y="0"/>
                    </a:cxn>
                    <a:cxn ang="0">
                      <a:pos x="0" y="13"/>
                    </a:cxn>
                    <a:cxn ang="0">
                      <a:pos x="40" y="13"/>
                    </a:cxn>
                    <a:cxn ang="0">
                      <a:pos x="34" y="0"/>
                    </a:cxn>
                  </a:cxnLst>
                  <a:rect l="0" t="0" r="r" b="b"/>
                  <a:pathLst>
                    <a:path w="40" h="13">
                      <a:moveTo>
                        <a:pt x="34" y="0"/>
                      </a:moveTo>
                      <a:lnTo>
                        <a:pt x="5" y="0"/>
                      </a:lnTo>
                      <a:lnTo>
                        <a:pt x="0" y="13"/>
                      </a:lnTo>
                      <a:lnTo>
                        <a:pt x="40" y="13"/>
                      </a:lnTo>
                      <a:lnTo>
                        <a:pt x="34"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24" name="矩形 11663"/>
                <p:cNvSpPr>
                  <a:spLocks noChangeArrowheads="1"/>
                </p:cNvSpPr>
                <p:nvPr/>
              </p:nvSpPr>
              <p:spPr bwMode="auto">
                <a:xfrm>
                  <a:off x="1601" y="3568"/>
                  <a:ext cx="3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23" name="任意多边形 11664"/>
                <p:cNvSpPr/>
                <p:nvPr/>
              </p:nvSpPr>
              <p:spPr bwMode="auto">
                <a:xfrm>
                  <a:off x="1591" y="3568"/>
                  <a:ext cx="10" cy="17"/>
                </a:xfrm>
                <a:custGeom>
                  <a:avLst/>
                  <a:gdLst/>
                  <a:ahLst/>
                  <a:cxnLst>
                    <a:cxn ang="0">
                      <a:pos x="10" y="0"/>
                    </a:cxn>
                    <a:cxn ang="0">
                      <a:pos x="0" y="15"/>
                    </a:cxn>
                    <a:cxn ang="0">
                      <a:pos x="5" y="17"/>
                    </a:cxn>
                  </a:cxnLst>
                  <a:rect l="0" t="0" r="r" b="b"/>
                  <a:pathLst>
                    <a:path w="10" h="17">
                      <a:moveTo>
                        <a:pt x="10" y="0"/>
                      </a:moveTo>
                      <a:lnTo>
                        <a:pt x="0" y="15"/>
                      </a:lnTo>
                      <a:lnTo>
                        <a:pt x="5"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22" name="任意多边形 11665"/>
                <p:cNvSpPr/>
                <p:nvPr/>
              </p:nvSpPr>
              <p:spPr bwMode="auto">
                <a:xfrm>
                  <a:off x="1633" y="3568"/>
                  <a:ext cx="10" cy="17"/>
                </a:xfrm>
                <a:custGeom>
                  <a:avLst/>
                  <a:gdLst/>
                  <a:ahLst/>
                  <a:cxnLst>
                    <a:cxn ang="0">
                      <a:pos x="0" y="0"/>
                    </a:cxn>
                    <a:cxn ang="0">
                      <a:pos x="10" y="15"/>
                    </a:cxn>
                    <a:cxn ang="0">
                      <a:pos x="5" y="17"/>
                    </a:cxn>
                  </a:cxnLst>
                  <a:rect l="0" t="0" r="r" b="b"/>
                  <a:pathLst>
                    <a:path w="10" h="17">
                      <a:moveTo>
                        <a:pt x="0" y="0"/>
                      </a:moveTo>
                      <a:lnTo>
                        <a:pt x="10" y="15"/>
                      </a:lnTo>
                      <a:lnTo>
                        <a:pt x="5"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21" name="任意多边形 11666"/>
                <p:cNvSpPr/>
                <p:nvPr/>
              </p:nvSpPr>
              <p:spPr bwMode="auto">
                <a:xfrm>
                  <a:off x="1615"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20" name="矩形 11667"/>
                <p:cNvSpPr>
                  <a:spLocks noChangeArrowheads="1"/>
                </p:cNvSpPr>
                <p:nvPr/>
              </p:nvSpPr>
              <p:spPr bwMode="auto">
                <a:xfrm>
                  <a:off x="1618"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19" name="任意多边形 11668"/>
                <p:cNvSpPr/>
                <p:nvPr/>
              </p:nvSpPr>
              <p:spPr bwMode="auto">
                <a:xfrm>
                  <a:off x="1611"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18" name="任意多边形 11669"/>
                <p:cNvSpPr/>
                <p:nvPr/>
              </p:nvSpPr>
              <p:spPr bwMode="auto">
                <a:xfrm>
                  <a:off x="1630" y="3544"/>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17" name="任意多边形 11670"/>
                <p:cNvSpPr/>
                <p:nvPr/>
              </p:nvSpPr>
              <p:spPr bwMode="auto">
                <a:xfrm>
                  <a:off x="1650" y="3526"/>
                  <a:ext cx="18" cy="13"/>
                </a:xfrm>
                <a:custGeom>
                  <a:avLst/>
                  <a:gdLst/>
                  <a:ahLst/>
                  <a:cxnLst>
                    <a:cxn ang="0">
                      <a:pos x="17" y="0"/>
                    </a:cxn>
                    <a:cxn ang="0">
                      <a:pos x="3" y="0"/>
                    </a:cxn>
                    <a:cxn ang="0">
                      <a:pos x="0" y="13"/>
                    </a:cxn>
                    <a:cxn ang="0">
                      <a:pos x="18" y="13"/>
                    </a:cxn>
                    <a:cxn ang="0">
                      <a:pos x="17" y="0"/>
                    </a:cxn>
                  </a:cxnLst>
                  <a:rect l="0" t="0" r="r" b="b"/>
                  <a:pathLst>
                    <a:path w="18" h="13">
                      <a:moveTo>
                        <a:pt x="17" y="0"/>
                      </a:moveTo>
                      <a:lnTo>
                        <a:pt x="3" y="0"/>
                      </a:lnTo>
                      <a:lnTo>
                        <a:pt x="0" y="13"/>
                      </a:lnTo>
                      <a:lnTo>
                        <a:pt x="18"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16" name="矩形 11671"/>
                <p:cNvSpPr>
                  <a:spLocks noChangeArrowheads="1"/>
                </p:cNvSpPr>
                <p:nvPr/>
              </p:nvSpPr>
              <p:spPr bwMode="auto">
                <a:xfrm>
                  <a:off x="1653" y="3521"/>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15" name="任意多边形 11672"/>
                <p:cNvSpPr/>
                <p:nvPr/>
              </p:nvSpPr>
              <p:spPr bwMode="auto">
                <a:xfrm>
                  <a:off x="1647" y="3521"/>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14" name="任意多边形 11673"/>
                <p:cNvSpPr/>
                <p:nvPr/>
              </p:nvSpPr>
              <p:spPr bwMode="auto">
                <a:xfrm>
                  <a:off x="1667" y="3521"/>
                  <a:ext cx="5" cy="18"/>
                </a:xfrm>
                <a:custGeom>
                  <a:avLst/>
                  <a:gdLst/>
                  <a:ahLst/>
                  <a:cxnLst>
                    <a:cxn ang="0">
                      <a:pos x="0" y="0"/>
                    </a:cxn>
                    <a:cxn ang="0">
                      <a:pos x="5" y="15"/>
                    </a:cxn>
                    <a:cxn ang="0">
                      <a:pos x="3" y="18"/>
                    </a:cxn>
                  </a:cxnLst>
                  <a:rect l="0" t="0" r="r" b="b"/>
                  <a:pathLst>
                    <a:path w="5" h="18">
                      <a:moveTo>
                        <a:pt x="0" y="0"/>
                      </a:moveTo>
                      <a:lnTo>
                        <a:pt x="5"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13" name="任意多边形 11674"/>
                <p:cNvSpPr/>
                <p:nvPr/>
              </p:nvSpPr>
              <p:spPr bwMode="auto">
                <a:xfrm>
                  <a:off x="1949" y="3549"/>
                  <a:ext cx="19" cy="13"/>
                </a:xfrm>
                <a:custGeom>
                  <a:avLst/>
                  <a:gdLst/>
                  <a:ahLst/>
                  <a:cxnLst>
                    <a:cxn ang="0">
                      <a:pos x="16" y="0"/>
                    </a:cxn>
                    <a:cxn ang="0">
                      <a:pos x="4" y="0"/>
                    </a:cxn>
                    <a:cxn ang="0">
                      <a:pos x="0" y="13"/>
                    </a:cxn>
                    <a:cxn ang="0">
                      <a:pos x="19" y="13"/>
                    </a:cxn>
                    <a:cxn ang="0">
                      <a:pos x="16" y="0"/>
                    </a:cxn>
                  </a:cxnLst>
                  <a:rect l="0" t="0" r="r" b="b"/>
                  <a:pathLst>
                    <a:path w="19" h="13">
                      <a:moveTo>
                        <a:pt x="16" y="0"/>
                      </a:moveTo>
                      <a:lnTo>
                        <a:pt x="4" y="0"/>
                      </a:lnTo>
                      <a:lnTo>
                        <a:pt x="0" y="13"/>
                      </a:lnTo>
                      <a:lnTo>
                        <a:pt x="19"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12" name="矩形 11675"/>
                <p:cNvSpPr>
                  <a:spLocks noChangeArrowheads="1"/>
                </p:cNvSpPr>
                <p:nvPr/>
              </p:nvSpPr>
              <p:spPr bwMode="auto">
                <a:xfrm>
                  <a:off x="1953"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91" name="任意多边形 11676"/>
                <p:cNvSpPr/>
                <p:nvPr/>
              </p:nvSpPr>
              <p:spPr bwMode="auto">
                <a:xfrm>
                  <a:off x="1946"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90" name="任意多边形 11677"/>
                <p:cNvSpPr/>
                <p:nvPr/>
              </p:nvSpPr>
              <p:spPr bwMode="auto">
                <a:xfrm>
                  <a:off x="1965" y="3544"/>
                  <a:ext cx="6" cy="18"/>
                </a:xfrm>
                <a:custGeom>
                  <a:avLst/>
                  <a:gdLst/>
                  <a:ahLst/>
                  <a:cxnLst>
                    <a:cxn ang="0">
                      <a:pos x="0" y="0"/>
                    </a:cxn>
                    <a:cxn ang="0">
                      <a:pos x="6" y="15"/>
                    </a:cxn>
                    <a:cxn ang="0">
                      <a:pos x="5" y="18"/>
                    </a:cxn>
                  </a:cxnLst>
                  <a:rect l="0" t="0" r="r" b="b"/>
                  <a:pathLst>
                    <a:path w="6" h="18">
                      <a:moveTo>
                        <a:pt x="0" y="0"/>
                      </a:moveTo>
                      <a:lnTo>
                        <a:pt x="6"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89" name="直线 11678"/>
                <p:cNvSpPr>
                  <a:spLocks noChangeShapeType="1"/>
                </p:cNvSpPr>
                <p:nvPr/>
              </p:nvSpPr>
              <p:spPr bwMode="auto">
                <a:xfrm>
                  <a:off x="1538" y="3433"/>
                  <a:ext cx="768"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88" name="任意多边形 11679"/>
                <p:cNvSpPr/>
                <p:nvPr/>
              </p:nvSpPr>
              <p:spPr bwMode="auto">
                <a:xfrm>
                  <a:off x="1688" y="2923"/>
                  <a:ext cx="476" cy="398"/>
                </a:xfrm>
                <a:custGeom>
                  <a:avLst/>
                  <a:gdLst/>
                  <a:ahLst/>
                  <a:cxnLst>
                    <a:cxn ang="0">
                      <a:pos x="476" y="19"/>
                    </a:cxn>
                    <a:cxn ang="0">
                      <a:pos x="476" y="15"/>
                    </a:cxn>
                    <a:cxn ang="0">
                      <a:pos x="474" y="11"/>
                    </a:cxn>
                    <a:cxn ang="0">
                      <a:pos x="471" y="8"/>
                    </a:cxn>
                    <a:cxn ang="0">
                      <a:pos x="469" y="5"/>
                    </a:cxn>
                    <a:cxn ang="0">
                      <a:pos x="466" y="3"/>
                    </a:cxn>
                    <a:cxn ang="0">
                      <a:pos x="462" y="2"/>
                    </a:cxn>
                    <a:cxn ang="0">
                      <a:pos x="457" y="2"/>
                    </a:cxn>
                    <a:cxn ang="0">
                      <a:pos x="22" y="0"/>
                    </a:cxn>
                    <a:cxn ang="0">
                      <a:pos x="17" y="2"/>
                    </a:cxn>
                    <a:cxn ang="0">
                      <a:pos x="14" y="2"/>
                    </a:cxn>
                    <a:cxn ang="0">
                      <a:pos x="10" y="5"/>
                    </a:cxn>
                    <a:cxn ang="0">
                      <a:pos x="7" y="6"/>
                    </a:cxn>
                    <a:cxn ang="0">
                      <a:pos x="5" y="10"/>
                    </a:cxn>
                    <a:cxn ang="0">
                      <a:pos x="2" y="13"/>
                    </a:cxn>
                    <a:cxn ang="0">
                      <a:pos x="2" y="18"/>
                    </a:cxn>
                    <a:cxn ang="0">
                      <a:pos x="0" y="21"/>
                    </a:cxn>
                    <a:cxn ang="0">
                      <a:pos x="2" y="380"/>
                    </a:cxn>
                    <a:cxn ang="0">
                      <a:pos x="2" y="384"/>
                    </a:cxn>
                    <a:cxn ang="0">
                      <a:pos x="4" y="388"/>
                    </a:cxn>
                    <a:cxn ang="0">
                      <a:pos x="5" y="392"/>
                    </a:cxn>
                    <a:cxn ang="0">
                      <a:pos x="9" y="393"/>
                    </a:cxn>
                    <a:cxn ang="0">
                      <a:pos x="12" y="397"/>
                    </a:cxn>
                    <a:cxn ang="0">
                      <a:pos x="15" y="398"/>
                    </a:cxn>
                    <a:cxn ang="0">
                      <a:pos x="19" y="398"/>
                    </a:cxn>
                    <a:cxn ang="0">
                      <a:pos x="456" y="398"/>
                    </a:cxn>
                    <a:cxn ang="0">
                      <a:pos x="459" y="398"/>
                    </a:cxn>
                    <a:cxn ang="0">
                      <a:pos x="464" y="397"/>
                    </a:cxn>
                    <a:cxn ang="0">
                      <a:pos x="467" y="395"/>
                    </a:cxn>
                    <a:cxn ang="0">
                      <a:pos x="471" y="393"/>
                    </a:cxn>
                    <a:cxn ang="0">
                      <a:pos x="472" y="390"/>
                    </a:cxn>
                    <a:cxn ang="0">
                      <a:pos x="474" y="387"/>
                    </a:cxn>
                    <a:cxn ang="0">
                      <a:pos x="476" y="382"/>
                    </a:cxn>
                    <a:cxn ang="0">
                      <a:pos x="476" y="379"/>
                    </a:cxn>
                  </a:cxnLst>
                  <a:rect l="0" t="0" r="r" b="b"/>
                  <a:pathLst>
                    <a:path w="476" h="398">
                      <a:moveTo>
                        <a:pt x="476" y="21"/>
                      </a:moveTo>
                      <a:lnTo>
                        <a:pt x="476" y="19"/>
                      </a:lnTo>
                      <a:lnTo>
                        <a:pt x="476" y="18"/>
                      </a:lnTo>
                      <a:lnTo>
                        <a:pt x="476" y="15"/>
                      </a:lnTo>
                      <a:lnTo>
                        <a:pt x="474" y="13"/>
                      </a:lnTo>
                      <a:lnTo>
                        <a:pt x="474" y="11"/>
                      </a:lnTo>
                      <a:lnTo>
                        <a:pt x="472" y="10"/>
                      </a:lnTo>
                      <a:lnTo>
                        <a:pt x="471" y="8"/>
                      </a:lnTo>
                      <a:lnTo>
                        <a:pt x="471" y="6"/>
                      </a:lnTo>
                      <a:lnTo>
                        <a:pt x="469" y="5"/>
                      </a:lnTo>
                      <a:lnTo>
                        <a:pt x="467" y="5"/>
                      </a:lnTo>
                      <a:lnTo>
                        <a:pt x="466" y="3"/>
                      </a:lnTo>
                      <a:lnTo>
                        <a:pt x="464" y="2"/>
                      </a:lnTo>
                      <a:lnTo>
                        <a:pt x="462" y="2"/>
                      </a:lnTo>
                      <a:lnTo>
                        <a:pt x="459" y="2"/>
                      </a:lnTo>
                      <a:lnTo>
                        <a:pt x="457" y="2"/>
                      </a:lnTo>
                      <a:lnTo>
                        <a:pt x="456" y="0"/>
                      </a:lnTo>
                      <a:lnTo>
                        <a:pt x="22" y="0"/>
                      </a:lnTo>
                      <a:lnTo>
                        <a:pt x="19" y="2"/>
                      </a:lnTo>
                      <a:lnTo>
                        <a:pt x="17" y="2"/>
                      </a:lnTo>
                      <a:lnTo>
                        <a:pt x="15" y="2"/>
                      </a:lnTo>
                      <a:lnTo>
                        <a:pt x="14" y="2"/>
                      </a:lnTo>
                      <a:lnTo>
                        <a:pt x="12" y="3"/>
                      </a:lnTo>
                      <a:lnTo>
                        <a:pt x="10" y="5"/>
                      </a:lnTo>
                      <a:lnTo>
                        <a:pt x="9" y="5"/>
                      </a:lnTo>
                      <a:lnTo>
                        <a:pt x="7" y="6"/>
                      </a:lnTo>
                      <a:lnTo>
                        <a:pt x="5" y="8"/>
                      </a:lnTo>
                      <a:lnTo>
                        <a:pt x="5" y="10"/>
                      </a:lnTo>
                      <a:lnTo>
                        <a:pt x="4" y="11"/>
                      </a:lnTo>
                      <a:lnTo>
                        <a:pt x="2" y="13"/>
                      </a:lnTo>
                      <a:lnTo>
                        <a:pt x="2" y="15"/>
                      </a:lnTo>
                      <a:lnTo>
                        <a:pt x="2" y="18"/>
                      </a:lnTo>
                      <a:lnTo>
                        <a:pt x="2" y="19"/>
                      </a:lnTo>
                      <a:lnTo>
                        <a:pt x="0" y="21"/>
                      </a:lnTo>
                      <a:lnTo>
                        <a:pt x="0" y="379"/>
                      </a:lnTo>
                      <a:lnTo>
                        <a:pt x="2" y="380"/>
                      </a:lnTo>
                      <a:lnTo>
                        <a:pt x="2" y="382"/>
                      </a:lnTo>
                      <a:lnTo>
                        <a:pt x="2" y="384"/>
                      </a:lnTo>
                      <a:lnTo>
                        <a:pt x="2" y="387"/>
                      </a:lnTo>
                      <a:lnTo>
                        <a:pt x="4" y="388"/>
                      </a:lnTo>
                      <a:lnTo>
                        <a:pt x="5" y="390"/>
                      </a:lnTo>
                      <a:lnTo>
                        <a:pt x="5" y="392"/>
                      </a:lnTo>
                      <a:lnTo>
                        <a:pt x="7" y="393"/>
                      </a:lnTo>
                      <a:lnTo>
                        <a:pt x="9" y="393"/>
                      </a:lnTo>
                      <a:lnTo>
                        <a:pt x="10" y="395"/>
                      </a:lnTo>
                      <a:lnTo>
                        <a:pt x="12" y="397"/>
                      </a:lnTo>
                      <a:lnTo>
                        <a:pt x="14" y="397"/>
                      </a:lnTo>
                      <a:lnTo>
                        <a:pt x="15" y="398"/>
                      </a:lnTo>
                      <a:lnTo>
                        <a:pt x="17" y="398"/>
                      </a:lnTo>
                      <a:lnTo>
                        <a:pt x="19" y="398"/>
                      </a:lnTo>
                      <a:lnTo>
                        <a:pt x="22" y="398"/>
                      </a:lnTo>
                      <a:lnTo>
                        <a:pt x="456" y="398"/>
                      </a:lnTo>
                      <a:lnTo>
                        <a:pt x="457" y="398"/>
                      </a:lnTo>
                      <a:lnTo>
                        <a:pt x="459" y="398"/>
                      </a:lnTo>
                      <a:lnTo>
                        <a:pt x="462" y="398"/>
                      </a:lnTo>
                      <a:lnTo>
                        <a:pt x="464" y="397"/>
                      </a:lnTo>
                      <a:lnTo>
                        <a:pt x="466" y="397"/>
                      </a:lnTo>
                      <a:lnTo>
                        <a:pt x="467" y="395"/>
                      </a:lnTo>
                      <a:lnTo>
                        <a:pt x="469" y="393"/>
                      </a:lnTo>
                      <a:lnTo>
                        <a:pt x="471" y="393"/>
                      </a:lnTo>
                      <a:lnTo>
                        <a:pt x="471" y="392"/>
                      </a:lnTo>
                      <a:lnTo>
                        <a:pt x="472" y="390"/>
                      </a:lnTo>
                      <a:lnTo>
                        <a:pt x="474" y="388"/>
                      </a:lnTo>
                      <a:lnTo>
                        <a:pt x="474" y="387"/>
                      </a:lnTo>
                      <a:lnTo>
                        <a:pt x="476" y="384"/>
                      </a:lnTo>
                      <a:lnTo>
                        <a:pt x="476" y="382"/>
                      </a:lnTo>
                      <a:lnTo>
                        <a:pt x="476" y="380"/>
                      </a:lnTo>
                      <a:lnTo>
                        <a:pt x="476" y="379"/>
                      </a:lnTo>
                      <a:lnTo>
                        <a:pt x="476" y="21"/>
                      </a:lnTo>
                      <a:close/>
                    </a:path>
                  </a:pathLst>
                </a:custGeom>
                <a:solidFill>
                  <a:srgbClr val="E5E5E5"/>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238587" name="任意多边形 11680"/>
                <p:cNvSpPr/>
                <p:nvPr/>
              </p:nvSpPr>
              <p:spPr bwMode="auto">
                <a:xfrm>
                  <a:off x="1688" y="2923"/>
                  <a:ext cx="476" cy="398"/>
                </a:xfrm>
                <a:custGeom>
                  <a:avLst/>
                  <a:gdLst/>
                  <a:ahLst/>
                  <a:cxnLst>
                    <a:cxn ang="0">
                      <a:pos x="476" y="19"/>
                    </a:cxn>
                    <a:cxn ang="0">
                      <a:pos x="476" y="15"/>
                    </a:cxn>
                    <a:cxn ang="0">
                      <a:pos x="474" y="11"/>
                    </a:cxn>
                    <a:cxn ang="0">
                      <a:pos x="471" y="8"/>
                    </a:cxn>
                    <a:cxn ang="0">
                      <a:pos x="469" y="5"/>
                    </a:cxn>
                    <a:cxn ang="0">
                      <a:pos x="466" y="3"/>
                    </a:cxn>
                    <a:cxn ang="0">
                      <a:pos x="462" y="2"/>
                    </a:cxn>
                    <a:cxn ang="0">
                      <a:pos x="457" y="2"/>
                    </a:cxn>
                    <a:cxn ang="0">
                      <a:pos x="22" y="0"/>
                    </a:cxn>
                    <a:cxn ang="0">
                      <a:pos x="17" y="2"/>
                    </a:cxn>
                    <a:cxn ang="0">
                      <a:pos x="14" y="2"/>
                    </a:cxn>
                    <a:cxn ang="0">
                      <a:pos x="10" y="5"/>
                    </a:cxn>
                    <a:cxn ang="0">
                      <a:pos x="7" y="6"/>
                    </a:cxn>
                    <a:cxn ang="0">
                      <a:pos x="5" y="10"/>
                    </a:cxn>
                    <a:cxn ang="0">
                      <a:pos x="2" y="13"/>
                    </a:cxn>
                    <a:cxn ang="0">
                      <a:pos x="2" y="18"/>
                    </a:cxn>
                    <a:cxn ang="0">
                      <a:pos x="0" y="21"/>
                    </a:cxn>
                    <a:cxn ang="0">
                      <a:pos x="2" y="380"/>
                    </a:cxn>
                    <a:cxn ang="0">
                      <a:pos x="2" y="384"/>
                    </a:cxn>
                    <a:cxn ang="0">
                      <a:pos x="4" y="388"/>
                    </a:cxn>
                    <a:cxn ang="0">
                      <a:pos x="5" y="392"/>
                    </a:cxn>
                    <a:cxn ang="0">
                      <a:pos x="9" y="393"/>
                    </a:cxn>
                    <a:cxn ang="0">
                      <a:pos x="12" y="397"/>
                    </a:cxn>
                    <a:cxn ang="0">
                      <a:pos x="15" y="398"/>
                    </a:cxn>
                    <a:cxn ang="0">
                      <a:pos x="19" y="398"/>
                    </a:cxn>
                    <a:cxn ang="0">
                      <a:pos x="456" y="398"/>
                    </a:cxn>
                    <a:cxn ang="0">
                      <a:pos x="459" y="398"/>
                    </a:cxn>
                    <a:cxn ang="0">
                      <a:pos x="464" y="397"/>
                    </a:cxn>
                    <a:cxn ang="0">
                      <a:pos x="467" y="395"/>
                    </a:cxn>
                    <a:cxn ang="0">
                      <a:pos x="471" y="393"/>
                    </a:cxn>
                    <a:cxn ang="0">
                      <a:pos x="472" y="390"/>
                    </a:cxn>
                    <a:cxn ang="0">
                      <a:pos x="474" y="387"/>
                    </a:cxn>
                    <a:cxn ang="0">
                      <a:pos x="476" y="382"/>
                    </a:cxn>
                    <a:cxn ang="0">
                      <a:pos x="476" y="379"/>
                    </a:cxn>
                  </a:cxnLst>
                  <a:rect l="0" t="0" r="r" b="b"/>
                  <a:pathLst>
                    <a:path w="476" h="398">
                      <a:moveTo>
                        <a:pt x="476" y="21"/>
                      </a:moveTo>
                      <a:lnTo>
                        <a:pt x="476" y="19"/>
                      </a:lnTo>
                      <a:lnTo>
                        <a:pt x="476" y="18"/>
                      </a:lnTo>
                      <a:lnTo>
                        <a:pt x="476" y="15"/>
                      </a:lnTo>
                      <a:lnTo>
                        <a:pt x="474" y="13"/>
                      </a:lnTo>
                      <a:lnTo>
                        <a:pt x="474" y="11"/>
                      </a:lnTo>
                      <a:lnTo>
                        <a:pt x="472" y="10"/>
                      </a:lnTo>
                      <a:lnTo>
                        <a:pt x="471" y="8"/>
                      </a:lnTo>
                      <a:lnTo>
                        <a:pt x="471" y="6"/>
                      </a:lnTo>
                      <a:lnTo>
                        <a:pt x="469" y="5"/>
                      </a:lnTo>
                      <a:lnTo>
                        <a:pt x="467" y="5"/>
                      </a:lnTo>
                      <a:lnTo>
                        <a:pt x="466" y="3"/>
                      </a:lnTo>
                      <a:lnTo>
                        <a:pt x="464" y="2"/>
                      </a:lnTo>
                      <a:lnTo>
                        <a:pt x="462" y="2"/>
                      </a:lnTo>
                      <a:lnTo>
                        <a:pt x="459" y="2"/>
                      </a:lnTo>
                      <a:lnTo>
                        <a:pt x="457" y="2"/>
                      </a:lnTo>
                      <a:lnTo>
                        <a:pt x="456" y="0"/>
                      </a:lnTo>
                      <a:lnTo>
                        <a:pt x="22" y="0"/>
                      </a:lnTo>
                      <a:lnTo>
                        <a:pt x="19" y="2"/>
                      </a:lnTo>
                      <a:lnTo>
                        <a:pt x="17" y="2"/>
                      </a:lnTo>
                      <a:lnTo>
                        <a:pt x="15" y="2"/>
                      </a:lnTo>
                      <a:lnTo>
                        <a:pt x="14" y="2"/>
                      </a:lnTo>
                      <a:lnTo>
                        <a:pt x="12" y="3"/>
                      </a:lnTo>
                      <a:lnTo>
                        <a:pt x="10" y="5"/>
                      </a:lnTo>
                      <a:lnTo>
                        <a:pt x="9" y="5"/>
                      </a:lnTo>
                      <a:lnTo>
                        <a:pt x="7" y="6"/>
                      </a:lnTo>
                      <a:lnTo>
                        <a:pt x="5" y="8"/>
                      </a:lnTo>
                      <a:lnTo>
                        <a:pt x="5" y="10"/>
                      </a:lnTo>
                      <a:lnTo>
                        <a:pt x="4" y="11"/>
                      </a:lnTo>
                      <a:lnTo>
                        <a:pt x="2" y="13"/>
                      </a:lnTo>
                      <a:lnTo>
                        <a:pt x="2" y="15"/>
                      </a:lnTo>
                      <a:lnTo>
                        <a:pt x="2" y="18"/>
                      </a:lnTo>
                      <a:lnTo>
                        <a:pt x="2" y="19"/>
                      </a:lnTo>
                      <a:lnTo>
                        <a:pt x="0" y="21"/>
                      </a:lnTo>
                      <a:lnTo>
                        <a:pt x="0" y="379"/>
                      </a:lnTo>
                      <a:lnTo>
                        <a:pt x="2" y="380"/>
                      </a:lnTo>
                      <a:lnTo>
                        <a:pt x="2" y="382"/>
                      </a:lnTo>
                      <a:lnTo>
                        <a:pt x="2" y="384"/>
                      </a:lnTo>
                      <a:lnTo>
                        <a:pt x="2" y="387"/>
                      </a:lnTo>
                      <a:lnTo>
                        <a:pt x="4" y="388"/>
                      </a:lnTo>
                      <a:lnTo>
                        <a:pt x="5" y="390"/>
                      </a:lnTo>
                      <a:lnTo>
                        <a:pt x="5" y="392"/>
                      </a:lnTo>
                      <a:lnTo>
                        <a:pt x="7" y="393"/>
                      </a:lnTo>
                      <a:lnTo>
                        <a:pt x="9" y="393"/>
                      </a:lnTo>
                      <a:lnTo>
                        <a:pt x="10" y="395"/>
                      </a:lnTo>
                      <a:lnTo>
                        <a:pt x="12" y="397"/>
                      </a:lnTo>
                      <a:lnTo>
                        <a:pt x="14" y="397"/>
                      </a:lnTo>
                      <a:lnTo>
                        <a:pt x="15" y="398"/>
                      </a:lnTo>
                      <a:lnTo>
                        <a:pt x="17" y="398"/>
                      </a:lnTo>
                      <a:lnTo>
                        <a:pt x="19" y="398"/>
                      </a:lnTo>
                      <a:lnTo>
                        <a:pt x="22" y="398"/>
                      </a:lnTo>
                      <a:lnTo>
                        <a:pt x="456" y="398"/>
                      </a:lnTo>
                      <a:lnTo>
                        <a:pt x="457" y="398"/>
                      </a:lnTo>
                      <a:lnTo>
                        <a:pt x="459" y="398"/>
                      </a:lnTo>
                      <a:lnTo>
                        <a:pt x="462" y="398"/>
                      </a:lnTo>
                      <a:lnTo>
                        <a:pt x="464" y="397"/>
                      </a:lnTo>
                      <a:lnTo>
                        <a:pt x="466" y="397"/>
                      </a:lnTo>
                      <a:lnTo>
                        <a:pt x="467" y="395"/>
                      </a:lnTo>
                      <a:lnTo>
                        <a:pt x="469" y="393"/>
                      </a:lnTo>
                      <a:lnTo>
                        <a:pt x="471" y="393"/>
                      </a:lnTo>
                      <a:lnTo>
                        <a:pt x="471" y="392"/>
                      </a:lnTo>
                      <a:lnTo>
                        <a:pt x="472" y="390"/>
                      </a:lnTo>
                      <a:lnTo>
                        <a:pt x="474" y="388"/>
                      </a:lnTo>
                      <a:lnTo>
                        <a:pt x="474" y="387"/>
                      </a:lnTo>
                      <a:lnTo>
                        <a:pt x="476" y="384"/>
                      </a:lnTo>
                      <a:lnTo>
                        <a:pt x="476" y="382"/>
                      </a:lnTo>
                      <a:lnTo>
                        <a:pt x="476" y="380"/>
                      </a:lnTo>
                      <a:lnTo>
                        <a:pt x="476" y="379"/>
                      </a:lnTo>
                      <a:lnTo>
                        <a:pt x="476" y="21"/>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8586" name="任意多边形 11681"/>
                <p:cNvSpPr/>
                <p:nvPr/>
              </p:nvSpPr>
              <p:spPr bwMode="auto">
                <a:xfrm>
                  <a:off x="1729" y="2977"/>
                  <a:ext cx="396" cy="292"/>
                </a:xfrm>
                <a:custGeom>
                  <a:avLst/>
                  <a:gdLst/>
                  <a:ahLst/>
                  <a:cxnLst>
                    <a:cxn ang="0">
                      <a:pos x="396" y="19"/>
                    </a:cxn>
                    <a:cxn ang="0">
                      <a:pos x="394" y="14"/>
                    </a:cxn>
                    <a:cxn ang="0">
                      <a:pos x="393" y="11"/>
                    </a:cxn>
                    <a:cxn ang="0">
                      <a:pos x="391" y="8"/>
                    </a:cxn>
                    <a:cxn ang="0">
                      <a:pos x="388" y="4"/>
                    </a:cxn>
                    <a:cxn ang="0">
                      <a:pos x="384" y="3"/>
                    </a:cxn>
                    <a:cxn ang="0">
                      <a:pos x="381" y="1"/>
                    </a:cxn>
                    <a:cxn ang="0">
                      <a:pos x="378" y="0"/>
                    </a:cxn>
                    <a:cxn ang="0">
                      <a:pos x="20" y="0"/>
                    </a:cxn>
                    <a:cxn ang="0">
                      <a:pos x="16" y="1"/>
                    </a:cxn>
                    <a:cxn ang="0">
                      <a:pos x="11" y="1"/>
                    </a:cxn>
                    <a:cxn ang="0">
                      <a:pos x="8" y="3"/>
                    </a:cxn>
                    <a:cxn ang="0">
                      <a:pos x="6" y="6"/>
                    </a:cxn>
                    <a:cxn ang="0">
                      <a:pos x="3" y="9"/>
                    </a:cxn>
                    <a:cxn ang="0">
                      <a:pos x="1" y="13"/>
                    </a:cxn>
                    <a:cxn ang="0">
                      <a:pos x="0" y="16"/>
                    </a:cxn>
                    <a:cxn ang="0">
                      <a:pos x="0" y="21"/>
                    </a:cxn>
                    <a:cxn ang="0">
                      <a:pos x="0" y="273"/>
                    </a:cxn>
                    <a:cxn ang="0">
                      <a:pos x="1" y="278"/>
                    </a:cxn>
                    <a:cxn ang="0">
                      <a:pos x="1" y="281"/>
                    </a:cxn>
                    <a:cxn ang="0">
                      <a:pos x="5" y="284"/>
                    </a:cxn>
                    <a:cxn ang="0">
                      <a:pos x="6" y="287"/>
                    </a:cxn>
                    <a:cxn ang="0">
                      <a:pos x="10" y="289"/>
                    </a:cxn>
                    <a:cxn ang="0">
                      <a:pos x="15" y="291"/>
                    </a:cxn>
                    <a:cxn ang="0">
                      <a:pos x="18" y="291"/>
                    </a:cxn>
                    <a:cxn ang="0">
                      <a:pos x="374" y="292"/>
                    </a:cxn>
                    <a:cxn ang="0">
                      <a:pos x="379" y="291"/>
                    </a:cxn>
                    <a:cxn ang="0">
                      <a:pos x="383" y="291"/>
                    </a:cxn>
                    <a:cxn ang="0">
                      <a:pos x="386" y="287"/>
                    </a:cxn>
                    <a:cxn ang="0">
                      <a:pos x="389" y="286"/>
                    </a:cxn>
                    <a:cxn ang="0">
                      <a:pos x="393" y="282"/>
                    </a:cxn>
                    <a:cxn ang="0">
                      <a:pos x="394" y="279"/>
                    </a:cxn>
                    <a:cxn ang="0">
                      <a:pos x="394" y="274"/>
                    </a:cxn>
                    <a:cxn ang="0">
                      <a:pos x="396" y="271"/>
                    </a:cxn>
                  </a:cxnLst>
                  <a:rect l="0" t="0" r="r" b="b"/>
                  <a:pathLst>
                    <a:path w="396" h="292">
                      <a:moveTo>
                        <a:pt x="396" y="21"/>
                      </a:moveTo>
                      <a:lnTo>
                        <a:pt x="396" y="19"/>
                      </a:lnTo>
                      <a:lnTo>
                        <a:pt x="394" y="16"/>
                      </a:lnTo>
                      <a:lnTo>
                        <a:pt x="394" y="14"/>
                      </a:lnTo>
                      <a:lnTo>
                        <a:pt x="394" y="13"/>
                      </a:lnTo>
                      <a:lnTo>
                        <a:pt x="393" y="11"/>
                      </a:lnTo>
                      <a:lnTo>
                        <a:pt x="393" y="9"/>
                      </a:lnTo>
                      <a:lnTo>
                        <a:pt x="391" y="8"/>
                      </a:lnTo>
                      <a:lnTo>
                        <a:pt x="389" y="6"/>
                      </a:lnTo>
                      <a:lnTo>
                        <a:pt x="388" y="4"/>
                      </a:lnTo>
                      <a:lnTo>
                        <a:pt x="386" y="3"/>
                      </a:lnTo>
                      <a:lnTo>
                        <a:pt x="384" y="3"/>
                      </a:lnTo>
                      <a:lnTo>
                        <a:pt x="383" y="1"/>
                      </a:lnTo>
                      <a:lnTo>
                        <a:pt x="381" y="1"/>
                      </a:lnTo>
                      <a:lnTo>
                        <a:pt x="379" y="1"/>
                      </a:lnTo>
                      <a:lnTo>
                        <a:pt x="378" y="0"/>
                      </a:lnTo>
                      <a:lnTo>
                        <a:pt x="374" y="0"/>
                      </a:lnTo>
                      <a:lnTo>
                        <a:pt x="20" y="0"/>
                      </a:lnTo>
                      <a:lnTo>
                        <a:pt x="18" y="0"/>
                      </a:lnTo>
                      <a:lnTo>
                        <a:pt x="16" y="1"/>
                      </a:lnTo>
                      <a:lnTo>
                        <a:pt x="15" y="1"/>
                      </a:lnTo>
                      <a:lnTo>
                        <a:pt x="11" y="1"/>
                      </a:lnTo>
                      <a:lnTo>
                        <a:pt x="10" y="3"/>
                      </a:lnTo>
                      <a:lnTo>
                        <a:pt x="8" y="3"/>
                      </a:lnTo>
                      <a:lnTo>
                        <a:pt x="6" y="4"/>
                      </a:lnTo>
                      <a:lnTo>
                        <a:pt x="6" y="6"/>
                      </a:lnTo>
                      <a:lnTo>
                        <a:pt x="5" y="8"/>
                      </a:lnTo>
                      <a:lnTo>
                        <a:pt x="3" y="9"/>
                      </a:lnTo>
                      <a:lnTo>
                        <a:pt x="1" y="11"/>
                      </a:lnTo>
                      <a:lnTo>
                        <a:pt x="1" y="13"/>
                      </a:lnTo>
                      <a:lnTo>
                        <a:pt x="1" y="14"/>
                      </a:lnTo>
                      <a:lnTo>
                        <a:pt x="0" y="16"/>
                      </a:lnTo>
                      <a:lnTo>
                        <a:pt x="0" y="19"/>
                      </a:lnTo>
                      <a:lnTo>
                        <a:pt x="0" y="21"/>
                      </a:lnTo>
                      <a:lnTo>
                        <a:pt x="0" y="271"/>
                      </a:lnTo>
                      <a:lnTo>
                        <a:pt x="0" y="273"/>
                      </a:lnTo>
                      <a:lnTo>
                        <a:pt x="0" y="274"/>
                      </a:lnTo>
                      <a:lnTo>
                        <a:pt x="1" y="278"/>
                      </a:lnTo>
                      <a:lnTo>
                        <a:pt x="1" y="279"/>
                      </a:lnTo>
                      <a:lnTo>
                        <a:pt x="1" y="281"/>
                      </a:lnTo>
                      <a:lnTo>
                        <a:pt x="3" y="282"/>
                      </a:lnTo>
                      <a:lnTo>
                        <a:pt x="5" y="284"/>
                      </a:lnTo>
                      <a:lnTo>
                        <a:pt x="6" y="286"/>
                      </a:lnTo>
                      <a:lnTo>
                        <a:pt x="6" y="287"/>
                      </a:lnTo>
                      <a:lnTo>
                        <a:pt x="8" y="287"/>
                      </a:lnTo>
                      <a:lnTo>
                        <a:pt x="10" y="289"/>
                      </a:lnTo>
                      <a:lnTo>
                        <a:pt x="11" y="291"/>
                      </a:lnTo>
                      <a:lnTo>
                        <a:pt x="15" y="291"/>
                      </a:lnTo>
                      <a:lnTo>
                        <a:pt x="16" y="291"/>
                      </a:lnTo>
                      <a:lnTo>
                        <a:pt x="18" y="291"/>
                      </a:lnTo>
                      <a:lnTo>
                        <a:pt x="20" y="292"/>
                      </a:lnTo>
                      <a:lnTo>
                        <a:pt x="374" y="292"/>
                      </a:lnTo>
                      <a:lnTo>
                        <a:pt x="378" y="291"/>
                      </a:lnTo>
                      <a:lnTo>
                        <a:pt x="379" y="291"/>
                      </a:lnTo>
                      <a:lnTo>
                        <a:pt x="381" y="291"/>
                      </a:lnTo>
                      <a:lnTo>
                        <a:pt x="383" y="291"/>
                      </a:lnTo>
                      <a:lnTo>
                        <a:pt x="384" y="289"/>
                      </a:lnTo>
                      <a:lnTo>
                        <a:pt x="386" y="287"/>
                      </a:lnTo>
                      <a:lnTo>
                        <a:pt x="388" y="287"/>
                      </a:lnTo>
                      <a:lnTo>
                        <a:pt x="389" y="286"/>
                      </a:lnTo>
                      <a:lnTo>
                        <a:pt x="391" y="284"/>
                      </a:lnTo>
                      <a:lnTo>
                        <a:pt x="393" y="282"/>
                      </a:lnTo>
                      <a:lnTo>
                        <a:pt x="393" y="281"/>
                      </a:lnTo>
                      <a:lnTo>
                        <a:pt x="394" y="279"/>
                      </a:lnTo>
                      <a:lnTo>
                        <a:pt x="394" y="278"/>
                      </a:lnTo>
                      <a:lnTo>
                        <a:pt x="394" y="274"/>
                      </a:lnTo>
                      <a:lnTo>
                        <a:pt x="396" y="273"/>
                      </a:lnTo>
                      <a:lnTo>
                        <a:pt x="396" y="271"/>
                      </a:lnTo>
                      <a:lnTo>
                        <a:pt x="396" y="21"/>
                      </a:lnTo>
                      <a:close/>
                    </a:path>
                  </a:pathLst>
                </a:custGeom>
                <a:solidFill>
                  <a:srgbClr val="FFFFFF"/>
                </a:solidFill>
                <a:ln w="0">
                  <a:solidFill>
                    <a:srgbClr val="000000"/>
                  </a:solidFill>
                  <a:round/>
                </a:ln>
              </p:spPr>
              <p:txBody>
                <a:bodyPr vert="horz" wrap="square" lIns="91440" tIns="45720" rIns="91440" bIns="45720" numCol="1" anchor="t" anchorCtr="0" compatLnSpc="1"/>
                <a:lstStyle/>
                <a:p>
                  <a:endParaRPr lang="zh-CN" altLang="en-US" sz="1400"/>
                </a:p>
              </p:txBody>
            </p:sp>
            <p:sp>
              <p:nvSpPr>
                <p:cNvPr id="238585" name="任意多边形 11682"/>
                <p:cNvSpPr/>
                <p:nvPr/>
              </p:nvSpPr>
              <p:spPr bwMode="auto">
                <a:xfrm>
                  <a:off x="1729" y="2977"/>
                  <a:ext cx="396" cy="292"/>
                </a:xfrm>
                <a:custGeom>
                  <a:avLst/>
                  <a:gdLst/>
                  <a:ahLst/>
                  <a:cxnLst>
                    <a:cxn ang="0">
                      <a:pos x="396" y="19"/>
                    </a:cxn>
                    <a:cxn ang="0">
                      <a:pos x="394" y="14"/>
                    </a:cxn>
                    <a:cxn ang="0">
                      <a:pos x="393" y="11"/>
                    </a:cxn>
                    <a:cxn ang="0">
                      <a:pos x="391" y="8"/>
                    </a:cxn>
                    <a:cxn ang="0">
                      <a:pos x="388" y="4"/>
                    </a:cxn>
                    <a:cxn ang="0">
                      <a:pos x="384" y="3"/>
                    </a:cxn>
                    <a:cxn ang="0">
                      <a:pos x="381" y="1"/>
                    </a:cxn>
                    <a:cxn ang="0">
                      <a:pos x="378" y="0"/>
                    </a:cxn>
                    <a:cxn ang="0">
                      <a:pos x="20" y="0"/>
                    </a:cxn>
                    <a:cxn ang="0">
                      <a:pos x="16" y="1"/>
                    </a:cxn>
                    <a:cxn ang="0">
                      <a:pos x="11" y="1"/>
                    </a:cxn>
                    <a:cxn ang="0">
                      <a:pos x="8" y="3"/>
                    </a:cxn>
                    <a:cxn ang="0">
                      <a:pos x="6" y="6"/>
                    </a:cxn>
                    <a:cxn ang="0">
                      <a:pos x="3" y="9"/>
                    </a:cxn>
                    <a:cxn ang="0">
                      <a:pos x="1" y="13"/>
                    </a:cxn>
                    <a:cxn ang="0">
                      <a:pos x="0" y="16"/>
                    </a:cxn>
                    <a:cxn ang="0">
                      <a:pos x="0" y="21"/>
                    </a:cxn>
                    <a:cxn ang="0">
                      <a:pos x="0" y="273"/>
                    </a:cxn>
                    <a:cxn ang="0">
                      <a:pos x="1" y="278"/>
                    </a:cxn>
                    <a:cxn ang="0">
                      <a:pos x="1" y="281"/>
                    </a:cxn>
                    <a:cxn ang="0">
                      <a:pos x="5" y="284"/>
                    </a:cxn>
                    <a:cxn ang="0">
                      <a:pos x="6" y="287"/>
                    </a:cxn>
                    <a:cxn ang="0">
                      <a:pos x="10" y="289"/>
                    </a:cxn>
                    <a:cxn ang="0">
                      <a:pos x="15" y="291"/>
                    </a:cxn>
                    <a:cxn ang="0">
                      <a:pos x="18" y="291"/>
                    </a:cxn>
                    <a:cxn ang="0">
                      <a:pos x="374" y="292"/>
                    </a:cxn>
                    <a:cxn ang="0">
                      <a:pos x="379" y="291"/>
                    </a:cxn>
                    <a:cxn ang="0">
                      <a:pos x="383" y="291"/>
                    </a:cxn>
                    <a:cxn ang="0">
                      <a:pos x="386" y="287"/>
                    </a:cxn>
                    <a:cxn ang="0">
                      <a:pos x="389" y="286"/>
                    </a:cxn>
                    <a:cxn ang="0">
                      <a:pos x="393" y="282"/>
                    </a:cxn>
                    <a:cxn ang="0">
                      <a:pos x="394" y="279"/>
                    </a:cxn>
                    <a:cxn ang="0">
                      <a:pos x="394" y="274"/>
                    </a:cxn>
                    <a:cxn ang="0">
                      <a:pos x="396" y="271"/>
                    </a:cxn>
                  </a:cxnLst>
                  <a:rect l="0" t="0" r="r" b="b"/>
                  <a:pathLst>
                    <a:path w="396" h="292">
                      <a:moveTo>
                        <a:pt x="396" y="21"/>
                      </a:moveTo>
                      <a:lnTo>
                        <a:pt x="396" y="19"/>
                      </a:lnTo>
                      <a:lnTo>
                        <a:pt x="394" y="16"/>
                      </a:lnTo>
                      <a:lnTo>
                        <a:pt x="394" y="14"/>
                      </a:lnTo>
                      <a:lnTo>
                        <a:pt x="394" y="13"/>
                      </a:lnTo>
                      <a:lnTo>
                        <a:pt x="393" y="11"/>
                      </a:lnTo>
                      <a:lnTo>
                        <a:pt x="393" y="9"/>
                      </a:lnTo>
                      <a:lnTo>
                        <a:pt x="391" y="8"/>
                      </a:lnTo>
                      <a:lnTo>
                        <a:pt x="389" y="6"/>
                      </a:lnTo>
                      <a:lnTo>
                        <a:pt x="388" y="4"/>
                      </a:lnTo>
                      <a:lnTo>
                        <a:pt x="386" y="3"/>
                      </a:lnTo>
                      <a:lnTo>
                        <a:pt x="384" y="3"/>
                      </a:lnTo>
                      <a:lnTo>
                        <a:pt x="383" y="1"/>
                      </a:lnTo>
                      <a:lnTo>
                        <a:pt x="381" y="1"/>
                      </a:lnTo>
                      <a:lnTo>
                        <a:pt x="379" y="1"/>
                      </a:lnTo>
                      <a:lnTo>
                        <a:pt x="378" y="0"/>
                      </a:lnTo>
                      <a:lnTo>
                        <a:pt x="374" y="0"/>
                      </a:lnTo>
                      <a:lnTo>
                        <a:pt x="20" y="0"/>
                      </a:lnTo>
                      <a:lnTo>
                        <a:pt x="18" y="0"/>
                      </a:lnTo>
                      <a:lnTo>
                        <a:pt x="16" y="1"/>
                      </a:lnTo>
                      <a:lnTo>
                        <a:pt x="15" y="1"/>
                      </a:lnTo>
                      <a:lnTo>
                        <a:pt x="11" y="1"/>
                      </a:lnTo>
                      <a:lnTo>
                        <a:pt x="10" y="3"/>
                      </a:lnTo>
                      <a:lnTo>
                        <a:pt x="8" y="3"/>
                      </a:lnTo>
                      <a:lnTo>
                        <a:pt x="6" y="4"/>
                      </a:lnTo>
                      <a:lnTo>
                        <a:pt x="6" y="6"/>
                      </a:lnTo>
                      <a:lnTo>
                        <a:pt x="5" y="8"/>
                      </a:lnTo>
                      <a:lnTo>
                        <a:pt x="3" y="9"/>
                      </a:lnTo>
                      <a:lnTo>
                        <a:pt x="1" y="11"/>
                      </a:lnTo>
                      <a:lnTo>
                        <a:pt x="1" y="13"/>
                      </a:lnTo>
                      <a:lnTo>
                        <a:pt x="1" y="14"/>
                      </a:lnTo>
                      <a:lnTo>
                        <a:pt x="0" y="16"/>
                      </a:lnTo>
                      <a:lnTo>
                        <a:pt x="0" y="19"/>
                      </a:lnTo>
                      <a:lnTo>
                        <a:pt x="0" y="21"/>
                      </a:lnTo>
                      <a:lnTo>
                        <a:pt x="0" y="271"/>
                      </a:lnTo>
                      <a:lnTo>
                        <a:pt x="0" y="273"/>
                      </a:lnTo>
                      <a:lnTo>
                        <a:pt x="0" y="274"/>
                      </a:lnTo>
                      <a:lnTo>
                        <a:pt x="1" y="278"/>
                      </a:lnTo>
                      <a:lnTo>
                        <a:pt x="1" y="279"/>
                      </a:lnTo>
                      <a:lnTo>
                        <a:pt x="1" y="281"/>
                      </a:lnTo>
                      <a:lnTo>
                        <a:pt x="3" y="282"/>
                      </a:lnTo>
                      <a:lnTo>
                        <a:pt x="5" y="284"/>
                      </a:lnTo>
                      <a:lnTo>
                        <a:pt x="6" y="286"/>
                      </a:lnTo>
                      <a:lnTo>
                        <a:pt x="6" y="287"/>
                      </a:lnTo>
                      <a:lnTo>
                        <a:pt x="8" y="287"/>
                      </a:lnTo>
                      <a:lnTo>
                        <a:pt x="10" y="289"/>
                      </a:lnTo>
                      <a:lnTo>
                        <a:pt x="11" y="291"/>
                      </a:lnTo>
                      <a:lnTo>
                        <a:pt x="15" y="291"/>
                      </a:lnTo>
                      <a:lnTo>
                        <a:pt x="16" y="291"/>
                      </a:lnTo>
                      <a:lnTo>
                        <a:pt x="18" y="291"/>
                      </a:lnTo>
                      <a:lnTo>
                        <a:pt x="20" y="292"/>
                      </a:lnTo>
                      <a:lnTo>
                        <a:pt x="374" y="292"/>
                      </a:lnTo>
                      <a:lnTo>
                        <a:pt x="378" y="291"/>
                      </a:lnTo>
                      <a:lnTo>
                        <a:pt x="379" y="291"/>
                      </a:lnTo>
                      <a:lnTo>
                        <a:pt x="381" y="291"/>
                      </a:lnTo>
                      <a:lnTo>
                        <a:pt x="383" y="291"/>
                      </a:lnTo>
                      <a:lnTo>
                        <a:pt x="384" y="289"/>
                      </a:lnTo>
                      <a:lnTo>
                        <a:pt x="386" y="287"/>
                      </a:lnTo>
                      <a:lnTo>
                        <a:pt x="388" y="287"/>
                      </a:lnTo>
                      <a:lnTo>
                        <a:pt x="389" y="286"/>
                      </a:lnTo>
                      <a:lnTo>
                        <a:pt x="391" y="284"/>
                      </a:lnTo>
                      <a:lnTo>
                        <a:pt x="393" y="282"/>
                      </a:lnTo>
                      <a:lnTo>
                        <a:pt x="393" y="281"/>
                      </a:lnTo>
                      <a:lnTo>
                        <a:pt x="394" y="279"/>
                      </a:lnTo>
                      <a:lnTo>
                        <a:pt x="394" y="278"/>
                      </a:lnTo>
                      <a:lnTo>
                        <a:pt x="394" y="274"/>
                      </a:lnTo>
                      <a:lnTo>
                        <a:pt x="396" y="273"/>
                      </a:lnTo>
                      <a:lnTo>
                        <a:pt x="396" y="271"/>
                      </a:lnTo>
                      <a:lnTo>
                        <a:pt x="396" y="21"/>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84" name="任意多边形 11683"/>
                <p:cNvSpPr/>
                <p:nvPr/>
              </p:nvSpPr>
              <p:spPr bwMode="auto">
                <a:xfrm>
                  <a:off x="1720" y="2967"/>
                  <a:ext cx="414" cy="312"/>
                </a:xfrm>
                <a:custGeom>
                  <a:avLst/>
                  <a:gdLst/>
                  <a:ahLst/>
                  <a:cxnLst>
                    <a:cxn ang="0">
                      <a:pos x="414" y="18"/>
                    </a:cxn>
                    <a:cxn ang="0">
                      <a:pos x="412" y="14"/>
                    </a:cxn>
                    <a:cxn ang="0">
                      <a:pos x="410" y="10"/>
                    </a:cxn>
                    <a:cxn ang="0">
                      <a:pos x="408" y="6"/>
                    </a:cxn>
                    <a:cxn ang="0">
                      <a:pos x="405" y="5"/>
                    </a:cxn>
                    <a:cxn ang="0">
                      <a:pos x="402" y="1"/>
                    </a:cxn>
                    <a:cxn ang="0">
                      <a:pos x="398" y="0"/>
                    </a:cxn>
                    <a:cxn ang="0">
                      <a:pos x="395" y="0"/>
                    </a:cxn>
                    <a:cxn ang="0">
                      <a:pos x="20" y="0"/>
                    </a:cxn>
                    <a:cxn ang="0">
                      <a:pos x="17" y="0"/>
                    </a:cxn>
                    <a:cxn ang="0">
                      <a:pos x="12" y="1"/>
                    </a:cxn>
                    <a:cxn ang="0">
                      <a:pos x="9" y="3"/>
                    </a:cxn>
                    <a:cxn ang="0">
                      <a:pos x="7" y="5"/>
                    </a:cxn>
                    <a:cxn ang="0">
                      <a:pos x="4" y="8"/>
                    </a:cxn>
                    <a:cxn ang="0">
                      <a:pos x="2" y="11"/>
                    </a:cxn>
                    <a:cxn ang="0">
                      <a:pos x="0" y="16"/>
                    </a:cxn>
                    <a:cxn ang="0">
                      <a:pos x="0" y="19"/>
                    </a:cxn>
                    <a:cxn ang="0">
                      <a:pos x="0" y="294"/>
                    </a:cxn>
                    <a:cxn ang="0">
                      <a:pos x="2" y="297"/>
                    </a:cxn>
                    <a:cxn ang="0">
                      <a:pos x="2" y="301"/>
                    </a:cxn>
                    <a:cxn ang="0">
                      <a:pos x="5" y="305"/>
                    </a:cxn>
                    <a:cxn ang="0">
                      <a:pos x="7" y="307"/>
                    </a:cxn>
                    <a:cxn ang="0">
                      <a:pos x="10" y="310"/>
                    </a:cxn>
                    <a:cxn ang="0">
                      <a:pos x="15" y="312"/>
                    </a:cxn>
                    <a:cxn ang="0">
                      <a:pos x="19" y="312"/>
                    </a:cxn>
                    <a:cxn ang="0">
                      <a:pos x="392" y="312"/>
                    </a:cxn>
                    <a:cxn ang="0">
                      <a:pos x="397" y="312"/>
                    </a:cxn>
                    <a:cxn ang="0">
                      <a:pos x="400" y="310"/>
                    </a:cxn>
                    <a:cxn ang="0">
                      <a:pos x="403" y="309"/>
                    </a:cxn>
                    <a:cxn ang="0">
                      <a:pos x="407" y="305"/>
                    </a:cxn>
                    <a:cxn ang="0">
                      <a:pos x="410" y="304"/>
                    </a:cxn>
                    <a:cxn ang="0">
                      <a:pos x="412" y="299"/>
                    </a:cxn>
                    <a:cxn ang="0">
                      <a:pos x="412" y="296"/>
                    </a:cxn>
                    <a:cxn ang="0">
                      <a:pos x="414" y="291"/>
                    </a:cxn>
                  </a:cxnLst>
                  <a:rect l="0" t="0" r="r" b="b"/>
                  <a:pathLst>
                    <a:path w="414" h="312">
                      <a:moveTo>
                        <a:pt x="414" y="19"/>
                      </a:moveTo>
                      <a:lnTo>
                        <a:pt x="414" y="18"/>
                      </a:lnTo>
                      <a:lnTo>
                        <a:pt x="412" y="16"/>
                      </a:lnTo>
                      <a:lnTo>
                        <a:pt x="412" y="14"/>
                      </a:lnTo>
                      <a:lnTo>
                        <a:pt x="412" y="11"/>
                      </a:lnTo>
                      <a:lnTo>
                        <a:pt x="410" y="10"/>
                      </a:lnTo>
                      <a:lnTo>
                        <a:pt x="410" y="8"/>
                      </a:lnTo>
                      <a:lnTo>
                        <a:pt x="408" y="6"/>
                      </a:lnTo>
                      <a:lnTo>
                        <a:pt x="407" y="5"/>
                      </a:lnTo>
                      <a:lnTo>
                        <a:pt x="405" y="5"/>
                      </a:lnTo>
                      <a:lnTo>
                        <a:pt x="403" y="3"/>
                      </a:lnTo>
                      <a:lnTo>
                        <a:pt x="402" y="1"/>
                      </a:lnTo>
                      <a:lnTo>
                        <a:pt x="400" y="1"/>
                      </a:lnTo>
                      <a:lnTo>
                        <a:pt x="398" y="0"/>
                      </a:lnTo>
                      <a:lnTo>
                        <a:pt x="397" y="0"/>
                      </a:lnTo>
                      <a:lnTo>
                        <a:pt x="395" y="0"/>
                      </a:lnTo>
                      <a:lnTo>
                        <a:pt x="392" y="0"/>
                      </a:lnTo>
                      <a:lnTo>
                        <a:pt x="20" y="0"/>
                      </a:lnTo>
                      <a:lnTo>
                        <a:pt x="19" y="0"/>
                      </a:lnTo>
                      <a:lnTo>
                        <a:pt x="17" y="0"/>
                      </a:lnTo>
                      <a:lnTo>
                        <a:pt x="15" y="0"/>
                      </a:lnTo>
                      <a:lnTo>
                        <a:pt x="12" y="1"/>
                      </a:lnTo>
                      <a:lnTo>
                        <a:pt x="10" y="1"/>
                      </a:lnTo>
                      <a:lnTo>
                        <a:pt x="9" y="3"/>
                      </a:lnTo>
                      <a:lnTo>
                        <a:pt x="7" y="5"/>
                      </a:lnTo>
                      <a:lnTo>
                        <a:pt x="5" y="6"/>
                      </a:lnTo>
                      <a:lnTo>
                        <a:pt x="4" y="8"/>
                      </a:lnTo>
                      <a:lnTo>
                        <a:pt x="2" y="10"/>
                      </a:lnTo>
                      <a:lnTo>
                        <a:pt x="2" y="11"/>
                      </a:lnTo>
                      <a:lnTo>
                        <a:pt x="2" y="14"/>
                      </a:lnTo>
                      <a:lnTo>
                        <a:pt x="0" y="16"/>
                      </a:lnTo>
                      <a:lnTo>
                        <a:pt x="0" y="18"/>
                      </a:lnTo>
                      <a:lnTo>
                        <a:pt x="0" y="19"/>
                      </a:lnTo>
                      <a:lnTo>
                        <a:pt x="0" y="291"/>
                      </a:lnTo>
                      <a:lnTo>
                        <a:pt x="0" y="294"/>
                      </a:lnTo>
                      <a:lnTo>
                        <a:pt x="0" y="296"/>
                      </a:lnTo>
                      <a:lnTo>
                        <a:pt x="2" y="297"/>
                      </a:lnTo>
                      <a:lnTo>
                        <a:pt x="2" y="299"/>
                      </a:lnTo>
                      <a:lnTo>
                        <a:pt x="2" y="301"/>
                      </a:lnTo>
                      <a:lnTo>
                        <a:pt x="4" y="304"/>
                      </a:lnTo>
                      <a:lnTo>
                        <a:pt x="5" y="305"/>
                      </a:lnTo>
                      <a:lnTo>
                        <a:pt x="7" y="305"/>
                      </a:lnTo>
                      <a:lnTo>
                        <a:pt x="7" y="307"/>
                      </a:lnTo>
                      <a:lnTo>
                        <a:pt x="9" y="309"/>
                      </a:lnTo>
                      <a:lnTo>
                        <a:pt x="10" y="310"/>
                      </a:lnTo>
                      <a:lnTo>
                        <a:pt x="12" y="310"/>
                      </a:lnTo>
                      <a:lnTo>
                        <a:pt x="15" y="312"/>
                      </a:lnTo>
                      <a:lnTo>
                        <a:pt x="17" y="312"/>
                      </a:lnTo>
                      <a:lnTo>
                        <a:pt x="19" y="312"/>
                      </a:lnTo>
                      <a:lnTo>
                        <a:pt x="20" y="312"/>
                      </a:lnTo>
                      <a:lnTo>
                        <a:pt x="392" y="312"/>
                      </a:lnTo>
                      <a:lnTo>
                        <a:pt x="395" y="312"/>
                      </a:lnTo>
                      <a:lnTo>
                        <a:pt x="397" y="312"/>
                      </a:lnTo>
                      <a:lnTo>
                        <a:pt x="398" y="312"/>
                      </a:lnTo>
                      <a:lnTo>
                        <a:pt x="400" y="310"/>
                      </a:lnTo>
                      <a:lnTo>
                        <a:pt x="402" y="310"/>
                      </a:lnTo>
                      <a:lnTo>
                        <a:pt x="403" y="309"/>
                      </a:lnTo>
                      <a:lnTo>
                        <a:pt x="405" y="307"/>
                      </a:lnTo>
                      <a:lnTo>
                        <a:pt x="407" y="305"/>
                      </a:lnTo>
                      <a:lnTo>
                        <a:pt x="408" y="305"/>
                      </a:lnTo>
                      <a:lnTo>
                        <a:pt x="410" y="304"/>
                      </a:lnTo>
                      <a:lnTo>
                        <a:pt x="410" y="301"/>
                      </a:lnTo>
                      <a:lnTo>
                        <a:pt x="412" y="299"/>
                      </a:lnTo>
                      <a:lnTo>
                        <a:pt x="412" y="297"/>
                      </a:lnTo>
                      <a:lnTo>
                        <a:pt x="412" y="296"/>
                      </a:lnTo>
                      <a:lnTo>
                        <a:pt x="414" y="294"/>
                      </a:lnTo>
                      <a:lnTo>
                        <a:pt x="414" y="291"/>
                      </a:lnTo>
                      <a:lnTo>
                        <a:pt x="414" y="19"/>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83" name="任意多边形 11684"/>
                <p:cNvSpPr/>
                <p:nvPr/>
              </p:nvSpPr>
              <p:spPr bwMode="auto">
                <a:xfrm>
                  <a:off x="1765" y="3351"/>
                  <a:ext cx="322" cy="63"/>
                </a:xfrm>
                <a:custGeom>
                  <a:avLst/>
                  <a:gdLst/>
                  <a:ahLst/>
                  <a:cxnLst>
                    <a:cxn ang="0">
                      <a:pos x="287" y="0"/>
                    </a:cxn>
                    <a:cxn ang="0">
                      <a:pos x="34" y="0"/>
                    </a:cxn>
                    <a:cxn ang="0">
                      <a:pos x="0" y="63"/>
                    </a:cxn>
                    <a:cxn ang="0">
                      <a:pos x="322" y="63"/>
                    </a:cxn>
                    <a:cxn ang="0">
                      <a:pos x="287" y="0"/>
                    </a:cxn>
                  </a:cxnLst>
                  <a:rect l="0" t="0" r="r" b="b"/>
                  <a:pathLst>
                    <a:path w="322" h="63">
                      <a:moveTo>
                        <a:pt x="287" y="0"/>
                      </a:moveTo>
                      <a:lnTo>
                        <a:pt x="34" y="0"/>
                      </a:lnTo>
                      <a:lnTo>
                        <a:pt x="0" y="63"/>
                      </a:lnTo>
                      <a:lnTo>
                        <a:pt x="322" y="63"/>
                      </a:lnTo>
                      <a:lnTo>
                        <a:pt x="287" y="0"/>
                      </a:lnTo>
                      <a:close/>
                    </a:path>
                  </a:pathLst>
                </a:custGeom>
                <a:solidFill>
                  <a:srgbClr val="E5E5E5"/>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238582" name="任意多边形 11685"/>
                <p:cNvSpPr/>
                <p:nvPr/>
              </p:nvSpPr>
              <p:spPr bwMode="auto">
                <a:xfrm>
                  <a:off x="1765" y="3351"/>
                  <a:ext cx="322" cy="63"/>
                </a:xfrm>
                <a:custGeom>
                  <a:avLst/>
                  <a:gdLst/>
                  <a:ahLst/>
                  <a:cxnLst>
                    <a:cxn ang="0">
                      <a:pos x="287" y="0"/>
                    </a:cxn>
                    <a:cxn ang="0">
                      <a:pos x="34" y="0"/>
                    </a:cxn>
                    <a:cxn ang="0">
                      <a:pos x="0" y="63"/>
                    </a:cxn>
                    <a:cxn ang="0">
                      <a:pos x="322" y="63"/>
                    </a:cxn>
                    <a:cxn ang="0">
                      <a:pos x="287" y="0"/>
                    </a:cxn>
                  </a:cxnLst>
                  <a:rect l="0" t="0" r="r" b="b"/>
                  <a:pathLst>
                    <a:path w="322" h="63">
                      <a:moveTo>
                        <a:pt x="287" y="0"/>
                      </a:moveTo>
                      <a:lnTo>
                        <a:pt x="34" y="0"/>
                      </a:lnTo>
                      <a:lnTo>
                        <a:pt x="0" y="63"/>
                      </a:lnTo>
                      <a:lnTo>
                        <a:pt x="322" y="63"/>
                      </a:lnTo>
                      <a:lnTo>
                        <a:pt x="287" y="0"/>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8581" name="直线 11686"/>
                <p:cNvSpPr>
                  <a:spLocks noChangeShapeType="1"/>
                </p:cNvSpPr>
                <p:nvPr/>
              </p:nvSpPr>
              <p:spPr bwMode="auto">
                <a:xfrm>
                  <a:off x="1774" y="3399"/>
                  <a:ext cx="303"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80" name="矩形 11687"/>
                <p:cNvSpPr>
                  <a:spLocks noChangeArrowheads="1"/>
                </p:cNvSpPr>
                <p:nvPr/>
              </p:nvSpPr>
              <p:spPr bwMode="auto">
                <a:xfrm>
                  <a:off x="1859" y="3351"/>
                  <a:ext cx="127" cy="17"/>
                </a:xfrm>
                <a:prstGeom prst="rect">
                  <a:avLst/>
                </a:prstGeom>
                <a:solidFill>
                  <a:srgbClr val="000000"/>
                </a:solid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79" name="矩形 11688"/>
                <p:cNvSpPr>
                  <a:spLocks noChangeArrowheads="1"/>
                </p:cNvSpPr>
                <p:nvPr/>
              </p:nvSpPr>
              <p:spPr bwMode="auto">
                <a:xfrm>
                  <a:off x="1859" y="3351"/>
                  <a:ext cx="127" cy="17"/>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78" name="任意多边形 11689"/>
                <p:cNvSpPr/>
                <p:nvPr/>
              </p:nvSpPr>
              <p:spPr bwMode="auto">
                <a:xfrm>
                  <a:off x="1765" y="3326"/>
                  <a:ext cx="323" cy="21"/>
                </a:xfrm>
                <a:custGeom>
                  <a:avLst/>
                  <a:gdLst/>
                  <a:ahLst/>
                  <a:cxnLst>
                    <a:cxn ang="0">
                      <a:pos x="323" y="0"/>
                    </a:cxn>
                    <a:cxn ang="0">
                      <a:pos x="0" y="0"/>
                    </a:cxn>
                    <a:cxn ang="0">
                      <a:pos x="9" y="21"/>
                    </a:cxn>
                    <a:cxn ang="0">
                      <a:pos x="315" y="21"/>
                    </a:cxn>
                    <a:cxn ang="0">
                      <a:pos x="323" y="0"/>
                    </a:cxn>
                  </a:cxnLst>
                  <a:rect l="0" t="0" r="r" b="b"/>
                  <a:pathLst>
                    <a:path w="323" h="21">
                      <a:moveTo>
                        <a:pt x="323" y="0"/>
                      </a:moveTo>
                      <a:lnTo>
                        <a:pt x="0" y="0"/>
                      </a:lnTo>
                      <a:lnTo>
                        <a:pt x="9" y="21"/>
                      </a:lnTo>
                      <a:lnTo>
                        <a:pt x="315" y="21"/>
                      </a:lnTo>
                      <a:lnTo>
                        <a:pt x="323"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grpSp>
          <p:sp>
            <p:nvSpPr>
              <p:cNvPr id="238576" name="矩形 11690"/>
              <p:cNvSpPr>
                <a:spLocks noChangeArrowheads="1"/>
              </p:cNvSpPr>
              <p:nvPr/>
            </p:nvSpPr>
            <p:spPr bwMode="auto">
              <a:xfrm>
                <a:off x="2734" y="3213"/>
                <a:ext cx="930" cy="30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smtClean="0">
                    <a:ln>
                      <a:noFill/>
                    </a:ln>
                    <a:solidFill>
                      <a:schemeClr val="tx1"/>
                    </a:solidFill>
                    <a:effectLst/>
                    <a:latin typeface="Arial" panose="020B0604020202020204"/>
                    <a:ea typeface="宋体" panose="02010600030101010101" pitchFamily="2" charset="-122"/>
                    <a:cs typeface="Times New Roman" panose="02020603050405020304" charset="0"/>
                  </a:rPr>
                  <a:t>……</a:t>
                </a:r>
                <a:endParaRPr kumimoji="0" lang="en-US" alt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nvGrpSpPr>
              <p:cNvPr id="238153" name="组合 11691"/>
              <p:cNvGrpSpPr/>
              <p:nvPr/>
            </p:nvGrpSpPr>
            <p:grpSpPr bwMode="auto">
              <a:xfrm>
                <a:off x="3992" y="2894"/>
                <a:ext cx="850" cy="682"/>
                <a:chOff x="4177" y="2894"/>
                <a:chExt cx="850" cy="682"/>
              </a:xfrm>
            </p:grpSpPr>
            <p:sp>
              <p:nvSpPr>
                <p:cNvPr id="238575" name="任意多边形 11692"/>
                <p:cNvSpPr/>
                <p:nvPr/>
              </p:nvSpPr>
              <p:spPr bwMode="auto">
                <a:xfrm>
                  <a:off x="4177" y="3391"/>
                  <a:ext cx="850" cy="169"/>
                </a:xfrm>
                <a:custGeom>
                  <a:avLst/>
                  <a:gdLst/>
                  <a:ahLst/>
                  <a:cxnLst>
                    <a:cxn ang="0">
                      <a:pos x="0" y="169"/>
                    </a:cxn>
                    <a:cxn ang="0">
                      <a:pos x="30" y="0"/>
                    </a:cxn>
                    <a:cxn ang="0">
                      <a:pos x="808" y="0"/>
                    </a:cxn>
                    <a:cxn ang="0">
                      <a:pos x="850" y="169"/>
                    </a:cxn>
                    <a:cxn ang="0">
                      <a:pos x="0" y="169"/>
                    </a:cxn>
                  </a:cxnLst>
                  <a:rect l="0" t="0" r="r" b="b"/>
                  <a:pathLst>
                    <a:path w="850" h="169">
                      <a:moveTo>
                        <a:pt x="0" y="169"/>
                      </a:moveTo>
                      <a:lnTo>
                        <a:pt x="30" y="0"/>
                      </a:lnTo>
                      <a:lnTo>
                        <a:pt x="808" y="0"/>
                      </a:lnTo>
                      <a:lnTo>
                        <a:pt x="850" y="169"/>
                      </a:lnTo>
                      <a:lnTo>
                        <a:pt x="0" y="169"/>
                      </a:lnTo>
                      <a:close/>
                    </a:path>
                  </a:pathLst>
                </a:custGeom>
                <a:solidFill>
                  <a:srgbClr val="FFFFFF"/>
                </a:solidFill>
                <a:ln w="3">
                  <a:solidFill>
                    <a:srgbClr val="000000"/>
                  </a:solidFill>
                  <a:round/>
                </a:ln>
              </p:spPr>
              <p:txBody>
                <a:bodyPr vert="horz" wrap="square" lIns="91440" tIns="45720" rIns="91440" bIns="45720" numCol="1" anchor="t" anchorCtr="0" compatLnSpc="1"/>
                <a:lstStyle/>
                <a:p>
                  <a:endParaRPr lang="zh-CN" altLang="en-US" sz="1400"/>
                </a:p>
              </p:txBody>
            </p:sp>
            <p:sp>
              <p:nvSpPr>
                <p:cNvPr id="238574" name="任意多边形 11693"/>
                <p:cNvSpPr/>
                <p:nvPr/>
              </p:nvSpPr>
              <p:spPr bwMode="auto">
                <a:xfrm>
                  <a:off x="4177" y="3391"/>
                  <a:ext cx="850" cy="169"/>
                </a:xfrm>
                <a:custGeom>
                  <a:avLst/>
                  <a:gdLst/>
                  <a:ahLst/>
                  <a:cxnLst>
                    <a:cxn ang="0">
                      <a:pos x="0" y="169"/>
                    </a:cxn>
                    <a:cxn ang="0">
                      <a:pos x="30" y="0"/>
                    </a:cxn>
                    <a:cxn ang="0">
                      <a:pos x="808" y="0"/>
                    </a:cxn>
                    <a:cxn ang="0">
                      <a:pos x="850" y="169"/>
                    </a:cxn>
                    <a:cxn ang="0">
                      <a:pos x="0" y="169"/>
                    </a:cxn>
                  </a:cxnLst>
                  <a:rect l="0" t="0" r="r" b="b"/>
                  <a:pathLst>
                    <a:path w="850" h="169">
                      <a:moveTo>
                        <a:pt x="0" y="169"/>
                      </a:moveTo>
                      <a:lnTo>
                        <a:pt x="30" y="0"/>
                      </a:lnTo>
                      <a:lnTo>
                        <a:pt x="808" y="0"/>
                      </a:lnTo>
                      <a:lnTo>
                        <a:pt x="850" y="169"/>
                      </a:lnTo>
                      <a:lnTo>
                        <a:pt x="0" y="169"/>
                      </a:lnTo>
                    </a:path>
                  </a:pathLst>
                </a:custGeom>
                <a:noFill/>
                <a:ln w="3">
                  <a:solidFill>
                    <a:srgbClr val="000000"/>
                  </a:solidFill>
                  <a:round/>
                </a:ln>
              </p:spPr>
              <p:txBody>
                <a:bodyPr vert="horz" wrap="square" lIns="91440" tIns="45720" rIns="91440" bIns="45720" numCol="1" anchor="t" anchorCtr="0" compatLnSpc="1"/>
                <a:lstStyle/>
                <a:p>
                  <a:endParaRPr lang="zh-CN" altLang="en-US" sz="1400"/>
                </a:p>
              </p:txBody>
            </p:sp>
            <p:sp>
              <p:nvSpPr>
                <p:cNvPr id="238573" name="任意多边形 11694"/>
                <p:cNvSpPr/>
                <p:nvPr/>
              </p:nvSpPr>
              <p:spPr bwMode="auto">
                <a:xfrm>
                  <a:off x="4177" y="3559"/>
                  <a:ext cx="850" cy="17"/>
                </a:xfrm>
                <a:custGeom>
                  <a:avLst/>
                  <a:gdLst/>
                  <a:ahLst/>
                  <a:cxnLst>
                    <a:cxn ang="0">
                      <a:pos x="0" y="0"/>
                    </a:cxn>
                    <a:cxn ang="0">
                      <a:pos x="8" y="17"/>
                    </a:cxn>
                    <a:cxn ang="0">
                      <a:pos x="845" y="17"/>
                    </a:cxn>
                    <a:cxn ang="0">
                      <a:pos x="850" y="0"/>
                    </a:cxn>
                    <a:cxn ang="0">
                      <a:pos x="0" y="0"/>
                    </a:cxn>
                  </a:cxnLst>
                  <a:rect l="0" t="0" r="r" b="b"/>
                  <a:pathLst>
                    <a:path w="850" h="17">
                      <a:moveTo>
                        <a:pt x="0" y="0"/>
                      </a:moveTo>
                      <a:lnTo>
                        <a:pt x="8" y="17"/>
                      </a:lnTo>
                      <a:lnTo>
                        <a:pt x="845" y="17"/>
                      </a:lnTo>
                      <a:lnTo>
                        <a:pt x="850" y="0"/>
                      </a:lnTo>
                      <a:lnTo>
                        <a:pt x="0" y="0"/>
                      </a:lnTo>
                      <a:close/>
                    </a:path>
                  </a:pathLst>
                </a:custGeom>
                <a:solidFill>
                  <a:srgbClr val="D8D8D8"/>
                </a:solidFill>
                <a:ln w="3">
                  <a:solidFill>
                    <a:srgbClr val="000000"/>
                  </a:solidFill>
                  <a:round/>
                </a:ln>
              </p:spPr>
              <p:txBody>
                <a:bodyPr vert="horz" wrap="square" lIns="91440" tIns="45720" rIns="91440" bIns="45720" numCol="1" anchor="t" anchorCtr="0" compatLnSpc="1"/>
                <a:lstStyle/>
                <a:p>
                  <a:endParaRPr lang="zh-CN" altLang="en-US" sz="1400"/>
                </a:p>
              </p:txBody>
            </p:sp>
            <p:sp>
              <p:nvSpPr>
                <p:cNvPr id="238572" name="任意多边形 11695"/>
                <p:cNvSpPr/>
                <p:nvPr/>
              </p:nvSpPr>
              <p:spPr bwMode="auto">
                <a:xfrm>
                  <a:off x="4177" y="3559"/>
                  <a:ext cx="850" cy="17"/>
                </a:xfrm>
                <a:custGeom>
                  <a:avLst/>
                  <a:gdLst/>
                  <a:ahLst/>
                  <a:cxnLst>
                    <a:cxn ang="0">
                      <a:pos x="0" y="0"/>
                    </a:cxn>
                    <a:cxn ang="0">
                      <a:pos x="8" y="17"/>
                    </a:cxn>
                    <a:cxn ang="0">
                      <a:pos x="845" y="17"/>
                    </a:cxn>
                    <a:cxn ang="0">
                      <a:pos x="850" y="0"/>
                    </a:cxn>
                    <a:cxn ang="0">
                      <a:pos x="0" y="0"/>
                    </a:cxn>
                  </a:cxnLst>
                  <a:rect l="0" t="0" r="r" b="b"/>
                  <a:pathLst>
                    <a:path w="850" h="17">
                      <a:moveTo>
                        <a:pt x="0" y="0"/>
                      </a:moveTo>
                      <a:lnTo>
                        <a:pt x="8" y="17"/>
                      </a:lnTo>
                      <a:lnTo>
                        <a:pt x="845" y="17"/>
                      </a:lnTo>
                      <a:lnTo>
                        <a:pt x="850" y="0"/>
                      </a:lnTo>
                      <a:lnTo>
                        <a:pt x="0" y="0"/>
                      </a:lnTo>
                    </a:path>
                  </a:pathLst>
                </a:custGeom>
                <a:noFill/>
                <a:ln w="3">
                  <a:solidFill>
                    <a:srgbClr val="000000"/>
                  </a:solidFill>
                  <a:round/>
                </a:ln>
              </p:spPr>
              <p:txBody>
                <a:bodyPr vert="horz" wrap="square" lIns="91440" tIns="45720" rIns="91440" bIns="45720" numCol="1" anchor="t" anchorCtr="0" compatLnSpc="1"/>
                <a:lstStyle/>
                <a:p>
                  <a:endParaRPr lang="zh-CN" altLang="en-US" sz="1400"/>
                </a:p>
              </p:txBody>
            </p:sp>
            <p:sp>
              <p:nvSpPr>
                <p:cNvPr id="238571" name="任意多边形 11696"/>
                <p:cNvSpPr/>
                <p:nvPr/>
              </p:nvSpPr>
              <p:spPr bwMode="auto">
                <a:xfrm>
                  <a:off x="4326" y="3469"/>
                  <a:ext cx="18" cy="12"/>
                </a:xfrm>
                <a:custGeom>
                  <a:avLst/>
                  <a:gdLst/>
                  <a:ahLst/>
                  <a:cxnLst>
                    <a:cxn ang="0">
                      <a:pos x="16" y="0"/>
                    </a:cxn>
                    <a:cxn ang="0">
                      <a:pos x="3" y="0"/>
                    </a:cxn>
                    <a:cxn ang="0">
                      <a:pos x="0" y="12"/>
                    </a:cxn>
                    <a:cxn ang="0">
                      <a:pos x="18" y="12"/>
                    </a:cxn>
                    <a:cxn ang="0">
                      <a:pos x="16" y="0"/>
                    </a:cxn>
                  </a:cxnLst>
                  <a:rect l="0" t="0" r="r" b="b"/>
                  <a:pathLst>
                    <a:path w="18" h="12">
                      <a:moveTo>
                        <a:pt x="16" y="0"/>
                      </a:moveTo>
                      <a:lnTo>
                        <a:pt x="3" y="0"/>
                      </a:lnTo>
                      <a:lnTo>
                        <a:pt x="0" y="12"/>
                      </a:lnTo>
                      <a:lnTo>
                        <a:pt x="18"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70" name="矩形 11697"/>
                <p:cNvSpPr>
                  <a:spLocks noChangeArrowheads="1"/>
                </p:cNvSpPr>
                <p:nvPr/>
              </p:nvSpPr>
              <p:spPr bwMode="auto">
                <a:xfrm>
                  <a:off x="4329" y="346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69" name="任意多边形 11698"/>
                <p:cNvSpPr/>
                <p:nvPr/>
              </p:nvSpPr>
              <p:spPr bwMode="auto">
                <a:xfrm>
                  <a:off x="4322" y="3463"/>
                  <a:ext cx="7" cy="18"/>
                </a:xfrm>
                <a:custGeom>
                  <a:avLst/>
                  <a:gdLst/>
                  <a:ahLst/>
                  <a:cxnLst>
                    <a:cxn ang="0">
                      <a:pos x="7" y="0"/>
                    </a:cxn>
                    <a:cxn ang="0">
                      <a:pos x="0" y="14"/>
                    </a:cxn>
                    <a:cxn ang="0">
                      <a:pos x="4" y="18"/>
                    </a:cxn>
                  </a:cxnLst>
                  <a:rect l="0" t="0" r="r" b="b"/>
                  <a:pathLst>
                    <a:path w="7" h="18">
                      <a:moveTo>
                        <a:pt x="7" y="0"/>
                      </a:moveTo>
                      <a:lnTo>
                        <a:pt x="0"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68" name="任意多边形 11699"/>
                <p:cNvSpPr/>
                <p:nvPr/>
              </p:nvSpPr>
              <p:spPr bwMode="auto">
                <a:xfrm>
                  <a:off x="4342" y="3463"/>
                  <a:ext cx="5" cy="18"/>
                </a:xfrm>
                <a:custGeom>
                  <a:avLst/>
                  <a:gdLst/>
                  <a:ahLst/>
                  <a:cxnLst>
                    <a:cxn ang="0">
                      <a:pos x="0" y="0"/>
                    </a:cxn>
                    <a:cxn ang="0">
                      <a:pos x="5" y="14"/>
                    </a:cxn>
                    <a:cxn ang="0">
                      <a:pos x="4" y="18"/>
                    </a:cxn>
                  </a:cxnLst>
                  <a:rect l="0" t="0" r="r" b="b"/>
                  <a:pathLst>
                    <a:path w="5" h="18">
                      <a:moveTo>
                        <a:pt x="0" y="0"/>
                      </a:moveTo>
                      <a:lnTo>
                        <a:pt x="5"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67" name="任意多边形 11700"/>
                <p:cNvSpPr/>
                <p:nvPr/>
              </p:nvSpPr>
              <p:spPr bwMode="auto">
                <a:xfrm>
                  <a:off x="4356" y="3469"/>
                  <a:ext cx="20" cy="12"/>
                </a:xfrm>
                <a:custGeom>
                  <a:avLst/>
                  <a:gdLst/>
                  <a:ahLst/>
                  <a:cxnLst>
                    <a:cxn ang="0">
                      <a:pos x="16" y="0"/>
                    </a:cxn>
                    <a:cxn ang="0">
                      <a:pos x="3" y="0"/>
                    </a:cxn>
                    <a:cxn ang="0">
                      <a:pos x="0" y="12"/>
                    </a:cxn>
                    <a:cxn ang="0">
                      <a:pos x="20" y="12"/>
                    </a:cxn>
                    <a:cxn ang="0">
                      <a:pos x="16" y="0"/>
                    </a:cxn>
                  </a:cxnLst>
                  <a:rect l="0" t="0" r="r" b="b"/>
                  <a:pathLst>
                    <a:path w="20" h="12">
                      <a:moveTo>
                        <a:pt x="16" y="0"/>
                      </a:moveTo>
                      <a:lnTo>
                        <a:pt x="3" y="0"/>
                      </a:lnTo>
                      <a:lnTo>
                        <a:pt x="0" y="12"/>
                      </a:lnTo>
                      <a:lnTo>
                        <a:pt x="20"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66" name="矩形 11701"/>
                <p:cNvSpPr>
                  <a:spLocks noChangeArrowheads="1"/>
                </p:cNvSpPr>
                <p:nvPr/>
              </p:nvSpPr>
              <p:spPr bwMode="auto">
                <a:xfrm>
                  <a:off x="4359" y="346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65" name="任意多边形 11702"/>
                <p:cNvSpPr/>
                <p:nvPr/>
              </p:nvSpPr>
              <p:spPr bwMode="auto">
                <a:xfrm>
                  <a:off x="4354" y="3463"/>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64" name="任意多边形 11703"/>
                <p:cNvSpPr/>
                <p:nvPr/>
              </p:nvSpPr>
              <p:spPr bwMode="auto">
                <a:xfrm>
                  <a:off x="4372" y="3463"/>
                  <a:ext cx="7" cy="18"/>
                </a:xfrm>
                <a:custGeom>
                  <a:avLst/>
                  <a:gdLst/>
                  <a:ahLst/>
                  <a:cxnLst>
                    <a:cxn ang="0">
                      <a:pos x="0" y="0"/>
                    </a:cxn>
                    <a:cxn ang="0">
                      <a:pos x="7" y="14"/>
                    </a:cxn>
                    <a:cxn ang="0">
                      <a:pos x="4" y="18"/>
                    </a:cxn>
                  </a:cxnLst>
                  <a:rect l="0" t="0" r="r" b="b"/>
                  <a:pathLst>
                    <a:path w="7" h="18">
                      <a:moveTo>
                        <a:pt x="0" y="0"/>
                      </a:moveTo>
                      <a:lnTo>
                        <a:pt x="7"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63" name="任意多边形 11704"/>
                <p:cNvSpPr/>
                <p:nvPr/>
              </p:nvSpPr>
              <p:spPr bwMode="auto">
                <a:xfrm>
                  <a:off x="4388" y="3469"/>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62" name="矩形 11705"/>
                <p:cNvSpPr>
                  <a:spLocks noChangeArrowheads="1"/>
                </p:cNvSpPr>
                <p:nvPr/>
              </p:nvSpPr>
              <p:spPr bwMode="auto">
                <a:xfrm>
                  <a:off x="4391" y="346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61" name="任意多边形 11706"/>
                <p:cNvSpPr/>
                <p:nvPr/>
              </p:nvSpPr>
              <p:spPr bwMode="auto">
                <a:xfrm>
                  <a:off x="4383" y="3463"/>
                  <a:ext cx="6" cy="18"/>
                </a:xfrm>
                <a:custGeom>
                  <a:avLst/>
                  <a:gdLst/>
                  <a:ahLst/>
                  <a:cxnLst>
                    <a:cxn ang="0">
                      <a:pos x="6" y="0"/>
                    </a:cxn>
                    <a:cxn ang="0">
                      <a:pos x="0" y="14"/>
                    </a:cxn>
                    <a:cxn ang="0">
                      <a:pos x="3" y="18"/>
                    </a:cxn>
                  </a:cxnLst>
                  <a:rect l="0" t="0" r="r" b="b"/>
                  <a:pathLst>
                    <a:path w="6" h="18">
                      <a:moveTo>
                        <a:pt x="6"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60" name="任意多边形 11707"/>
                <p:cNvSpPr/>
                <p:nvPr/>
              </p:nvSpPr>
              <p:spPr bwMode="auto">
                <a:xfrm>
                  <a:off x="4403" y="3463"/>
                  <a:ext cx="6" cy="18"/>
                </a:xfrm>
                <a:custGeom>
                  <a:avLst/>
                  <a:gdLst/>
                  <a:ahLst/>
                  <a:cxnLst>
                    <a:cxn ang="0">
                      <a:pos x="0" y="0"/>
                    </a:cxn>
                    <a:cxn ang="0">
                      <a:pos x="6" y="14"/>
                    </a:cxn>
                    <a:cxn ang="0">
                      <a:pos x="5" y="18"/>
                    </a:cxn>
                  </a:cxnLst>
                  <a:rect l="0" t="0" r="r" b="b"/>
                  <a:pathLst>
                    <a:path w="6" h="18">
                      <a:moveTo>
                        <a:pt x="0" y="0"/>
                      </a:moveTo>
                      <a:lnTo>
                        <a:pt x="6"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59" name="任意多边形 11708"/>
                <p:cNvSpPr/>
                <p:nvPr/>
              </p:nvSpPr>
              <p:spPr bwMode="auto">
                <a:xfrm>
                  <a:off x="4418" y="3469"/>
                  <a:ext cx="18" cy="12"/>
                </a:xfrm>
                <a:custGeom>
                  <a:avLst/>
                  <a:gdLst/>
                  <a:ahLst/>
                  <a:cxnLst>
                    <a:cxn ang="0">
                      <a:pos x="16" y="0"/>
                    </a:cxn>
                    <a:cxn ang="0">
                      <a:pos x="3" y="0"/>
                    </a:cxn>
                    <a:cxn ang="0">
                      <a:pos x="0" y="12"/>
                    </a:cxn>
                    <a:cxn ang="0">
                      <a:pos x="18" y="12"/>
                    </a:cxn>
                    <a:cxn ang="0">
                      <a:pos x="16" y="0"/>
                    </a:cxn>
                  </a:cxnLst>
                  <a:rect l="0" t="0" r="r" b="b"/>
                  <a:pathLst>
                    <a:path w="18" h="12">
                      <a:moveTo>
                        <a:pt x="16" y="0"/>
                      </a:moveTo>
                      <a:lnTo>
                        <a:pt x="3" y="0"/>
                      </a:lnTo>
                      <a:lnTo>
                        <a:pt x="0" y="12"/>
                      </a:lnTo>
                      <a:lnTo>
                        <a:pt x="18"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58" name="矩形 11709"/>
                <p:cNvSpPr>
                  <a:spLocks noChangeArrowheads="1"/>
                </p:cNvSpPr>
                <p:nvPr/>
              </p:nvSpPr>
              <p:spPr bwMode="auto">
                <a:xfrm>
                  <a:off x="4421" y="346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57" name="任意多边形 11710"/>
                <p:cNvSpPr/>
                <p:nvPr/>
              </p:nvSpPr>
              <p:spPr bwMode="auto">
                <a:xfrm>
                  <a:off x="4414" y="3463"/>
                  <a:ext cx="7" cy="18"/>
                </a:xfrm>
                <a:custGeom>
                  <a:avLst/>
                  <a:gdLst/>
                  <a:ahLst/>
                  <a:cxnLst>
                    <a:cxn ang="0">
                      <a:pos x="7" y="0"/>
                    </a:cxn>
                    <a:cxn ang="0">
                      <a:pos x="0" y="14"/>
                    </a:cxn>
                    <a:cxn ang="0">
                      <a:pos x="4" y="18"/>
                    </a:cxn>
                  </a:cxnLst>
                  <a:rect l="0" t="0" r="r" b="b"/>
                  <a:pathLst>
                    <a:path w="7" h="18">
                      <a:moveTo>
                        <a:pt x="7" y="0"/>
                      </a:moveTo>
                      <a:lnTo>
                        <a:pt x="0"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56" name="任意多边形 11711"/>
                <p:cNvSpPr/>
                <p:nvPr/>
              </p:nvSpPr>
              <p:spPr bwMode="auto">
                <a:xfrm>
                  <a:off x="4434" y="3463"/>
                  <a:ext cx="5" cy="18"/>
                </a:xfrm>
                <a:custGeom>
                  <a:avLst/>
                  <a:gdLst/>
                  <a:ahLst/>
                  <a:cxnLst>
                    <a:cxn ang="0">
                      <a:pos x="0" y="0"/>
                    </a:cxn>
                    <a:cxn ang="0">
                      <a:pos x="5" y="14"/>
                    </a:cxn>
                    <a:cxn ang="0">
                      <a:pos x="4" y="18"/>
                    </a:cxn>
                  </a:cxnLst>
                  <a:rect l="0" t="0" r="r" b="b"/>
                  <a:pathLst>
                    <a:path w="5" h="18">
                      <a:moveTo>
                        <a:pt x="0" y="0"/>
                      </a:moveTo>
                      <a:lnTo>
                        <a:pt x="5"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55" name="任意多边形 11712"/>
                <p:cNvSpPr/>
                <p:nvPr/>
              </p:nvSpPr>
              <p:spPr bwMode="auto">
                <a:xfrm>
                  <a:off x="4449" y="3469"/>
                  <a:ext cx="19" cy="12"/>
                </a:xfrm>
                <a:custGeom>
                  <a:avLst/>
                  <a:gdLst/>
                  <a:ahLst/>
                  <a:cxnLst>
                    <a:cxn ang="0">
                      <a:pos x="15" y="0"/>
                    </a:cxn>
                    <a:cxn ang="0">
                      <a:pos x="2" y="0"/>
                    </a:cxn>
                    <a:cxn ang="0">
                      <a:pos x="0" y="12"/>
                    </a:cxn>
                    <a:cxn ang="0">
                      <a:pos x="19" y="12"/>
                    </a:cxn>
                    <a:cxn ang="0">
                      <a:pos x="15" y="0"/>
                    </a:cxn>
                  </a:cxnLst>
                  <a:rect l="0" t="0" r="r" b="b"/>
                  <a:pathLst>
                    <a:path w="19" h="12">
                      <a:moveTo>
                        <a:pt x="15" y="0"/>
                      </a:moveTo>
                      <a:lnTo>
                        <a:pt x="2" y="0"/>
                      </a:lnTo>
                      <a:lnTo>
                        <a:pt x="0" y="12"/>
                      </a:lnTo>
                      <a:lnTo>
                        <a:pt x="19"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54" name="矩形 11713"/>
                <p:cNvSpPr>
                  <a:spLocks noChangeArrowheads="1"/>
                </p:cNvSpPr>
                <p:nvPr/>
              </p:nvSpPr>
              <p:spPr bwMode="auto">
                <a:xfrm>
                  <a:off x="4451" y="346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53" name="任意多边形 11714"/>
                <p:cNvSpPr/>
                <p:nvPr/>
              </p:nvSpPr>
              <p:spPr bwMode="auto">
                <a:xfrm>
                  <a:off x="4446" y="3463"/>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52" name="任意多边形 11715"/>
                <p:cNvSpPr/>
                <p:nvPr/>
              </p:nvSpPr>
              <p:spPr bwMode="auto">
                <a:xfrm>
                  <a:off x="4464" y="3463"/>
                  <a:ext cx="7" cy="18"/>
                </a:xfrm>
                <a:custGeom>
                  <a:avLst/>
                  <a:gdLst/>
                  <a:ahLst/>
                  <a:cxnLst>
                    <a:cxn ang="0">
                      <a:pos x="0" y="0"/>
                    </a:cxn>
                    <a:cxn ang="0">
                      <a:pos x="7" y="14"/>
                    </a:cxn>
                    <a:cxn ang="0">
                      <a:pos x="4" y="18"/>
                    </a:cxn>
                  </a:cxnLst>
                  <a:rect l="0" t="0" r="r" b="b"/>
                  <a:pathLst>
                    <a:path w="7" h="18">
                      <a:moveTo>
                        <a:pt x="0" y="0"/>
                      </a:moveTo>
                      <a:lnTo>
                        <a:pt x="7"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51" name="任意多边形 11716"/>
                <p:cNvSpPr/>
                <p:nvPr/>
              </p:nvSpPr>
              <p:spPr bwMode="auto">
                <a:xfrm>
                  <a:off x="4480" y="3469"/>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50" name="矩形 11717"/>
                <p:cNvSpPr>
                  <a:spLocks noChangeArrowheads="1"/>
                </p:cNvSpPr>
                <p:nvPr/>
              </p:nvSpPr>
              <p:spPr bwMode="auto">
                <a:xfrm>
                  <a:off x="4483" y="346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49" name="任意多边形 11718"/>
                <p:cNvSpPr/>
                <p:nvPr/>
              </p:nvSpPr>
              <p:spPr bwMode="auto">
                <a:xfrm>
                  <a:off x="4476" y="3463"/>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48" name="任意多边形 11719"/>
                <p:cNvSpPr/>
                <p:nvPr/>
              </p:nvSpPr>
              <p:spPr bwMode="auto">
                <a:xfrm>
                  <a:off x="4495" y="3463"/>
                  <a:ext cx="6" cy="18"/>
                </a:xfrm>
                <a:custGeom>
                  <a:avLst/>
                  <a:gdLst/>
                  <a:ahLst/>
                  <a:cxnLst>
                    <a:cxn ang="0">
                      <a:pos x="0" y="0"/>
                    </a:cxn>
                    <a:cxn ang="0">
                      <a:pos x="6" y="14"/>
                    </a:cxn>
                    <a:cxn ang="0">
                      <a:pos x="5" y="18"/>
                    </a:cxn>
                  </a:cxnLst>
                  <a:rect l="0" t="0" r="r" b="b"/>
                  <a:pathLst>
                    <a:path w="6" h="18">
                      <a:moveTo>
                        <a:pt x="0" y="0"/>
                      </a:moveTo>
                      <a:lnTo>
                        <a:pt x="6"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47" name="任意多边形 11720"/>
                <p:cNvSpPr/>
                <p:nvPr/>
              </p:nvSpPr>
              <p:spPr bwMode="auto">
                <a:xfrm>
                  <a:off x="4510" y="3469"/>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46" name="矩形 11721"/>
                <p:cNvSpPr>
                  <a:spLocks noChangeArrowheads="1"/>
                </p:cNvSpPr>
                <p:nvPr/>
              </p:nvSpPr>
              <p:spPr bwMode="auto">
                <a:xfrm>
                  <a:off x="4513" y="346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45" name="任意多边形 11722"/>
                <p:cNvSpPr/>
                <p:nvPr/>
              </p:nvSpPr>
              <p:spPr bwMode="auto">
                <a:xfrm>
                  <a:off x="4506" y="3463"/>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44" name="任意多边形 11723"/>
                <p:cNvSpPr/>
                <p:nvPr/>
              </p:nvSpPr>
              <p:spPr bwMode="auto">
                <a:xfrm>
                  <a:off x="4525" y="3463"/>
                  <a:ext cx="6" cy="18"/>
                </a:xfrm>
                <a:custGeom>
                  <a:avLst/>
                  <a:gdLst/>
                  <a:ahLst/>
                  <a:cxnLst>
                    <a:cxn ang="0">
                      <a:pos x="0" y="0"/>
                    </a:cxn>
                    <a:cxn ang="0">
                      <a:pos x="6" y="14"/>
                    </a:cxn>
                    <a:cxn ang="0">
                      <a:pos x="5" y="18"/>
                    </a:cxn>
                  </a:cxnLst>
                  <a:rect l="0" t="0" r="r" b="b"/>
                  <a:pathLst>
                    <a:path w="6" h="18">
                      <a:moveTo>
                        <a:pt x="0" y="0"/>
                      </a:moveTo>
                      <a:lnTo>
                        <a:pt x="6"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43" name="任意多边形 11724"/>
                <p:cNvSpPr/>
                <p:nvPr/>
              </p:nvSpPr>
              <p:spPr bwMode="auto">
                <a:xfrm>
                  <a:off x="4540" y="3469"/>
                  <a:ext cx="18" cy="12"/>
                </a:xfrm>
                <a:custGeom>
                  <a:avLst/>
                  <a:gdLst/>
                  <a:ahLst/>
                  <a:cxnLst>
                    <a:cxn ang="0">
                      <a:pos x="17" y="0"/>
                    </a:cxn>
                    <a:cxn ang="0">
                      <a:pos x="3" y="0"/>
                    </a:cxn>
                    <a:cxn ang="0">
                      <a:pos x="0" y="12"/>
                    </a:cxn>
                    <a:cxn ang="0">
                      <a:pos x="18" y="12"/>
                    </a:cxn>
                    <a:cxn ang="0">
                      <a:pos x="17" y="0"/>
                    </a:cxn>
                  </a:cxnLst>
                  <a:rect l="0" t="0" r="r" b="b"/>
                  <a:pathLst>
                    <a:path w="18" h="12">
                      <a:moveTo>
                        <a:pt x="17" y="0"/>
                      </a:moveTo>
                      <a:lnTo>
                        <a:pt x="3" y="0"/>
                      </a:lnTo>
                      <a:lnTo>
                        <a:pt x="0" y="12"/>
                      </a:lnTo>
                      <a:lnTo>
                        <a:pt x="18"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42" name="矩形 11725"/>
                <p:cNvSpPr>
                  <a:spLocks noChangeArrowheads="1"/>
                </p:cNvSpPr>
                <p:nvPr/>
              </p:nvSpPr>
              <p:spPr bwMode="auto">
                <a:xfrm>
                  <a:off x="4543" y="3464"/>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41" name="任意多边形 11726"/>
                <p:cNvSpPr/>
                <p:nvPr/>
              </p:nvSpPr>
              <p:spPr bwMode="auto">
                <a:xfrm>
                  <a:off x="4536" y="3463"/>
                  <a:ext cx="7" cy="18"/>
                </a:xfrm>
                <a:custGeom>
                  <a:avLst/>
                  <a:gdLst/>
                  <a:ahLst/>
                  <a:cxnLst>
                    <a:cxn ang="0">
                      <a:pos x="7" y="0"/>
                    </a:cxn>
                    <a:cxn ang="0">
                      <a:pos x="0" y="14"/>
                    </a:cxn>
                    <a:cxn ang="0">
                      <a:pos x="4" y="18"/>
                    </a:cxn>
                  </a:cxnLst>
                  <a:rect l="0" t="0" r="r" b="b"/>
                  <a:pathLst>
                    <a:path w="7" h="18">
                      <a:moveTo>
                        <a:pt x="7" y="0"/>
                      </a:moveTo>
                      <a:lnTo>
                        <a:pt x="0"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40" name="任意多边形 11727"/>
                <p:cNvSpPr/>
                <p:nvPr/>
              </p:nvSpPr>
              <p:spPr bwMode="auto">
                <a:xfrm>
                  <a:off x="4557" y="3463"/>
                  <a:ext cx="6" cy="18"/>
                </a:xfrm>
                <a:custGeom>
                  <a:avLst/>
                  <a:gdLst/>
                  <a:ahLst/>
                  <a:cxnLst>
                    <a:cxn ang="0">
                      <a:pos x="0" y="0"/>
                    </a:cxn>
                    <a:cxn ang="0">
                      <a:pos x="6" y="14"/>
                    </a:cxn>
                    <a:cxn ang="0">
                      <a:pos x="3" y="18"/>
                    </a:cxn>
                  </a:cxnLst>
                  <a:rect l="0" t="0" r="r" b="b"/>
                  <a:pathLst>
                    <a:path w="6" h="18">
                      <a:moveTo>
                        <a:pt x="0" y="0"/>
                      </a:moveTo>
                      <a:lnTo>
                        <a:pt x="6"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39" name="任意多边形 11728"/>
                <p:cNvSpPr/>
                <p:nvPr/>
              </p:nvSpPr>
              <p:spPr bwMode="auto">
                <a:xfrm>
                  <a:off x="4570" y="3469"/>
                  <a:ext cx="20" cy="12"/>
                </a:xfrm>
                <a:custGeom>
                  <a:avLst/>
                  <a:gdLst/>
                  <a:ahLst/>
                  <a:cxnLst>
                    <a:cxn ang="0">
                      <a:pos x="17" y="0"/>
                    </a:cxn>
                    <a:cxn ang="0">
                      <a:pos x="3" y="0"/>
                    </a:cxn>
                    <a:cxn ang="0">
                      <a:pos x="0" y="12"/>
                    </a:cxn>
                    <a:cxn ang="0">
                      <a:pos x="20" y="12"/>
                    </a:cxn>
                    <a:cxn ang="0">
                      <a:pos x="17" y="0"/>
                    </a:cxn>
                  </a:cxnLst>
                  <a:rect l="0" t="0" r="r" b="b"/>
                  <a:pathLst>
                    <a:path w="20" h="12">
                      <a:moveTo>
                        <a:pt x="17" y="0"/>
                      </a:moveTo>
                      <a:lnTo>
                        <a:pt x="3"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38" name="矩形 11729"/>
                <p:cNvSpPr>
                  <a:spLocks noChangeArrowheads="1"/>
                </p:cNvSpPr>
                <p:nvPr/>
              </p:nvSpPr>
              <p:spPr bwMode="auto">
                <a:xfrm>
                  <a:off x="4573" y="3464"/>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37" name="任意多边形 11730"/>
                <p:cNvSpPr/>
                <p:nvPr/>
              </p:nvSpPr>
              <p:spPr bwMode="auto">
                <a:xfrm>
                  <a:off x="4568" y="3463"/>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36" name="任意多边形 11731"/>
                <p:cNvSpPr/>
                <p:nvPr/>
              </p:nvSpPr>
              <p:spPr bwMode="auto">
                <a:xfrm>
                  <a:off x="4587" y="3463"/>
                  <a:ext cx="6" cy="18"/>
                </a:xfrm>
                <a:custGeom>
                  <a:avLst/>
                  <a:gdLst/>
                  <a:ahLst/>
                  <a:cxnLst>
                    <a:cxn ang="0">
                      <a:pos x="0" y="0"/>
                    </a:cxn>
                    <a:cxn ang="0">
                      <a:pos x="6" y="14"/>
                    </a:cxn>
                    <a:cxn ang="0">
                      <a:pos x="5" y="18"/>
                    </a:cxn>
                  </a:cxnLst>
                  <a:rect l="0" t="0" r="r" b="b"/>
                  <a:pathLst>
                    <a:path w="6" h="18">
                      <a:moveTo>
                        <a:pt x="0" y="0"/>
                      </a:moveTo>
                      <a:lnTo>
                        <a:pt x="6"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35" name="任意多边形 11732"/>
                <p:cNvSpPr/>
                <p:nvPr/>
              </p:nvSpPr>
              <p:spPr bwMode="auto">
                <a:xfrm>
                  <a:off x="4602" y="3469"/>
                  <a:ext cx="20" cy="12"/>
                </a:xfrm>
                <a:custGeom>
                  <a:avLst/>
                  <a:gdLst/>
                  <a:ahLst/>
                  <a:cxnLst>
                    <a:cxn ang="0">
                      <a:pos x="16" y="0"/>
                    </a:cxn>
                    <a:cxn ang="0">
                      <a:pos x="3" y="0"/>
                    </a:cxn>
                    <a:cxn ang="0">
                      <a:pos x="0" y="12"/>
                    </a:cxn>
                    <a:cxn ang="0">
                      <a:pos x="20" y="12"/>
                    </a:cxn>
                    <a:cxn ang="0">
                      <a:pos x="16" y="0"/>
                    </a:cxn>
                  </a:cxnLst>
                  <a:rect l="0" t="0" r="r" b="b"/>
                  <a:pathLst>
                    <a:path w="20" h="12">
                      <a:moveTo>
                        <a:pt x="16" y="0"/>
                      </a:moveTo>
                      <a:lnTo>
                        <a:pt x="3" y="0"/>
                      </a:lnTo>
                      <a:lnTo>
                        <a:pt x="0" y="12"/>
                      </a:lnTo>
                      <a:lnTo>
                        <a:pt x="20"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34" name="矩形 11733"/>
                <p:cNvSpPr>
                  <a:spLocks noChangeArrowheads="1"/>
                </p:cNvSpPr>
                <p:nvPr/>
              </p:nvSpPr>
              <p:spPr bwMode="auto">
                <a:xfrm>
                  <a:off x="4605" y="346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33" name="任意多边形 11734"/>
                <p:cNvSpPr/>
                <p:nvPr/>
              </p:nvSpPr>
              <p:spPr bwMode="auto">
                <a:xfrm>
                  <a:off x="4598" y="3463"/>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32" name="任意多边形 11735"/>
                <p:cNvSpPr/>
                <p:nvPr/>
              </p:nvSpPr>
              <p:spPr bwMode="auto">
                <a:xfrm>
                  <a:off x="4618" y="3463"/>
                  <a:ext cx="5" cy="18"/>
                </a:xfrm>
                <a:custGeom>
                  <a:avLst/>
                  <a:gdLst/>
                  <a:ahLst/>
                  <a:cxnLst>
                    <a:cxn ang="0">
                      <a:pos x="0" y="0"/>
                    </a:cxn>
                    <a:cxn ang="0">
                      <a:pos x="5" y="14"/>
                    </a:cxn>
                    <a:cxn ang="0">
                      <a:pos x="4" y="18"/>
                    </a:cxn>
                  </a:cxnLst>
                  <a:rect l="0" t="0" r="r" b="b"/>
                  <a:pathLst>
                    <a:path w="5" h="18">
                      <a:moveTo>
                        <a:pt x="0" y="0"/>
                      </a:moveTo>
                      <a:lnTo>
                        <a:pt x="5"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31" name="任意多边形 11736"/>
                <p:cNvSpPr/>
                <p:nvPr/>
              </p:nvSpPr>
              <p:spPr bwMode="auto">
                <a:xfrm>
                  <a:off x="4632" y="3469"/>
                  <a:ext cx="18" cy="12"/>
                </a:xfrm>
                <a:custGeom>
                  <a:avLst/>
                  <a:gdLst/>
                  <a:ahLst/>
                  <a:cxnLst>
                    <a:cxn ang="0">
                      <a:pos x="17" y="0"/>
                    </a:cxn>
                    <a:cxn ang="0">
                      <a:pos x="3" y="0"/>
                    </a:cxn>
                    <a:cxn ang="0">
                      <a:pos x="0" y="12"/>
                    </a:cxn>
                    <a:cxn ang="0">
                      <a:pos x="18" y="12"/>
                    </a:cxn>
                    <a:cxn ang="0">
                      <a:pos x="17" y="0"/>
                    </a:cxn>
                  </a:cxnLst>
                  <a:rect l="0" t="0" r="r" b="b"/>
                  <a:pathLst>
                    <a:path w="18" h="12">
                      <a:moveTo>
                        <a:pt x="17" y="0"/>
                      </a:moveTo>
                      <a:lnTo>
                        <a:pt x="3" y="0"/>
                      </a:lnTo>
                      <a:lnTo>
                        <a:pt x="0" y="12"/>
                      </a:lnTo>
                      <a:lnTo>
                        <a:pt x="18"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30" name="矩形 11737"/>
                <p:cNvSpPr>
                  <a:spLocks noChangeArrowheads="1"/>
                </p:cNvSpPr>
                <p:nvPr/>
              </p:nvSpPr>
              <p:spPr bwMode="auto">
                <a:xfrm>
                  <a:off x="4635" y="3464"/>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29" name="任意多边形 11738"/>
                <p:cNvSpPr/>
                <p:nvPr/>
              </p:nvSpPr>
              <p:spPr bwMode="auto">
                <a:xfrm>
                  <a:off x="4628" y="3463"/>
                  <a:ext cx="7" cy="18"/>
                </a:xfrm>
                <a:custGeom>
                  <a:avLst/>
                  <a:gdLst/>
                  <a:ahLst/>
                  <a:cxnLst>
                    <a:cxn ang="0">
                      <a:pos x="7" y="0"/>
                    </a:cxn>
                    <a:cxn ang="0">
                      <a:pos x="0" y="14"/>
                    </a:cxn>
                    <a:cxn ang="0">
                      <a:pos x="4" y="18"/>
                    </a:cxn>
                  </a:cxnLst>
                  <a:rect l="0" t="0" r="r" b="b"/>
                  <a:pathLst>
                    <a:path w="7" h="18">
                      <a:moveTo>
                        <a:pt x="7" y="0"/>
                      </a:moveTo>
                      <a:lnTo>
                        <a:pt x="0"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28" name="任意多边形 11739"/>
                <p:cNvSpPr/>
                <p:nvPr/>
              </p:nvSpPr>
              <p:spPr bwMode="auto">
                <a:xfrm>
                  <a:off x="4649" y="3463"/>
                  <a:ext cx="5" cy="18"/>
                </a:xfrm>
                <a:custGeom>
                  <a:avLst/>
                  <a:gdLst/>
                  <a:ahLst/>
                  <a:cxnLst>
                    <a:cxn ang="0">
                      <a:pos x="0" y="0"/>
                    </a:cxn>
                    <a:cxn ang="0">
                      <a:pos x="5" y="14"/>
                    </a:cxn>
                    <a:cxn ang="0">
                      <a:pos x="3" y="18"/>
                    </a:cxn>
                  </a:cxnLst>
                  <a:rect l="0" t="0" r="r" b="b"/>
                  <a:pathLst>
                    <a:path w="5" h="18">
                      <a:moveTo>
                        <a:pt x="0" y="0"/>
                      </a:moveTo>
                      <a:lnTo>
                        <a:pt x="5"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27" name="任意多边形 11740"/>
                <p:cNvSpPr/>
                <p:nvPr/>
              </p:nvSpPr>
              <p:spPr bwMode="auto">
                <a:xfrm>
                  <a:off x="4664" y="3469"/>
                  <a:ext cx="18" cy="12"/>
                </a:xfrm>
                <a:custGeom>
                  <a:avLst/>
                  <a:gdLst/>
                  <a:ahLst/>
                  <a:cxnLst>
                    <a:cxn ang="0">
                      <a:pos x="15" y="0"/>
                    </a:cxn>
                    <a:cxn ang="0">
                      <a:pos x="1" y="0"/>
                    </a:cxn>
                    <a:cxn ang="0">
                      <a:pos x="0" y="12"/>
                    </a:cxn>
                    <a:cxn ang="0">
                      <a:pos x="18" y="12"/>
                    </a:cxn>
                    <a:cxn ang="0">
                      <a:pos x="15" y="0"/>
                    </a:cxn>
                  </a:cxnLst>
                  <a:rect l="0" t="0" r="r" b="b"/>
                  <a:pathLst>
                    <a:path w="18" h="12">
                      <a:moveTo>
                        <a:pt x="15" y="0"/>
                      </a:moveTo>
                      <a:lnTo>
                        <a:pt x="1"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26" name="矩形 11741"/>
                <p:cNvSpPr>
                  <a:spLocks noChangeArrowheads="1"/>
                </p:cNvSpPr>
                <p:nvPr/>
              </p:nvSpPr>
              <p:spPr bwMode="auto">
                <a:xfrm>
                  <a:off x="4665" y="3464"/>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25" name="任意多边形 11742"/>
                <p:cNvSpPr/>
                <p:nvPr/>
              </p:nvSpPr>
              <p:spPr bwMode="auto">
                <a:xfrm>
                  <a:off x="4660" y="3463"/>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24" name="任意多边形 11743"/>
                <p:cNvSpPr/>
                <p:nvPr/>
              </p:nvSpPr>
              <p:spPr bwMode="auto">
                <a:xfrm>
                  <a:off x="4679" y="3463"/>
                  <a:ext cx="6" cy="18"/>
                </a:xfrm>
                <a:custGeom>
                  <a:avLst/>
                  <a:gdLst/>
                  <a:ahLst/>
                  <a:cxnLst>
                    <a:cxn ang="0">
                      <a:pos x="0" y="0"/>
                    </a:cxn>
                    <a:cxn ang="0">
                      <a:pos x="6" y="14"/>
                    </a:cxn>
                    <a:cxn ang="0">
                      <a:pos x="3" y="18"/>
                    </a:cxn>
                  </a:cxnLst>
                  <a:rect l="0" t="0" r="r" b="b"/>
                  <a:pathLst>
                    <a:path w="6" h="18">
                      <a:moveTo>
                        <a:pt x="0" y="0"/>
                      </a:moveTo>
                      <a:lnTo>
                        <a:pt x="6"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23" name="任意多边形 11744"/>
                <p:cNvSpPr/>
                <p:nvPr/>
              </p:nvSpPr>
              <p:spPr bwMode="auto">
                <a:xfrm>
                  <a:off x="4269" y="3446"/>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22" name="矩形 11745"/>
                <p:cNvSpPr>
                  <a:spLocks noChangeArrowheads="1"/>
                </p:cNvSpPr>
                <p:nvPr/>
              </p:nvSpPr>
              <p:spPr bwMode="auto">
                <a:xfrm>
                  <a:off x="4272" y="3442"/>
                  <a:ext cx="12"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21" name="任意多边形 11746"/>
                <p:cNvSpPr/>
                <p:nvPr/>
              </p:nvSpPr>
              <p:spPr bwMode="auto">
                <a:xfrm>
                  <a:off x="4265" y="3442"/>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20" name="任意多边形 11747"/>
                <p:cNvSpPr/>
                <p:nvPr/>
              </p:nvSpPr>
              <p:spPr bwMode="auto">
                <a:xfrm>
                  <a:off x="4284" y="3442"/>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19" name="任意多边形 11748"/>
                <p:cNvSpPr/>
                <p:nvPr/>
              </p:nvSpPr>
              <p:spPr bwMode="auto">
                <a:xfrm>
                  <a:off x="4299" y="3446"/>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18" name="矩形 11749"/>
                <p:cNvSpPr>
                  <a:spLocks noChangeArrowheads="1"/>
                </p:cNvSpPr>
                <p:nvPr/>
              </p:nvSpPr>
              <p:spPr bwMode="auto">
                <a:xfrm>
                  <a:off x="4302" y="3442"/>
                  <a:ext cx="12"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17" name="任意多边形 11750"/>
                <p:cNvSpPr/>
                <p:nvPr/>
              </p:nvSpPr>
              <p:spPr bwMode="auto">
                <a:xfrm>
                  <a:off x="4295" y="3442"/>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16" name="任意多边形 11751"/>
                <p:cNvSpPr/>
                <p:nvPr/>
              </p:nvSpPr>
              <p:spPr bwMode="auto">
                <a:xfrm>
                  <a:off x="4316" y="3442"/>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15" name="任意多边形 11752"/>
                <p:cNvSpPr/>
                <p:nvPr/>
              </p:nvSpPr>
              <p:spPr bwMode="auto">
                <a:xfrm>
                  <a:off x="4329" y="3446"/>
                  <a:ext cx="20" cy="12"/>
                </a:xfrm>
                <a:custGeom>
                  <a:avLst/>
                  <a:gdLst/>
                  <a:ahLst/>
                  <a:cxnLst>
                    <a:cxn ang="0">
                      <a:pos x="17" y="0"/>
                    </a:cxn>
                    <a:cxn ang="0">
                      <a:pos x="3" y="0"/>
                    </a:cxn>
                    <a:cxn ang="0">
                      <a:pos x="0" y="12"/>
                    </a:cxn>
                    <a:cxn ang="0">
                      <a:pos x="20" y="12"/>
                    </a:cxn>
                    <a:cxn ang="0">
                      <a:pos x="17" y="0"/>
                    </a:cxn>
                  </a:cxnLst>
                  <a:rect l="0" t="0" r="r" b="b"/>
                  <a:pathLst>
                    <a:path w="20" h="12">
                      <a:moveTo>
                        <a:pt x="17" y="0"/>
                      </a:moveTo>
                      <a:lnTo>
                        <a:pt x="3"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14" name="矩形 11753"/>
                <p:cNvSpPr>
                  <a:spLocks noChangeArrowheads="1"/>
                </p:cNvSpPr>
                <p:nvPr/>
              </p:nvSpPr>
              <p:spPr bwMode="auto">
                <a:xfrm>
                  <a:off x="4332" y="3442"/>
                  <a:ext cx="14"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grpSp>
              <p:nvGrpSpPr>
                <p:cNvPr id="238313" name="组合 11754"/>
                <p:cNvGrpSpPr/>
                <p:nvPr/>
              </p:nvGrpSpPr>
              <p:grpSpPr bwMode="auto">
                <a:xfrm>
                  <a:off x="4213" y="3404"/>
                  <a:ext cx="769" cy="124"/>
                  <a:chOff x="4213" y="3404"/>
                  <a:chExt cx="769" cy="124"/>
                </a:xfrm>
              </p:grpSpPr>
              <p:sp>
                <p:nvSpPr>
                  <p:cNvPr id="238513" name="任意多边形 11755"/>
                  <p:cNvSpPr/>
                  <p:nvPr/>
                </p:nvSpPr>
                <p:spPr bwMode="auto">
                  <a:xfrm>
                    <a:off x="4327" y="3442"/>
                    <a:ext cx="5" cy="16"/>
                  </a:xfrm>
                  <a:custGeom>
                    <a:avLst/>
                    <a:gdLst/>
                    <a:ahLst/>
                    <a:cxnLst>
                      <a:cxn ang="0">
                        <a:pos x="5" y="0"/>
                      </a:cxn>
                      <a:cxn ang="0">
                        <a:pos x="0" y="14"/>
                      </a:cxn>
                      <a:cxn ang="0">
                        <a:pos x="2" y="16"/>
                      </a:cxn>
                    </a:cxnLst>
                    <a:rect l="0" t="0" r="r" b="b"/>
                    <a:pathLst>
                      <a:path w="5" h="16">
                        <a:moveTo>
                          <a:pt x="5"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12" name="任意多边形 11756"/>
                  <p:cNvSpPr/>
                  <p:nvPr/>
                </p:nvSpPr>
                <p:spPr bwMode="auto">
                  <a:xfrm>
                    <a:off x="4346" y="3442"/>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11" name="任意多边形 11757"/>
                  <p:cNvSpPr/>
                  <p:nvPr/>
                </p:nvSpPr>
                <p:spPr bwMode="auto">
                  <a:xfrm>
                    <a:off x="4361" y="3446"/>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10" name="矩形 11758"/>
                  <p:cNvSpPr>
                    <a:spLocks noChangeArrowheads="1"/>
                  </p:cNvSpPr>
                  <p:nvPr/>
                </p:nvSpPr>
                <p:spPr bwMode="auto">
                  <a:xfrm>
                    <a:off x="4364" y="3442"/>
                    <a:ext cx="12"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09" name="任意多边形 11759"/>
                  <p:cNvSpPr/>
                  <p:nvPr/>
                </p:nvSpPr>
                <p:spPr bwMode="auto">
                  <a:xfrm>
                    <a:off x="4357" y="3442"/>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08" name="任意多边形 11760"/>
                  <p:cNvSpPr/>
                  <p:nvPr/>
                </p:nvSpPr>
                <p:spPr bwMode="auto">
                  <a:xfrm>
                    <a:off x="4376" y="3442"/>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07" name="任意多边形 11761"/>
                  <p:cNvSpPr/>
                  <p:nvPr/>
                </p:nvSpPr>
                <p:spPr bwMode="auto">
                  <a:xfrm>
                    <a:off x="4391" y="3446"/>
                    <a:ext cx="18" cy="12"/>
                  </a:xfrm>
                  <a:custGeom>
                    <a:avLst/>
                    <a:gdLst/>
                    <a:ahLst/>
                    <a:cxnLst>
                      <a:cxn ang="0">
                        <a:pos x="17" y="0"/>
                      </a:cxn>
                      <a:cxn ang="0">
                        <a:pos x="3" y="0"/>
                      </a:cxn>
                      <a:cxn ang="0">
                        <a:pos x="0" y="12"/>
                      </a:cxn>
                      <a:cxn ang="0">
                        <a:pos x="18" y="12"/>
                      </a:cxn>
                      <a:cxn ang="0">
                        <a:pos x="17" y="0"/>
                      </a:cxn>
                    </a:cxnLst>
                    <a:rect l="0" t="0" r="r" b="b"/>
                    <a:pathLst>
                      <a:path w="18" h="12">
                        <a:moveTo>
                          <a:pt x="17" y="0"/>
                        </a:moveTo>
                        <a:lnTo>
                          <a:pt x="3" y="0"/>
                        </a:lnTo>
                        <a:lnTo>
                          <a:pt x="0" y="12"/>
                        </a:lnTo>
                        <a:lnTo>
                          <a:pt x="18"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06" name="矩形 11762"/>
                  <p:cNvSpPr>
                    <a:spLocks noChangeArrowheads="1"/>
                  </p:cNvSpPr>
                  <p:nvPr/>
                </p:nvSpPr>
                <p:spPr bwMode="auto">
                  <a:xfrm>
                    <a:off x="4394" y="3442"/>
                    <a:ext cx="14"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05" name="任意多边形 11763"/>
                  <p:cNvSpPr/>
                  <p:nvPr/>
                </p:nvSpPr>
                <p:spPr bwMode="auto">
                  <a:xfrm>
                    <a:off x="4388" y="3442"/>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04" name="任意多边形 11764"/>
                  <p:cNvSpPr/>
                  <p:nvPr/>
                </p:nvSpPr>
                <p:spPr bwMode="auto">
                  <a:xfrm>
                    <a:off x="4408" y="3442"/>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03" name="任意多边形 11765"/>
                  <p:cNvSpPr/>
                  <p:nvPr/>
                </p:nvSpPr>
                <p:spPr bwMode="auto">
                  <a:xfrm>
                    <a:off x="4423" y="3446"/>
                    <a:ext cx="18" cy="12"/>
                  </a:xfrm>
                  <a:custGeom>
                    <a:avLst/>
                    <a:gdLst/>
                    <a:ahLst/>
                    <a:cxnLst>
                      <a:cxn ang="0">
                        <a:pos x="15" y="0"/>
                      </a:cxn>
                      <a:cxn ang="0">
                        <a:pos x="1" y="0"/>
                      </a:cxn>
                      <a:cxn ang="0">
                        <a:pos x="0" y="12"/>
                      </a:cxn>
                      <a:cxn ang="0">
                        <a:pos x="18" y="12"/>
                      </a:cxn>
                      <a:cxn ang="0">
                        <a:pos x="15" y="0"/>
                      </a:cxn>
                    </a:cxnLst>
                    <a:rect l="0" t="0" r="r" b="b"/>
                    <a:pathLst>
                      <a:path w="18" h="12">
                        <a:moveTo>
                          <a:pt x="15" y="0"/>
                        </a:moveTo>
                        <a:lnTo>
                          <a:pt x="1"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02" name="矩形 11766"/>
                  <p:cNvSpPr>
                    <a:spLocks noChangeArrowheads="1"/>
                  </p:cNvSpPr>
                  <p:nvPr/>
                </p:nvSpPr>
                <p:spPr bwMode="auto">
                  <a:xfrm>
                    <a:off x="4424" y="3442"/>
                    <a:ext cx="14"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01" name="任意多边形 11767"/>
                  <p:cNvSpPr/>
                  <p:nvPr/>
                </p:nvSpPr>
                <p:spPr bwMode="auto">
                  <a:xfrm>
                    <a:off x="4419" y="3442"/>
                    <a:ext cx="5" cy="16"/>
                  </a:xfrm>
                  <a:custGeom>
                    <a:avLst/>
                    <a:gdLst/>
                    <a:ahLst/>
                    <a:cxnLst>
                      <a:cxn ang="0">
                        <a:pos x="5" y="0"/>
                      </a:cxn>
                      <a:cxn ang="0">
                        <a:pos x="0" y="14"/>
                      </a:cxn>
                      <a:cxn ang="0">
                        <a:pos x="2" y="16"/>
                      </a:cxn>
                    </a:cxnLst>
                    <a:rect l="0" t="0" r="r" b="b"/>
                    <a:pathLst>
                      <a:path w="5" h="16">
                        <a:moveTo>
                          <a:pt x="5"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00" name="任意多边形 11768"/>
                  <p:cNvSpPr/>
                  <p:nvPr/>
                </p:nvSpPr>
                <p:spPr bwMode="auto">
                  <a:xfrm>
                    <a:off x="4438" y="3442"/>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99" name="任意多边形 11769"/>
                  <p:cNvSpPr/>
                  <p:nvPr/>
                </p:nvSpPr>
                <p:spPr bwMode="auto">
                  <a:xfrm>
                    <a:off x="4453" y="3446"/>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98" name="矩形 11770"/>
                  <p:cNvSpPr>
                    <a:spLocks noChangeArrowheads="1"/>
                  </p:cNvSpPr>
                  <p:nvPr/>
                </p:nvSpPr>
                <p:spPr bwMode="auto">
                  <a:xfrm>
                    <a:off x="4456" y="3442"/>
                    <a:ext cx="12"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97" name="任意多边形 11771"/>
                  <p:cNvSpPr/>
                  <p:nvPr/>
                </p:nvSpPr>
                <p:spPr bwMode="auto">
                  <a:xfrm>
                    <a:off x="4449" y="3442"/>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96" name="任意多边形 11772"/>
                  <p:cNvSpPr/>
                  <p:nvPr/>
                </p:nvSpPr>
                <p:spPr bwMode="auto">
                  <a:xfrm>
                    <a:off x="4468" y="3442"/>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95" name="任意多边形 11773"/>
                  <p:cNvSpPr/>
                  <p:nvPr/>
                </p:nvSpPr>
                <p:spPr bwMode="auto">
                  <a:xfrm>
                    <a:off x="4483" y="3446"/>
                    <a:ext cx="20" cy="12"/>
                  </a:xfrm>
                  <a:custGeom>
                    <a:avLst/>
                    <a:gdLst/>
                    <a:ahLst/>
                    <a:cxnLst>
                      <a:cxn ang="0">
                        <a:pos x="17" y="0"/>
                      </a:cxn>
                      <a:cxn ang="0">
                        <a:pos x="3" y="0"/>
                      </a:cxn>
                      <a:cxn ang="0">
                        <a:pos x="0" y="12"/>
                      </a:cxn>
                      <a:cxn ang="0">
                        <a:pos x="20" y="12"/>
                      </a:cxn>
                      <a:cxn ang="0">
                        <a:pos x="17" y="0"/>
                      </a:cxn>
                    </a:cxnLst>
                    <a:rect l="0" t="0" r="r" b="b"/>
                    <a:pathLst>
                      <a:path w="20" h="12">
                        <a:moveTo>
                          <a:pt x="17" y="0"/>
                        </a:moveTo>
                        <a:lnTo>
                          <a:pt x="3"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94" name="矩形 11774"/>
                  <p:cNvSpPr>
                    <a:spLocks noChangeArrowheads="1"/>
                  </p:cNvSpPr>
                  <p:nvPr/>
                </p:nvSpPr>
                <p:spPr bwMode="auto">
                  <a:xfrm>
                    <a:off x="4486" y="3442"/>
                    <a:ext cx="14"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93" name="任意多边形 11775"/>
                  <p:cNvSpPr/>
                  <p:nvPr/>
                </p:nvSpPr>
                <p:spPr bwMode="auto">
                  <a:xfrm>
                    <a:off x="4480" y="3442"/>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92" name="任意多边形 11776"/>
                  <p:cNvSpPr/>
                  <p:nvPr/>
                </p:nvSpPr>
                <p:spPr bwMode="auto">
                  <a:xfrm>
                    <a:off x="4500" y="3442"/>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91" name="任意多边形 11777"/>
                  <p:cNvSpPr/>
                  <p:nvPr/>
                </p:nvSpPr>
                <p:spPr bwMode="auto">
                  <a:xfrm>
                    <a:off x="4515" y="3446"/>
                    <a:ext cx="18" cy="12"/>
                  </a:xfrm>
                  <a:custGeom>
                    <a:avLst/>
                    <a:gdLst/>
                    <a:ahLst/>
                    <a:cxnLst>
                      <a:cxn ang="0">
                        <a:pos x="15" y="0"/>
                      </a:cxn>
                      <a:cxn ang="0">
                        <a:pos x="1" y="0"/>
                      </a:cxn>
                      <a:cxn ang="0">
                        <a:pos x="0" y="12"/>
                      </a:cxn>
                      <a:cxn ang="0">
                        <a:pos x="18" y="12"/>
                      </a:cxn>
                      <a:cxn ang="0">
                        <a:pos x="15" y="0"/>
                      </a:cxn>
                    </a:cxnLst>
                    <a:rect l="0" t="0" r="r" b="b"/>
                    <a:pathLst>
                      <a:path w="18" h="12">
                        <a:moveTo>
                          <a:pt x="15" y="0"/>
                        </a:moveTo>
                        <a:lnTo>
                          <a:pt x="1"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90" name="矩形 11778"/>
                  <p:cNvSpPr>
                    <a:spLocks noChangeArrowheads="1"/>
                  </p:cNvSpPr>
                  <p:nvPr/>
                </p:nvSpPr>
                <p:spPr bwMode="auto">
                  <a:xfrm>
                    <a:off x="4516" y="3442"/>
                    <a:ext cx="14"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89" name="任意多边形 11779"/>
                  <p:cNvSpPr/>
                  <p:nvPr/>
                </p:nvSpPr>
                <p:spPr bwMode="auto">
                  <a:xfrm>
                    <a:off x="4511" y="3442"/>
                    <a:ext cx="5" cy="16"/>
                  </a:xfrm>
                  <a:custGeom>
                    <a:avLst/>
                    <a:gdLst/>
                    <a:ahLst/>
                    <a:cxnLst>
                      <a:cxn ang="0">
                        <a:pos x="5" y="0"/>
                      </a:cxn>
                      <a:cxn ang="0">
                        <a:pos x="0" y="14"/>
                      </a:cxn>
                      <a:cxn ang="0">
                        <a:pos x="2" y="16"/>
                      </a:cxn>
                    </a:cxnLst>
                    <a:rect l="0" t="0" r="r" b="b"/>
                    <a:pathLst>
                      <a:path w="5" h="16">
                        <a:moveTo>
                          <a:pt x="5"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88" name="任意多边形 11780"/>
                  <p:cNvSpPr/>
                  <p:nvPr/>
                </p:nvSpPr>
                <p:spPr bwMode="auto">
                  <a:xfrm>
                    <a:off x="4530" y="3442"/>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87" name="任意多边形 11781"/>
                  <p:cNvSpPr/>
                  <p:nvPr/>
                </p:nvSpPr>
                <p:spPr bwMode="auto">
                  <a:xfrm>
                    <a:off x="4545" y="3446"/>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86" name="矩形 11782"/>
                  <p:cNvSpPr>
                    <a:spLocks noChangeArrowheads="1"/>
                  </p:cNvSpPr>
                  <p:nvPr/>
                </p:nvSpPr>
                <p:spPr bwMode="auto">
                  <a:xfrm>
                    <a:off x="4548" y="3442"/>
                    <a:ext cx="12"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85" name="任意多边形 11783"/>
                  <p:cNvSpPr/>
                  <p:nvPr/>
                </p:nvSpPr>
                <p:spPr bwMode="auto">
                  <a:xfrm>
                    <a:off x="4541" y="3442"/>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84" name="任意多边形 11784"/>
                  <p:cNvSpPr/>
                  <p:nvPr/>
                </p:nvSpPr>
                <p:spPr bwMode="auto">
                  <a:xfrm>
                    <a:off x="4560" y="3442"/>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83" name="任意多边形 11785"/>
                  <p:cNvSpPr/>
                  <p:nvPr/>
                </p:nvSpPr>
                <p:spPr bwMode="auto">
                  <a:xfrm>
                    <a:off x="4575" y="3446"/>
                    <a:ext cx="20" cy="12"/>
                  </a:xfrm>
                  <a:custGeom>
                    <a:avLst/>
                    <a:gdLst/>
                    <a:ahLst/>
                    <a:cxnLst>
                      <a:cxn ang="0">
                        <a:pos x="17" y="0"/>
                      </a:cxn>
                      <a:cxn ang="0">
                        <a:pos x="3" y="0"/>
                      </a:cxn>
                      <a:cxn ang="0">
                        <a:pos x="0" y="12"/>
                      </a:cxn>
                      <a:cxn ang="0">
                        <a:pos x="20" y="12"/>
                      </a:cxn>
                      <a:cxn ang="0">
                        <a:pos x="17" y="0"/>
                      </a:cxn>
                    </a:cxnLst>
                    <a:rect l="0" t="0" r="r" b="b"/>
                    <a:pathLst>
                      <a:path w="20" h="12">
                        <a:moveTo>
                          <a:pt x="17" y="0"/>
                        </a:moveTo>
                        <a:lnTo>
                          <a:pt x="3"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82" name="矩形 11786"/>
                  <p:cNvSpPr>
                    <a:spLocks noChangeArrowheads="1"/>
                  </p:cNvSpPr>
                  <p:nvPr/>
                </p:nvSpPr>
                <p:spPr bwMode="auto">
                  <a:xfrm>
                    <a:off x="4578" y="3442"/>
                    <a:ext cx="14"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81" name="任意多边形 11787"/>
                  <p:cNvSpPr/>
                  <p:nvPr/>
                </p:nvSpPr>
                <p:spPr bwMode="auto">
                  <a:xfrm>
                    <a:off x="4572" y="3442"/>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80" name="任意多边形 11788"/>
                  <p:cNvSpPr/>
                  <p:nvPr/>
                </p:nvSpPr>
                <p:spPr bwMode="auto">
                  <a:xfrm>
                    <a:off x="4592" y="3442"/>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79" name="任意多边形 11789"/>
                  <p:cNvSpPr/>
                  <p:nvPr/>
                </p:nvSpPr>
                <p:spPr bwMode="auto">
                  <a:xfrm>
                    <a:off x="4607" y="3446"/>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78" name="矩形 11790"/>
                  <p:cNvSpPr>
                    <a:spLocks noChangeArrowheads="1"/>
                  </p:cNvSpPr>
                  <p:nvPr/>
                </p:nvSpPr>
                <p:spPr bwMode="auto">
                  <a:xfrm>
                    <a:off x="4610" y="3442"/>
                    <a:ext cx="12"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77" name="任意多边形 11791"/>
                  <p:cNvSpPr/>
                  <p:nvPr/>
                </p:nvSpPr>
                <p:spPr bwMode="auto">
                  <a:xfrm>
                    <a:off x="4602" y="3442"/>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76" name="任意多边形 11792"/>
                  <p:cNvSpPr/>
                  <p:nvPr/>
                </p:nvSpPr>
                <p:spPr bwMode="auto">
                  <a:xfrm>
                    <a:off x="4622" y="3442"/>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75" name="任意多边形 11793"/>
                  <p:cNvSpPr/>
                  <p:nvPr/>
                </p:nvSpPr>
                <p:spPr bwMode="auto">
                  <a:xfrm>
                    <a:off x="4637" y="3446"/>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74" name="矩形 11794"/>
                  <p:cNvSpPr>
                    <a:spLocks noChangeArrowheads="1"/>
                  </p:cNvSpPr>
                  <p:nvPr/>
                </p:nvSpPr>
                <p:spPr bwMode="auto">
                  <a:xfrm>
                    <a:off x="4640" y="3442"/>
                    <a:ext cx="12"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73" name="任意多边形 11795"/>
                  <p:cNvSpPr/>
                  <p:nvPr/>
                </p:nvSpPr>
                <p:spPr bwMode="auto">
                  <a:xfrm>
                    <a:off x="4634" y="3442"/>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72" name="任意多边形 11796"/>
                  <p:cNvSpPr/>
                  <p:nvPr/>
                </p:nvSpPr>
                <p:spPr bwMode="auto">
                  <a:xfrm>
                    <a:off x="4652" y="3442"/>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71" name="任意多边形 11797"/>
                  <p:cNvSpPr/>
                  <p:nvPr/>
                </p:nvSpPr>
                <p:spPr bwMode="auto">
                  <a:xfrm>
                    <a:off x="4354" y="3492"/>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70" name="矩形 11798"/>
                  <p:cNvSpPr>
                    <a:spLocks noChangeArrowheads="1"/>
                  </p:cNvSpPr>
                  <p:nvPr/>
                </p:nvSpPr>
                <p:spPr bwMode="auto">
                  <a:xfrm>
                    <a:off x="4357" y="3487"/>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69" name="任意多边形 11799"/>
                  <p:cNvSpPr/>
                  <p:nvPr/>
                </p:nvSpPr>
                <p:spPr bwMode="auto">
                  <a:xfrm>
                    <a:off x="4351" y="3487"/>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68" name="任意多边形 11800"/>
                  <p:cNvSpPr/>
                  <p:nvPr/>
                </p:nvSpPr>
                <p:spPr bwMode="auto">
                  <a:xfrm>
                    <a:off x="4369" y="3487"/>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67" name="任意多边形 11801"/>
                  <p:cNvSpPr/>
                  <p:nvPr/>
                </p:nvSpPr>
                <p:spPr bwMode="auto">
                  <a:xfrm>
                    <a:off x="4384" y="3492"/>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66" name="矩形 11802"/>
                  <p:cNvSpPr>
                    <a:spLocks noChangeArrowheads="1"/>
                  </p:cNvSpPr>
                  <p:nvPr/>
                </p:nvSpPr>
                <p:spPr bwMode="auto">
                  <a:xfrm>
                    <a:off x="4388" y="3487"/>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65" name="任意多边形 11803"/>
                  <p:cNvSpPr/>
                  <p:nvPr/>
                </p:nvSpPr>
                <p:spPr bwMode="auto">
                  <a:xfrm>
                    <a:off x="4383" y="3487"/>
                    <a:ext cx="5" cy="18"/>
                  </a:xfrm>
                  <a:custGeom>
                    <a:avLst/>
                    <a:gdLst/>
                    <a:ahLst/>
                    <a:cxnLst>
                      <a:cxn ang="0">
                        <a:pos x="5" y="0"/>
                      </a:cxn>
                      <a:cxn ang="0">
                        <a:pos x="0" y="15"/>
                      </a:cxn>
                      <a:cxn ang="0">
                        <a:pos x="1" y="18"/>
                      </a:cxn>
                    </a:cxnLst>
                    <a:rect l="0" t="0" r="r" b="b"/>
                    <a:pathLst>
                      <a:path w="5" h="18">
                        <a:moveTo>
                          <a:pt x="5"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64" name="任意多边形 11804"/>
                  <p:cNvSpPr/>
                  <p:nvPr/>
                </p:nvSpPr>
                <p:spPr bwMode="auto">
                  <a:xfrm>
                    <a:off x="4401" y="3487"/>
                    <a:ext cx="7" cy="18"/>
                  </a:xfrm>
                  <a:custGeom>
                    <a:avLst/>
                    <a:gdLst/>
                    <a:ahLst/>
                    <a:cxnLst>
                      <a:cxn ang="0">
                        <a:pos x="0" y="0"/>
                      </a:cxn>
                      <a:cxn ang="0">
                        <a:pos x="7" y="15"/>
                      </a:cxn>
                      <a:cxn ang="0">
                        <a:pos x="3" y="18"/>
                      </a:cxn>
                    </a:cxnLst>
                    <a:rect l="0" t="0" r="r" b="b"/>
                    <a:pathLst>
                      <a:path w="7" h="18">
                        <a:moveTo>
                          <a:pt x="0" y="0"/>
                        </a:moveTo>
                        <a:lnTo>
                          <a:pt x="7"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63" name="任意多边形 11805"/>
                  <p:cNvSpPr/>
                  <p:nvPr/>
                </p:nvSpPr>
                <p:spPr bwMode="auto">
                  <a:xfrm>
                    <a:off x="4416" y="3492"/>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62" name="矩形 11806"/>
                  <p:cNvSpPr>
                    <a:spLocks noChangeArrowheads="1"/>
                  </p:cNvSpPr>
                  <p:nvPr/>
                </p:nvSpPr>
                <p:spPr bwMode="auto">
                  <a:xfrm>
                    <a:off x="4419" y="3487"/>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61" name="任意多边形 11807"/>
                  <p:cNvSpPr/>
                  <p:nvPr/>
                </p:nvSpPr>
                <p:spPr bwMode="auto">
                  <a:xfrm>
                    <a:off x="4413" y="3487"/>
                    <a:ext cx="6" cy="18"/>
                  </a:xfrm>
                  <a:custGeom>
                    <a:avLst/>
                    <a:gdLst/>
                    <a:ahLst/>
                    <a:cxnLst>
                      <a:cxn ang="0">
                        <a:pos x="6" y="0"/>
                      </a:cxn>
                      <a:cxn ang="0">
                        <a:pos x="0" y="15"/>
                      </a:cxn>
                      <a:cxn ang="0">
                        <a:pos x="1" y="18"/>
                      </a:cxn>
                    </a:cxnLst>
                    <a:rect l="0" t="0" r="r" b="b"/>
                    <a:pathLst>
                      <a:path w="6" h="18">
                        <a:moveTo>
                          <a:pt x="6"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60" name="任意多边形 11808"/>
                  <p:cNvSpPr/>
                  <p:nvPr/>
                </p:nvSpPr>
                <p:spPr bwMode="auto">
                  <a:xfrm>
                    <a:off x="4431" y="3487"/>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59" name="任意多边形 11809"/>
                  <p:cNvSpPr/>
                  <p:nvPr/>
                </p:nvSpPr>
                <p:spPr bwMode="auto">
                  <a:xfrm>
                    <a:off x="4446" y="3492"/>
                    <a:ext cx="18" cy="13"/>
                  </a:xfrm>
                  <a:custGeom>
                    <a:avLst/>
                    <a:gdLst/>
                    <a:ahLst/>
                    <a:cxnLst>
                      <a:cxn ang="0">
                        <a:pos x="17" y="0"/>
                      </a:cxn>
                      <a:cxn ang="0">
                        <a:pos x="3" y="0"/>
                      </a:cxn>
                      <a:cxn ang="0">
                        <a:pos x="0" y="13"/>
                      </a:cxn>
                      <a:cxn ang="0">
                        <a:pos x="18" y="13"/>
                      </a:cxn>
                      <a:cxn ang="0">
                        <a:pos x="17" y="0"/>
                      </a:cxn>
                    </a:cxnLst>
                    <a:rect l="0" t="0" r="r" b="b"/>
                    <a:pathLst>
                      <a:path w="18" h="13">
                        <a:moveTo>
                          <a:pt x="17" y="0"/>
                        </a:moveTo>
                        <a:lnTo>
                          <a:pt x="3" y="0"/>
                        </a:lnTo>
                        <a:lnTo>
                          <a:pt x="0" y="13"/>
                        </a:lnTo>
                        <a:lnTo>
                          <a:pt x="18"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58" name="矩形 11810"/>
                  <p:cNvSpPr>
                    <a:spLocks noChangeArrowheads="1"/>
                  </p:cNvSpPr>
                  <p:nvPr/>
                </p:nvSpPr>
                <p:spPr bwMode="auto">
                  <a:xfrm>
                    <a:off x="4449" y="3487"/>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57" name="任意多边形 11811"/>
                  <p:cNvSpPr/>
                  <p:nvPr/>
                </p:nvSpPr>
                <p:spPr bwMode="auto">
                  <a:xfrm>
                    <a:off x="4443" y="3487"/>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56" name="任意多边形 11812"/>
                  <p:cNvSpPr/>
                  <p:nvPr/>
                </p:nvSpPr>
                <p:spPr bwMode="auto">
                  <a:xfrm>
                    <a:off x="4463" y="3487"/>
                    <a:ext cx="5" cy="18"/>
                  </a:xfrm>
                  <a:custGeom>
                    <a:avLst/>
                    <a:gdLst/>
                    <a:ahLst/>
                    <a:cxnLst>
                      <a:cxn ang="0">
                        <a:pos x="0" y="0"/>
                      </a:cxn>
                      <a:cxn ang="0">
                        <a:pos x="5" y="15"/>
                      </a:cxn>
                      <a:cxn ang="0">
                        <a:pos x="3" y="18"/>
                      </a:cxn>
                    </a:cxnLst>
                    <a:rect l="0" t="0" r="r" b="b"/>
                    <a:pathLst>
                      <a:path w="5" h="18">
                        <a:moveTo>
                          <a:pt x="0" y="0"/>
                        </a:moveTo>
                        <a:lnTo>
                          <a:pt x="5"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55" name="任意多边形 11813"/>
                  <p:cNvSpPr/>
                  <p:nvPr/>
                </p:nvSpPr>
                <p:spPr bwMode="auto">
                  <a:xfrm>
                    <a:off x="4476" y="3492"/>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54" name="矩形 11814"/>
                  <p:cNvSpPr>
                    <a:spLocks noChangeArrowheads="1"/>
                  </p:cNvSpPr>
                  <p:nvPr/>
                </p:nvSpPr>
                <p:spPr bwMode="auto">
                  <a:xfrm>
                    <a:off x="4480" y="3487"/>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53" name="任意多边形 11815"/>
                  <p:cNvSpPr/>
                  <p:nvPr/>
                </p:nvSpPr>
                <p:spPr bwMode="auto">
                  <a:xfrm>
                    <a:off x="4475" y="3487"/>
                    <a:ext cx="5" cy="18"/>
                  </a:xfrm>
                  <a:custGeom>
                    <a:avLst/>
                    <a:gdLst/>
                    <a:ahLst/>
                    <a:cxnLst>
                      <a:cxn ang="0">
                        <a:pos x="5" y="0"/>
                      </a:cxn>
                      <a:cxn ang="0">
                        <a:pos x="0" y="15"/>
                      </a:cxn>
                      <a:cxn ang="0">
                        <a:pos x="1" y="18"/>
                      </a:cxn>
                    </a:cxnLst>
                    <a:rect l="0" t="0" r="r" b="b"/>
                    <a:pathLst>
                      <a:path w="5" h="18">
                        <a:moveTo>
                          <a:pt x="5"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52" name="任意多边形 11816"/>
                  <p:cNvSpPr/>
                  <p:nvPr/>
                </p:nvSpPr>
                <p:spPr bwMode="auto">
                  <a:xfrm>
                    <a:off x="4493" y="3487"/>
                    <a:ext cx="7" cy="18"/>
                  </a:xfrm>
                  <a:custGeom>
                    <a:avLst/>
                    <a:gdLst/>
                    <a:ahLst/>
                    <a:cxnLst>
                      <a:cxn ang="0">
                        <a:pos x="0" y="0"/>
                      </a:cxn>
                      <a:cxn ang="0">
                        <a:pos x="7" y="15"/>
                      </a:cxn>
                      <a:cxn ang="0">
                        <a:pos x="3" y="18"/>
                      </a:cxn>
                    </a:cxnLst>
                    <a:rect l="0" t="0" r="r" b="b"/>
                    <a:pathLst>
                      <a:path w="7" h="18">
                        <a:moveTo>
                          <a:pt x="0" y="0"/>
                        </a:moveTo>
                        <a:lnTo>
                          <a:pt x="7"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51" name="任意多边形 11817"/>
                  <p:cNvSpPr/>
                  <p:nvPr/>
                </p:nvSpPr>
                <p:spPr bwMode="auto">
                  <a:xfrm>
                    <a:off x="4508" y="3492"/>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50" name="矩形 11818"/>
                  <p:cNvSpPr>
                    <a:spLocks noChangeArrowheads="1"/>
                  </p:cNvSpPr>
                  <p:nvPr/>
                </p:nvSpPr>
                <p:spPr bwMode="auto">
                  <a:xfrm>
                    <a:off x="4511" y="3487"/>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49" name="任意多边形 11819"/>
                  <p:cNvSpPr/>
                  <p:nvPr/>
                </p:nvSpPr>
                <p:spPr bwMode="auto">
                  <a:xfrm>
                    <a:off x="4505" y="3487"/>
                    <a:ext cx="6" cy="18"/>
                  </a:xfrm>
                  <a:custGeom>
                    <a:avLst/>
                    <a:gdLst/>
                    <a:ahLst/>
                    <a:cxnLst>
                      <a:cxn ang="0">
                        <a:pos x="6" y="0"/>
                      </a:cxn>
                      <a:cxn ang="0">
                        <a:pos x="0" y="15"/>
                      </a:cxn>
                      <a:cxn ang="0">
                        <a:pos x="1" y="18"/>
                      </a:cxn>
                    </a:cxnLst>
                    <a:rect l="0" t="0" r="r" b="b"/>
                    <a:pathLst>
                      <a:path w="6" h="18">
                        <a:moveTo>
                          <a:pt x="6"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48" name="任意多边形 11820"/>
                  <p:cNvSpPr/>
                  <p:nvPr/>
                </p:nvSpPr>
                <p:spPr bwMode="auto">
                  <a:xfrm>
                    <a:off x="4523" y="3487"/>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47" name="任意多边形 11821"/>
                  <p:cNvSpPr/>
                  <p:nvPr/>
                </p:nvSpPr>
                <p:spPr bwMode="auto">
                  <a:xfrm>
                    <a:off x="4538" y="3492"/>
                    <a:ext cx="19" cy="13"/>
                  </a:xfrm>
                  <a:custGeom>
                    <a:avLst/>
                    <a:gdLst/>
                    <a:ahLst/>
                    <a:cxnLst>
                      <a:cxn ang="0">
                        <a:pos x="17" y="0"/>
                      </a:cxn>
                      <a:cxn ang="0">
                        <a:pos x="3" y="0"/>
                      </a:cxn>
                      <a:cxn ang="0">
                        <a:pos x="0" y="13"/>
                      </a:cxn>
                      <a:cxn ang="0">
                        <a:pos x="19" y="13"/>
                      </a:cxn>
                      <a:cxn ang="0">
                        <a:pos x="17" y="0"/>
                      </a:cxn>
                    </a:cxnLst>
                    <a:rect l="0" t="0" r="r" b="b"/>
                    <a:pathLst>
                      <a:path w="19" h="13">
                        <a:moveTo>
                          <a:pt x="17" y="0"/>
                        </a:moveTo>
                        <a:lnTo>
                          <a:pt x="3" y="0"/>
                        </a:lnTo>
                        <a:lnTo>
                          <a:pt x="0" y="13"/>
                        </a:lnTo>
                        <a:lnTo>
                          <a:pt x="19"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46" name="矩形 11822"/>
                  <p:cNvSpPr>
                    <a:spLocks noChangeArrowheads="1"/>
                  </p:cNvSpPr>
                  <p:nvPr/>
                </p:nvSpPr>
                <p:spPr bwMode="auto">
                  <a:xfrm>
                    <a:off x="4541" y="3487"/>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45" name="任意多边形 11823"/>
                  <p:cNvSpPr/>
                  <p:nvPr/>
                </p:nvSpPr>
                <p:spPr bwMode="auto">
                  <a:xfrm>
                    <a:off x="4535" y="3487"/>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44" name="任意多边形 11824"/>
                  <p:cNvSpPr/>
                  <p:nvPr/>
                </p:nvSpPr>
                <p:spPr bwMode="auto">
                  <a:xfrm>
                    <a:off x="4555" y="3487"/>
                    <a:ext cx="5" cy="18"/>
                  </a:xfrm>
                  <a:custGeom>
                    <a:avLst/>
                    <a:gdLst/>
                    <a:ahLst/>
                    <a:cxnLst>
                      <a:cxn ang="0">
                        <a:pos x="0" y="0"/>
                      </a:cxn>
                      <a:cxn ang="0">
                        <a:pos x="5" y="15"/>
                      </a:cxn>
                      <a:cxn ang="0">
                        <a:pos x="3" y="18"/>
                      </a:cxn>
                    </a:cxnLst>
                    <a:rect l="0" t="0" r="r" b="b"/>
                    <a:pathLst>
                      <a:path w="5" h="18">
                        <a:moveTo>
                          <a:pt x="0" y="0"/>
                        </a:moveTo>
                        <a:lnTo>
                          <a:pt x="5"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43" name="任意多边形 11825"/>
                  <p:cNvSpPr/>
                  <p:nvPr/>
                </p:nvSpPr>
                <p:spPr bwMode="auto">
                  <a:xfrm>
                    <a:off x="4570" y="3492"/>
                    <a:ext cx="18" cy="13"/>
                  </a:xfrm>
                  <a:custGeom>
                    <a:avLst/>
                    <a:gdLst/>
                    <a:ahLst/>
                    <a:cxnLst>
                      <a:cxn ang="0">
                        <a:pos x="15" y="0"/>
                      </a:cxn>
                      <a:cxn ang="0">
                        <a:pos x="2" y="0"/>
                      </a:cxn>
                      <a:cxn ang="0">
                        <a:pos x="0" y="13"/>
                      </a:cxn>
                      <a:cxn ang="0">
                        <a:pos x="18" y="13"/>
                      </a:cxn>
                      <a:cxn ang="0">
                        <a:pos x="15" y="0"/>
                      </a:cxn>
                    </a:cxnLst>
                    <a:rect l="0" t="0" r="r" b="b"/>
                    <a:pathLst>
                      <a:path w="18" h="13">
                        <a:moveTo>
                          <a:pt x="15" y="0"/>
                        </a:moveTo>
                        <a:lnTo>
                          <a:pt x="2"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42" name="矩形 11826"/>
                  <p:cNvSpPr>
                    <a:spLocks noChangeArrowheads="1"/>
                  </p:cNvSpPr>
                  <p:nvPr/>
                </p:nvSpPr>
                <p:spPr bwMode="auto">
                  <a:xfrm>
                    <a:off x="4572" y="3487"/>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41" name="任意多边形 11827"/>
                  <p:cNvSpPr/>
                  <p:nvPr/>
                </p:nvSpPr>
                <p:spPr bwMode="auto">
                  <a:xfrm>
                    <a:off x="4567" y="3487"/>
                    <a:ext cx="5" cy="18"/>
                  </a:xfrm>
                  <a:custGeom>
                    <a:avLst/>
                    <a:gdLst/>
                    <a:ahLst/>
                    <a:cxnLst>
                      <a:cxn ang="0">
                        <a:pos x="5" y="0"/>
                      </a:cxn>
                      <a:cxn ang="0">
                        <a:pos x="0" y="15"/>
                      </a:cxn>
                      <a:cxn ang="0">
                        <a:pos x="1" y="18"/>
                      </a:cxn>
                    </a:cxnLst>
                    <a:rect l="0" t="0" r="r" b="b"/>
                    <a:pathLst>
                      <a:path w="5" h="18">
                        <a:moveTo>
                          <a:pt x="5"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40" name="任意多边形 11828"/>
                  <p:cNvSpPr/>
                  <p:nvPr/>
                </p:nvSpPr>
                <p:spPr bwMode="auto">
                  <a:xfrm>
                    <a:off x="4585" y="3487"/>
                    <a:ext cx="7" cy="18"/>
                  </a:xfrm>
                  <a:custGeom>
                    <a:avLst/>
                    <a:gdLst/>
                    <a:ahLst/>
                    <a:cxnLst>
                      <a:cxn ang="0">
                        <a:pos x="0" y="0"/>
                      </a:cxn>
                      <a:cxn ang="0">
                        <a:pos x="7" y="15"/>
                      </a:cxn>
                      <a:cxn ang="0">
                        <a:pos x="3" y="18"/>
                      </a:cxn>
                    </a:cxnLst>
                    <a:rect l="0" t="0" r="r" b="b"/>
                    <a:pathLst>
                      <a:path w="7" h="18">
                        <a:moveTo>
                          <a:pt x="0" y="0"/>
                        </a:moveTo>
                        <a:lnTo>
                          <a:pt x="7"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39" name="任意多边形 11829"/>
                  <p:cNvSpPr/>
                  <p:nvPr/>
                </p:nvSpPr>
                <p:spPr bwMode="auto">
                  <a:xfrm>
                    <a:off x="4600" y="3492"/>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38" name="矩形 11830"/>
                  <p:cNvSpPr>
                    <a:spLocks noChangeArrowheads="1"/>
                  </p:cNvSpPr>
                  <p:nvPr/>
                </p:nvSpPr>
                <p:spPr bwMode="auto">
                  <a:xfrm>
                    <a:off x="4603" y="3487"/>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37" name="任意多边形 11831"/>
                  <p:cNvSpPr/>
                  <p:nvPr/>
                </p:nvSpPr>
                <p:spPr bwMode="auto">
                  <a:xfrm>
                    <a:off x="4597" y="3487"/>
                    <a:ext cx="6" cy="18"/>
                  </a:xfrm>
                  <a:custGeom>
                    <a:avLst/>
                    <a:gdLst/>
                    <a:ahLst/>
                    <a:cxnLst>
                      <a:cxn ang="0">
                        <a:pos x="6" y="0"/>
                      </a:cxn>
                      <a:cxn ang="0">
                        <a:pos x="0" y="15"/>
                      </a:cxn>
                      <a:cxn ang="0">
                        <a:pos x="1" y="18"/>
                      </a:cxn>
                    </a:cxnLst>
                    <a:rect l="0" t="0" r="r" b="b"/>
                    <a:pathLst>
                      <a:path w="6" h="18">
                        <a:moveTo>
                          <a:pt x="6"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36" name="任意多边形 11832"/>
                  <p:cNvSpPr/>
                  <p:nvPr/>
                </p:nvSpPr>
                <p:spPr bwMode="auto">
                  <a:xfrm>
                    <a:off x="4615" y="3487"/>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35" name="任意多边形 11833"/>
                  <p:cNvSpPr/>
                  <p:nvPr/>
                </p:nvSpPr>
                <p:spPr bwMode="auto">
                  <a:xfrm>
                    <a:off x="4630" y="3492"/>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34" name="矩形 11834"/>
                  <p:cNvSpPr>
                    <a:spLocks noChangeArrowheads="1"/>
                  </p:cNvSpPr>
                  <p:nvPr/>
                </p:nvSpPr>
                <p:spPr bwMode="auto">
                  <a:xfrm>
                    <a:off x="4634" y="3487"/>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33" name="任意多边形 11835"/>
                  <p:cNvSpPr/>
                  <p:nvPr/>
                </p:nvSpPr>
                <p:spPr bwMode="auto">
                  <a:xfrm>
                    <a:off x="4627" y="3487"/>
                    <a:ext cx="7" cy="18"/>
                  </a:xfrm>
                  <a:custGeom>
                    <a:avLst/>
                    <a:gdLst/>
                    <a:ahLst/>
                    <a:cxnLst>
                      <a:cxn ang="0">
                        <a:pos x="7" y="0"/>
                      </a:cxn>
                      <a:cxn ang="0">
                        <a:pos x="0" y="15"/>
                      </a:cxn>
                      <a:cxn ang="0">
                        <a:pos x="3" y="18"/>
                      </a:cxn>
                    </a:cxnLst>
                    <a:rect l="0" t="0" r="r" b="b"/>
                    <a:pathLst>
                      <a:path w="7" h="18">
                        <a:moveTo>
                          <a:pt x="7"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32" name="任意多边形 11836"/>
                  <p:cNvSpPr/>
                  <p:nvPr/>
                </p:nvSpPr>
                <p:spPr bwMode="auto">
                  <a:xfrm>
                    <a:off x="4647" y="3487"/>
                    <a:ext cx="5" cy="18"/>
                  </a:xfrm>
                  <a:custGeom>
                    <a:avLst/>
                    <a:gdLst/>
                    <a:ahLst/>
                    <a:cxnLst>
                      <a:cxn ang="0">
                        <a:pos x="0" y="0"/>
                      </a:cxn>
                      <a:cxn ang="0">
                        <a:pos x="5" y="15"/>
                      </a:cxn>
                      <a:cxn ang="0">
                        <a:pos x="3" y="18"/>
                      </a:cxn>
                    </a:cxnLst>
                    <a:rect l="0" t="0" r="r" b="b"/>
                    <a:pathLst>
                      <a:path w="5" h="18">
                        <a:moveTo>
                          <a:pt x="0" y="0"/>
                        </a:moveTo>
                        <a:lnTo>
                          <a:pt x="5"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31" name="任意多边形 11837"/>
                  <p:cNvSpPr/>
                  <p:nvPr/>
                </p:nvSpPr>
                <p:spPr bwMode="auto">
                  <a:xfrm>
                    <a:off x="4660" y="3492"/>
                    <a:ext cx="19" cy="13"/>
                  </a:xfrm>
                  <a:custGeom>
                    <a:avLst/>
                    <a:gdLst/>
                    <a:ahLst/>
                    <a:cxnLst>
                      <a:cxn ang="0">
                        <a:pos x="17" y="0"/>
                      </a:cxn>
                      <a:cxn ang="0">
                        <a:pos x="4" y="0"/>
                      </a:cxn>
                      <a:cxn ang="0">
                        <a:pos x="0" y="13"/>
                      </a:cxn>
                      <a:cxn ang="0">
                        <a:pos x="19" y="13"/>
                      </a:cxn>
                      <a:cxn ang="0">
                        <a:pos x="17" y="0"/>
                      </a:cxn>
                    </a:cxnLst>
                    <a:rect l="0" t="0" r="r" b="b"/>
                    <a:pathLst>
                      <a:path w="19" h="13">
                        <a:moveTo>
                          <a:pt x="17" y="0"/>
                        </a:moveTo>
                        <a:lnTo>
                          <a:pt x="4" y="0"/>
                        </a:lnTo>
                        <a:lnTo>
                          <a:pt x="0" y="13"/>
                        </a:lnTo>
                        <a:lnTo>
                          <a:pt x="19"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30" name="矩形 11838"/>
                  <p:cNvSpPr>
                    <a:spLocks noChangeArrowheads="1"/>
                  </p:cNvSpPr>
                  <p:nvPr/>
                </p:nvSpPr>
                <p:spPr bwMode="auto">
                  <a:xfrm>
                    <a:off x="4664" y="3487"/>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29" name="任意多边形 11839"/>
                  <p:cNvSpPr/>
                  <p:nvPr/>
                </p:nvSpPr>
                <p:spPr bwMode="auto">
                  <a:xfrm>
                    <a:off x="4657" y="3487"/>
                    <a:ext cx="7" cy="18"/>
                  </a:xfrm>
                  <a:custGeom>
                    <a:avLst/>
                    <a:gdLst/>
                    <a:ahLst/>
                    <a:cxnLst>
                      <a:cxn ang="0">
                        <a:pos x="7" y="0"/>
                      </a:cxn>
                      <a:cxn ang="0">
                        <a:pos x="0" y="15"/>
                      </a:cxn>
                      <a:cxn ang="0">
                        <a:pos x="3" y="18"/>
                      </a:cxn>
                    </a:cxnLst>
                    <a:rect l="0" t="0" r="r" b="b"/>
                    <a:pathLst>
                      <a:path w="7" h="18">
                        <a:moveTo>
                          <a:pt x="7"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28" name="任意多边形 11840"/>
                  <p:cNvSpPr/>
                  <p:nvPr/>
                </p:nvSpPr>
                <p:spPr bwMode="auto">
                  <a:xfrm>
                    <a:off x="4677" y="3487"/>
                    <a:ext cx="7" cy="18"/>
                  </a:xfrm>
                  <a:custGeom>
                    <a:avLst/>
                    <a:gdLst/>
                    <a:ahLst/>
                    <a:cxnLst>
                      <a:cxn ang="0">
                        <a:pos x="0" y="0"/>
                      </a:cxn>
                      <a:cxn ang="0">
                        <a:pos x="7" y="15"/>
                      </a:cxn>
                      <a:cxn ang="0">
                        <a:pos x="3" y="18"/>
                      </a:cxn>
                    </a:cxnLst>
                    <a:rect l="0" t="0" r="r" b="b"/>
                    <a:pathLst>
                      <a:path w="7" h="18">
                        <a:moveTo>
                          <a:pt x="0" y="0"/>
                        </a:moveTo>
                        <a:lnTo>
                          <a:pt x="7"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27" name="任意多边形 11841"/>
                  <p:cNvSpPr/>
                  <p:nvPr/>
                </p:nvSpPr>
                <p:spPr bwMode="auto">
                  <a:xfrm>
                    <a:off x="4321" y="3515"/>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26" name="矩形 11842"/>
                  <p:cNvSpPr>
                    <a:spLocks noChangeArrowheads="1"/>
                  </p:cNvSpPr>
                  <p:nvPr/>
                </p:nvSpPr>
                <p:spPr bwMode="auto">
                  <a:xfrm>
                    <a:off x="4324" y="3510"/>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25" name="任意多边形 11843"/>
                  <p:cNvSpPr/>
                  <p:nvPr/>
                </p:nvSpPr>
                <p:spPr bwMode="auto">
                  <a:xfrm>
                    <a:off x="4317" y="3510"/>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24" name="任意多边形 11844"/>
                  <p:cNvSpPr/>
                  <p:nvPr/>
                </p:nvSpPr>
                <p:spPr bwMode="auto">
                  <a:xfrm>
                    <a:off x="4336" y="3510"/>
                    <a:ext cx="6" cy="18"/>
                  </a:xfrm>
                  <a:custGeom>
                    <a:avLst/>
                    <a:gdLst/>
                    <a:ahLst/>
                    <a:cxnLst>
                      <a:cxn ang="0">
                        <a:pos x="0" y="0"/>
                      </a:cxn>
                      <a:cxn ang="0">
                        <a:pos x="6" y="14"/>
                      </a:cxn>
                      <a:cxn ang="0">
                        <a:pos x="5" y="18"/>
                      </a:cxn>
                    </a:cxnLst>
                    <a:rect l="0" t="0" r="r" b="b"/>
                    <a:pathLst>
                      <a:path w="6" h="18">
                        <a:moveTo>
                          <a:pt x="0" y="0"/>
                        </a:moveTo>
                        <a:lnTo>
                          <a:pt x="6"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23" name="任意多边形 11845"/>
                  <p:cNvSpPr/>
                  <p:nvPr/>
                </p:nvSpPr>
                <p:spPr bwMode="auto">
                  <a:xfrm>
                    <a:off x="4351" y="3515"/>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22" name="矩形 11846"/>
                  <p:cNvSpPr>
                    <a:spLocks noChangeArrowheads="1"/>
                  </p:cNvSpPr>
                  <p:nvPr/>
                </p:nvSpPr>
                <p:spPr bwMode="auto">
                  <a:xfrm>
                    <a:off x="4354" y="3510"/>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21" name="任意多边形 11847"/>
                  <p:cNvSpPr/>
                  <p:nvPr/>
                </p:nvSpPr>
                <p:spPr bwMode="auto">
                  <a:xfrm>
                    <a:off x="4347" y="3510"/>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20" name="任意多边形 11848"/>
                  <p:cNvSpPr/>
                  <p:nvPr/>
                </p:nvSpPr>
                <p:spPr bwMode="auto">
                  <a:xfrm>
                    <a:off x="4366" y="3510"/>
                    <a:ext cx="6" cy="18"/>
                  </a:xfrm>
                  <a:custGeom>
                    <a:avLst/>
                    <a:gdLst/>
                    <a:ahLst/>
                    <a:cxnLst>
                      <a:cxn ang="0">
                        <a:pos x="0" y="0"/>
                      </a:cxn>
                      <a:cxn ang="0">
                        <a:pos x="6" y="14"/>
                      </a:cxn>
                      <a:cxn ang="0">
                        <a:pos x="3" y="18"/>
                      </a:cxn>
                    </a:cxnLst>
                    <a:rect l="0" t="0" r="r" b="b"/>
                    <a:pathLst>
                      <a:path w="6" h="18">
                        <a:moveTo>
                          <a:pt x="0" y="0"/>
                        </a:moveTo>
                        <a:lnTo>
                          <a:pt x="6"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19" name="任意多边形 11849"/>
                  <p:cNvSpPr/>
                  <p:nvPr/>
                </p:nvSpPr>
                <p:spPr bwMode="auto">
                  <a:xfrm>
                    <a:off x="4381" y="3515"/>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18" name="矩形 11850"/>
                  <p:cNvSpPr>
                    <a:spLocks noChangeArrowheads="1"/>
                  </p:cNvSpPr>
                  <p:nvPr/>
                </p:nvSpPr>
                <p:spPr bwMode="auto">
                  <a:xfrm>
                    <a:off x="4384" y="3510"/>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17" name="任意多边形 11851"/>
                  <p:cNvSpPr/>
                  <p:nvPr/>
                </p:nvSpPr>
                <p:spPr bwMode="auto">
                  <a:xfrm>
                    <a:off x="4377" y="3510"/>
                    <a:ext cx="7" cy="18"/>
                  </a:xfrm>
                  <a:custGeom>
                    <a:avLst/>
                    <a:gdLst/>
                    <a:ahLst/>
                    <a:cxnLst>
                      <a:cxn ang="0">
                        <a:pos x="7" y="0"/>
                      </a:cxn>
                      <a:cxn ang="0">
                        <a:pos x="0" y="14"/>
                      </a:cxn>
                      <a:cxn ang="0">
                        <a:pos x="4" y="18"/>
                      </a:cxn>
                    </a:cxnLst>
                    <a:rect l="0" t="0" r="r" b="b"/>
                    <a:pathLst>
                      <a:path w="7" h="18">
                        <a:moveTo>
                          <a:pt x="7" y="0"/>
                        </a:moveTo>
                        <a:lnTo>
                          <a:pt x="0"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16" name="任意多边形 11852"/>
                  <p:cNvSpPr/>
                  <p:nvPr/>
                </p:nvSpPr>
                <p:spPr bwMode="auto">
                  <a:xfrm>
                    <a:off x="4396" y="3510"/>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15" name="任意多边形 11853"/>
                  <p:cNvSpPr/>
                  <p:nvPr/>
                </p:nvSpPr>
                <p:spPr bwMode="auto">
                  <a:xfrm>
                    <a:off x="4411" y="3515"/>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14" name="矩形 11854"/>
                  <p:cNvSpPr>
                    <a:spLocks noChangeArrowheads="1"/>
                  </p:cNvSpPr>
                  <p:nvPr/>
                </p:nvSpPr>
                <p:spPr bwMode="auto">
                  <a:xfrm>
                    <a:off x="4414" y="3510"/>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13" name="任意多边形 11855"/>
                  <p:cNvSpPr/>
                  <p:nvPr/>
                </p:nvSpPr>
                <p:spPr bwMode="auto">
                  <a:xfrm>
                    <a:off x="4409" y="3510"/>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12" name="任意多边形 11856"/>
                  <p:cNvSpPr/>
                  <p:nvPr/>
                </p:nvSpPr>
                <p:spPr bwMode="auto">
                  <a:xfrm>
                    <a:off x="4428" y="3510"/>
                    <a:ext cx="6" cy="18"/>
                  </a:xfrm>
                  <a:custGeom>
                    <a:avLst/>
                    <a:gdLst/>
                    <a:ahLst/>
                    <a:cxnLst>
                      <a:cxn ang="0">
                        <a:pos x="0" y="0"/>
                      </a:cxn>
                      <a:cxn ang="0">
                        <a:pos x="6" y="14"/>
                      </a:cxn>
                      <a:cxn ang="0">
                        <a:pos x="3" y="18"/>
                      </a:cxn>
                    </a:cxnLst>
                    <a:rect l="0" t="0" r="r" b="b"/>
                    <a:pathLst>
                      <a:path w="6" h="18">
                        <a:moveTo>
                          <a:pt x="0" y="0"/>
                        </a:moveTo>
                        <a:lnTo>
                          <a:pt x="6"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11" name="任意多边形 11857"/>
                  <p:cNvSpPr/>
                  <p:nvPr/>
                </p:nvSpPr>
                <p:spPr bwMode="auto">
                  <a:xfrm>
                    <a:off x="4441" y="3515"/>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10" name="矩形 11858"/>
                  <p:cNvSpPr>
                    <a:spLocks noChangeArrowheads="1"/>
                  </p:cNvSpPr>
                  <p:nvPr/>
                </p:nvSpPr>
                <p:spPr bwMode="auto">
                  <a:xfrm>
                    <a:off x="4444" y="3510"/>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09" name="任意多边形 11859"/>
                  <p:cNvSpPr/>
                  <p:nvPr/>
                </p:nvSpPr>
                <p:spPr bwMode="auto">
                  <a:xfrm>
                    <a:off x="4438" y="3510"/>
                    <a:ext cx="6" cy="18"/>
                  </a:xfrm>
                  <a:custGeom>
                    <a:avLst/>
                    <a:gdLst/>
                    <a:ahLst/>
                    <a:cxnLst>
                      <a:cxn ang="0">
                        <a:pos x="6" y="0"/>
                      </a:cxn>
                      <a:cxn ang="0">
                        <a:pos x="0" y="14"/>
                      </a:cxn>
                      <a:cxn ang="0">
                        <a:pos x="3" y="18"/>
                      </a:cxn>
                    </a:cxnLst>
                    <a:rect l="0" t="0" r="r" b="b"/>
                    <a:pathLst>
                      <a:path w="6" h="18">
                        <a:moveTo>
                          <a:pt x="6"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08" name="任意多边形 11860"/>
                  <p:cNvSpPr/>
                  <p:nvPr/>
                </p:nvSpPr>
                <p:spPr bwMode="auto">
                  <a:xfrm>
                    <a:off x="4458" y="3510"/>
                    <a:ext cx="6" cy="18"/>
                  </a:xfrm>
                  <a:custGeom>
                    <a:avLst/>
                    <a:gdLst/>
                    <a:ahLst/>
                    <a:cxnLst>
                      <a:cxn ang="0">
                        <a:pos x="0" y="0"/>
                      </a:cxn>
                      <a:cxn ang="0">
                        <a:pos x="6" y="14"/>
                      </a:cxn>
                      <a:cxn ang="0">
                        <a:pos x="5" y="18"/>
                      </a:cxn>
                    </a:cxnLst>
                    <a:rect l="0" t="0" r="r" b="b"/>
                    <a:pathLst>
                      <a:path w="6" h="18">
                        <a:moveTo>
                          <a:pt x="0" y="0"/>
                        </a:moveTo>
                        <a:lnTo>
                          <a:pt x="6"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07" name="任意多边形 11861"/>
                  <p:cNvSpPr/>
                  <p:nvPr/>
                </p:nvSpPr>
                <p:spPr bwMode="auto">
                  <a:xfrm>
                    <a:off x="4473" y="3515"/>
                    <a:ext cx="18" cy="13"/>
                  </a:xfrm>
                  <a:custGeom>
                    <a:avLst/>
                    <a:gdLst/>
                    <a:ahLst/>
                    <a:cxnLst>
                      <a:cxn ang="0">
                        <a:pos x="17" y="0"/>
                      </a:cxn>
                      <a:cxn ang="0">
                        <a:pos x="3" y="0"/>
                      </a:cxn>
                      <a:cxn ang="0">
                        <a:pos x="0" y="13"/>
                      </a:cxn>
                      <a:cxn ang="0">
                        <a:pos x="18" y="13"/>
                      </a:cxn>
                      <a:cxn ang="0">
                        <a:pos x="17" y="0"/>
                      </a:cxn>
                    </a:cxnLst>
                    <a:rect l="0" t="0" r="r" b="b"/>
                    <a:pathLst>
                      <a:path w="18" h="13">
                        <a:moveTo>
                          <a:pt x="17" y="0"/>
                        </a:moveTo>
                        <a:lnTo>
                          <a:pt x="3" y="0"/>
                        </a:lnTo>
                        <a:lnTo>
                          <a:pt x="0" y="13"/>
                        </a:lnTo>
                        <a:lnTo>
                          <a:pt x="18"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06" name="矩形 11862"/>
                  <p:cNvSpPr>
                    <a:spLocks noChangeArrowheads="1"/>
                  </p:cNvSpPr>
                  <p:nvPr/>
                </p:nvSpPr>
                <p:spPr bwMode="auto">
                  <a:xfrm>
                    <a:off x="4476" y="3510"/>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05" name="任意多边形 11863"/>
                  <p:cNvSpPr/>
                  <p:nvPr/>
                </p:nvSpPr>
                <p:spPr bwMode="auto">
                  <a:xfrm>
                    <a:off x="4470" y="3510"/>
                    <a:ext cx="6" cy="18"/>
                  </a:xfrm>
                  <a:custGeom>
                    <a:avLst/>
                    <a:gdLst/>
                    <a:ahLst/>
                    <a:cxnLst>
                      <a:cxn ang="0">
                        <a:pos x="6" y="0"/>
                      </a:cxn>
                      <a:cxn ang="0">
                        <a:pos x="0" y="14"/>
                      </a:cxn>
                      <a:cxn ang="0">
                        <a:pos x="1" y="18"/>
                      </a:cxn>
                    </a:cxnLst>
                    <a:rect l="0" t="0" r="r" b="b"/>
                    <a:pathLst>
                      <a:path w="6" h="18">
                        <a:moveTo>
                          <a:pt x="6"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04" name="任意多边形 11864"/>
                  <p:cNvSpPr/>
                  <p:nvPr/>
                </p:nvSpPr>
                <p:spPr bwMode="auto">
                  <a:xfrm>
                    <a:off x="4490" y="3510"/>
                    <a:ext cx="5" cy="18"/>
                  </a:xfrm>
                  <a:custGeom>
                    <a:avLst/>
                    <a:gdLst/>
                    <a:ahLst/>
                    <a:cxnLst>
                      <a:cxn ang="0">
                        <a:pos x="0" y="0"/>
                      </a:cxn>
                      <a:cxn ang="0">
                        <a:pos x="5" y="14"/>
                      </a:cxn>
                      <a:cxn ang="0">
                        <a:pos x="3" y="18"/>
                      </a:cxn>
                    </a:cxnLst>
                    <a:rect l="0" t="0" r="r" b="b"/>
                    <a:pathLst>
                      <a:path w="5" h="18">
                        <a:moveTo>
                          <a:pt x="0" y="0"/>
                        </a:moveTo>
                        <a:lnTo>
                          <a:pt x="5"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03" name="任意多边形 11865"/>
                  <p:cNvSpPr/>
                  <p:nvPr/>
                </p:nvSpPr>
                <p:spPr bwMode="auto">
                  <a:xfrm>
                    <a:off x="4503" y="3515"/>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02" name="矩形 11866"/>
                  <p:cNvSpPr>
                    <a:spLocks noChangeArrowheads="1"/>
                  </p:cNvSpPr>
                  <p:nvPr/>
                </p:nvSpPr>
                <p:spPr bwMode="auto">
                  <a:xfrm>
                    <a:off x="4506" y="3510"/>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01" name="任意多边形 11867"/>
                  <p:cNvSpPr/>
                  <p:nvPr/>
                </p:nvSpPr>
                <p:spPr bwMode="auto">
                  <a:xfrm>
                    <a:off x="4500" y="3510"/>
                    <a:ext cx="6" cy="18"/>
                  </a:xfrm>
                  <a:custGeom>
                    <a:avLst/>
                    <a:gdLst/>
                    <a:ahLst/>
                    <a:cxnLst>
                      <a:cxn ang="0">
                        <a:pos x="6" y="0"/>
                      </a:cxn>
                      <a:cxn ang="0">
                        <a:pos x="0" y="14"/>
                      </a:cxn>
                      <a:cxn ang="0">
                        <a:pos x="3" y="18"/>
                      </a:cxn>
                    </a:cxnLst>
                    <a:rect l="0" t="0" r="r" b="b"/>
                    <a:pathLst>
                      <a:path w="6" h="18">
                        <a:moveTo>
                          <a:pt x="6"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00" name="任意多边形 11868"/>
                  <p:cNvSpPr/>
                  <p:nvPr/>
                </p:nvSpPr>
                <p:spPr bwMode="auto">
                  <a:xfrm>
                    <a:off x="4520" y="3510"/>
                    <a:ext cx="6" cy="18"/>
                  </a:xfrm>
                  <a:custGeom>
                    <a:avLst/>
                    <a:gdLst/>
                    <a:ahLst/>
                    <a:cxnLst>
                      <a:cxn ang="0">
                        <a:pos x="0" y="0"/>
                      </a:cxn>
                      <a:cxn ang="0">
                        <a:pos x="6" y="14"/>
                      </a:cxn>
                      <a:cxn ang="0">
                        <a:pos x="3" y="18"/>
                      </a:cxn>
                    </a:cxnLst>
                    <a:rect l="0" t="0" r="r" b="b"/>
                    <a:pathLst>
                      <a:path w="6" h="18">
                        <a:moveTo>
                          <a:pt x="0" y="0"/>
                        </a:moveTo>
                        <a:lnTo>
                          <a:pt x="6"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99" name="任意多边形 11869"/>
                  <p:cNvSpPr/>
                  <p:nvPr/>
                </p:nvSpPr>
                <p:spPr bwMode="auto">
                  <a:xfrm>
                    <a:off x="4535" y="3515"/>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98" name="矩形 11870"/>
                  <p:cNvSpPr>
                    <a:spLocks noChangeArrowheads="1"/>
                  </p:cNvSpPr>
                  <p:nvPr/>
                </p:nvSpPr>
                <p:spPr bwMode="auto">
                  <a:xfrm>
                    <a:off x="4538" y="3510"/>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97" name="任意多边形 11871"/>
                  <p:cNvSpPr/>
                  <p:nvPr/>
                </p:nvSpPr>
                <p:spPr bwMode="auto">
                  <a:xfrm>
                    <a:off x="4531" y="3510"/>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96" name="任意多边形 11872"/>
                  <p:cNvSpPr/>
                  <p:nvPr/>
                </p:nvSpPr>
                <p:spPr bwMode="auto">
                  <a:xfrm>
                    <a:off x="4550" y="3510"/>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95" name="任意多边形 11873"/>
                  <p:cNvSpPr/>
                  <p:nvPr/>
                </p:nvSpPr>
                <p:spPr bwMode="auto">
                  <a:xfrm>
                    <a:off x="4565" y="3515"/>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94" name="矩形 11874"/>
                  <p:cNvSpPr>
                    <a:spLocks noChangeArrowheads="1"/>
                  </p:cNvSpPr>
                  <p:nvPr/>
                </p:nvSpPr>
                <p:spPr bwMode="auto">
                  <a:xfrm>
                    <a:off x="4568" y="3510"/>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93" name="任意多边形 11875"/>
                  <p:cNvSpPr/>
                  <p:nvPr/>
                </p:nvSpPr>
                <p:spPr bwMode="auto">
                  <a:xfrm>
                    <a:off x="4562" y="3510"/>
                    <a:ext cx="6" cy="18"/>
                  </a:xfrm>
                  <a:custGeom>
                    <a:avLst/>
                    <a:gdLst/>
                    <a:ahLst/>
                    <a:cxnLst>
                      <a:cxn ang="0">
                        <a:pos x="6" y="0"/>
                      </a:cxn>
                      <a:cxn ang="0">
                        <a:pos x="0" y="14"/>
                      </a:cxn>
                      <a:cxn ang="0">
                        <a:pos x="1" y="18"/>
                      </a:cxn>
                    </a:cxnLst>
                    <a:rect l="0" t="0" r="r" b="b"/>
                    <a:pathLst>
                      <a:path w="6" h="18">
                        <a:moveTo>
                          <a:pt x="6"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92" name="任意多边形 11876"/>
                  <p:cNvSpPr/>
                  <p:nvPr/>
                </p:nvSpPr>
                <p:spPr bwMode="auto">
                  <a:xfrm>
                    <a:off x="4580" y="3510"/>
                    <a:ext cx="7" cy="18"/>
                  </a:xfrm>
                  <a:custGeom>
                    <a:avLst/>
                    <a:gdLst/>
                    <a:ahLst/>
                    <a:cxnLst>
                      <a:cxn ang="0">
                        <a:pos x="0" y="0"/>
                      </a:cxn>
                      <a:cxn ang="0">
                        <a:pos x="7" y="14"/>
                      </a:cxn>
                      <a:cxn ang="0">
                        <a:pos x="3" y="18"/>
                      </a:cxn>
                    </a:cxnLst>
                    <a:rect l="0" t="0" r="r" b="b"/>
                    <a:pathLst>
                      <a:path w="7" h="18">
                        <a:moveTo>
                          <a:pt x="0" y="0"/>
                        </a:moveTo>
                        <a:lnTo>
                          <a:pt x="7"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91" name="任意多边形 11877"/>
                  <p:cNvSpPr/>
                  <p:nvPr/>
                </p:nvSpPr>
                <p:spPr bwMode="auto">
                  <a:xfrm>
                    <a:off x="4595" y="3515"/>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90" name="矩形 11878"/>
                  <p:cNvSpPr>
                    <a:spLocks noChangeArrowheads="1"/>
                  </p:cNvSpPr>
                  <p:nvPr/>
                </p:nvSpPr>
                <p:spPr bwMode="auto">
                  <a:xfrm>
                    <a:off x="4598" y="3510"/>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89" name="任意多边形 11879"/>
                  <p:cNvSpPr/>
                  <p:nvPr/>
                </p:nvSpPr>
                <p:spPr bwMode="auto">
                  <a:xfrm>
                    <a:off x="4592" y="3510"/>
                    <a:ext cx="6" cy="18"/>
                  </a:xfrm>
                  <a:custGeom>
                    <a:avLst/>
                    <a:gdLst/>
                    <a:ahLst/>
                    <a:cxnLst>
                      <a:cxn ang="0">
                        <a:pos x="6" y="0"/>
                      </a:cxn>
                      <a:cxn ang="0">
                        <a:pos x="0" y="14"/>
                      </a:cxn>
                      <a:cxn ang="0">
                        <a:pos x="3" y="18"/>
                      </a:cxn>
                    </a:cxnLst>
                    <a:rect l="0" t="0" r="r" b="b"/>
                    <a:pathLst>
                      <a:path w="6" h="18">
                        <a:moveTo>
                          <a:pt x="6"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88" name="任意多边形 11880"/>
                  <p:cNvSpPr/>
                  <p:nvPr/>
                </p:nvSpPr>
                <p:spPr bwMode="auto">
                  <a:xfrm>
                    <a:off x="4610" y="3510"/>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87" name="任意多边形 11881"/>
                  <p:cNvSpPr/>
                  <p:nvPr/>
                </p:nvSpPr>
                <p:spPr bwMode="auto">
                  <a:xfrm>
                    <a:off x="4669" y="3446"/>
                    <a:ext cx="40" cy="12"/>
                  </a:xfrm>
                  <a:custGeom>
                    <a:avLst/>
                    <a:gdLst/>
                    <a:ahLst/>
                    <a:cxnLst>
                      <a:cxn ang="0">
                        <a:pos x="35" y="0"/>
                      </a:cxn>
                      <a:cxn ang="0">
                        <a:pos x="5" y="0"/>
                      </a:cxn>
                      <a:cxn ang="0">
                        <a:pos x="0" y="12"/>
                      </a:cxn>
                      <a:cxn ang="0">
                        <a:pos x="40" y="12"/>
                      </a:cxn>
                      <a:cxn ang="0">
                        <a:pos x="35" y="0"/>
                      </a:cxn>
                    </a:cxnLst>
                    <a:rect l="0" t="0" r="r" b="b"/>
                    <a:pathLst>
                      <a:path w="40" h="12">
                        <a:moveTo>
                          <a:pt x="35" y="0"/>
                        </a:moveTo>
                        <a:lnTo>
                          <a:pt x="5" y="0"/>
                        </a:lnTo>
                        <a:lnTo>
                          <a:pt x="0" y="12"/>
                        </a:lnTo>
                        <a:lnTo>
                          <a:pt x="40" y="12"/>
                        </a:lnTo>
                        <a:lnTo>
                          <a:pt x="3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86" name="矩形 11882"/>
                  <p:cNvSpPr>
                    <a:spLocks noChangeArrowheads="1"/>
                  </p:cNvSpPr>
                  <p:nvPr/>
                </p:nvSpPr>
                <p:spPr bwMode="auto">
                  <a:xfrm>
                    <a:off x="4674" y="3442"/>
                    <a:ext cx="30"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85" name="任意多边形 11883"/>
                  <p:cNvSpPr/>
                  <p:nvPr/>
                </p:nvSpPr>
                <p:spPr bwMode="auto">
                  <a:xfrm>
                    <a:off x="4664" y="3442"/>
                    <a:ext cx="10" cy="16"/>
                  </a:xfrm>
                  <a:custGeom>
                    <a:avLst/>
                    <a:gdLst/>
                    <a:ahLst/>
                    <a:cxnLst>
                      <a:cxn ang="0">
                        <a:pos x="10" y="0"/>
                      </a:cxn>
                      <a:cxn ang="0">
                        <a:pos x="0" y="13"/>
                      </a:cxn>
                      <a:cxn ang="0">
                        <a:pos x="3" y="16"/>
                      </a:cxn>
                    </a:cxnLst>
                    <a:rect l="0" t="0" r="r" b="b"/>
                    <a:pathLst>
                      <a:path w="10" h="16">
                        <a:moveTo>
                          <a:pt x="10" y="0"/>
                        </a:moveTo>
                        <a:lnTo>
                          <a:pt x="0" y="13"/>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84" name="任意多边形 11884"/>
                  <p:cNvSpPr/>
                  <p:nvPr/>
                </p:nvSpPr>
                <p:spPr bwMode="auto">
                  <a:xfrm>
                    <a:off x="4704" y="3442"/>
                    <a:ext cx="11" cy="16"/>
                  </a:xfrm>
                  <a:custGeom>
                    <a:avLst/>
                    <a:gdLst/>
                    <a:ahLst/>
                    <a:cxnLst>
                      <a:cxn ang="0">
                        <a:pos x="0" y="0"/>
                      </a:cxn>
                      <a:cxn ang="0">
                        <a:pos x="11" y="13"/>
                      </a:cxn>
                      <a:cxn ang="0">
                        <a:pos x="6" y="16"/>
                      </a:cxn>
                    </a:cxnLst>
                    <a:rect l="0" t="0" r="r" b="b"/>
                    <a:pathLst>
                      <a:path w="11" h="16">
                        <a:moveTo>
                          <a:pt x="0" y="0"/>
                        </a:moveTo>
                        <a:lnTo>
                          <a:pt x="11" y="13"/>
                        </a:lnTo>
                        <a:lnTo>
                          <a:pt x="6"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83" name="直线 11885"/>
                  <p:cNvSpPr>
                    <a:spLocks noChangeShapeType="1"/>
                  </p:cNvSpPr>
                  <p:nvPr/>
                </p:nvSpPr>
                <p:spPr bwMode="auto">
                  <a:xfrm>
                    <a:off x="4213" y="3404"/>
                    <a:ext cx="769"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82" name="任意多边形 11886"/>
                  <p:cNvSpPr/>
                  <p:nvPr/>
                </p:nvSpPr>
                <p:spPr bwMode="auto">
                  <a:xfrm>
                    <a:off x="4657" y="3515"/>
                    <a:ext cx="50" cy="13"/>
                  </a:xfrm>
                  <a:custGeom>
                    <a:avLst/>
                    <a:gdLst/>
                    <a:ahLst/>
                    <a:cxnLst>
                      <a:cxn ang="0">
                        <a:pos x="43" y="0"/>
                      </a:cxn>
                      <a:cxn ang="0">
                        <a:pos x="7" y="0"/>
                      </a:cxn>
                      <a:cxn ang="0">
                        <a:pos x="0" y="13"/>
                      </a:cxn>
                      <a:cxn ang="0">
                        <a:pos x="50" y="13"/>
                      </a:cxn>
                      <a:cxn ang="0">
                        <a:pos x="43" y="0"/>
                      </a:cxn>
                    </a:cxnLst>
                    <a:rect l="0" t="0" r="r" b="b"/>
                    <a:pathLst>
                      <a:path w="50" h="13">
                        <a:moveTo>
                          <a:pt x="43" y="0"/>
                        </a:moveTo>
                        <a:lnTo>
                          <a:pt x="7" y="0"/>
                        </a:lnTo>
                        <a:lnTo>
                          <a:pt x="0" y="13"/>
                        </a:lnTo>
                        <a:lnTo>
                          <a:pt x="50" y="13"/>
                        </a:lnTo>
                        <a:lnTo>
                          <a:pt x="43"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81" name="矩形 11887"/>
                  <p:cNvSpPr>
                    <a:spLocks noChangeArrowheads="1"/>
                  </p:cNvSpPr>
                  <p:nvPr/>
                </p:nvSpPr>
                <p:spPr bwMode="auto">
                  <a:xfrm>
                    <a:off x="4664" y="3510"/>
                    <a:ext cx="36"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80" name="任意多边形 11888"/>
                  <p:cNvSpPr/>
                  <p:nvPr/>
                </p:nvSpPr>
                <p:spPr bwMode="auto">
                  <a:xfrm>
                    <a:off x="4650" y="3511"/>
                    <a:ext cx="14" cy="17"/>
                  </a:xfrm>
                  <a:custGeom>
                    <a:avLst/>
                    <a:gdLst/>
                    <a:ahLst/>
                    <a:cxnLst>
                      <a:cxn ang="0">
                        <a:pos x="14" y="0"/>
                      </a:cxn>
                      <a:cxn ang="0">
                        <a:pos x="0" y="13"/>
                      </a:cxn>
                      <a:cxn ang="0">
                        <a:pos x="7" y="17"/>
                      </a:cxn>
                    </a:cxnLst>
                    <a:rect l="0" t="0" r="r" b="b"/>
                    <a:pathLst>
                      <a:path w="14" h="17">
                        <a:moveTo>
                          <a:pt x="14" y="0"/>
                        </a:moveTo>
                        <a:lnTo>
                          <a:pt x="0" y="13"/>
                        </a:lnTo>
                        <a:lnTo>
                          <a:pt x="7"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79" name="任意多边形 11889"/>
                  <p:cNvSpPr/>
                  <p:nvPr/>
                </p:nvSpPr>
                <p:spPr bwMode="auto">
                  <a:xfrm>
                    <a:off x="4702" y="3511"/>
                    <a:ext cx="12" cy="17"/>
                  </a:xfrm>
                  <a:custGeom>
                    <a:avLst/>
                    <a:gdLst/>
                    <a:ahLst/>
                    <a:cxnLst>
                      <a:cxn ang="0">
                        <a:pos x="0" y="0"/>
                      </a:cxn>
                      <a:cxn ang="0">
                        <a:pos x="12" y="13"/>
                      </a:cxn>
                      <a:cxn ang="0">
                        <a:pos x="7" y="17"/>
                      </a:cxn>
                    </a:cxnLst>
                    <a:rect l="0" t="0" r="r" b="b"/>
                    <a:pathLst>
                      <a:path w="12" h="17">
                        <a:moveTo>
                          <a:pt x="0" y="0"/>
                        </a:moveTo>
                        <a:lnTo>
                          <a:pt x="12" y="13"/>
                        </a:lnTo>
                        <a:lnTo>
                          <a:pt x="7"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78" name="任意多边形 11890"/>
                  <p:cNvSpPr/>
                  <p:nvPr/>
                </p:nvSpPr>
                <p:spPr bwMode="auto">
                  <a:xfrm>
                    <a:off x="4274" y="3492"/>
                    <a:ext cx="40" cy="13"/>
                  </a:xfrm>
                  <a:custGeom>
                    <a:avLst/>
                    <a:gdLst/>
                    <a:ahLst/>
                    <a:cxnLst>
                      <a:cxn ang="0">
                        <a:pos x="33" y="0"/>
                      </a:cxn>
                      <a:cxn ang="0">
                        <a:pos x="5" y="0"/>
                      </a:cxn>
                      <a:cxn ang="0">
                        <a:pos x="0" y="13"/>
                      </a:cxn>
                      <a:cxn ang="0">
                        <a:pos x="40" y="13"/>
                      </a:cxn>
                      <a:cxn ang="0">
                        <a:pos x="33" y="0"/>
                      </a:cxn>
                    </a:cxnLst>
                    <a:rect l="0" t="0" r="r" b="b"/>
                    <a:pathLst>
                      <a:path w="40" h="13">
                        <a:moveTo>
                          <a:pt x="33" y="0"/>
                        </a:moveTo>
                        <a:lnTo>
                          <a:pt x="5" y="0"/>
                        </a:lnTo>
                        <a:lnTo>
                          <a:pt x="0" y="13"/>
                        </a:lnTo>
                        <a:lnTo>
                          <a:pt x="40" y="13"/>
                        </a:lnTo>
                        <a:lnTo>
                          <a:pt x="33"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77" name="矩形 11891"/>
                  <p:cNvSpPr>
                    <a:spLocks noChangeArrowheads="1"/>
                  </p:cNvSpPr>
                  <p:nvPr/>
                </p:nvSpPr>
                <p:spPr bwMode="auto">
                  <a:xfrm>
                    <a:off x="4277" y="3487"/>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76" name="任意多边形 11892"/>
                  <p:cNvSpPr/>
                  <p:nvPr/>
                </p:nvSpPr>
                <p:spPr bwMode="auto">
                  <a:xfrm>
                    <a:off x="4267" y="3489"/>
                    <a:ext cx="10" cy="14"/>
                  </a:xfrm>
                  <a:custGeom>
                    <a:avLst/>
                    <a:gdLst/>
                    <a:ahLst/>
                    <a:cxnLst>
                      <a:cxn ang="0">
                        <a:pos x="10" y="0"/>
                      </a:cxn>
                      <a:cxn ang="0">
                        <a:pos x="0" y="13"/>
                      </a:cxn>
                      <a:cxn ang="0">
                        <a:pos x="5" y="14"/>
                      </a:cxn>
                    </a:cxnLst>
                    <a:rect l="0" t="0" r="r" b="b"/>
                    <a:pathLst>
                      <a:path w="10" h="14">
                        <a:moveTo>
                          <a:pt x="10" y="0"/>
                        </a:moveTo>
                        <a:lnTo>
                          <a:pt x="0" y="13"/>
                        </a:lnTo>
                        <a:lnTo>
                          <a:pt x="5" y="14"/>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75" name="任意多边形 11893"/>
                  <p:cNvSpPr/>
                  <p:nvPr/>
                </p:nvSpPr>
                <p:spPr bwMode="auto">
                  <a:xfrm>
                    <a:off x="4309" y="3489"/>
                    <a:ext cx="10" cy="14"/>
                  </a:xfrm>
                  <a:custGeom>
                    <a:avLst/>
                    <a:gdLst/>
                    <a:ahLst/>
                    <a:cxnLst>
                      <a:cxn ang="0">
                        <a:pos x="0" y="0"/>
                      </a:cxn>
                      <a:cxn ang="0">
                        <a:pos x="10" y="13"/>
                      </a:cxn>
                      <a:cxn ang="0">
                        <a:pos x="5" y="14"/>
                      </a:cxn>
                    </a:cxnLst>
                    <a:rect l="0" t="0" r="r" b="b"/>
                    <a:pathLst>
                      <a:path w="10" h="14">
                        <a:moveTo>
                          <a:pt x="0" y="0"/>
                        </a:moveTo>
                        <a:lnTo>
                          <a:pt x="10" y="13"/>
                        </a:lnTo>
                        <a:lnTo>
                          <a:pt x="5" y="14"/>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74" name="任意多边形 11894"/>
                  <p:cNvSpPr/>
                  <p:nvPr/>
                </p:nvSpPr>
                <p:spPr bwMode="auto">
                  <a:xfrm>
                    <a:off x="4270" y="3414"/>
                    <a:ext cx="19" cy="13"/>
                  </a:xfrm>
                  <a:custGeom>
                    <a:avLst/>
                    <a:gdLst/>
                    <a:ahLst/>
                    <a:cxnLst>
                      <a:cxn ang="0">
                        <a:pos x="17" y="0"/>
                      </a:cxn>
                      <a:cxn ang="0">
                        <a:pos x="4" y="0"/>
                      </a:cxn>
                      <a:cxn ang="0">
                        <a:pos x="0" y="13"/>
                      </a:cxn>
                      <a:cxn ang="0">
                        <a:pos x="19" y="13"/>
                      </a:cxn>
                      <a:cxn ang="0">
                        <a:pos x="17" y="0"/>
                      </a:cxn>
                    </a:cxnLst>
                    <a:rect l="0" t="0" r="r" b="b"/>
                    <a:pathLst>
                      <a:path w="19" h="13">
                        <a:moveTo>
                          <a:pt x="17" y="0"/>
                        </a:moveTo>
                        <a:lnTo>
                          <a:pt x="4" y="0"/>
                        </a:lnTo>
                        <a:lnTo>
                          <a:pt x="0" y="13"/>
                        </a:lnTo>
                        <a:lnTo>
                          <a:pt x="19"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73" name="矩形 11895"/>
                  <p:cNvSpPr>
                    <a:spLocks noChangeArrowheads="1"/>
                  </p:cNvSpPr>
                  <p:nvPr/>
                </p:nvSpPr>
                <p:spPr bwMode="auto">
                  <a:xfrm>
                    <a:off x="4274" y="341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72" name="任意多边形 11896"/>
                  <p:cNvSpPr/>
                  <p:nvPr/>
                </p:nvSpPr>
                <p:spPr bwMode="auto">
                  <a:xfrm>
                    <a:off x="4267" y="3411"/>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71" name="任意多边形 11897"/>
                  <p:cNvSpPr/>
                  <p:nvPr/>
                </p:nvSpPr>
                <p:spPr bwMode="auto">
                  <a:xfrm>
                    <a:off x="4287" y="3411"/>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70" name="任意多边形 11898"/>
                  <p:cNvSpPr/>
                  <p:nvPr/>
                </p:nvSpPr>
                <p:spPr bwMode="auto">
                  <a:xfrm>
                    <a:off x="4301" y="3414"/>
                    <a:ext cx="20" cy="13"/>
                  </a:xfrm>
                  <a:custGeom>
                    <a:avLst/>
                    <a:gdLst/>
                    <a:ahLst/>
                    <a:cxnLst>
                      <a:cxn ang="0">
                        <a:pos x="16" y="0"/>
                      </a:cxn>
                      <a:cxn ang="0">
                        <a:pos x="3" y="0"/>
                      </a:cxn>
                      <a:cxn ang="0">
                        <a:pos x="0" y="13"/>
                      </a:cxn>
                      <a:cxn ang="0">
                        <a:pos x="20" y="13"/>
                      </a:cxn>
                      <a:cxn ang="0">
                        <a:pos x="16" y="0"/>
                      </a:cxn>
                    </a:cxnLst>
                    <a:rect l="0" t="0" r="r" b="b"/>
                    <a:pathLst>
                      <a:path w="20" h="13">
                        <a:moveTo>
                          <a:pt x="16" y="0"/>
                        </a:moveTo>
                        <a:lnTo>
                          <a:pt x="3"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69" name="矩形 11899"/>
                  <p:cNvSpPr>
                    <a:spLocks noChangeArrowheads="1"/>
                  </p:cNvSpPr>
                  <p:nvPr/>
                </p:nvSpPr>
                <p:spPr bwMode="auto">
                  <a:xfrm>
                    <a:off x="4304" y="341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68" name="任意多边形 11900"/>
                  <p:cNvSpPr/>
                  <p:nvPr/>
                </p:nvSpPr>
                <p:spPr bwMode="auto">
                  <a:xfrm>
                    <a:off x="4299" y="3411"/>
                    <a:ext cx="5" cy="16"/>
                  </a:xfrm>
                  <a:custGeom>
                    <a:avLst/>
                    <a:gdLst/>
                    <a:ahLst/>
                    <a:cxnLst>
                      <a:cxn ang="0">
                        <a:pos x="5" y="0"/>
                      </a:cxn>
                      <a:cxn ang="0">
                        <a:pos x="0" y="14"/>
                      </a:cxn>
                      <a:cxn ang="0">
                        <a:pos x="2" y="16"/>
                      </a:cxn>
                    </a:cxnLst>
                    <a:rect l="0" t="0" r="r" b="b"/>
                    <a:pathLst>
                      <a:path w="5" h="16">
                        <a:moveTo>
                          <a:pt x="5"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67" name="任意多边形 11901"/>
                  <p:cNvSpPr/>
                  <p:nvPr/>
                </p:nvSpPr>
                <p:spPr bwMode="auto">
                  <a:xfrm>
                    <a:off x="4317" y="3411"/>
                    <a:ext cx="7" cy="16"/>
                  </a:xfrm>
                  <a:custGeom>
                    <a:avLst/>
                    <a:gdLst/>
                    <a:ahLst/>
                    <a:cxnLst>
                      <a:cxn ang="0">
                        <a:pos x="0" y="0"/>
                      </a:cxn>
                      <a:cxn ang="0">
                        <a:pos x="7" y="14"/>
                      </a:cxn>
                      <a:cxn ang="0">
                        <a:pos x="4" y="16"/>
                      </a:cxn>
                    </a:cxnLst>
                    <a:rect l="0" t="0" r="r" b="b"/>
                    <a:pathLst>
                      <a:path w="7" h="16">
                        <a:moveTo>
                          <a:pt x="0" y="0"/>
                        </a:moveTo>
                        <a:lnTo>
                          <a:pt x="7"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66" name="任意多边形 11902"/>
                  <p:cNvSpPr/>
                  <p:nvPr/>
                </p:nvSpPr>
                <p:spPr bwMode="auto">
                  <a:xfrm>
                    <a:off x="4332" y="3414"/>
                    <a:ext cx="19" cy="13"/>
                  </a:xfrm>
                  <a:custGeom>
                    <a:avLst/>
                    <a:gdLst/>
                    <a:ahLst/>
                    <a:cxnLst>
                      <a:cxn ang="0">
                        <a:pos x="15" y="0"/>
                      </a:cxn>
                      <a:cxn ang="0">
                        <a:pos x="4" y="0"/>
                      </a:cxn>
                      <a:cxn ang="0">
                        <a:pos x="0" y="13"/>
                      </a:cxn>
                      <a:cxn ang="0">
                        <a:pos x="19" y="13"/>
                      </a:cxn>
                      <a:cxn ang="0">
                        <a:pos x="15" y="0"/>
                      </a:cxn>
                    </a:cxnLst>
                    <a:rect l="0" t="0" r="r" b="b"/>
                    <a:pathLst>
                      <a:path w="19" h="13">
                        <a:moveTo>
                          <a:pt x="15" y="0"/>
                        </a:moveTo>
                        <a:lnTo>
                          <a:pt x="4"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65" name="矩形 11903"/>
                  <p:cNvSpPr>
                    <a:spLocks noChangeArrowheads="1"/>
                  </p:cNvSpPr>
                  <p:nvPr/>
                </p:nvSpPr>
                <p:spPr bwMode="auto">
                  <a:xfrm>
                    <a:off x="4336" y="3411"/>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64" name="任意多边形 11904"/>
                  <p:cNvSpPr/>
                  <p:nvPr/>
                </p:nvSpPr>
                <p:spPr bwMode="auto">
                  <a:xfrm>
                    <a:off x="4329" y="3411"/>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63" name="任意多边形 11905"/>
                  <p:cNvSpPr/>
                  <p:nvPr/>
                </p:nvSpPr>
                <p:spPr bwMode="auto">
                  <a:xfrm>
                    <a:off x="4347" y="3411"/>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62" name="任意多边形 11906"/>
                  <p:cNvSpPr/>
                  <p:nvPr/>
                </p:nvSpPr>
                <p:spPr bwMode="auto">
                  <a:xfrm>
                    <a:off x="4362" y="3414"/>
                    <a:ext cx="21" cy="13"/>
                  </a:xfrm>
                  <a:custGeom>
                    <a:avLst/>
                    <a:gdLst/>
                    <a:ahLst/>
                    <a:cxnLst>
                      <a:cxn ang="0">
                        <a:pos x="17" y="0"/>
                      </a:cxn>
                      <a:cxn ang="0">
                        <a:pos x="4" y="0"/>
                      </a:cxn>
                      <a:cxn ang="0">
                        <a:pos x="0" y="13"/>
                      </a:cxn>
                      <a:cxn ang="0">
                        <a:pos x="21" y="13"/>
                      </a:cxn>
                      <a:cxn ang="0">
                        <a:pos x="17" y="0"/>
                      </a:cxn>
                    </a:cxnLst>
                    <a:rect l="0" t="0" r="r" b="b"/>
                    <a:pathLst>
                      <a:path w="21" h="13">
                        <a:moveTo>
                          <a:pt x="17" y="0"/>
                        </a:moveTo>
                        <a:lnTo>
                          <a:pt x="4" y="0"/>
                        </a:lnTo>
                        <a:lnTo>
                          <a:pt x="0" y="13"/>
                        </a:lnTo>
                        <a:lnTo>
                          <a:pt x="21"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61" name="矩形 11907"/>
                  <p:cNvSpPr>
                    <a:spLocks noChangeArrowheads="1"/>
                  </p:cNvSpPr>
                  <p:nvPr/>
                </p:nvSpPr>
                <p:spPr bwMode="auto">
                  <a:xfrm>
                    <a:off x="4366" y="341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60" name="任意多边形 11908"/>
                  <p:cNvSpPr/>
                  <p:nvPr/>
                </p:nvSpPr>
                <p:spPr bwMode="auto">
                  <a:xfrm>
                    <a:off x="4359" y="3411"/>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59" name="任意多边形 11909"/>
                  <p:cNvSpPr/>
                  <p:nvPr/>
                </p:nvSpPr>
                <p:spPr bwMode="auto">
                  <a:xfrm>
                    <a:off x="4379" y="3411"/>
                    <a:ext cx="5" cy="16"/>
                  </a:xfrm>
                  <a:custGeom>
                    <a:avLst/>
                    <a:gdLst/>
                    <a:ahLst/>
                    <a:cxnLst>
                      <a:cxn ang="0">
                        <a:pos x="0" y="0"/>
                      </a:cxn>
                      <a:cxn ang="0">
                        <a:pos x="5" y="14"/>
                      </a:cxn>
                      <a:cxn ang="0">
                        <a:pos x="4" y="16"/>
                      </a:cxn>
                    </a:cxnLst>
                    <a:rect l="0" t="0" r="r" b="b"/>
                    <a:pathLst>
                      <a:path w="5" h="16">
                        <a:moveTo>
                          <a:pt x="0" y="0"/>
                        </a:moveTo>
                        <a:lnTo>
                          <a:pt x="5"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58" name="任意多边形 11910"/>
                  <p:cNvSpPr/>
                  <p:nvPr/>
                </p:nvSpPr>
                <p:spPr bwMode="auto">
                  <a:xfrm>
                    <a:off x="4416" y="3414"/>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57" name="矩形 11911"/>
                  <p:cNvSpPr>
                    <a:spLocks noChangeArrowheads="1"/>
                  </p:cNvSpPr>
                  <p:nvPr/>
                </p:nvSpPr>
                <p:spPr bwMode="auto">
                  <a:xfrm>
                    <a:off x="4419" y="341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56" name="任意多边形 11912"/>
                  <p:cNvSpPr/>
                  <p:nvPr/>
                </p:nvSpPr>
                <p:spPr bwMode="auto">
                  <a:xfrm>
                    <a:off x="4411" y="3411"/>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55" name="任意多边形 11913"/>
                  <p:cNvSpPr/>
                  <p:nvPr/>
                </p:nvSpPr>
                <p:spPr bwMode="auto">
                  <a:xfrm>
                    <a:off x="4431" y="3411"/>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54" name="任意多边形 11914"/>
                  <p:cNvSpPr/>
                  <p:nvPr/>
                </p:nvSpPr>
                <p:spPr bwMode="auto">
                  <a:xfrm>
                    <a:off x="4446" y="3414"/>
                    <a:ext cx="18" cy="13"/>
                  </a:xfrm>
                  <a:custGeom>
                    <a:avLst/>
                    <a:gdLst/>
                    <a:ahLst/>
                    <a:cxnLst>
                      <a:cxn ang="0">
                        <a:pos x="17" y="0"/>
                      </a:cxn>
                      <a:cxn ang="0">
                        <a:pos x="3" y="0"/>
                      </a:cxn>
                      <a:cxn ang="0">
                        <a:pos x="0" y="13"/>
                      </a:cxn>
                      <a:cxn ang="0">
                        <a:pos x="18" y="13"/>
                      </a:cxn>
                      <a:cxn ang="0">
                        <a:pos x="17" y="0"/>
                      </a:cxn>
                    </a:cxnLst>
                    <a:rect l="0" t="0" r="r" b="b"/>
                    <a:pathLst>
                      <a:path w="18" h="13">
                        <a:moveTo>
                          <a:pt x="17" y="0"/>
                        </a:moveTo>
                        <a:lnTo>
                          <a:pt x="3" y="0"/>
                        </a:lnTo>
                        <a:lnTo>
                          <a:pt x="0" y="13"/>
                        </a:lnTo>
                        <a:lnTo>
                          <a:pt x="18"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53" name="矩形 11915"/>
                  <p:cNvSpPr>
                    <a:spLocks noChangeArrowheads="1"/>
                  </p:cNvSpPr>
                  <p:nvPr/>
                </p:nvSpPr>
                <p:spPr bwMode="auto">
                  <a:xfrm>
                    <a:off x="4449" y="3411"/>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52" name="任意多边形 11916"/>
                  <p:cNvSpPr/>
                  <p:nvPr/>
                </p:nvSpPr>
                <p:spPr bwMode="auto">
                  <a:xfrm>
                    <a:off x="4443" y="3411"/>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51" name="任意多边形 11917"/>
                  <p:cNvSpPr/>
                  <p:nvPr/>
                </p:nvSpPr>
                <p:spPr bwMode="auto">
                  <a:xfrm>
                    <a:off x="4463" y="3411"/>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50" name="任意多边形 11918"/>
                  <p:cNvSpPr/>
                  <p:nvPr/>
                </p:nvSpPr>
                <p:spPr bwMode="auto">
                  <a:xfrm>
                    <a:off x="4476" y="3414"/>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49" name="矩形 11919"/>
                  <p:cNvSpPr>
                    <a:spLocks noChangeArrowheads="1"/>
                  </p:cNvSpPr>
                  <p:nvPr/>
                </p:nvSpPr>
                <p:spPr bwMode="auto">
                  <a:xfrm>
                    <a:off x="4480" y="341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48" name="任意多边形 11920"/>
                  <p:cNvSpPr/>
                  <p:nvPr/>
                </p:nvSpPr>
                <p:spPr bwMode="auto">
                  <a:xfrm>
                    <a:off x="4475" y="3411"/>
                    <a:ext cx="5" cy="16"/>
                  </a:xfrm>
                  <a:custGeom>
                    <a:avLst/>
                    <a:gdLst/>
                    <a:ahLst/>
                    <a:cxnLst>
                      <a:cxn ang="0">
                        <a:pos x="5" y="0"/>
                      </a:cxn>
                      <a:cxn ang="0">
                        <a:pos x="0" y="14"/>
                      </a:cxn>
                      <a:cxn ang="0">
                        <a:pos x="1" y="16"/>
                      </a:cxn>
                    </a:cxnLst>
                    <a:rect l="0" t="0" r="r" b="b"/>
                    <a:pathLst>
                      <a:path w="5" h="16">
                        <a:moveTo>
                          <a:pt x="5"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47" name="任意多边形 11921"/>
                  <p:cNvSpPr/>
                  <p:nvPr/>
                </p:nvSpPr>
                <p:spPr bwMode="auto">
                  <a:xfrm>
                    <a:off x="4493" y="3411"/>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46" name="任意多边形 11922"/>
                  <p:cNvSpPr/>
                  <p:nvPr/>
                </p:nvSpPr>
                <p:spPr bwMode="auto">
                  <a:xfrm>
                    <a:off x="4508" y="3414"/>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45" name="矩形 11923"/>
                  <p:cNvSpPr>
                    <a:spLocks noChangeArrowheads="1"/>
                  </p:cNvSpPr>
                  <p:nvPr/>
                </p:nvSpPr>
                <p:spPr bwMode="auto">
                  <a:xfrm>
                    <a:off x="4511" y="341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44" name="任意多边形 11924"/>
                  <p:cNvSpPr/>
                  <p:nvPr/>
                </p:nvSpPr>
                <p:spPr bwMode="auto">
                  <a:xfrm>
                    <a:off x="4505" y="3411"/>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43" name="任意多边形 11925"/>
                  <p:cNvSpPr/>
                  <p:nvPr/>
                </p:nvSpPr>
                <p:spPr bwMode="auto">
                  <a:xfrm>
                    <a:off x="4523" y="3411"/>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42" name="任意多边形 11926"/>
                  <p:cNvSpPr/>
                  <p:nvPr/>
                </p:nvSpPr>
                <p:spPr bwMode="auto">
                  <a:xfrm>
                    <a:off x="4600" y="3414"/>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41" name="矩形 11927"/>
                  <p:cNvSpPr>
                    <a:spLocks noChangeArrowheads="1"/>
                  </p:cNvSpPr>
                  <p:nvPr/>
                </p:nvSpPr>
                <p:spPr bwMode="auto">
                  <a:xfrm>
                    <a:off x="4603" y="3411"/>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40" name="任意多边形 11928"/>
                  <p:cNvSpPr/>
                  <p:nvPr/>
                </p:nvSpPr>
                <p:spPr bwMode="auto">
                  <a:xfrm>
                    <a:off x="4597" y="3411"/>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39" name="任意多边形 11929"/>
                  <p:cNvSpPr/>
                  <p:nvPr/>
                </p:nvSpPr>
                <p:spPr bwMode="auto">
                  <a:xfrm>
                    <a:off x="4617" y="3411"/>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38" name="任意多边形 11930"/>
                  <p:cNvSpPr/>
                  <p:nvPr/>
                </p:nvSpPr>
                <p:spPr bwMode="auto">
                  <a:xfrm>
                    <a:off x="4632" y="3414"/>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37" name="矩形 11931"/>
                  <p:cNvSpPr>
                    <a:spLocks noChangeArrowheads="1"/>
                  </p:cNvSpPr>
                  <p:nvPr/>
                </p:nvSpPr>
                <p:spPr bwMode="auto">
                  <a:xfrm>
                    <a:off x="4635" y="341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36" name="任意多边形 11932"/>
                  <p:cNvSpPr/>
                  <p:nvPr/>
                </p:nvSpPr>
                <p:spPr bwMode="auto">
                  <a:xfrm>
                    <a:off x="4627" y="3411"/>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35" name="任意多边形 11933"/>
                  <p:cNvSpPr/>
                  <p:nvPr/>
                </p:nvSpPr>
                <p:spPr bwMode="auto">
                  <a:xfrm>
                    <a:off x="4647" y="3411"/>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34" name="任意多边形 11934"/>
                  <p:cNvSpPr/>
                  <p:nvPr/>
                </p:nvSpPr>
                <p:spPr bwMode="auto">
                  <a:xfrm>
                    <a:off x="4662" y="3414"/>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33" name="矩形 11935"/>
                  <p:cNvSpPr>
                    <a:spLocks noChangeArrowheads="1"/>
                  </p:cNvSpPr>
                  <p:nvPr/>
                </p:nvSpPr>
                <p:spPr bwMode="auto">
                  <a:xfrm>
                    <a:off x="4665" y="341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32" name="任意多边形 11936"/>
                  <p:cNvSpPr/>
                  <p:nvPr/>
                </p:nvSpPr>
                <p:spPr bwMode="auto">
                  <a:xfrm>
                    <a:off x="4659" y="3411"/>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31" name="任意多边形 11937"/>
                  <p:cNvSpPr/>
                  <p:nvPr/>
                </p:nvSpPr>
                <p:spPr bwMode="auto">
                  <a:xfrm>
                    <a:off x="4677" y="3411"/>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30" name="任意多边形 11938"/>
                  <p:cNvSpPr/>
                  <p:nvPr/>
                </p:nvSpPr>
                <p:spPr bwMode="auto">
                  <a:xfrm>
                    <a:off x="4692" y="3414"/>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29" name="矩形 11939"/>
                  <p:cNvSpPr>
                    <a:spLocks noChangeArrowheads="1"/>
                  </p:cNvSpPr>
                  <p:nvPr/>
                </p:nvSpPr>
                <p:spPr bwMode="auto">
                  <a:xfrm>
                    <a:off x="4695" y="3411"/>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28" name="任意多边形 11940"/>
                  <p:cNvSpPr/>
                  <p:nvPr/>
                </p:nvSpPr>
                <p:spPr bwMode="auto">
                  <a:xfrm>
                    <a:off x="4690" y="3411"/>
                    <a:ext cx="5" cy="16"/>
                  </a:xfrm>
                  <a:custGeom>
                    <a:avLst/>
                    <a:gdLst/>
                    <a:ahLst/>
                    <a:cxnLst>
                      <a:cxn ang="0">
                        <a:pos x="5" y="0"/>
                      </a:cxn>
                      <a:cxn ang="0">
                        <a:pos x="0" y="14"/>
                      </a:cxn>
                      <a:cxn ang="0">
                        <a:pos x="2" y="16"/>
                      </a:cxn>
                    </a:cxnLst>
                    <a:rect l="0" t="0" r="r" b="b"/>
                    <a:pathLst>
                      <a:path w="5" h="16">
                        <a:moveTo>
                          <a:pt x="5"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27" name="任意多边形 11941"/>
                  <p:cNvSpPr/>
                  <p:nvPr/>
                </p:nvSpPr>
                <p:spPr bwMode="auto">
                  <a:xfrm>
                    <a:off x="4709" y="3411"/>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26" name="任意多边形 11942"/>
                  <p:cNvSpPr/>
                  <p:nvPr/>
                </p:nvSpPr>
                <p:spPr bwMode="auto">
                  <a:xfrm>
                    <a:off x="4747" y="3414"/>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25" name="矩形 11943"/>
                  <p:cNvSpPr>
                    <a:spLocks noChangeArrowheads="1"/>
                  </p:cNvSpPr>
                  <p:nvPr/>
                </p:nvSpPr>
                <p:spPr bwMode="auto">
                  <a:xfrm>
                    <a:off x="4751" y="341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24" name="任意多边形 11944"/>
                  <p:cNvSpPr/>
                  <p:nvPr/>
                </p:nvSpPr>
                <p:spPr bwMode="auto">
                  <a:xfrm>
                    <a:off x="4744" y="3411"/>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23" name="任意多边形 11945"/>
                  <p:cNvSpPr/>
                  <p:nvPr/>
                </p:nvSpPr>
                <p:spPr bwMode="auto">
                  <a:xfrm>
                    <a:off x="4764" y="3411"/>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22" name="任意多边形 11946"/>
                  <p:cNvSpPr/>
                  <p:nvPr/>
                </p:nvSpPr>
                <p:spPr bwMode="auto">
                  <a:xfrm>
                    <a:off x="4747" y="3446"/>
                    <a:ext cx="20" cy="12"/>
                  </a:xfrm>
                  <a:custGeom>
                    <a:avLst/>
                    <a:gdLst/>
                    <a:ahLst/>
                    <a:cxnLst>
                      <a:cxn ang="0">
                        <a:pos x="17" y="0"/>
                      </a:cxn>
                      <a:cxn ang="0">
                        <a:pos x="4" y="0"/>
                      </a:cxn>
                      <a:cxn ang="0">
                        <a:pos x="0" y="12"/>
                      </a:cxn>
                      <a:cxn ang="0">
                        <a:pos x="20" y="12"/>
                      </a:cxn>
                      <a:cxn ang="0">
                        <a:pos x="17" y="0"/>
                      </a:cxn>
                    </a:cxnLst>
                    <a:rect l="0" t="0" r="r" b="b"/>
                    <a:pathLst>
                      <a:path w="20" h="12">
                        <a:moveTo>
                          <a:pt x="17" y="0"/>
                        </a:moveTo>
                        <a:lnTo>
                          <a:pt x="4"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21" name="矩形 11947"/>
                  <p:cNvSpPr>
                    <a:spLocks noChangeArrowheads="1"/>
                  </p:cNvSpPr>
                  <p:nvPr/>
                </p:nvSpPr>
                <p:spPr bwMode="auto">
                  <a:xfrm>
                    <a:off x="4751" y="3442"/>
                    <a:ext cx="13"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20" name="任意多边形 11948"/>
                  <p:cNvSpPr/>
                  <p:nvPr/>
                </p:nvSpPr>
                <p:spPr bwMode="auto">
                  <a:xfrm>
                    <a:off x="4744" y="3442"/>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19" name="任意多边形 11949"/>
                  <p:cNvSpPr/>
                  <p:nvPr/>
                </p:nvSpPr>
                <p:spPr bwMode="auto">
                  <a:xfrm>
                    <a:off x="4764" y="3442"/>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18" name="任意多边形 11950"/>
                  <p:cNvSpPr/>
                  <p:nvPr/>
                </p:nvSpPr>
                <p:spPr bwMode="auto">
                  <a:xfrm>
                    <a:off x="4779" y="3446"/>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17" name="矩形 11951"/>
                  <p:cNvSpPr>
                    <a:spLocks noChangeArrowheads="1"/>
                  </p:cNvSpPr>
                  <p:nvPr/>
                </p:nvSpPr>
                <p:spPr bwMode="auto">
                  <a:xfrm>
                    <a:off x="4782" y="3442"/>
                    <a:ext cx="12"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16" name="任意多边形 11952"/>
                  <p:cNvSpPr/>
                  <p:nvPr/>
                </p:nvSpPr>
                <p:spPr bwMode="auto">
                  <a:xfrm>
                    <a:off x="4776" y="3442"/>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15" name="任意多边形 11953"/>
                  <p:cNvSpPr/>
                  <p:nvPr/>
                </p:nvSpPr>
                <p:spPr bwMode="auto">
                  <a:xfrm>
                    <a:off x="4794" y="3442"/>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14" name="任意多边形 11954"/>
                  <p:cNvSpPr/>
                  <p:nvPr/>
                </p:nvSpPr>
                <p:spPr bwMode="auto">
                  <a:xfrm>
                    <a:off x="4809" y="3446"/>
                    <a:ext cx="19" cy="12"/>
                  </a:xfrm>
                  <a:custGeom>
                    <a:avLst/>
                    <a:gdLst/>
                    <a:ahLst/>
                    <a:cxnLst>
                      <a:cxn ang="0">
                        <a:pos x="15" y="0"/>
                      </a:cxn>
                      <a:cxn ang="0">
                        <a:pos x="4" y="0"/>
                      </a:cxn>
                      <a:cxn ang="0">
                        <a:pos x="0" y="12"/>
                      </a:cxn>
                      <a:cxn ang="0">
                        <a:pos x="19" y="12"/>
                      </a:cxn>
                      <a:cxn ang="0">
                        <a:pos x="15" y="0"/>
                      </a:cxn>
                    </a:cxnLst>
                    <a:rect l="0" t="0" r="r" b="b"/>
                    <a:pathLst>
                      <a:path w="19" h="12">
                        <a:moveTo>
                          <a:pt x="15" y="0"/>
                        </a:moveTo>
                        <a:lnTo>
                          <a:pt x="4" y="0"/>
                        </a:lnTo>
                        <a:lnTo>
                          <a:pt x="0" y="12"/>
                        </a:lnTo>
                        <a:lnTo>
                          <a:pt x="19"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grpSp>
            <p:sp>
              <p:nvSpPr>
                <p:cNvPr id="238312" name="矩形 11955"/>
                <p:cNvSpPr>
                  <a:spLocks noChangeArrowheads="1"/>
                </p:cNvSpPr>
                <p:nvPr/>
              </p:nvSpPr>
              <p:spPr bwMode="auto">
                <a:xfrm>
                  <a:off x="4813" y="3447"/>
                  <a:ext cx="11"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11" name="任意多边形 11956"/>
                <p:cNvSpPr/>
                <p:nvPr/>
              </p:nvSpPr>
              <p:spPr bwMode="auto">
                <a:xfrm>
                  <a:off x="4806" y="3447"/>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10" name="任意多边形 11957"/>
                <p:cNvSpPr/>
                <p:nvPr/>
              </p:nvSpPr>
              <p:spPr bwMode="auto">
                <a:xfrm>
                  <a:off x="4824" y="3447"/>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09" name="任意多边形 11958"/>
                <p:cNvSpPr/>
                <p:nvPr/>
              </p:nvSpPr>
              <p:spPr bwMode="auto">
                <a:xfrm>
                  <a:off x="4747" y="3474"/>
                  <a:ext cx="20" cy="12"/>
                </a:xfrm>
                <a:custGeom>
                  <a:avLst/>
                  <a:gdLst/>
                  <a:ahLst/>
                  <a:cxnLst>
                    <a:cxn ang="0">
                      <a:pos x="17" y="0"/>
                    </a:cxn>
                    <a:cxn ang="0">
                      <a:pos x="4" y="0"/>
                    </a:cxn>
                    <a:cxn ang="0">
                      <a:pos x="0" y="12"/>
                    </a:cxn>
                    <a:cxn ang="0">
                      <a:pos x="20" y="12"/>
                    </a:cxn>
                    <a:cxn ang="0">
                      <a:pos x="17" y="0"/>
                    </a:cxn>
                  </a:cxnLst>
                  <a:rect l="0" t="0" r="r" b="b"/>
                  <a:pathLst>
                    <a:path w="20" h="12">
                      <a:moveTo>
                        <a:pt x="17" y="0"/>
                      </a:moveTo>
                      <a:lnTo>
                        <a:pt x="4"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08" name="矩形 11959"/>
                <p:cNvSpPr>
                  <a:spLocks noChangeArrowheads="1"/>
                </p:cNvSpPr>
                <p:nvPr/>
              </p:nvSpPr>
              <p:spPr bwMode="auto">
                <a:xfrm>
                  <a:off x="4751" y="3469"/>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07" name="任意多边形 11960"/>
                <p:cNvSpPr/>
                <p:nvPr/>
              </p:nvSpPr>
              <p:spPr bwMode="auto">
                <a:xfrm>
                  <a:off x="4744" y="3468"/>
                  <a:ext cx="7" cy="18"/>
                </a:xfrm>
                <a:custGeom>
                  <a:avLst/>
                  <a:gdLst/>
                  <a:ahLst/>
                  <a:cxnLst>
                    <a:cxn ang="0">
                      <a:pos x="7" y="0"/>
                    </a:cxn>
                    <a:cxn ang="0">
                      <a:pos x="0" y="14"/>
                    </a:cxn>
                    <a:cxn ang="0">
                      <a:pos x="3" y="18"/>
                    </a:cxn>
                  </a:cxnLst>
                  <a:rect l="0" t="0" r="r" b="b"/>
                  <a:pathLst>
                    <a:path w="7" h="18">
                      <a:moveTo>
                        <a:pt x="7"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06" name="任意多边形 11961"/>
                <p:cNvSpPr/>
                <p:nvPr/>
              </p:nvSpPr>
              <p:spPr bwMode="auto">
                <a:xfrm>
                  <a:off x="4764" y="3468"/>
                  <a:ext cx="7" cy="18"/>
                </a:xfrm>
                <a:custGeom>
                  <a:avLst/>
                  <a:gdLst/>
                  <a:ahLst/>
                  <a:cxnLst>
                    <a:cxn ang="0">
                      <a:pos x="0" y="0"/>
                    </a:cxn>
                    <a:cxn ang="0">
                      <a:pos x="7" y="14"/>
                    </a:cxn>
                    <a:cxn ang="0">
                      <a:pos x="3" y="18"/>
                    </a:cxn>
                  </a:cxnLst>
                  <a:rect l="0" t="0" r="r" b="b"/>
                  <a:pathLst>
                    <a:path w="7" h="18">
                      <a:moveTo>
                        <a:pt x="0" y="0"/>
                      </a:moveTo>
                      <a:lnTo>
                        <a:pt x="7"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05" name="任意多边形 11962"/>
                <p:cNvSpPr/>
                <p:nvPr/>
              </p:nvSpPr>
              <p:spPr bwMode="auto">
                <a:xfrm>
                  <a:off x="4779" y="3474"/>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04" name="矩形 11963"/>
                <p:cNvSpPr>
                  <a:spLocks noChangeArrowheads="1"/>
                </p:cNvSpPr>
                <p:nvPr/>
              </p:nvSpPr>
              <p:spPr bwMode="auto">
                <a:xfrm>
                  <a:off x="4782" y="3469"/>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03" name="任意多边形 11964"/>
                <p:cNvSpPr/>
                <p:nvPr/>
              </p:nvSpPr>
              <p:spPr bwMode="auto">
                <a:xfrm>
                  <a:off x="4776" y="3468"/>
                  <a:ext cx="6" cy="18"/>
                </a:xfrm>
                <a:custGeom>
                  <a:avLst/>
                  <a:gdLst/>
                  <a:ahLst/>
                  <a:cxnLst>
                    <a:cxn ang="0">
                      <a:pos x="6" y="0"/>
                    </a:cxn>
                    <a:cxn ang="0">
                      <a:pos x="0" y="14"/>
                    </a:cxn>
                    <a:cxn ang="0">
                      <a:pos x="1" y="18"/>
                    </a:cxn>
                  </a:cxnLst>
                  <a:rect l="0" t="0" r="r" b="b"/>
                  <a:pathLst>
                    <a:path w="6" h="18">
                      <a:moveTo>
                        <a:pt x="6"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02" name="任意多边形 11965"/>
                <p:cNvSpPr/>
                <p:nvPr/>
              </p:nvSpPr>
              <p:spPr bwMode="auto">
                <a:xfrm>
                  <a:off x="4794" y="3468"/>
                  <a:ext cx="7" cy="18"/>
                </a:xfrm>
                <a:custGeom>
                  <a:avLst/>
                  <a:gdLst/>
                  <a:ahLst/>
                  <a:cxnLst>
                    <a:cxn ang="0">
                      <a:pos x="0" y="0"/>
                    </a:cxn>
                    <a:cxn ang="0">
                      <a:pos x="7" y="14"/>
                    </a:cxn>
                    <a:cxn ang="0">
                      <a:pos x="3" y="18"/>
                    </a:cxn>
                  </a:cxnLst>
                  <a:rect l="0" t="0" r="r" b="b"/>
                  <a:pathLst>
                    <a:path w="7" h="18">
                      <a:moveTo>
                        <a:pt x="0" y="0"/>
                      </a:moveTo>
                      <a:lnTo>
                        <a:pt x="7"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01" name="任意多边形 11966"/>
                <p:cNvSpPr/>
                <p:nvPr/>
              </p:nvSpPr>
              <p:spPr bwMode="auto">
                <a:xfrm>
                  <a:off x="4809" y="3474"/>
                  <a:ext cx="19" cy="12"/>
                </a:xfrm>
                <a:custGeom>
                  <a:avLst/>
                  <a:gdLst/>
                  <a:ahLst/>
                  <a:cxnLst>
                    <a:cxn ang="0">
                      <a:pos x="15" y="0"/>
                    </a:cxn>
                    <a:cxn ang="0">
                      <a:pos x="4" y="0"/>
                    </a:cxn>
                    <a:cxn ang="0">
                      <a:pos x="0" y="12"/>
                    </a:cxn>
                    <a:cxn ang="0">
                      <a:pos x="19" y="12"/>
                    </a:cxn>
                    <a:cxn ang="0">
                      <a:pos x="15" y="0"/>
                    </a:cxn>
                  </a:cxnLst>
                  <a:rect l="0" t="0" r="r" b="b"/>
                  <a:pathLst>
                    <a:path w="19" h="12">
                      <a:moveTo>
                        <a:pt x="15" y="0"/>
                      </a:moveTo>
                      <a:lnTo>
                        <a:pt x="4" y="0"/>
                      </a:lnTo>
                      <a:lnTo>
                        <a:pt x="0" y="12"/>
                      </a:lnTo>
                      <a:lnTo>
                        <a:pt x="19"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00" name="矩形 11967"/>
                <p:cNvSpPr>
                  <a:spLocks noChangeArrowheads="1"/>
                </p:cNvSpPr>
                <p:nvPr/>
              </p:nvSpPr>
              <p:spPr bwMode="auto">
                <a:xfrm>
                  <a:off x="4813" y="3469"/>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99" name="任意多边形 11968"/>
                <p:cNvSpPr/>
                <p:nvPr/>
              </p:nvSpPr>
              <p:spPr bwMode="auto">
                <a:xfrm>
                  <a:off x="4806" y="3468"/>
                  <a:ext cx="7" cy="18"/>
                </a:xfrm>
                <a:custGeom>
                  <a:avLst/>
                  <a:gdLst/>
                  <a:ahLst/>
                  <a:cxnLst>
                    <a:cxn ang="0">
                      <a:pos x="7" y="0"/>
                    </a:cxn>
                    <a:cxn ang="0">
                      <a:pos x="0" y="14"/>
                    </a:cxn>
                    <a:cxn ang="0">
                      <a:pos x="3" y="18"/>
                    </a:cxn>
                  </a:cxnLst>
                  <a:rect l="0" t="0" r="r" b="b"/>
                  <a:pathLst>
                    <a:path w="7" h="18">
                      <a:moveTo>
                        <a:pt x="7"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98" name="任意多边形 11969"/>
                <p:cNvSpPr/>
                <p:nvPr/>
              </p:nvSpPr>
              <p:spPr bwMode="auto">
                <a:xfrm>
                  <a:off x="4824" y="3468"/>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97" name="任意多边形 11970"/>
                <p:cNvSpPr/>
                <p:nvPr/>
              </p:nvSpPr>
              <p:spPr bwMode="auto">
                <a:xfrm>
                  <a:off x="4781" y="3497"/>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96" name="矩形 11971"/>
                <p:cNvSpPr>
                  <a:spLocks noChangeArrowheads="1"/>
                </p:cNvSpPr>
                <p:nvPr/>
              </p:nvSpPr>
              <p:spPr bwMode="auto">
                <a:xfrm>
                  <a:off x="4784" y="3492"/>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95" name="任意多边形 11972"/>
                <p:cNvSpPr/>
                <p:nvPr/>
              </p:nvSpPr>
              <p:spPr bwMode="auto">
                <a:xfrm>
                  <a:off x="4776" y="3492"/>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94" name="任意多边形 11973"/>
                <p:cNvSpPr/>
                <p:nvPr/>
              </p:nvSpPr>
              <p:spPr bwMode="auto">
                <a:xfrm>
                  <a:off x="4796" y="3492"/>
                  <a:ext cx="7" cy="18"/>
                </a:xfrm>
                <a:custGeom>
                  <a:avLst/>
                  <a:gdLst/>
                  <a:ahLst/>
                  <a:cxnLst>
                    <a:cxn ang="0">
                      <a:pos x="0" y="0"/>
                    </a:cxn>
                    <a:cxn ang="0">
                      <a:pos x="7" y="15"/>
                    </a:cxn>
                    <a:cxn ang="0">
                      <a:pos x="3" y="18"/>
                    </a:cxn>
                  </a:cxnLst>
                  <a:rect l="0" t="0" r="r" b="b"/>
                  <a:pathLst>
                    <a:path w="7" h="18">
                      <a:moveTo>
                        <a:pt x="0" y="0"/>
                      </a:moveTo>
                      <a:lnTo>
                        <a:pt x="7"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93" name="任意多边形 11974"/>
                <p:cNvSpPr/>
                <p:nvPr/>
              </p:nvSpPr>
              <p:spPr bwMode="auto">
                <a:xfrm>
                  <a:off x="4337" y="3544"/>
                  <a:ext cx="308" cy="13"/>
                </a:xfrm>
                <a:custGeom>
                  <a:avLst/>
                  <a:gdLst/>
                  <a:ahLst/>
                  <a:cxnLst>
                    <a:cxn ang="0">
                      <a:pos x="300" y="0"/>
                    </a:cxn>
                    <a:cxn ang="0">
                      <a:pos x="5" y="0"/>
                    </a:cxn>
                    <a:cxn ang="0">
                      <a:pos x="0" y="13"/>
                    </a:cxn>
                    <a:cxn ang="0">
                      <a:pos x="308" y="13"/>
                    </a:cxn>
                    <a:cxn ang="0">
                      <a:pos x="300" y="0"/>
                    </a:cxn>
                  </a:cxnLst>
                  <a:rect l="0" t="0" r="r" b="b"/>
                  <a:pathLst>
                    <a:path w="308" h="13">
                      <a:moveTo>
                        <a:pt x="300" y="0"/>
                      </a:moveTo>
                      <a:lnTo>
                        <a:pt x="5" y="0"/>
                      </a:lnTo>
                      <a:lnTo>
                        <a:pt x="0" y="13"/>
                      </a:lnTo>
                      <a:lnTo>
                        <a:pt x="308" y="13"/>
                      </a:lnTo>
                      <a:lnTo>
                        <a:pt x="300"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92" name="矩形 11975"/>
                <p:cNvSpPr>
                  <a:spLocks noChangeArrowheads="1"/>
                </p:cNvSpPr>
                <p:nvPr/>
              </p:nvSpPr>
              <p:spPr bwMode="auto">
                <a:xfrm>
                  <a:off x="4342" y="3539"/>
                  <a:ext cx="295"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91" name="任意多边形 11976"/>
                <p:cNvSpPr/>
                <p:nvPr/>
              </p:nvSpPr>
              <p:spPr bwMode="auto">
                <a:xfrm>
                  <a:off x="4637" y="3539"/>
                  <a:ext cx="13" cy="18"/>
                </a:xfrm>
                <a:custGeom>
                  <a:avLst/>
                  <a:gdLst/>
                  <a:ahLst/>
                  <a:cxnLst>
                    <a:cxn ang="0">
                      <a:pos x="0" y="0"/>
                    </a:cxn>
                    <a:cxn ang="0">
                      <a:pos x="13" y="15"/>
                    </a:cxn>
                    <a:cxn ang="0">
                      <a:pos x="8" y="18"/>
                    </a:cxn>
                  </a:cxnLst>
                  <a:rect l="0" t="0" r="r" b="b"/>
                  <a:pathLst>
                    <a:path w="13" h="18">
                      <a:moveTo>
                        <a:pt x="0" y="0"/>
                      </a:moveTo>
                      <a:lnTo>
                        <a:pt x="13" y="15"/>
                      </a:lnTo>
                      <a:lnTo>
                        <a:pt x="8"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90" name="任意多边形 11977"/>
                <p:cNvSpPr/>
                <p:nvPr/>
              </p:nvSpPr>
              <p:spPr bwMode="auto">
                <a:xfrm>
                  <a:off x="4332" y="3539"/>
                  <a:ext cx="10" cy="16"/>
                </a:xfrm>
                <a:custGeom>
                  <a:avLst/>
                  <a:gdLst/>
                  <a:ahLst/>
                  <a:cxnLst>
                    <a:cxn ang="0">
                      <a:pos x="10" y="0"/>
                    </a:cxn>
                    <a:cxn ang="0">
                      <a:pos x="0" y="15"/>
                    </a:cxn>
                    <a:cxn ang="0">
                      <a:pos x="7" y="16"/>
                    </a:cxn>
                  </a:cxnLst>
                  <a:rect l="0" t="0" r="r" b="b"/>
                  <a:pathLst>
                    <a:path w="10" h="16">
                      <a:moveTo>
                        <a:pt x="10" y="0"/>
                      </a:moveTo>
                      <a:lnTo>
                        <a:pt x="0" y="15"/>
                      </a:lnTo>
                      <a:lnTo>
                        <a:pt x="7"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89" name="任意多边形 11978"/>
                <p:cNvSpPr/>
                <p:nvPr/>
              </p:nvSpPr>
              <p:spPr bwMode="auto">
                <a:xfrm>
                  <a:off x="4749" y="3520"/>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88" name="矩形 11979"/>
                <p:cNvSpPr>
                  <a:spLocks noChangeArrowheads="1"/>
                </p:cNvSpPr>
                <p:nvPr/>
              </p:nvSpPr>
              <p:spPr bwMode="auto">
                <a:xfrm>
                  <a:off x="4752" y="3515"/>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87" name="任意多边形 11980"/>
                <p:cNvSpPr/>
                <p:nvPr/>
              </p:nvSpPr>
              <p:spPr bwMode="auto">
                <a:xfrm>
                  <a:off x="4746" y="3515"/>
                  <a:ext cx="6" cy="18"/>
                </a:xfrm>
                <a:custGeom>
                  <a:avLst/>
                  <a:gdLst/>
                  <a:ahLst/>
                  <a:cxnLst>
                    <a:cxn ang="0">
                      <a:pos x="6" y="0"/>
                    </a:cxn>
                    <a:cxn ang="0">
                      <a:pos x="0" y="14"/>
                    </a:cxn>
                    <a:cxn ang="0">
                      <a:pos x="1" y="18"/>
                    </a:cxn>
                  </a:cxnLst>
                  <a:rect l="0" t="0" r="r" b="b"/>
                  <a:pathLst>
                    <a:path w="6" h="18">
                      <a:moveTo>
                        <a:pt x="6"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86" name="任意多边形 11981"/>
                <p:cNvSpPr/>
                <p:nvPr/>
              </p:nvSpPr>
              <p:spPr bwMode="auto">
                <a:xfrm>
                  <a:off x="4766" y="3515"/>
                  <a:ext cx="5" cy="18"/>
                </a:xfrm>
                <a:custGeom>
                  <a:avLst/>
                  <a:gdLst/>
                  <a:ahLst/>
                  <a:cxnLst>
                    <a:cxn ang="0">
                      <a:pos x="0" y="0"/>
                    </a:cxn>
                    <a:cxn ang="0">
                      <a:pos x="5" y="14"/>
                    </a:cxn>
                    <a:cxn ang="0">
                      <a:pos x="3" y="18"/>
                    </a:cxn>
                  </a:cxnLst>
                  <a:rect l="0" t="0" r="r" b="b"/>
                  <a:pathLst>
                    <a:path w="5" h="18">
                      <a:moveTo>
                        <a:pt x="0" y="0"/>
                      </a:moveTo>
                      <a:lnTo>
                        <a:pt x="5"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85" name="任意多边形 11982"/>
                <p:cNvSpPr/>
                <p:nvPr/>
              </p:nvSpPr>
              <p:spPr bwMode="auto">
                <a:xfrm>
                  <a:off x="4781" y="3520"/>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84" name="矩形 11983"/>
                <p:cNvSpPr>
                  <a:spLocks noChangeArrowheads="1"/>
                </p:cNvSpPr>
                <p:nvPr/>
              </p:nvSpPr>
              <p:spPr bwMode="auto">
                <a:xfrm>
                  <a:off x="4784" y="351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83" name="任意多边形 11984"/>
                <p:cNvSpPr/>
                <p:nvPr/>
              </p:nvSpPr>
              <p:spPr bwMode="auto">
                <a:xfrm>
                  <a:off x="4776" y="3515"/>
                  <a:ext cx="6" cy="18"/>
                </a:xfrm>
                <a:custGeom>
                  <a:avLst/>
                  <a:gdLst/>
                  <a:ahLst/>
                  <a:cxnLst>
                    <a:cxn ang="0">
                      <a:pos x="6" y="0"/>
                    </a:cxn>
                    <a:cxn ang="0">
                      <a:pos x="0" y="14"/>
                    </a:cxn>
                    <a:cxn ang="0">
                      <a:pos x="3" y="18"/>
                    </a:cxn>
                  </a:cxnLst>
                  <a:rect l="0" t="0" r="r" b="b"/>
                  <a:pathLst>
                    <a:path w="6" h="18">
                      <a:moveTo>
                        <a:pt x="6"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82" name="任意多边形 11985"/>
                <p:cNvSpPr/>
                <p:nvPr/>
              </p:nvSpPr>
              <p:spPr bwMode="auto">
                <a:xfrm>
                  <a:off x="4796" y="3515"/>
                  <a:ext cx="7" cy="18"/>
                </a:xfrm>
                <a:custGeom>
                  <a:avLst/>
                  <a:gdLst/>
                  <a:ahLst/>
                  <a:cxnLst>
                    <a:cxn ang="0">
                      <a:pos x="0" y="0"/>
                    </a:cxn>
                    <a:cxn ang="0">
                      <a:pos x="7" y="14"/>
                    </a:cxn>
                    <a:cxn ang="0">
                      <a:pos x="3" y="18"/>
                    </a:cxn>
                  </a:cxnLst>
                  <a:rect l="0" t="0" r="r" b="b"/>
                  <a:pathLst>
                    <a:path w="7" h="18">
                      <a:moveTo>
                        <a:pt x="0" y="0"/>
                      </a:moveTo>
                      <a:lnTo>
                        <a:pt x="7"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81" name="任意多边形 11986"/>
                <p:cNvSpPr/>
                <p:nvPr/>
              </p:nvSpPr>
              <p:spPr bwMode="auto">
                <a:xfrm>
                  <a:off x="4811" y="3520"/>
                  <a:ext cx="18" cy="13"/>
                </a:xfrm>
                <a:custGeom>
                  <a:avLst/>
                  <a:gdLst/>
                  <a:ahLst/>
                  <a:cxnLst>
                    <a:cxn ang="0">
                      <a:pos x="15" y="0"/>
                    </a:cxn>
                    <a:cxn ang="0">
                      <a:pos x="2" y="0"/>
                    </a:cxn>
                    <a:cxn ang="0">
                      <a:pos x="0" y="13"/>
                    </a:cxn>
                    <a:cxn ang="0">
                      <a:pos x="18" y="13"/>
                    </a:cxn>
                    <a:cxn ang="0">
                      <a:pos x="15" y="0"/>
                    </a:cxn>
                  </a:cxnLst>
                  <a:rect l="0" t="0" r="r" b="b"/>
                  <a:pathLst>
                    <a:path w="18" h="13">
                      <a:moveTo>
                        <a:pt x="15" y="0"/>
                      </a:moveTo>
                      <a:lnTo>
                        <a:pt x="2"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80" name="矩形 11987"/>
                <p:cNvSpPr>
                  <a:spLocks noChangeArrowheads="1"/>
                </p:cNvSpPr>
                <p:nvPr/>
              </p:nvSpPr>
              <p:spPr bwMode="auto">
                <a:xfrm>
                  <a:off x="4813" y="351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79" name="任意多边形 11988"/>
                <p:cNvSpPr/>
                <p:nvPr/>
              </p:nvSpPr>
              <p:spPr bwMode="auto">
                <a:xfrm>
                  <a:off x="4808" y="3515"/>
                  <a:ext cx="5" cy="18"/>
                </a:xfrm>
                <a:custGeom>
                  <a:avLst/>
                  <a:gdLst/>
                  <a:ahLst/>
                  <a:cxnLst>
                    <a:cxn ang="0">
                      <a:pos x="5" y="0"/>
                    </a:cxn>
                    <a:cxn ang="0">
                      <a:pos x="0" y="14"/>
                    </a:cxn>
                    <a:cxn ang="0">
                      <a:pos x="1" y="18"/>
                    </a:cxn>
                  </a:cxnLst>
                  <a:rect l="0" t="0" r="r" b="b"/>
                  <a:pathLst>
                    <a:path w="5" h="18">
                      <a:moveTo>
                        <a:pt x="5"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78" name="任意多边形 11989"/>
                <p:cNvSpPr/>
                <p:nvPr/>
              </p:nvSpPr>
              <p:spPr bwMode="auto">
                <a:xfrm>
                  <a:off x="4826" y="3515"/>
                  <a:ext cx="7" cy="18"/>
                </a:xfrm>
                <a:custGeom>
                  <a:avLst/>
                  <a:gdLst/>
                  <a:ahLst/>
                  <a:cxnLst>
                    <a:cxn ang="0">
                      <a:pos x="0" y="0"/>
                    </a:cxn>
                    <a:cxn ang="0">
                      <a:pos x="7" y="14"/>
                    </a:cxn>
                    <a:cxn ang="0">
                      <a:pos x="3" y="18"/>
                    </a:cxn>
                  </a:cxnLst>
                  <a:rect l="0" t="0" r="r" b="b"/>
                  <a:pathLst>
                    <a:path w="7" h="18">
                      <a:moveTo>
                        <a:pt x="0" y="0"/>
                      </a:moveTo>
                      <a:lnTo>
                        <a:pt x="7"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77" name="任意多边形 11990"/>
                <p:cNvSpPr/>
                <p:nvPr/>
              </p:nvSpPr>
              <p:spPr bwMode="auto">
                <a:xfrm>
                  <a:off x="4868" y="3451"/>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76" name="矩形 11991"/>
                <p:cNvSpPr>
                  <a:spLocks noChangeArrowheads="1"/>
                </p:cNvSpPr>
                <p:nvPr/>
              </p:nvSpPr>
              <p:spPr bwMode="auto">
                <a:xfrm>
                  <a:off x="4871" y="3447"/>
                  <a:ext cx="12"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75" name="任意多边形 11992"/>
                <p:cNvSpPr/>
                <p:nvPr/>
              </p:nvSpPr>
              <p:spPr bwMode="auto">
                <a:xfrm>
                  <a:off x="4864" y="3447"/>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74" name="任意多边形 11993"/>
                <p:cNvSpPr/>
                <p:nvPr/>
              </p:nvSpPr>
              <p:spPr bwMode="auto">
                <a:xfrm>
                  <a:off x="4883" y="3447"/>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73" name="任意多边形 11994"/>
                <p:cNvSpPr/>
                <p:nvPr/>
              </p:nvSpPr>
              <p:spPr bwMode="auto">
                <a:xfrm>
                  <a:off x="4898" y="3451"/>
                  <a:ext cx="20" cy="12"/>
                </a:xfrm>
                <a:custGeom>
                  <a:avLst/>
                  <a:gdLst/>
                  <a:ahLst/>
                  <a:cxnLst>
                    <a:cxn ang="0">
                      <a:pos x="17" y="0"/>
                    </a:cxn>
                    <a:cxn ang="0">
                      <a:pos x="3" y="0"/>
                    </a:cxn>
                    <a:cxn ang="0">
                      <a:pos x="0" y="12"/>
                    </a:cxn>
                    <a:cxn ang="0">
                      <a:pos x="20" y="12"/>
                    </a:cxn>
                    <a:cxn ang="0">
                      <a:pos x="17" y="0"/>
                    </a:cxn>
                  </a:cxnLst>
                  <a:rect l="0" t="0" r="r" b="b"/>
                  <a:pathLst>
                    <a:path w="20" h="12">
                      <a:moveTo>
                        <a:pt x="17" y="0"/>
                      </a:moveTo>
                      <a:lnTo>
                        <a:pt x="3"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72" name="矩形 11995"/>
                <p:cNvSpPr>
                  <a:spLocks noChangeArrowheads="1"/>
                </p:cNvSpPr>
                <p:nvPr/>
              </p:nvSpPr>
              <p:spPr bwMode="auto">
                <a:xfrm>
                  <a:off x="4901" y="3447"/>
                  <a:ext cx="14"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71" name="任意多边形 11996"/>
                <p:cNvSpPr/>
                <p:nvPr/>
              </p:nvSpPr>
              <p:spPr bwMode="auto">
                <a:xfrm>
                  <a:off x="4895" y="3447"/>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70" name="任意多边形 11997"/>
                <p:cNvSpPr/>
                <p:nvPr/>
              </p:nvSpPr>
              <p:spPr bwMode="auto">
                <a:xfrm>
                  <a:off x="4915" y="3447"/>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69" name="任意多边形 11998"/>
                <p:cNvSpPr/>
                <p:nvPr/>
              </p:nvSpPr>
              <p:spPr bwMode="auto">
                <a:xfrm>
                  <a:off x="4930" y="3451"/>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68" name="矩形 11999"/>
                <p:cNvSpPr>
                  <a:spLocks noChangeArrowheads="1"/>
                </p:cNvSpPr>
                <p:nvPr/>
              </p:nvSpPr>
              <p:spPr bwMode="auto">
                <a:xfrm>
                  <a:off x="4933" y="3447"/>
                  <a:ext cx="12"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67" name="任意多边形 12000"/>
                <p:cNvSpPr/>
                <p:nvPr/>
              </p:nvSpPr>
              <p:spPr bwMode="auto">
                <a:xfrm>
                  <a:off x="4926" y="3447"/>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66" name="任意多边形 12001"/>
                <p:cNvSpPr/>
                <p:nvPr/>
              </p:nvSpPr>
              <p:spPr bwMode="auto">
                <a:xfrm>
                  <a:off x="4945" y="3447"/>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65" name="任意多边形 12002"/>
                <p:cNvSpPr/>
                <p:nvPr/>
              </p:nvSpPr>
              <p:spPr bwMode="auto">
                <a:xfrm>
                  <a:off x="4960" y="3451"/>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64" name="矩形 12003"/>
                <p:cNvSpPr>
                  <a:spLocks noChangeArrowheads="1"/>
                </p:cNvSpPr>
                <p:nvPr/>
              </p:nvSpPr>
              <p:spPr bwMode="auto">
                <a:xfrm>
                  <a:off x="4963" y="3447"/>
                  <a:ext cx="12"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63" name="任意多边形 12004"/>
                <p:cNvSpPr/>
                <p:nvPr/>
              </p:nvSpPr>
              <p:spPr bwMode="auto">
                <a:xfrm>
                  <a:off x="4956" y="3447"/>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62" name="任意多边形 12005"/>
                <p:cNvSpPr/>
                <p:nvPr/>
              </p:nvSpPr>
              <p:spPr bwMode="auto">
                <a:xfrm>
                  <a:off x="4975" y="3447"/>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61" name="任意多边形 12006"/>
                <p:cNvSpPr/>
                <p:nvPr/>
              </p:nvSpPr>
              <p:spPr bwMode="auto">
                <a:xfrm>
                  <a:off x="4868" y="3474"/>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60" name="矩形 12007"/>
                <p:cNvSpPr>
                  <a:spLocks noChangeArrowheads="1"/>
                </p:cNvSpPr>
                <p:nvPr/>
              </p:nvSpPr>
              <p:spPr bwMode="auto">
                <a:xfrm>
                  <a:off x="4871" y="3469"/>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59" name="任意多边形 12008"/>
                <p:cNvSpPr/>
                <p:nvPr/>
              </p:nvSpPr>
              <p:spPr bwMode="auto">
                <a:xfrm>
                  <a:off x="4864" y="3468"/>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58" name="任意多边形 12009"/>
                <p:cNvSpPr/>
                <p:nvPr/>
              </p:nvSpPr>
              <p:spPr bwMode="auto">
                <a:xfrm>
                  <a:off x="4883" y="3468"/>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57" name="任意多边形 12010"/>
                <p:cNvSpPr/>
                <p:nvPr/>
              </p:nvSpPr>
              <p:spPr bwMode="auto">
                <a:xfrm>
                  <a:off x="4898" y="3474"/>
                  <a:ext cx="20" cy="12"/>
                </a:xfrm>
                <a:custGeom>
                  <a:avLst/>
                  <a:gdLst/>
                  <a:ahLst/>
                  <a:cxnLst>
                    <a:cxn ang="0">
                      <a:pos x="17" y="0"/>
                    </a:cxn>
                    <a:cxn ang="0">
                      <a:pos x="3" y="0"/>
                    </a:cxn>
                    <a:cxn ang="0">
                      <a:pos x="0" y="12"/>
                    </a:cxn>
                    <a:cxn ang="0">
                      <a:pos x="20" y="12"/>
                    </a:cxn>
                    <a:cxn ang="0">
                      <a:pos x="17" y="0"/>
                    </a:cxn>
                  </a:cxnLst>
                  <a:rect l="0" t="0" r="r" b="b"/>
                  <a:pathLst>
                    <a:path w="20" h="12">
                      <a:moveTo>
                        <a:pt x="17" y="0"/>
                      </a:moveTo>
                      <a:lnTo>
                        <a:pt x="3"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56" name="矩形 12011"/>
                <p:cNvSpPr>
                  <a:spLocks noChangeArrowheads="1"/>
                </p:cNvSpPr>
                <p:nvPr/>
              </p:nvSpPr>
              <p:spPr bwMode="auto">
                <a:xfrm>
                  <a:off x="4901" y="3469"/>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55" name="任意多边形 12012"/>
                <p:cNvSpPr/>
                <p:nvPr/>
              </p:nvSpPr>
              <p:spPr bwMode="auto">
                <a:xfrm>
                  <a:off x="4895" y="3468"/>
                  <a:ext cx="6" cy="18"/>
                </a:xfrm>
                <a:custGeom>
                  <a:avLst/>
                  <a:gdLst/>
                  <a:ahLst/>
                  <a:cxnLst>
                    <a:cxn ang="0">
                      <a:pos x="6" y="0"/>
                    </a:cxn>
                    <a:cxn ang="0">
                      <a:pos x="0" y="14"/>
                    </a:cxn>
                    <a:cxn ang="0">
                      <a:pos x="3" y="18"/>
                    </a:cxn>
                  </a:cxnLst>
                  <a:rect l="0" t="0" r="r" b="b"/>
                  <a:pathLst>
                    <a:path w="6" h="18">
                      <a:moveTo>
                        <a:pt x="6"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54" name="任意多边形 12013"/>
                <p:cNvSpPr/>
                <p:nvPr/>
              </p:nvSpPr>
              <p:spPr bwMode="auto">
                <a:xfrm>
                  <a:off x="4915" y="3468"/>
                  <a:ext cx="5" cy="18"/>
                </a:xfrm>
                <a:custGeom>
                  <a:avLst/>
                  <a:gdLst/>
                  <a:ahLst/>
                  <a:cxnLst>
                    <a:cxn ang="0">
                      <a:pos x="0" y="0"/>
                    </a:cxn>
                    <a:cxn ang="0">
                      <a:pos x="5" y="14"/>
                    </a:cxn>
                    <a:cxn ang="0">
                      <a:pos x="3" y="18"/>
                    </a:cxn>
                  </a:cxnLst>
                  <a:rect l="0" t="0" r="r" b="b"/>
                  <a:pathLst>
                    <a:path w="5" h="18">
                      <a:moveTo>
                        <a:pt x="0" y="0"/>
                      </a:moveTo>
                      <a:lnTo>
                        <a:pt x="5"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53" name="任意多边形 12014"/>
                <p:cNvSpPr/>
                <p:nvPr/>
              </p:nvSpPr>
              <p:spPr bwMode="auto">
                <a:xfrm>
                  <a:off x="4930" y="3474"/>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52" name="矩形 12015"/>
                <p:cNvSpPr>
                  <a:spLocks noChangeArrowheads="1"/>
                </p:cNvSpPr>
                <p:nvPr/>
              </p:nvSpPr>
              <p:spPr bwMode="auto">
                <a:xfrm>
                  <a:off x="4933" y="3469"/>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51" name="任意多边形 12016"/>
                <p:cNvSpPr/>
                <p:nvPr/>
              </p:nvSpPr>
              <p:spPr bwMode="auto">
                <a:xfrm>
                  <a:off x="4926" y="3468"/>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50" name="任意多边形 12017"/>
                <p:cNvSpPr/>
                <p:nvPr/>
              </p:nvSpPr>
              <p:spPr bwMode="auto">
                <a:xfrm>
                  <a:off x="4945" y="3468"/>
                  <a:ext cx="6" cy="18"/>
                </a:xfrm>
                <a:custGeom>
                  <a:avLst/>
                  <a:gdLst/>
                  <a:ahLst/>
                  <a:cxnLst>
                    <a:cxn ang="0">
                      <a:pos x="0" y="0"/>
                    </a:cxn>
                    <a:cxn ang="0">
                      <a:pos x="6" y="14"/>
                    </a:cxn>
                    <a:cxn ang="0">
                      <a:pos x="3" y="18"/>
                    </a:cxn>
                  </a:cxnLst>
                  <a:rect l="0" t="0" r="r" b="b"/>
                  <a:pathLst>
                    <a:path w="6" h="18">
                      <a:moveTo>
                        <a:pt x="0" y="0"/>
                      </a:moveTo>
                      <a:lnTo>
                        <a:pt x="6"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49" name="任意多边形 12018"/>
                <p:cNvSpPr/>
                <p:nvPr/>
              </p:nvSpPr>
              <p:spPr bwMode="auto">
                <a:xfrm>
                  <a:off x="4868" y="3497"/>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48" name="矩形 12019"/>
                <p:cNvSpPr>
                  <a:spLocks noChangeArrowheads="1"/>
                </p:cNvSpPr>
                <p:nvPr/>
              </p:nvSpPr>
              <p:spPr bwMode="auto">
                <a:xfrm>
                  <a:off x="4871" y="3492"/>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47" name="任意多边形 12020"/>
                <p:cNvSpPr/>
                <p:nvPr/>
              </p:nvSpPr>
              <p:spPr bwMode="auto">
                <a:xfrm>
                  <a:off x="4864" y="3492"/>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46" name="任意多边形 12021"/>
                <p:cNvSpPr/>
                <p:nvPr/>
              </p:nvSpPr>
              <p:spPr bwMode="auto">
                <a:xfrm>
                  <a:off x="4883" y="3492"/>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45" name="任意多边形 12022"/>
                <p:cNvSpPr/>
                <p:nvPr/>
              </p:nvSpPr>
              <p:spPr bwMode="auto">
                <a:xfrm>
                  <a:off x="4898" y="3497"/>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44" name="矩形 12023"/>
                <p:cNvSpPr>
                  <a:spLocks noChangeArrowheads="1"/>
                </p:cNvSpPr>
                <p:nvPr/>
              </p:nvSpPr>
              <p:spPr bwMode="auto">
                <a:xfrm>
                  <a:off x="4901" y="3492"/>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43" name="任意多边形 12024"/>
                <p:cNvSpPr/>
                <p:nvPr/>
              </p:nvSpPr>
              <p:spPr bwMode="auto">
                <a:xfrm>
                  <a:off x="4895" y="3492"/>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42" name="任意多边形 12025"/>
                <p:cNvSpPr/>
                <p:nvPr/>
              </p:nvSpPr>
              <p:spPr bwMode="auto">
                <a:xfrm>
                  <a:off x="4915" y="3492"/>
                  <a:ext cx="5" cy="18"/>
                </a:xfrm>
                <a:custGeom>
                  <a:avLst/>
                  <a:gdLst/>
                  <a:ahLst/>
                  <a:cxnLst>
                    <a:cxn ang="0">
                      <a:pos x="0" y="0"/>
                    </a:cxn>
                    <a:cxn ang="0">
                      <a:pos x="5" y="15"/>
                    </a:cxn>
                    <a:cxn ang="0">
                      <a:pos x="3" y="18"/>
                    </a:cxn>
                  </a:cxnLst>
                  <a:rect l="0" t="0" r="r" b="b"/>
                  <a:pathLst>
                    <a:path w="5" h="18">
                      <a:moveTo>
                        <a:pt x="0" y="0"/>
                      </a:moveTo>
                      <a:lnTo>
                        <a:pt x="5"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41" name="任意多边形 12026"/>
                <p:cNvSpPr/>
                <p:nvPr/>
              </p:nvSpPr>
              <p:spPr bwMode="auto">
                <a:xfrm>
                  <a:off x="4930" y="3497"/>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40" name="矩形 12027"/>
                <p:cNvSpPr>
                  <a:spLocks noChangeArrowheads="1"/>
                </p:cNvSpPr>
                <p:nvPr/>
              </p:nvSpPr>
              <p:spPr bwMode="auto">
                <a:xfrm>
                  <a:off x="4933" y="3492"/>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39" name="任意多边形 12028"/>
                <p:cNvSpPr/>
                <p:nvPr/>
              </p:nvSpPr>
              <p:spPr bwMode="auto">
                <a:xfrm>
                  <a:off x="4926" y="3492"/>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38" name="任意多边形 12029"/>
                <p:cNvSpPr/>
                <p:nvPr/>
              </p:nvSpPr>
              <p:spPr bwMode="auto">
                <a:xfrm>
                  <a:off x="4945" y="3492"/>
                  <a:ext cx="6" cy="18"/>
                </a:xfrm>
                <a:custGeom>
                  <a:avLst/>
                  <a:gdLst/>
                  <a:ahLst/>
                  <a:cxnLst>
                    <a:cxn ang="0">
                      <a:pos x="0" y="0"/>
                    </a:cxn>
                    <a:cxn ang="0">
                      <a:pos x="6" y="15"/>
                    </a:cxn>
                    <a:cxn ang="0">
                      <a:pos x="3" y="18"/>
                    </a:cxn>
                  </a:cxnLst>
                  <a:rect l="0" t="0" r="r" b="b"/>
                  <a:pathLst>
                    <a:path w="6" h="18">
                      <a:moveTo>
                        <a:pt x="0" y="0"/>
                      </a:moveTo>
                      <a:lnTo>
                        <a:pt x="6"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37" name="任意多边形 12030"/>
                <p:cNvSpPr/>
                <p:nvPr/>
              </p:nvSpPr>
              <p:spPr bwMode="auto">
                <a:xfrm>
                  <a:off x="4930" y="3520"/>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36" name="矩形 12031"/>
                <p:cNvSpPr>
                  <a:spLocks noChangeArrowheads="1"/>
                </p:cNvSpPr>
                <p:nvPr/>
              </p:nvSpPr>
              <p:spPr bwMode="auto">
                <a:xfrm>
                  <a:off x="4933" y="351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35" name="任意多边形 12032"/>
                <p:cNvSpPr/>
                <p:nvPr/>
              </p:nvSpPr>
              <p:spPr bwMode="auto">
                <a:xfrm>
                  <a:off x="4926" y="3515"/>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34" name="任意多边形 12033"/>
                <p:cNvSpPr/>
                <p:nvPr/>
              </p:nvSpPr>
              <p:spPr bwMode="auto">
                <a:xfrm>
                  <a:off x="4945" y="3515"/>
                  <a:ext cx="6" cy="18"/>
                </a:xfrm>
                <a:custGeom>
                  <a:avLst/>
                  <a:gdLst/>
                  <a:ahLst/>
                  <a:cxnLst>
                    <a:cxn ang="0">
                      <a:pos x="0" y="0"/>
                    </a:cxn>
                    <a:cxn ang="0">
                      <a:pos x="6" y="14"/>
                    </a:cxn>
                    <a:cxn ang="0">
                      <a:pos x="3" y="18"/>
                    </a:cxn>
                  </a:cxnLst>
                  <a:rect l="0" t="0" r="r" b="b"/>
                  <a:pathLst>
                    <a:path w="6" h="18">
                      <a:moveTo>
                        <a:pt x="0" y="0"/>
                      </a:moveTo>
                      <a:lnTo>
                        <a:pt x="6"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33" name="任意多边形 12034"/>
                <p:cNvSpPr/>
                <p:nvPr/>
              </p:nvSpPr>
              <p:spPr bwMode="auto">
                <a:xfrm>
                  <a:off x="4871" y="3520"/>
                  <a:ext cx="40" cy="13"/>
                </a:xfrm>
                <a:custGeom>
                  <a:avLst/>
                  <a:gdLst/>
                  <a:ahLst/>
                  <a:cxnLst>
                    <a:cxn ang="0">
                      <a:pos x="35" y="0"/>
                    </a:cxn>
                    <a:cxn ang="0">
                      <a:pos x="5" y="0"/>
                    </a:cxn>
                    <a:cxn ang="0">
                      <a:pos x="0" y="13"/>
                    </a:cxn>
                    <a:cxn ang="0">
                      <a:pos x="40" y="13"/>
                    </a:cxn>
                    <a:cxn ang="0">
                      <a:pos x="35" y="0"/>
                    </a:cxn>
                  </a:cxnLst>
                  <a:rect l="0" t="0" r="r" b="b"/>
                  <a:pathLst>
                    <a:path w="40" h="13">
                      <a:moveTo>
                        <a:pt x="35" y="0"/>
                      </a:moveTo>
                      <a:lnTo>
                        <a:pt x="5" y="0"/>
                      </a:lnTo>
                      <a:lnTo>
                        <a:pt x="0" y="13"/>
                      </a:lnTo>
                      <a:lnTo>
                        <a:pt x="40" y="13"/>
                      </a:lnTo>
                      <a:lnTo>
                        <a:pt x="3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32" name="矩形 12035"/>
                <p:cNvSpPr>
                  <a:spLocks noChangeArrowheads="1"/>
                </p:cNvSpPr>
                <p:nvPr/>
              </p:nvSpPr>
              <p:spPr bwMode="auto">
                <a:xfrm>
                  <a:off x="4876" y="3515"/>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31" name="任意多边形 12036"/>
                <p:cNvSpPr/>
                <p:nvPr/>
              </p:nvSpPr>
              <p:spPr bwMode="auto">
                <a:xfrm>
                  <a:off x="4866" y="3516"/>
                  <a:ext cx="10" cy="17"/>
                </a:xfrm>
                <a:custGeom>
                  <a:avLst/>
                  <a:gdLst/>
                  <a:ahLst/>
                  <a:cxnLst>
                    <a:cxn ang="0">
                      <a:pos x="10" y="0"/>
                    </a:cxn>
                    <a:cxn ang="0">
                      <a:pos x="0" y="13"/>
                    </a:cxn>
                    <a:cxn ang="0">
                      <a:pos x="3" y="17"/>
                    </a:cxn>
                  </a:cxnLst>
                  <a:rect l="0" t="0" r="r" b="b"/>
                  <a:pathLst>
                    <a:path w="10" h="17">
                      <a:moveTo>
                        <a:pt x="10" y="0"/>
                      </a:moveTo>
                      <a:lnTo>
                        <a:pt x="0" y="13"/>
                      </a:lnTo>
                      <a:lnTo>
                        <a:pt x="3"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30" name="任意多边形 12037"/>
                <p:cNvSpPr/>
                <p:nvPr/>
              </p:nvSpPr>
              <p:spPr bwMode="auto">
                <a:xfrm>
                  <a:off x="4906" y="3516"/>
                  <a:ext cx="12" cy="17"/>
                </a:xfrm>
                <a:custGeom>
                  <a:avLst/>
                  <a:gdLst/>
                  <a:ahLst/>
                  <a:cxnLst>
                    <a:cxn ang="0">
                      <a:pos x="0" y="0"/>
                    </a:cxn>
                    <a:cxn ang="0">
                      <a:pos x="12" y="13"/>
                    </a:cxn>
                    <a:cxn ang="0">
                      <a:pos x="7" y="17"/>
                    </a:cxn>
                  </a:cxnLst>
                  <a:rect l="0" t="0" r="r" b="b"/>
                  <a:pathLst>
                    <a:path w="12" h="17">
                      <a:moveTo>
                        <a:pt x="0" y="0"/>
                      </a:moveTo>
                      <a:lnTo>
                        <a:pt x="12" y="13"/>
                      </a:lnTo>
                      <a:lnTo>
                        <a:pt x="7"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29" name="任意多边形 12038"/>
                <p:cNvSpPr/>
                <p:nvPr/>
              </p:nvSpPr>
              <p:spPr bwMode="auto">
                <a:xfrm>
                  <a:off x="4960" y="3526"/>
                  <a:ext cx="22" cy="7"/>
                </a:xfrm>
                <a:custGeom>
                  <a:avLst/>
                  <a:gdLst/>
                  <a:ahLst/>
                  <a:cxnLst>
                    <a:cxn ang="0">
                      <a:pos x="20" y="0"/>
                    </a:cxn>
                    <a:cxn ang="0">
                      <a:pos x="1" y="0"/>
                    </a:cxn>
                    <a:cxn ang="0">
                      <a:pos x="0" y="7"/>
                    </a:cxn>
                    <a:cxn ang="0">
                      <a:pos x="22" y="7"/>
                    </a:cxn>
                    <a:cxn ang="0">
                      <a:pos x="20" y="0"/>
                    </a:cxn>
                  </a:cxnLst>
                  <a:rect l="0" t="0" r="r" b="b"/>
                  <a:pathLst>
                    <a:path w="22" h="7">
                      <a:moveTo>
                        <a:pt x="20" y="0"/>
                      </a:moveTo>
                      <a:lnTo>
                        <a:pt x="1" y="0"/>
                      </a:lnTo>
                      <a:lnTo>
                        <a:pt x="0" y="7"/>
                      </a:lnTo>
                      <a:lnTo>
                        <a:pt x="22" y="7"/>
                      </a:lnTo>
                      <a:lnTo>
                        <a:pt x="20"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28" name="任意多边形 12039"/>
                <p:cNvSpPr/>
                <p:nvPr/>
              </p:nvSpPr>
              <p:spPr bwMode="auto">
                <a:xfrm>
                  <a:off x="4956" y="3490"/>
                  <a:ext cx="5" cy="43"/>
                </a:xfrm>
                <a:custGeom>
                  <a:avLst/>
                  <a:gdLst/>
                  <a:ahLst/>
                  <a:cxnLst>
                    <a:cxn ang="0">
                      <a:pos x="5" y="0"/>
                    </a:cxn>
                    <a:cxn ang="0">
                      <a:pos x="0" y="38"/>
                    </a:cxn>
                    <a:cxn ang="0">
                      <a:pos x="4" y="43"/>
                    </a:cxn>
                  </a:cxnLst>
                  <a:rect l="0" t="0" r="r" b="b"/>
                  <a:pathLst>
                    <a:path w="5" h="43">
                      <a:moveTo>
                        <a:pt x="5" y="0"/>
                      </a:moveTo>
                      <a:lnTo>
                        <a:pt x="0" y="38"/>
                      </a:lnTo>
                      <a:lnTo>
                        <a:pt x="4" y="43"/>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27" name="矩形 12040"/>
                <p:cNvSpPr>
                  <a:spLocks noChangeArrowheads="1"/>
                </p:cNvSpPr>
                <p:nvPr/>
              </p:nvSpPr>
              <p:spPr bwMode="auto">
                <a:xfrm>
                  <a:off x="4961" y="3492"/>
                  <a:ext cx="19" cy="33"/>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26" name="任意多边形 12041"/>
                <p:cNvSpPr/>
                <p:nvPr/>
              </p:nvSpPr>
              <p:spPr bwMode="auto">
                <a:xfrm>
                  <a:off x="4980" y="3490"/>
                  <a:ext cx="2" cy="43"/>
                </a:xfrm>
                <a:custGeom>
                  <a:avLst/>
                  <a:gdLst/>
                  <a:ahLst/>
                  <a:cxnLst>
                    <a:cxn ang="0">
                      <a:pos x="0" y="0"/>
                    </a:cxn>
                    <a:cxn ang="0">
                      <a:pos x="2" y="35"/>
                    </a:cxn>
                    <a:cxn ang="0">
                      <a:pos x="2" y="43"/>
                    </a:cxn>
                  </a:cxnLst>
                  <a:rect l="0" t="0" r="r" b="b"/>
                  <a:pathLst>
                    <a:path w="2" h="43">
                      <a:moveTo>
                        <a:pt x="0" y="0"/>
                      </a:moveTo>
                      <a:lnTo>
                        <a:pt x="2" y="35"/>
                      </a:lnTo>
                      <a:lnTo>
                        <a:pt x="2" y="43"/>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25" name="任意多边形 12042"/>
                <p:cNvSpPr/>
                <p:nvPr/>
              </p:nvSpPr>
              <p:spPr bwMode="auto">
                <a:xfrm>
                  <a:off x="4538" y="3419"/>
                  <a:ext cx="19" cy="13"/>
                </a:xfrm>
                <a:custGeom>
                  <a:avLst/>
                  <a:gdLst/>
                  <a:ahLst/>
                  <a:cxnLst>
                    <a:cxn ang="0">
                      <a:pos x="17" y="0"/>
                    </a:cxn>
                    <a:cxn ang="0">
                      <a:pos x="3" y="0"/>
                    </a:cxn>
                    <a:cxn ang="0">
                      <a:pos x="0" y="13"/>
                    </a:cxn>
                    <a:cxn ang="0">
                      <a:pos x="19" y="13"/>
                    </a:cxn>
                    <a:cxn ang="0">
                      <a:pos x="17" y="0"/>
                    </a:cxn>
                  </a:cxnLst>
                  <a:rect l="0" t="0" r="r" b="b"/>
                  <a:pathLst>
                    <a:path w="19" h="13">
                      <a:moveTo>
                        <a:pt x="17" y="0"/>
                      </a:moveTo>
                      <a:lnTo>
                        <a:pt x="3" y="0"/>
                      </a:lnTo>
                      <a:lnTo>
                        <a:pt x="0" y="13"/>
                      </a:lnTo>
                      <a:lnTo>
                        <a:pt x="19"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24" name="矩形 12043"/>
                <p:cNvSpPr>
                  <a:spLocks noChangeArrowheads="1"/>
                </p:cNvSpPr>
                <p:nvPr/>
              </p:nvSpPr>
              <p:spPr bwMode="auto">
                <a:xfrm>
                  <a:off x="4541" y="3416"/>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23" name="任意多边形 12044"/>
                <p:cNvSpPr/>
                <p:nvPr/>
              </p:nvSpPr>
              <p:spPr bwMode="auto">
                <a:xfrm>
                  <a:off x="4535" y="3416"/>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22" name="任意多边形 12045"/>
                <p:cNvSpPr/>
                <p:nvPr/>
              </p:nvSpPr>
              <p:spPr bwMode="auto">
                <a:xfrm>
                  <a:off x="4555" y="3416"/>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21" name="任意多边形 12046"/>
                <p:cNvSpPr/>
                <p:nvPr/>
              </p:nvSpPr>
              <p:spPr bwMode="auto">
                <a:xfrm>
                  <a:off x="4784" y="3419"/>
                  <a:ext cx="42" cy="13"/>
                </a:xfrm>
                <a:custGeom>
                  <a:avLst/>
                  <a:gdLst/>
                  <a:ahLst/>
                  <a:cxnLst>
                    <a:cxn ang="0">
                      <a:pos x="35" y="0"/>
                    </a:cxn>
                    <a:cxn ang="0">
                      <a:pos x="7" y="0"/>
                    </a:cxn>
                    <a:cxn ang="0">
                      <a:pos x="0" y="13"/>
                    </a:cxn>
                    <a:cxn ang="0">
                      <a:pos x="42" y="13"/>
                    </a:cxn>
                    <a:cxn ang="0">
                      <a:pos x="35" y="0"/>
                    </a:cxn>
                  </a:cxnLst>
                  <a:rect l="0" t="0" r="r" b="b"/>
                  <a:pathLst>
                    <a:path w="42" h="13">
                      <a:moveTo>
                        <a:pt x="35" y="0"/>
                      </a:moveTo>
                      <a:lnTo>
                        <a:pt x="7" y="0"/>
                      </a:lnTo>
                      <a:lnTo>
                        <a:pt x="0" y="13"/>
                      </a:lnTo>
                      <a:lnTo>
                        <a:pt x="42" y="13"/>
                      </a:lnTo>
                      <a:lnTo>
                        <a:pt x="3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20" name="矩形 12047"/>
                <p:cNvSpPr>
                  <a:spLocks noChangeArrowheads="1"/>
                </p:cNvSpPr>
                <p:nvPr/>
              </p:nvSpPr>
              <p:spPr bwMode="auto">
                <a:xfrm>
                  <a:off x="4791" y="3416"/>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19" name="任意多边形 12048"/>
                <p:cNvSpPr/>
                <p:nvPr/>
              </p:nvSpPr>
              <p:spPr bwMode="auto">
                <a:xfrm>
                  <a:off x="4779" y="3416"/>
                  <a:ext cx="12" cy="16"/>
                </a:xfrm>
                <a:custGeom>
                  <a:avLst/>
                  <a:gdLst/>
                  <a:ahLst/>
                  <a:cxnLst>
                    <a:cxn ang="0">
                      <a:pos x="12" y="0"/>
                    </a:cxn>
                    <a:cxn ang="0">
                      <a:pos x="0" y="13"/>
                    </a:cxn>
                    <a:cxn ang="0">
                      <a:pos x="5" y="16"/>
                    </a:cxn>
                  </a:cxnLst>
                  <a:rect l="0" t="0" r="r" b="b"/>
                  <a:pathLst>
                    <a:path w="12" h="16">
                      <a:moveTo>
                        <a:pt x="12" y="0"/>
                      </a:moveTo>
                      <a:lnTo>
                        <a:pt x="0" y="13"/>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18" name="任意多边形 12049"/>
                <p:cNvSpPr/>
                <p:nvPr/>
              </p:nvSpPr>
              <p:spPr bwMode="auto">
                <a:xfrm>
                  <a:off x="4821" y="3416"/>
                  <a:ext cx="12" cy="16"/>
                </a:xfrm>
                <a:custGeom>
                  <a:avLst/>
                  <a:gdLst/>
                  <a:ahLst/>
                  <a:cxnLst>
                    <a:cxn ang="0">
                      <a:pos x="0" y="0"/>
                    </a:cxn>
                    <a:cxn ang="0">
                      <a:pos x="12" y="13"/>
                    </a:cxn>
                    <a:cxn ang="0">
                      <a:pos x="7" y="16"/>
                    </a:cxn>
                  </a:cxnLst>
                  <a:rect l="0" t="0" r="r" b="b"/>
                  <a:pathLst>
                    <a:path w="12" h="16">
                      <a:moveTo>
                        <a:pt x="0" y="0"/>
                      </a:moveTo>
                      <a:lnTo>
                        <a:pt x="12" y="13"/>
                      </a:lnTo>
                      <a:lnTo>
                        <a:pt x="7"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17" name="任意多边形 12050"/>
                <p:cNvSpPr/>
                <p:nvPr/>
              </p:nvSpPr>
              <p:spPr bwMode="auto">
                <a:xfrm>
                  <a:off x="4868" y="341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16" name="矩形 12051"/>
                <p:cNvSpPr>
                  <a:spLocks noChangeArrowheads="1"/>
                </p:cNvSpPr>
                <p:nvPr/>
              </p:nvSpPr>
              <p:spPr bwMode="auto">
                <a:xfrm>
                  <a:off x="4871" y="341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15" name="任意多边形 12052"/>
                <p:cNvSpPr/>
                <p:nvPr/>
              </p:nvSpPr>
              <p:spPr bwMode="auto">
                <a:xfrm>
                  <a:off x="4864" y="3416"/>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14" name="任意多边形 12053"/>
                <p:cNvSpPr/>
                <p:nvPr/>
              </p:nvSpPr>
              <p:spPr bwMode="auto">
                <a:xfrm>
                  <a:off x="4883" y="3416"/>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13" name="任意多边形 12054"/>
                <p:cNvSpPr/>
                <p:nvPr/>
              </p:nvSpPr>
              <p:spPr bwMode="auto">
                <a:xfrm>
                  <a:off x="4898" y="3419"/>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12" name="矩形 12055"/>
                <p:cNvSpPr>
                  <a:spLocks noChangeArrowheads="1"/>
                </p:cNvSpPr>
                <p:nvPr/>
              </p:nvSpPr>
              <p:spPr bwMode="auto">
                <a:xfrm>
                  <a:off x="4901" y="3416"/>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11" name="任意多边形 12056"/>
                <p:cNvSpPr/>
                <p:nvPr/>
              </p:nvSpPr>
              <p:spPr bwMode="auto">
                <a:xfrm>
                  <a:off x="4895" y="3416"/>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10" name="任意多边形 12057"/>
                <p:cNvSpPr/>
                <p:nvPr/>
              </p:nvSpPr>
              <p:spPr bwMode="auto">
                <a:xfrm>
                  <a:off x="4915" y="3416"/>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09" name="任意多边形 12058"/>
                <p:cNvSpPr/>
                <p:nvPr/>
              </p:nvSpPr>
              <p:spPr bwMode="auto">
                <a:xfrm>
                  <a:off x="4930" y="341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08" name="矩形 12059"/>
                <p:cNvSpPr>
                  <a:spLocks noChangeArrowheads="1"/>
                </p:cNvSpPr>
                <p:nvPr/>
              </p:nvSpPr>
              <p:spPr bwMode="auto">
                <a:xfrm>
                  <a:off x="4933" y="341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07" name="任意多边形 12060"/>
                <p:cNvSpPr/>
                <p:nvPr/>
              </p:nvSpPr>
              <p:spPr bwMode="auto">
                <a:xfrm>
                  <a:off x="4926" y="3416"/>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06" name="任意多边形 12061"/>
                <p:cNvSpPr/>
                <p:nvPr/>
              </p:nvSpPr>
              <p:spPr bwMode="auto">
                <a:xfrm>
                  <a:off x="4945" y="3416"/>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05" name="任意多边形 12062"/>
                <p:cNvSpPr/>
                <p:nvPr/>
              </p:nvSpPr>
              <p:spPr bwMode="auto">
                <a:xfrm>
                  <a:off x="4960" y="341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04" name="矩形 12063"/>
                <p:cNvSpPr>
                  <a:spLocks noChangeArrowheads="1"/>
                </p:cNvSpPr>
                <p:nvPr/>
              </p:nvSpPr>
              <p:spPr bwMode="auto">
                <a:xfrm>
                  <a:off x="4963" y="341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03" name="任意多边形 12064"/>
                <p:cNvSpPr/>
                <p:nvPr/>
              </p:nvSpPr>
              <p:spPr bwMode="auto">
                <a:xfrm>
                  <a:off x="4956" y="3416"/>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02" name="任意多边形 12065"/>
                <p:cNvSpPr/>
                <p:nvPr/>
              </p:nvSpPr>
              <p:spPr bwMode="auto">
                <a:xfrm>
                  <a:off x="4975" y="3416"/>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01" name="任意多边形 12066"/>
                <p:cNvSpPr/>
                <p:nvPr/>
              </p:nvSpPr>
              <p:spPr bwMode="auto">
                <a:xfrm>
                  <a:off x="4960" y="3474"/>
                  <a:ext cx="20" cy="12"/>
                </a:xfrm>
                <a:custGeom>
                  <a:avLst/>
                  <a:gdLst/>
                  <a:ahLst/>
                  <a:cxnLst>
                    <a:cxn ang="0">
                      <a:pos x="17" y="0"/>
                    </a:cxn>
                    <a:cxn ang="0">
                      <a:pos x="3" y="0"/>
                    </a:cxn>
                    <a:cxn ang="0">
                      <a:pos x="0" y="12"/>
                    </a:cxn>
                    <a:cxn ang="0">
                      <a:pos x="20" y="12"/>
                    </a:cxn>
                    <a:cxn ang="0">
                      <a:pos x="17" y="0"/>
                    </a:cxn>
                  </a:cxnLst>
                  <a:rect l="0" t="0" r="r" b="b"/>
                  <a:pathLst>
                    <a:path w="20" h="12">
                      <a:moveTo>
                        <a:pt x="17" y="0"/>
                      </a:moveTo>
                      <a:lnTo>
                        <a:pt x="3"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00" name="矩形 12067"/>
                <p:cNvSpPr>
                  <a:spLocks noChangeArrowheads="1"/>
                </p:cNvSpPr>
                <p:nvPr/>
              </p:nvSpPr>
              <p:spPr bwMode="auto">
                <a:xfrm>
                  <a:off x="4963" y="3469"/>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199" name="任意多边形 12068"/>
                <p:cNvSpPr/>
                <p:nvPr/>
              </p:nvSpPr>
              <p:spPr bwMode="auto">
                <a:xfrm>
                  <a:off x="4958" y="3468"/>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98" name="任意多边形 12069"/>
                <p:cNvSpPr/>
                <p:nvPr/>
              </p:nvSpPr>
              <p:spPr bwMode="auto">
                <a:xfrm>
                  <a:off x="4977" y="3468"/>
                  <a:ext cx="6" cy="18"/>
                </a:xfrm>
                <a:custGeom>
                  <a:avLst/>
                  <a:gdLst/>
                  <a:ahLst/>
                  <a:cxnLst>
                    <a:cxn ang="0">
                      <a:pos x="0" y="0"/>
                    </a:cxn>
                    <a:cxn ang="0">
                      <a:pos x="6" y="14"/>
                    </a:cxn>
                    <a:cxn ang="0">
                      <a:pos x="3" y="18"/>
                    </a:cxn>
                  </a:cxnLst>
                  <a:rect l="0" t="0" r="r" b="b"/>
                  <a:pathLst>
                    <a:path w="6" h="18">
                      <a:moveTo>
                        <a:pt x="0" y="0"/>
                      </a:moveTo>
                      <a:lnTo>
                        <a:pt x="6"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97" name="矩形 12070"/>
                <p:cNvSpPr>
                  <a:spLocks noChangeArrowheads="1"/>
                </p:cNvSpPr>
                <p:nvPr/>
              </p:nvSpPr>
              <p:spPr bwMode="auto">
                <a:xfrm>
                  <a:off x="4692" y="3502"/>
                  <a:ext cx="20"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196" name="任意多边形 12071"/>
                <p:cNvSpPr/>
                <p:nvPr/>
              </p:nvSpPr>
              <p:spPr bwMode="auto">
                <a:xfrm>
                  <a:off x="4689" y="3468"/>
                  <a:ext cx="5" cy="40"/>
                </a:xfrm>
                <a:custGeom>
                  <a:avLst/>
                  <a:gdLst/>
                  <a:ahLst/>
                  <a:cxnLst>
                    <a:cxn ang="0">
                      <a:pos x="5" y="0"/>
                    </a:cxn>
                    <a:cxn ang="0">
                      <a:pos x="0" y="37"/>
                    </a:cxn>
                    <a:cxn ang="0">
                      <a:pos x="3" y="40"/>
                    </a:cxn>
                  </a:cxnLst>
                  <a:rect l="0" t="0" r="r" b="b"/>
                  <a:pathLst>
                    <a:path w="5" h="40">
                      <a:moveTo>
                        <a:pt x="5" y="0"/>
                      </a:moveTo>
                      <a:lnTo>
                        <a:pt x="0" y="37"/>
                      </a:lnTo>
                      <a:lnTo>
                        <a:pt x="3" y="4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95" name="矩形 12072"/>
                <p:cNvSpPr>
                  <a:spLocks noChangeArrowheads="1"/>
                </p:cNvSpPr>
                <p:nvPr/>
              </p:nvSpPr>
              <p:spPr bwMode="auto">
                <a:xfrm>
                  <a:off x="4694" y="3468"/>
                  <a:ext cx="18" cy="3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194" name="任意多边形 12073"/>
                <p:cNvSpPr/>
                <p:nvPr/>
              </p:nvSpPr>
              <p:spPr bwMode="auto">
                <a:xfrm>
                  <a:off x="4712" y="3468"/>
                  <a:ext cx="2" cy="40"/>
                </a:xfrm>
                <a:custGeom>
                  <a:avLst/>
                  <a:gdLst/>
                  <a:ahLst/>
                  <a:cxnLst>
                    <a:cxn ang="0">
                      <a:pos x="0" y="0"/>
                    </a:cxn>
                    <a:cxn ang="0">
                      <a:pos x="2" y="32"/>
                    </a:cxn>
                    <a:cxn ang="0">
                      <a:pos x="2" y="40"/>
                    </a:cxn>
                  </a:cxnLst>
                  <a:rect l="0" t="0" r="r" b="b"/>
                  <a:pathLst>
                    <a:path w="2" h="40">
                      <a:moveTo>
                        <a:pt x="0" y="0"/>
                      </a:moveTo>
                      <a:lnTo>
                        <a:pt x="2" y="32"/>
                      </a:lnTo>
                      <a:lnTo>
                        <a:pt x="2" y="4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93" name="任意多边形 12074"/>
                <p:cNvSpPr/>
                <p:nvPr/>
              </p:nvSpPr>
              <p:spPr bwMode="auto">
                <a:xfrm>
                  <a:off x="4272" y="3474"/>
                  <a:ext cx="40" cy="12"/>
                </a:xfrm>
                <a:custGeom>
                  <a:avLst/>
                  <a:gdLst/>
                  <a:ahLst/>
                  <a:cxnLst>
                    <a:cxn ang="0">
                      <a:pos x="34" y="0"/>
                    </a:cxn>
                    <a:cxn ang="0">
                      <a:pos x="5" y="0"/>
                    </a:cxn>
                    <a:cxn ang="0">
                      <a:pos x="0" y="12"/>
                    </a:cxn>
                    <a:cxn ang="0">
                      <a:pos x="40" y="12"/>
                    </a:cxn>
                    <a:cxn ang="0">
                      <a:pos x="34" y="0"/>
                    </a:cxn>
                  </a:cxnLst>
                  <a:rect l="0" t="0" r="r" b="b"/>
                  <a:pathLst>
                    <a:path w="40" h="12">
                      <a:moveTo>
                        <a:pt x="34" y="0"/>
                      </a:moveTo>
                      <a:lnTo>
                        <a:pt x="5" y="0"/>
                      </a:lnTo>
                      <a:lnTo>
                        <a:pt x="0" y="12"/>
                      </a:lnTo>
                      <a:lnTo>
                        <a:pt x="40" y="12"/>
                      </a:lnTo>
                      <a:lnTo>
                        <a:pt x="34"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92" name="矩形 12075"/>
                <p:cNvSpPr>
                  <a:spLocks noChangeArrowheads="1"/>
                </p:cNvSpPr>
                <p:nvPr/>
              </p:nvSpPr>
              <p:spPr bwMode="auto">
                <a:xfrm>
                  <a:off x="4277" y="3469"/>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191" name="任意多边形 12076"/>
                <p:cNvSpPr/>
                <p:nvPr/>
              </p:nvSpPr>
              <p:spPr bwMode="auto">
                <a:xfrm>
                  <a:off x="4265" y="3469"/>
                  <a:ext cx="12" cy="17"/>
                </a:xfrm>
                <a:custGeom>
                  <a:avLst/>
                  <a:gdLst/>
                  <a:ahLst/>
                  <a:cxnLst>
                    <a:cxn ang="0">
                      <a:pos x="12" y="0"/>
                    </a:cxn>
                    <a:cxn ang="0">
                      <a:pos x="0" y="13"/>
                    </a:cxn>
                    <a:cxn ang="0">
                      <a:pos x="5" y="17"/>
                    </a:cxn>
                  </a:cxnLst>
                  <a:rect l="0" t="0" r="r" b="b"/>
                  <a:pathLst>
                    <a:path w="12" h="17">
                      <a:moveTo>
                        <a:pt x="12" y="0"/>
                      </a:moveTo>
                      <a:lnTo>
                        <a:pt x="0" y="13"/>
                      </a:lnTo>
                      <a:lnTo>
                        <a:pt x="5"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90" name="任意多边形 12077"/>
                <p:cNvSpPr/>
                <p:nvPr/>
              </p:nvSpPr>
              <p:spPr bwMode="auto">
                <a:xfrm>
                  <a:off x="4307" y="3469"/>
                  <a:ext cx="12" cy="17"/>
                </a:xfrm>
                <a:custGeom>
                  <a:avLst/>
                  <a:gdLst/>
                  <a:ahLst/>
                  <a:cxnLst>
                    <a:cxn ang="0">
                      <a:pos x="0" y="0"/>
                    </a:cxn>
                    <a:cxn ang="0">
                      <a:pos x="12" y="13"/>
                    </a:cxn>
                    <a:cxn ang="0">
                      <a:pos x="7" y="17"/>
                    </a:cxn>
                  </a:cxnLst>
                  <a:rect l="0" t="0" r="r" b="b"/>
                  <a:pathLst>
                    <a:path w="12" h="17">
                      <a:moveTo>
                        <a:pt x="0" y="0"/>
                      </a:moveTo>
                      <a:lnTo>
                        <a:pt x="12" y="13"/>
                      </a:lnTo>
                      <a:lnTo>
                        <a:pt x="7"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89" name="任意多边形 12078"/>
                <p:cNvSpPr/>
                <p:nvPr/>
              </p:nvSpPr>
              <p:spPr bwMode="auto">
                <a:xfrm>
                  <a:off x="4235" y="3520"/>
                  <a:ext cx="42" cy="13"/>
                </a:xfrm>
                <a:custGeom>
                  <a:avLst/>
                  <a:gdLst/>
                  <a:ahLst/>
                  <a:cxnLst>
                    <a:cxn ang="0">
                      <a:pos x="35" y="0"/>
                    </a:cxn>
                    <a:cxn ang="0">
                      <a:pos x="7" y="0"/>
                    </a:cxn>
                    <a:cxn ang="0">
                      <a:pos x="0" y="13"/>
                    </a:cxn>
                    <a:cxn ang="0">
                      <a:pos x="42" y="13"/>
                    </a:cxn>
                    <a:cxn ang="0">
                      <a:pos x="35" y="0"/>
                    </a:cxn>
                  </a:cxnLst>
                  <a:rect l="0" t="0" r="r" b="b"/>
                  <a:pathLst>
                    <a:path w="42" h="13">
                      <a:moveTo>
                        <a:pt x="35" y="0"/>
                      </a:moveTo>
                      <a:lnTo>
                        <a:pt x="7" y="0"/>
                      </a:lnTo>
                      <a:lnTo>
                        <a:pt x="0" y="13"/>
                      </a:lnTo>
                      <a:lnTo>
                        <a:pt x="42" y="13"/>
                      </a:lnTo>
                      <a:lnTo>
                        <a:pt x="3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88" name="矩形 12079"/>
                <p:cNvSpPr>
                  <a:spLocks noChangeArrowheads="1"/>
                </p:cNvSpPr>
                <p:nvPr/>
              </p:nvSpPr>
              <p:spPr bwMode="auto">
                <a:xfrm>
                  <a:off x="4242" y="3515"/>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187" name="任意多边形 12080"/>
                <p:cNvSpPr/>
                <p:nvPr/>
              </p:nvSpPr>
              <p:spPr bwMode="auto">
                <a:xfrm>
                  <a:off x="4230" y="3516"/>
                  <a:ext cx="10" cy="17"/>
                </a:xfrm>
                <a:custGeom>
                  <a:avLst/>
                  <a:gdLst/>
                  <a:ahLst/>
                  <a:cxnLst>
                    <a:cxn ang="0">
                      <a:pos x="10" y="0"/>
                    </a:cxn>
                    <a:cxn ang="0">
                      <a:pos x="0" y="13"/>
                    </a:cxn>
                    <a:cxn ang="0">
                      <a:pos x="4" y="17"/>
                    </a:cxn>
                  </a:cxnLst>
                  <a:rect l="0" t="0" r="r" b="b"/>
                  <a:pathLst>
                    <a:path w="10" h="17">
                      <a:moveTo>
                        <a:pt x="10" y="0"/>
                      </a:moveTo>
                      <a:lnTo>
                        <a:pt x="0" y="13"/>
                      </a:lnTo>
                      <a:lnTo>
                        <a:pt x="4"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86" name="任意多边形 12081"/>
                <p:cNvSpPr/>
                <p:nvPr/>
              </p:nvSpPr>
              <p:spPr bwMode="auto">
                <a:xfrm>
                  <a:off x="4272" y="3516"/>
                  <a:ext cx="12" cy="17"/>
                </a:xfrm>
                <a:custGeom>
                  <a:avLst/>
                  <a:gdLst/>
                  <a:ahLst/>
                  <a:cxnLst>
                    <a:cxn ang="0">
                      <a:pos x="0" y="0"/>
                    </a:cxn>
                    <a:cxn ang="0">
                      <a:pos x="12" y="13"/>
                    </a:cxn>
                    <a:cxn ang="0">
                      <a:pos x="7" y="17"/>
                    </a:cxn>
                  </a:cxnLst>
                  <a:rect l="0" t="0" r="r" b="b"/>
                  <a:pathLst>
                    <a:path w="12" h="17">
                      <a:moveTo>
                        <a:pt x="0" y="0"/>
                      </a:moveTo>
                      <a:lnTo>
                        <a:pt x="12" y="13"/>
                      </a:lnTo>
                      <a:lnTo>
                        <a:pt x="7"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85" name="任意多边形 12082"/>
                <p:cNvSpPr/>
                <p:nvPr/>
              </p:nvSpPr>
              <p:spPr bwMode="auto">
                <a:xfrm>
                  <a:off x="4203" y="3520"/>
                  <a:ext cx="19" cy="13"/>
                </a:xfrm>
                <a:custGeom>
                  <a:avLst/>
                  <a:gdLst/>
                  <a:ahLst/>
                  <a:cxnLst>
                    <a:cxn ang="0">
                      <a:pos x="16" y="0"/>
                    </a:cxn>
                    <a:cxn ang="0">
                      <a:pos x="4" y="0"/>
                    </a:cxn>
                    <a:cxn ang="0">
                      <a:pos x="0" y="13"/>
                    </a:cxn>
                    <a:cxn ang="0">
                      <a:pos x="19" y="13"/>
                    </a:cxn>
                    <a:cxn ang="0">
                      <a:pos x="16" y="0"/>
                    </a:cxn>
                  </a:cxnLst>
                  <a:rect l="0" t="0" r="r" b="b"/>
                  <a:pathLst>
                    <a:path w="19" h="13">
                      <a:moveTo>
                        <a:pt x="16" y="0"/>
                      </a:moveTo>
                      <a:lnTo>
                        <a:pt x="4" y="0"/>
                      </a:lnTo>
                      <a:lnTo>
                        <a:pt x="0" y="13"/>
                      </a:lnTo>
                      <a:lnTo>
                        <a:pt x="19"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84" name="矩形 12083"/>
                <p:cNvSpPr>
                  <a:spLocks noChangeArrowheads="1"/>
                </p:cNvSpPr>
                <p:nvPr/>
              </p:nvSpPr>
              <p:spPr bwMode="auto">
                <a:xfrm>
                  <a:off x="4207" y="351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183" name="任意多边形 12084"/>
                <p:cNvSpPr/>
                <p:nvPr/>
              </p:nvSpPr>
              <p:spPr bwMode="auto">
                <a:xfrm>
                  <a:off x="4200" y="3515"/>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82" name="任意多边形 12085"/>
                <p:cNvSpPr/>
                <p:nvPr/>
              </p:nvSpPr>
              <p:spPr bwMode="auto">
                <a:xfrm>
                  <a:off x="4219" y="3515"/>
                  <a:ext cx="6" cy="18"/>
                </a:xfrm>
                <a:custGeom>
                  <a:avLst/>
                  <a:gdLst/>
                  <a:ahLst/>
                  <a:cxnLst>
                    <a:cxn ang="0">
                      <a:pos x="0" y="0"/>
                    </a:cxn>
                    <a:cxn ang="0">
                      <a:pos x="6" y="14"/>
                    </a:cxn>
                    <a:cxn ang="0">
                      <a:pos x="3" y="18"/>
                    </a:cxn>
                  </a:cxnLst>
                  <a:rect l="0" t="0" r="r" b="b"/>
                  <a:pathLst>
                    <a:path w="6" h="18">
                      <a:moveTo>
                        <a:pt x="0" y="0"/>
                      </a:moveTo>
                      <a:lnTo>
                        <a:pt x="6"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81" name="任意多边形 12086"/>
                <p:cNvSpPr/>
                <p:nvPr/>
              </p:nvSpPr>
              <p:spPr bwMode="auto">
                <a:xfrm>
                  <a:off x="4274" y="3544"/>
                  <a:ext cx="40" cy="13"/>
                </a:xfrm>
                <a:custGeom>
                  <a:avLst/>
                  <a:gdLst/>
                  <a:ahLst/>
                  <a:cxnLst>
                    <a:cxn ang="0">
                      <a:pos x="33" y="0"/>
                    </a:cxn>
                    <a:cxn ang="0">
                      <a:pos x="5" y="0"/>
                    </a:cxn>
                    <a:cxn ang="0">
                      <a:pos x="0" y="13"/>
                    </a:cxn>
                    <a:cxn ang="0">
                      <a:pos x="40" y="13"/>
                    </a:cxn>
                    <a:cxn ang="0">
                      <a:pos x="33" y="0"/>
                    </a:cxn>
                  </a:cxnLst>
                  <a:rect l="0" t="0" r="r" b="b"/>
                  <a:pathLst>
                    <a:path w="40" h="13">
                      <a:moveTo>
                        <a:pt x="33" y="0"/>
                      </a:moveTo>
                      <a:lnTo>
                        <a:pt x="5" y="0"/>
                      </a:lnTo>
                      <a:lnTo>
                        <a:pt x="0" y="13"/>
                      </a:lnTo>
                      <a:lnTo>
                        <a:pt x="40" y="13"/>
                      </a:lnTo>
                      <a:lnTo>
                        <a:pt x="33"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80" name="矩形 12087"/>
                <p:cNvSpPr>
                  <a:spLocks noChangeArrowheads="1"/>
                </p:cNvSpPr>
                <p:nvPr/>
              </p:nvSpPr>
              <p:spPr bwMode="auto">
                <a:xfrm>
                  <a:off x="4277" y="3539"/>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179" name="任意多边形 12088"/>
                <p:cNvSpPr/>
                <p:nvPr/>
              </p:nvSpPr>
              <p:spPr bwMode="auto">
                <a:xfrm>
                  <a:off x="4267" y="3539"/>
                  <a:ext cx="10" cy="16"/>
                </a:xfrm>
                <a:custGeom>
                  <a:avLst/>
                  <a:gdLst/>
                  <a:ahLst/>
                  <a:cxnLst>
                    <a:cxn ang="0">
                      <a:pos x="10" y="0"/>
                    </a:cxn>
                    <a:cxn ang="0">
                      <a:pos x="0" y="15"/>
                    </a:cxn>
                    <a:cxn ang="0">
                      <a:pos x="5" y="16"/>
                    </a:cxn>
                  </a:cxnLst>
                  <a:rect l="0" t="0" r="r" b="b"/>
                  <a:pathLst>
                    <a:path w="10" h="16">
                      <a:moveTo>
                        <a:pt x="10" y="0"/>
                      </a:moveTo>
                      <a:lnTo>
                        <a:pt x="0" y="15"/>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78" name="任意多边形 12089"/>
                <p:cNvSpPr/>
                <p:nvPr/>
              </p:nvSpPr>
              <p:spPr bwMode="auto">
                <a:xfrm>
                  <a:off x="4309" y="3539"/>
                  <a:ext cx="10" cy="16"/>
                </a:xfrm>
                <a:custGeom>
                  <a:avLst/>
                  <a:gdLst/>
                  <a:ahLst/>
                  <a:cxnLst>
                    <a:cxn ang="0">
                      <a:pos x="0" y="0"/>
                    </a:cxn>
                    <a:cxn ang="0">
                      <a:pos x="10" y="15"/>
                    </a:cxn>
                    <a:cxn ang="0">
                      <a:pos x="5" y="16"/>
                    </a:cxn>
                  </a:cxnLst>
                  <a:rect l="0" t="0" r="r" b="b"/>
                  <a:pathLst>
                    <a:path w="10" h="16">
                      <a:moveTo>
                        <a:pt x="0" y="0"/>
                      </a:moveTo>
                      <a:lnTo>
                        <a:pt x="10" y="15"/>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77" name="任意多边形 12090"/>
                <p:cNvSpPr/>
                <p:nvPr/>
              </p:nvSpPr>
              <p:spPr bwMode="auto">
                <a:xfrm>
                  <a:off x="4290" y="3520"/>
                  <a:ext cx="19" cy="13"/>
                </a:xfrm>
                <a:custGeom>
                  <a:avLst/>
                  <a:gdLst/>
                  <a:ahLst/>
                  <a:cxnLst>
                    <a:cxn ang="0">
                      <a:pos x="16" y="0"/>
                    </a:cxn>
                    <a:cxn ang="0">
                      <a:pos x="4" y="0"/>
                    </a:cxn>
                    <a:cxn ang="0">
                      <a:pos x="0" y="13"/>
                    </a:cxn>
                    <a:cxn ang="0">
                      <a:pos x="19" y="13"/>
                    </a:cxn>
                    <a:cxn ang="0">
                      <a:pos x="16" y="0"/>
                    </a:cxn>
                  </a:cxnLst>
                  <a:rect l="0" t="0" r="r" b="b"/>
                  <a:pathLst>
                    <a:path w="19" h="13">
                      <a:moveTo>
                        <a:pt x="16" y="0"/>
                      </a:moveTo>
                      <a:lnTo>
                        <a:pt x="4" y="0"/>
                      </a:lnTo>
                      <a:lnTo>
                        <a:pt x="0" y="13"/>
                      </a:lnTo>
                      <a:lnTo>
                        <a:pt x="19"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76" name="矩形 12091"/>
                <p:cNvSpPr>
                  <a:spLocks noChangeArrowheads="1"/>
                </p:cNvSpPr>
                <p:nvPr/>
              </p:nvSpPr>
              <p:spPr bwMode="auto">
                <a:xfrm>
                  <a:off x="4294" y="351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175" name="任意多边形 12092"/>
                <p:cNvSpPr/>
                <p:nvPr/>
              </p:nvSpPr>
              <p:spPr bwMode="auto">
                <a:xfrm>
                  <a:off x="4287" y="3515"/>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74" name="任意多边形 12093"/>
                <p:cNvSpPr/>
                <p:nvPr/>
              </p:nvSpPr>
              <p:spPr bwMode="auto">
                <a:xfrm>
                  <a:off x="4306" y="3515"/>
                  <a:ext cx="6" cy="18"/>
                </a:xfrm>
                <a:custGeom>
                  <a:avLst/>
                  <a:gdLst/>
                  <a:ahLst/>
                  <a:cxnLst>
                    <a:cxn ang="0">
                      <a:pos x="0" y="0"/>
                    </a:cxn>
                    <a:cxn ang="0">
                      <a:pos x="6" y="14"/>
                    </a:cxn>
                    <a:cxn ang="0">
                      <a:pos x="5" y="18"/>
                    </a:cxn>
                  </a:cxnLst>
                  <a:rect l="0" t="0" r="r" b="b"/>
                  <a:pathLst>
                    <a:path w="6" h="18">
                      <a:moveTo>
                        <a:pt x="0" y="0"/>
                      </a:moveTo>
                      <a:lnTo>
                        <a:pt x="6"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73" name="任意多边形 12094"/>
                <p:cNvSpPr/>
                <p:nvPr/>
              </p:nvSpPr>
              <p:spPr bwMode="auto">
                <a:xfrm>
                  <a:off x="4326" y="3497"/>
                  <a:ext cx="18" cy="13"/>
                </a:xfrm>
                <a:custGeom>
                  <a:avLst/>
                  <a:gdLst/>
                  <a:ahLst/>
                  <a:cxnLst>
                    <a:cxn ang="0">
                      <a:pos x="16" y="0"/>
                    </a:cxn>
                    <a:cxn ang="0">
                      <a:pos x="3" y="0"/>
                    </a:cxn>
                    <a:cxn ang="0">
                      <a:pos x="0" y="13"/>
                    </a:cxn>
                    <a:cxn ang="0">
                      <a:pos x="18" y="13"/>
                    </a:cxn>
                    <a:cxn ang="0">
                      <a:pos x="16" y="0"/>
                    </a:cxn>
                  </a:cxnLst>
                  <a:rect l="0" t="0" r="r" b="b"/>
                  <a:pathLst>
                    <a:path w="18" h="13">
                      <a:moveTo>
                        <a:pt x="16" y="0"/>
                      </a:moveTo>
                      <a:lnTo>
                        <a:pt x="3" y="0"/>
                      </a:lnTo>
                      <a:lnTo>
                        <a:pt x="0" y="13"/>
                      </a:lnTo>
                      <a:lnTo>
                        <a:pt x="18"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72" name="矩形 12095"/>
                <p:cNvSpPr>
                  <a:spLocks noChangeArrowheads="1"/>
                </p:cNvSpPr>
                <p:nvPr/>
              </p:nvSpPr>
              <p:spPr bwMode="auto">
                <a:xfrm>
                  <a:off x="4329" y="3492"/>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171" name="任意多边形 12096"/>
                <p:cNvSpPr/>
                <p:nvPr/>
              </p:nvSpPr>
              <p:spPr bwMode="auto">
                <a:xfrm>
                  <a:off x="4322" y="3492"/>
                  <a:ext cx="7" cy="18"/>
                </a:xfrm>
                <a:custGeom>
                  <a:avLst/>
                  <a:gdLst/>
                  <a:ahLst/>
                  <a:cxnLst>
                    <a:cxn ang="0">
                      <a:pos x="7" y="0"/>
                    </a:cxn>
                    <a:cxn ang="0">
                      <a:pos x="0" y="15"/>
                    </a:cxn>
                    <a:cxn ang="0">
                      <a:pos x="4" y="18"/>
                    </a:cxn>
                  </a:cxnLst>
                  <a:rect l="0" t="0" r="r" b="b"/>
                  <a:pathLst>
                    <a:path w="7" h="18">
                      <a:moveTo>
                        <a:pt x="7" y="0"/>
                      </a:moveTo>
                      <a:lnTo>
                        <a:pt x="0"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70" name="任意多边形 12097"/>
                <p:cNvSpPr/>
                <p:nvPr/>
              </p:nvSpPr>
              <p:spPr bwMode="auto">
                <a:xfrm>
                  <a:off x="4342" y="3492"/>
                  <a:ext cx="5" cy="18"/>
                </a:xfrm>
                <a:custGeom>
                  <a:avLst/>
                  <a:gdLst/>
                  <a:ahLst/>
                  <a:cxnLst>
                    <a:cxn ang="0">
                      <a:pos x="0" y="0"/>
                    </a:cxn>
                    <a:cxn ang="0">
                      <a:pos x="5" y="15"/>
                    </a:cxn>
                    <a:cxn ang="0">
                      <a:pos x="4" y="18"/>
                    </a:cxn>
                  </a:cxnLst>
                  <a:rect l="0" t="0" r="r" b="b"/>
                  <a:pathLst>
                    <a:path w="5" h="18">
                      <a:moveTo>
                        <a:pt x="0" y="0"/>
                      </a:moveTo>
                      <a:lnTo>
                        <a:pt x="5"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69" name="任意多边形 12098"/>
                <p:cNvSpPr/>
                <p:nvPr/>
              </p:nvSpPr>
              <p:spPr bwMode="auto">
                <a:xfrm>
                  <a:off x="4625" y="3520"/>
                  <a:ext cx="19" cy="13"/>
                </a:xfrm>
                <a:custGeom>
                  <a:avLst/>
                  <a:gdLst/>
                  <a:ahLst/>
                  <a:cxnLst>
                    <a:cxn ang="0">
                      <a:pos x="15" y="0"/>
                    </a:cxn>
                    <a:cxn ang="0">
                      <a:pos x="3" y="0"/>
                    </a:cxn>
                    <a:cxn ang="0">
                      <a:pos x="0" y="13"/>
                    </a:cxn>
                    <a:cxn ang="0">
                      <a:pos x="19" y="13"/>
                    </a:cxn>
                    <a:cxn ang="0">
                      <a:pos x="15" y="0"/>
                    </a:cxn>
                  </a:cxnLst>
                  <a:rect l="0" t="0" r="r" b="b"/>
                  <a:pathLst>
                    <a:path w="19" h="13">
                      <a:moveTo>
                        <a:pt x="15" y="0"/>
                      </a:moveTo>
                      <a:lnTo>
                        <a:pt x="3"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68" name="矩形 12099"/>
                <p:cNvSpPr>
                  <a:spLocks noChangeArrowheads="1"/>
                </p:cNvSpPr>
                <p:nvPr/>
              </p:nvSpPr>
              <p:spPr bwMode="auto">
                <a:xfrm>
                  <a:off x="4628" y="351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167" name="任意多边形 12100"/>
                <p:cNvSpPr/>
                <p:nvPr/>
              </p:nvSpPr>
              <p:spPr bwMode="auto">
                <a:xfrm>
                  <a:off x="4622" y="3515"/>
                  <a:ext cx="6" cy="18"/>
                </a:xfrm>
                <a:custGeom>
                  <a:avLst/>
                  <a:gdLst/>
                  <a:ahLst/>
                  <a:cxnLst>
                    <a:cxn ang="0">
                      <a:pos x="6" y="0"/>
                    </a:cxn>
                    <a:cxn ang="0">
                      <a:pos x="0" y="14"/>
                    </a:cxn>
                    <a:cxn ang="0">
                      <a:pos x="1" y="18"/>
                    </a:cxn>
                  </a:cxnLst>
                  <a:rect l="0" t="0" r="r" b="b"/>
                  <a:pathLst>
                    <a:path w="6" h="18">
                      <a:moveTo>
                        <a:pt x="6"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66" name="任意多边形 12101"/>
                <p:cNvSpPr/>
                <p:nvPr/>
              </p:nvSpPr>
              <p:spPr bwMode="auto">
                <a:xfrm>
                  <a:off x="4640" y="3515"/>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65" name="直线 12102"/>
                <p:cNvSpPr>
                  <a:spLocks noChangeShapeType="1"/>
                </p:cNvSpPr>
                <p:nvPr/>
              </p:nvSpPr>
              <p:spPr bwMode="auto">
                <a:xfrm>
                  <a:off x="4213" y="3404"/>
                  <a:ext cx="769"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64" name="任意多边形 12103"/>
                <p:cNvSpPr/>
                <p:nvPr/>
              </p:nvSpPr>
              <p:spPr bwMode="auto">
                <a:xfrm>
                  <a:off x="4364" y="2894"/>
                  <a:ext cx="475" cy="398"/>
                </a:xfrm>
                <a:custGeom>
                  <a:avLst/>
                  <a:gdLst/>
                  <a:ahLst/>
                  <a:cxnLst>
                    <a:cxn ang="0">
                      <a:pos x="475" y="19"/>
                    </a:cxn>
                    <a:cxn ang="0">
                      <a:pos x="475" y="14"/>
                    </a:cxn>
                    <a:cxn ang="0">
                      <a:pos x="474" y="11"/>
                    </a:cxn>
                    <a:cxn ang="0">
                      <a:pos x="470" y="8"/>
                    </a:cxn>
                    <a:cxn ang="0">
                      <a:pos x="469" y="5"/>
                    </a:cxn>
                    <a:cxn ang="0">
                      <a:pos x="465" y="3"/>
                    </a:cxn>
                    <a:cxn ang="0">
                      <a:pos x="462" y="1"/>
                    </a:cxn>
                    <a:cxn ang="0">
                      <a:pos x="457" y="1"/>
                    </a:cxn>
                    <a:cxn ang="0">
                      <a:pos x="22" y="0"/>
                    </a:cxn>
                    <a:cxn ang="0">
                      <a:pos x="17" y="1"/>
                    </a:cxn>
                    <a:cxn ang="0">
                      <a:pos x="13" y="1"/>
                    </a:cxn>
                    <a:cxn ang="0">
                      <a:pos x="10" y="5"/>
                    </a:cxn>
                    <a:cxn ang="0">
                      <a:pos x="7" y="6"/>
                    </a:cxn>
                    <a:cxn ang="0">
                      <a:pos x="5" y="10"/>
                    </a:cxn>
                    <a:cxn ang="0">
                      <a:pos x="2" y="13"/>
                    </a:cxn>
                    <a:cxn ang="0">
                      <a:pos x="2" y="18"/>
                    </a:cxn>
                    <a:cxn ang="0">
                      <a:pos x="0" y="21"/>
                    </a:cxn>
                    <a:cxn ang="0">
                      <a:pos x="2" y="380"/>
                    </a:cxn>
                    <a:cxn ang="0">
                      <a:pos x="2" y="383"/>
                    </a:cxn>
                    <a:cxn ang="0">
                      <a:pos x="3" y="388"/>
                    </a:cxn>
                    <a:cxn ang="0">
                      <a:pos x="5" y="392"/>
                    </a:cxn>
                    <a:cxn ang="0">
                      <a:pos x="8" y="393"/>
                    </a:cxn>
                    <a:cxn ang="0">
                      <a:pos x="12" y="396"/>
                    </a:cxn>
                    <a:cxn ang="0">
                      <a:pos x="15" y="398"/>
                    </a:cxn>
                    <a:cxn ang="0">
                      <a:pos x="19" y="398"/>
                    </a:cxn>
                    <a:cxn ang="0">
                      <a:pos x="455" y="398"/>
                    </a:cxn>
                    <a:cxn ang="0">
                      <a:pos x="459" y="398"/>
                    </a:cxn>
                    <a:cxn ang="0">
                      <a:pos x="464" y="396"/>
                    </a:cxn>
                    <a:cxn ang="0">
                      <a:pos x="467" y="395"/>
                    </a:cxn>
                    <a:cxn ang="0">
                      <a:pos x="470" y="393"/>
                    </a:cxn>
                    <a:cxn ang="0">
                      <a:pos x="472" y="390"/>
                    </a:cxn>
                    <a:cxn ang="0">
                      <a:pos x="474" y="387"/>
                    </a:cxn>
                    <a:cxn ang="0">
                      <a:pos x="475" y="382"/>
                    </a:cxn>
                    <a:cxn ang="0">
                      <a:pos x="475" y="379"/>
                    </a:cxn>
                  </a:cxnLst>
                  <a:rect l="0" t="0" r="r" b="b"/>
                  <a:pathLst>
                    <a:path w="475" h="398">
                      <a:moveTo>
                        <a:pt x="475" y="21"/>
                      </a:moveTo>
                      <a:lnTo>
                        <a:pt x="475" y="19"/>
                      </a:lnTo>
                      <a:lnTo>
                        <a:pt x="475" y="18"/>
                      </a:lnTo>
                      <a:lnTo>
                        <a:pt x="475" y="14"/>
                      </a:lnTo>
                      <a:lnTo>
                        <a:pt x="474" y="13"/>
                      </a:lnTo>
                      <a:lnTo>
                        <a:pt x="474" y="11"/>
                      </a:lnTo>
                      <a:lnTo>
                        <a:pt x="472" y="10"/>
                      </a:lnTo>
                      <a:lnTo>
                        <a:pt x="470" y="8"/>
                      </a:lnTo>
                      <a:lnTo>
                        <a:pt x="470" y="6"/>
                      </a:lnTo>
                      <a:lnTo>
                        <a:pt x="469" y="5"/>
                      </a:lnTo>
                      <a:lnTo>
                        <a:pt x="467" y="5"/>
                      </a:lnTo>
                      <a:lnTo>
                        <a:pt x="465" y="3"/>
                      </a:lnTo>
                      <a:lnTo>
                        <a:pt x="464" y="1"/>
                      </a:lnTo>
                      <a:lnTo>
                        <a:pt x="462" y="1"/>
                      </a:lnTo>
                      <a:lnTo>
                        <a:pt x="459" y="1"/>
                      </a:lnTo>
                      <a:lnTo>
                        <a:pt x="457" y="1"/>
                      </a:lnTo>
                      <a:lnTo>
                        <a:pt x="455" y="0"/>
                      </a:lnTo>
                      <a:lnTo>
                        <a:pt x="22" y="0"/>
                      </a:lnTo>
                      <a:lnTo>
                        <a:pt x="19" y="1"/>
                      </a:lnTo>
                      <a:lnTo>
                        <a:pt x="17" y="1"/>
                      </a:lnTo>
                      <a:lnTo>
                        <a:pt x="15" y="1"/>
                      </a:lnTo>
                      <a:lnTo>
                        <a:pt x="13" y="1"/>
                      </a:lnTo>
                      <a:lnTo>
                        <a:pt x="12" y="3"/>
                      </a:lnTo>
                      <a:lnTo>
                        <a:pt x="10" y="5"/>
                      </a:lnTo>
                      <a:lnTo>
                        <a:pt x="8" y="5"/>
                      </a:lnTo>
                      <a:lnTo>
                        <a:pt x="7" y="6"/>
                      </a:lnTo>
                      <a:lnTo>
                        <a:pt x="5" y="8"/>
                      </a:lnTo>
                      <a:lnTo>
                        <a:pt x="5" y="10"/>
                      </a:lnTo>
                      <a:lnTo>
                        <a:pt x="3" y="11"/>
                      </a:lnTo>
                      <a:lnTo>
                        <a:pt x="2" y="13"/>
                      </a:lnTo>
                      <a:lnTo>
                        <a:pt x="2" y="14"/>
                      </a:lnTo>
                      <a:lnTo>
                        <a:pt x="2" y="18"/>
                      </a:lnTo>
                      <a:lnTo>
                        <a:pt x="2" y="19"/>
                      </a:lnTo>
                      <a:lnTo>
                        <a:pt x="0" y="21"/>
                      </a:lnTo>
                      <a:lnTo>
                        <a:pt x="0" y="379"/>
                      </a:lnTo>
                      <a:lnTo>
                        <a:pt x="2" y="380"/>
                      </a:lnTo>
                      <a:lnTo>
                        <a:pt x="2" y="382"/>
                      </a:lnTo>
                      <a:lnTo>
                        <a:pt x="2" y="383"/>
                      </a:lnTo>
                      <a:lnTo>
                        <a:pt x="2" y="387"/>
                      </a:lnTo>
                      <a:lnTo>
                        <a:pt x="3" y="388"/>
                      </a:lnTo>
                      <a:lnTo>
                        <a:pt x="5" y="390"/>
                      </a:lnTo>
                      <a:lnTo>
                        <a:pt x="5" y="392"/>
                      </a:lnTo>
                      <a:lnTo>
                        <a:pt x="7" y="393"/>
                      </a:lnTo>
                      <a:lnTo>
                        <a:pt x="8" y="393"/>
                      </a:lnTo>
                      <a:lnTo>
                        <a:pt x="10" y="395"/>
                      </a:lnTo>
                      <a:lnTo>
                        <a:pt x="12" y="396"/>
                      </a:lnTo>
                      <a:lnTo>
                        <a:pt x="13" y="396"/>
                      </a:lnTo>
                      <a:lnTo>
                        <a:pt x="15" y="398"/>
                      </a:lnTo>
                      <a:lnTo>
                        <a:pt x="17" y="398"/>
                      </a:lnTo>
                      <a:lnTo>
                        <a:pt x="19" y="398"/>
                      </a:lnTo>
                      <a:lnTo>
                        <a:pt x="22" y="398"/>
                      </a:lnTo>
                      <a:lnTo>
                        <a:pt x="455" y="398"/>
                      </a:lnTo>
                      <a:lnTo>
                        <a:pt x="457" y="398"/>
                      </a:lnTo>
                      <a:lnTo>
                        <a:pt x="459" y="398"/>
                      </a:lnTo>
                      <a:lnTo>
                        <a:pt x="462" y="398"/>
                      </a:lnTo>
                      <a:lnTo>
                        <a:pt x="464" y="396"/>
                      </a:lnTo>
                      <a:lnTo>
                        <a:pt x="465" y="396"/>
                      </a:lnTo>
                      <a:lnTo>
                        <a:pt x="467" y="395"/>
                      </a:lnTo>
                      <a:lnTo>
                        <a:pt x="469" y="393"/>
                      </a:lnTo>
                      <a:lnTo>
                        <a:pt x="470" y="393"/>
                      </a:lnTo>
                      <a:lnTo>
                        <a:pt x="470" y="392"/>
                      </a:lnTo>
                      <a:lnTo>
                        <a:pt x="472" y="390"/>
                      </a:lnTo>
                      <a:lnTo>
                        <a:pt x="474" y="388"/>
                      </a:lnTo>
                      <a:lnTo>
                        <a:pt x="474" y="387"/>
                      </a:lnTo>
                      <a:lnTo>
                        <a:pt x="475" y="383"/>
                      </a:lnTo>
                      <a:lnTo>
                        <a:pt x="475" y="382"/>
                      </a:lnTo>
                      <a:lnTo>
                        <a:pt x="475" y="380"/>
                      </a:lnTo>
                      <a:lnTo>
                        <a:pt x="475" y="379"/>
                      </a:lnTo>
                      <a:lnTo>
                        <a:pt x="475" y="21"/>
                      </a:lnTo>
                      <a:close/>
                    </a:path>
                  </a:pathLst>
                </a:custGeom>
                <a:solidFill>
                  <a:srgbClr val="E5E5E5"/>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238163" name="任意多边形 12104"/>
                <p:cNvSpPr/>
                <p:nvPr/>
              </p:nvSpPr>
              <p:spPr bwMode="auto">
                <a:xfrm>
                  <a:off x="4364" y="2894"/>
                  <a:ext cx="475" cy="398"/>
                </a:xfrm>
                <a:custGeom>
                  <a:avLst/>
                  <a:gdLst/>
                  <a:ahLst/>
                  <a:cxnLst>
                    <a:cxn ang="0">
                      <a:pos x="475" y="19"/>
                    </a:cxn>
                    <a:cxn ang="0">
                      <a:pos x="475" y="14"/>
                    </a:cxn>
                    <a:cxn ang="0">
                      <a:pos x="474" y="11"/>
                    </a:cxn>
                    <a:cxn ang="0">
                      <a:pos x="470" y="8"/>
                    </a:cxn>
                    <a:cxn ang="0">
                      <a:pos x="469" y="5"/>
                    </a:cxn>
                    <a:cxn ang="0">
                      <a:pos x="465" y="3"/>
                    </a:cxn>
                    <a:cxn ang="0">
                      <a:pos x="462" y="1"/>
                    </a:cxn>
                    <a:cxn ang="0">
                      <a:pos x="457" y="1"/>
                    </a:cxn>
                    <a:cxn ang="0">
                      <a:pos x="22" y="0"/>
                    </a:cxn>
                    <a:cxn ang="0">
                      <a:pos x="17" y="1"/>
                    </a:cxn>
                    <a:cxn ang="0">
                      <a:pos x="13" y="1"/>
                    </a:cxn>
                    <a:cxn ang="0">
                      <a:pos x="10" y="5"/>
                    </a:cxn>
                    <a:cxn ang="0">
                      <a:pos x="7" y="6"/>
                    </a:cxn>
                    <a:cxn ang="0">
                      <a:pos x="5" y="10"/>
                    </a:cxn>
                    <a:cxn ang="0">
                      <a:pos x="2" y="13"/>
                    </a:cxn>
                    <a:cxn ang="0">
                      <a:pos x="2" y="18"/>
                    </a:cxn>
                    <a:cxn ang="0">
                      <a:pos x="0" y="21"/>
                    </a:cxn>
                    <a:cxn ang="0">
                      <a:pos x="2" y="380"/>
                    </a:cxn>
                    <a:cxn ang="0">
                      <a:pos x="2" y="383"/>
                    </a:cxn>
                    <a:cxn ang="0">
                      <a:pos x="3" y="388"/>
                    </a:cxn>
                    <a:cxn ang="0">
                      <a:pos x="5" y="392"/>
                    </a:cxn>
                    <a:cxn ang="0">
                      <a:pos x="8" y="393"/>
                    </a:cxn>
                    <a:cxn ang="0">
                      <a:pos x="12" y="396"/>
                    </a:cxn>
                    <a:cxn ang="0">
                      <a:pos x="15" y="398"/>
                    </a:cxn>
                    <a:cxn ang="0">
                      <a:pos x="19" y="398"/>
                    </a:cxn>
                    <a:cxn ang="0">
                      <a:pos x="455" y="398"/>
                    </a:cxn>
                    <a:cxn ang="0">
                      <a:pos x="459" y="398"/>
                    </a:cxn>
                    <a:cxn ang="0">
                      <a:pos x="464" y="396"/>
                    </a:cxn>
                    <a:cxn ang="0">
                      <a:pos x="467" y="395"/>
                    </a:cxn>
                    <a:cxn ang="0">
                      <a:pos x="470" y="393"/>
                    </a:cxn>
                    <a:cxn ang="0">
                      <a:pos x="472" y="390"/>
                    </a:cxn>
                    <a:cxn ang="0">
                      <a:pos x="474" y="387"/>
                    </a:cxn>
                    <a:cxn ang="0">
                      <a:pos x="475" y="382"/>
                    </a:cxn>
                    <a:cxn ang="0">
                      <a:pos x="475" y="379"/>
                    </a:cxn>
                  </a:cxnLst>
                  <a:rect l="0" t="0" r="r" b="b"/>
                  <a:pathLst>
                    <a:path w="475" h="398">
                      <a:moveTo>
                        <a:pt x="475" y="21"/>
                      </a:moveTo>
                      <a:lnTo>
                        <a:pt x="475" y="19"/>
                      </a:lnTo>
                      <a:lnTo>
                        <a:pt x="475" y="18"/>
                      </a:lnTo>
                      <a:lnTo>
                        <a:pt x="475" y="14"/>
                      </a:lnTo>
                      <a:lnTo>
                        <a:pt x="474" y="13"/>
                      </a:lnTo>
                      <a:lnTo>
                        <a:pt x="474" y="11"/>
                      </a:lnTo>
                      <a:lnTo>
                        <a:pt x="472" y="10"/>
                      </a:lnTo>
                      <a:lnTo>
                        <a:pt x="470" y="8"/>
                      </a:lnTo>
                      <a:lnTo>
                        <a:pt x="470" y="6"/>
                      </a:lnTo>
                      <a:lnTo>
                        <a:pt x="469" y="5"/>
                      </a:lnTo>
                      <a:lnTo>
                        <a:pt x="467" y="5"/>
                      </a:lnTo>
                      <a:lnTo>
                        <a:pt x="465" y="3"/>
                      </a:lnTo>
                      <a:lnTo>
                        <a:pt x="464" y="1"/>
                      </a:lnTo>
                      <a:lnTo>
                        <a:pt x="462" y="1"/>
                      </a:lnTo>
                      <a:lnTo>
                        <a:pt x="459" y="1"/>
                      </a:lnTo>
                      <a:lnTo>
                        <a:pt x="457" y="1"/>
                      </a:lnTo>
                      <a:lnTo>
                        <a:pt x="455" y="0"/>
                      </a:lnTo>
                      <a:lnTo>
                        <a:pt x="22" y="0"/>
                      </a:lnTo>
                      <a:lnTo>
                        <a:pt x="19" y="1"/>
                      </a:lnTo>
                      <a:lnTo>
                        <a:pt x="17" y="1"/>
                      </a:lnTo>
                      <a:lnTo>
                        <a:pt x="15" y="1"/>
                      </a:lnTo>
                      <a:lnTo>
                        <a:pt x="13" y="1"/>
                      </a:lnTo>
                      <a:lnTo>
                        <a:pt x="12" y="3"/>
                      </a:lnTo>
                      <a:lnTo>
                        <a:pt x="10" y="5"/>
                      </a:lnTo>
                      <a:lnTo>
                        <a:pt x="8" y="5"/>
                      </a:lnTo>
                      <a:lnTo>
                        <a:pt x="7" y="6"/>
                      </a:lnTo>
                      <a:lnTo>
                        <a:pt x="5" y="8"/>
                      </a:lnTo>
                      <a:lnTo>
                        <a:pt x="5" y="10"/>
                      </a:lnTo>
                      <a:lnTo>
                        <a:pt x="3" y="11"/>
                      </a:lnTo>
                      <a:lnTo>
                        <a:pt x="2" y="13"/>
                      </a:lnTo>
                      <a:lnTo>
                        <a:pt x="2" y="14"/>
                      </a:lnTo>
                      <a:lnTo>
                        <a:pt x="2" y="18"/>
                      </a:lnTo>
                      <a:lnTo>
                        <a:pt x="2" y="19"/>
                      </a:lnTo>
                      <a:lnTo>
                        <a:pt x="0" y="21"/>
                      </a:lnTo>
                      <a:lnTo>
                        <a:pt x="0" y="379"/>
                      </a:lnTo>
                      <a:lnTo>
                        <a:pt x="2" y="380"/>
                      </a:lnTo>
                      <a:lnTo>
                        <a:pt x="2" y="382"/>
                      </a:lnTo>
                      <a:lnTo>
                        <a:pt x="2" y="383"/>
                      </a:lnTo>
                      <a:lnTo>
                        <a:pt x="2" y="387"/>
                      </a:lnTo>
                      <a:lnTo>
                        <a:pt x="3" y="388"/>
                      </a:lnTo>
                      <a:lnTo>
                        <a:pt x="5" y="390"/>
                      </a:lnTo>
                      <a:lnTo>
                        <a:pt x="5" y="392"/>
                      </a:lnTo>
                      <a:lnTo>
                        <a:pt x="7" y="393"/>
                      </a:lnTo>
                      <a:lnTo>
                        <a:pt x="8" y="393"/>
                      </a:lnTo>
                      <a:lnTo>
                        <a:pt x="10" y="395"/>
                      </a:lnTo>
                      <a:lnTo>
                        <a:pt x="12" y="396"/>
                      </a:lnTo>
                      <a:lnTo>
                        <a:pt x="13" y="396"/>
                      </a:lnTo>
                      <a:lnTo>
                        <a:pt x="15" y="398"/>
                      </a:lnTo>
                      <a:lnTo>
                        <a:pt x="17" y="398"/>
                      </a:lnTo>
                      <a:lnTo>
                        <a:pt x="19" y="398"/>
                      </a:lnTo>
                      <a:lnTo>
                        <a:pt x="22" y="398"/>
                      </a:lnTo>
                      <a:lnTo>
                        <a:pt x="455" y="398"/>
                      </a:lnTo>
                      <a:lnTo>
                        <a:pt x="457" y="398"/>
                      </a:lnTo>
                      <a:lnTo>
                        <a:pt x="459" y="398"/>
                      </a:lnTo>
                      <a:lnTo>
                        <a:pt x="462" y="398"/>
                      </a:lnTo>
                      <a:lnTo>
                        <a:pt x="464" y="396"/>
                      </a:lnTo>
                      <a:lnTo>
                        <a:pt x="465" y="396"/>
                      </a:lnTo>
                      <a:lnTo>
                        <a:pt x="467" y="395"/>
                      </a:lnTo>
                      <a:lnTo>
                        <a:pt x="469" y="393"/>
                      </a:lnTo>
                      <a:lnTo>
                        <a:pt x="470" y="393"/>
                      </a:lnTo>
                      <a:lnTo>
                        <a:pt x="470" y="392"/>
                      </a:lnTo>
                      <a:lnTo>
                        <a:pt x="472" y="390"/>
                      </a:lnTo>
                      <a:lnTo>
                        <a:pt x="474" y="388"/>
                      </a:lnTo>
                      <a:lnTo>
                        <a:pt x="474" y="387"/>
                      </a:lnTo>
                      <a:lnTo>
                        <a:pt x="475" y="383"/>
                      </a:lnTo>
                      <a:lnTo>
                        <a:pt x="475" y="382"/>
                      </a:lnTo>
                      <a:lnTo>
                        <a:pt x="475" y="380"/>
                      </a:lnTo>
                      <a:lnTo>
                        <a:pt x="475" y="379"/>
                      </a:lnTo>
                      <a:lnTo>
                        <a:pt x="475" y="21"/>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8162" name="任意多边形 12105"/>
                <p:cNvSpPr/>
                <p:nvPr/>
              </p:nvSpPr>
              <p:spPr bwMode="auto">
                <a:xfrm>
                  <a:off x="4404" y="2947"/>
                  <a:ext cx="397" cy="293"/>
                </a:xfrm>
                <a:custGeom>
                  <a:avLst/>
                  <a:gdLst/>
                  <a:ahLst/>
                  <a:cxnLst>
                    <a:cxn ang="0">
                      <a:pos x="397" y="20"/>
                    </a:cxn>
                    <a:cxn ang="0">
                      <a:pos x="395" y="15"/>
                    </a:cxn>
                    <a:cxn ang="0">
                      <a:pos x="393" y="12"/>
                    </a:cxn>
                    <a:cxn ang="0">
                      <a:pos x="392" y="9"/>
                    </a:cxn>
                    <a:cxn ang="0">
                      <a:pos x="388" y="5"/>
                    </a:cxn>
                    <a:cxn ang="0">
                      <a:pos x="385" y="4"/>
                    </a:cxn>
                    <a:cxn ang="0">
                      <a:pos x="382" y="2"/>
                    </a:cxn>
                    <a:cxn ang="0">
                      <a:pos x="378" y="0"/>
                    </a:cxn>
                    <a:cxn ang="0">
                      <a:pos x="20" y="0"/>
                    </a:cxn>
                    <a:cxn ang="0">
                      <a:pos x="17" y="2"/>
                    </a:cxn>
                    <a:cxn ang="0">
                      <a:pos x="12" y="2"/>
                    </a:cxn>
                    <a:cxn ang="0">
                      <a:pos x="9" y="4"/>
                    </a:cxn>
                    <a:cxn ang="0">
                      <a:pos x="7" y="7"/>
                    </a:cxn>
                    <a:cxn ang="0">
                      <a:pos x="4" y="10"/>
                    </a:cxn>
                    <a:cxn ang="0">
                      <a:pos x="2" y="13"/>
                    </a:cxn>
                    <a:cxn ang="0">
                      <a:pos x="0" y="17"/>
                    </a:cxn>
                    <a:cxn ang="0">
                      <a:pos x="0" y="22"/>
                    </a:cxn>
                    <a:cxn ang="0">
                      <a:pos x="0" y="274"/>
                    </a:cxn>
                    <a:cxn ang="0">
                      <a:pos x="2" y="278"/>
                    </a:cxn>
                    <a:cxn ang="0">
                      <a:pos x="2" y="282"/>
                    </a:cxn>
                    <a:cxn ang="0">
                      <a:pos x="5" y="285"/>
                    </a:cxn>
                    <a:cxn ang="0">
                      <a:pos x="7" y="288"/>
                    </a:cxn>
                    <a:cxn ang="0">
                      <a:pos x="10" y="290"/>
                    </a:cxn>
                    <a:cxn ang="0">
                      <a:pos x="15" y="291"/>
                    </a:cxn>
                    <a:cxn ang="0">
                      <a:pos x="19" y="291"/>
                    </a:cxn>
                    <a:cxn ang="0">
                      <a:pos x="375" y="293"/>
                    </a:cxn>
                    <a:cxn ang="0">
                      <a:pos x="380" y="291"/>
                    </a:cxn>
                    <a:cxn ang="0">
                      <a:pos x="383" y="291"/>
                    </a:cxn>
                    <a:cxn ang="0">
                      <a:pos x="387" y="288"/>
                    </a:cxn>
                    <a:cxn ang="0">
                      <a:pos x="390" y="287"/>
                    </a:cxn>
                    <a:cxn ang="0">
                      <a:pos x="393" y="283"/>
                    </a:cxn>
                    <a:cxn ang="0">
                      <a:pos x="395" y="280"/>
                    </a:cxn>
                    <a:cxn ang="0">
                      <a:pos x="395" y="275"/>
                    </a:cxn>
                    <a:cxn ang="0">
                      <a:pos x="397" y="272"/>
                    </a:cxn>
                  </a:cxnLst>
                  <a:rect l="0" t="0" r="r" b="b"/>
                  <a:pathLst>
                    <a:path w="397" h="293">
                      <a:moveTo>
                        <a:pt x="397" y="22"/>
                      </a:moveTo>
                      <a:lnTo>
                        <a:pt x="397" y="20"/>
                      </a:lnTo>
                      <a:lnTo>
                        <a:pt x="395" y="17"/>
                      </a:lnTo>
                      <a:lnTo>
                        <a:pt x="395" y="15"/>
                      </a:lnTo>
                      <a:lnTo>
                        <a:pt x="395" y="13"/>
                      </a:lnTo>
                      <a:lnTo>
                        <a:pt x="393" y="12"/>
                      </a:lnTo>
                      <a:lnTo>
                        <a:pt x="393" y="10"/>
                      </a:lnTo>
                      <a:lnTo>
                        <a:pt x="392" y="9"/>
                      </a:lnTo>
                      <a:lnTo>
                        <a:pt x="390" y="7"/>
                      </a:lnTo>
                      <a:lnTo>
                        <a:pt x="388" y="5"/>
                      </a:lnTo>
                      <a:lnTo>
                        <a:pt x="387" y="4"/>
                      </a:lnTo>
                      <a:lnTo>
                        <a:pt x="385" y="4"/>
                      </a:lnTo>
                      <a:lnTo>
                        <a:pt x="383" y="2"/>
                      </a:lnTo>
                      <a:lnTo>
                        <a:pt x="382" y="2"/>
                      </a:lnTo>
                      <a:lnTo>
                        <a:pt x="380" y="2"/>
                      </a:lnTo>
                      <a:lnTo>
                        <a:pt x="378" y="0"/>
                      </a:lnTo>
                      <a:lnTo>
                        <a:pt x="375" y="0"/>
                      </a:lnTo>
                      <a:lnTo>
                        <a:pt x="20" y="0"/>
                      </a:lnTo>
                      <a:lnTo>
                        <a:pt x="19" y="0"/>
                      </a:lnTo>
                      <a:lnTo>
                        <a:pt x="17" y="2"/>
                      </a:lnTo>
                      <a:lnTo>
                        <a:pt x="15" y="2"/>
                      </a:lnTo>
                      <a:lnTo>
                        <a:pt x="12" y="2"/>
                      </a:lnTo>
                      <a:lnTo>
                        <a:pt x="10" y="4"/>
                      </a:lnTo>
                      <a:lnTo>
                        <a:pt x="9" y="4"/>
                      </a:lnTo>
                      <a:lnTo>
                        <a:pt x="7" y="5"/>
                      </a:lnTo>
                      <a:lnTo>
                        <a:pt x="7" y="7"/>
                      </a:lnTo>
                      <a:lnTo>
                        <a:pt x="5" y="9"/>
                      </a:lnTo>
                      <a:lnTo>
                        <a:pt x="4" y="10"/>
                      </a:lnTo>
                      <a:lnTo>
                        <a:pt x="2" y="12"/>
                      </a:lnTo>
                      <a:lnTo>
                        <a:pt x="2" y="13"/>
                      </a:lnTo>
                      <a:lnTo>
                        <a:pt x="2" y="15"/>
                      </a:lnTo>
                      <a:lnTo>
                        <a:pt x="0" y="17"/>
                      </a:lnTo>
                      <a:lnTo>
                        <a:pt x="0" y="20"/>
                      </a:lnTo>
                      <a:lnTo>
                        <a:pt x="0" y="22"/>
                      </a:lnTo>
                      <a:lnTo>
                        <a:pt x="0" y="272"/>
                      </a:lnTo>
                      <a:lnTo>
                        <a:pt x="0" y="274"/>
                      </a:lnTo>
                      <a:lnTo>
                        <a:pt x="0" y="275"/>
                      </a:lnTo>
                      <a:lnTo>
                        <a:pt x="2" y="278"/>
                      </a:lnTo>
                      <a:lnTo>
                        <a:pt x="2" y="280"/>
                      </a:lnTo>
                      <a:lnTo>
                        <a:pt x="2" y="282"/>
                      </a:lnTo>
                      <a:lnTo>
                        <a:pt x="4" y="283"/>
                      </a:lnTo>
                      <a:lnTo>
                        <a:pt x="5" y="285"/>
                      </a:lnTo>
                      <a:lnTo>
                        <a:pt x="7" y="287"/>
                      </a:lnTo>
                      <a:lnTo>
                        <a:pt x="7" y="288"/>
                      </a:lnTo>
                      <a:lnTo>
                        <a:pt x="9" y="288"/>
                      </a:lnTo>
                      <a:lnTo>
                        <a:pt x="10" y="290"/>
                      </a:lnTo>
                      <a:lnTo>
                        <a:pt x="12" y="291"/>
                      </a:lnTo>
                      <a:lnTo>
                        <a:pt x="15" y="291"/>
                      </a:lnTo>
                      <a:lnTo>
                        <a:pt x="17" y="291"/>
                      </a:lnTo>
                      <a:lnTo>
                        <a:pt x="19" y="291"/>
                      </a:lnTo>
                      <a:lnTo>
                        <a:pt x="20" y="293"/>
                      </a:lnTo>
                      <a:lnTo>
                        <a:pt x="375" y="293"/>
                      </a:lnTo>
                      <a:lnTo>
                        <a:pt x="378" y="291"/>
                      </a:lnTo>
                      <a:lnTo>
                        <a:pt x="380" y="291"/>
                      </a:lnTo>
                      <a:lnTo>
                        <a:pt x="382" y="291"/>
                      </a:lnTo>
                      <a:lnTo>
                        <a:pt x="383" y="291"/>
                      </a:lnTo>
                      <a:lnTo>
                        <a:pt x="385" y="290"/>
                      </a:lnTo>
                      <a:lnTo>
                        <a:pt x="387" y="288"/>
                      </a:lnTo>
                      <a:lnTo>
                        <a:pt x="388" y="288"/>
                      </a:lnTo>
                      <a:lnTo>
                        <a:pt x="390" y="287"/>
                      </a:lnTo>
                      <a:lnTo>
                        <a:pt x="392" y="285"/>
                      </a:lnTo>
                      <a:lnTo>
                        <a:pt x="393" y="283"/>
                      </a:lnTo>
                      <a:lnTo>
                        <a:pt x="393" y="282"/>
                      </a:lnTo>
                      <a:lnTo>
                        <a:pt x="395" y="280"/>
                      </a:lnTo>
                      <a:lnTo>
                        <a:pt x="395" y="278"/>
                      </a:lnTo>
                      <a:lnTo>
                        <a:pt x="395" y="275"/>
                      </a:lnTo>
                      <a:lnTo>
                        <a:pt x="397" y="274"/>
                      </a:lnTo>
                      <a:lnTo>
                        <a:pt x="397" y="272"/>
                      </a:lnTo>
                      <a:lnTo>
                        <a:pt x="397" y="22"/>
                      </a:lnTo>
                      <a:close/>
                    </a:path>
                  </a:pathLst>
                </a:custGeom>
                <a:solidFill>
                  <a:srgbClr val="FFFFFF"/>
                </a:solidFill>
                <a:ln w="0">
                  <a:solidFill>
                    <a:srgbClr val="000000"/>
                  </a:solidFill>
                  <a:round/>
                </a:ln>
              </p:spPr>
              <p:txBody>
                <a:bodyPr vert="horz" wrap="square" lIns="91440" tIns="45720" rIns="91440" bIns="45720" numCol="1" anchor="t" anchorCtr="0" compatLnSpc="1"/>
                <a:lstStyle/>
                <a:p>
                  <a:endParaRPr lang="zh-CN" altLang="en-US" sz="1400"/>
                </a:p>
              </p:txBody>
            </p:sp>
            <p:sp>
              <p:nvSpPr>
                <p:cNvPr id="238161" name="任意多边形 12106"/>
                <p:cNvSpPr/>
                <p:nvPr/>
              </p:nvSpPr>
              <p:spPr bwMode="auto">
                <a:xfrm>
                  <a:off x="4404" y="2947"/>
                  <a:ext cx="397" cy="293"/>
                </a:xfrm>
                <a:custGeom>
                  <a:avLst/>
                  <a:gdLst/>
                  <a:ahLst/>
                  <a:cxnLst>
                    <a:cxn ang="0">
                      <a:pos x="397" y="20"/>
                    </a:cxn>
                    <a:cxn ang="0">
                      <a:pos x="395" y="15"/>
                    </a:cxn>
                    <a:cxn ang="0">
                      <a:pos x="393" y="12"/>
                    </a:cxn>
                    <a:cxn ang="0">
                      <a:pos x="392" y="9"/>
                    </a:cxn>
                    <a:cxn ang="0">
                      <a:pos x="388" y="5"/>
                    </a:cxn>
                    <a:cxn ang="0">
                      <a:pos x="385" y="4"/>
                    </a:cxn>
                    <a:cxn ang="0">
                      <a:pos x="382" y="2"/>
                    </a:cxn>
                    <a:cxn ang="0">
                      <a:pos x="378" y="0"/>
                    </a:cxn>
                    <a:cxn ang="0">
                      <a:pos x="20" y="0"/>
                    </a:cxn>
                    <a:cxn ang="0">
                      <a:pos x="17" y="2"/>
                    </a:cxn>
                    <a:cxn ang="0">
                      <a:pos x="12" y="2"/>
                    </a:cxn>
                    <a:cxn ang="0">
                      <a:pos x="9" y="4"/>
                    </a:cxn>
                    <a:cxn ang="0">
                      <a:pos x="7" y="7"/>
                    </a:cxn>
                    <a:cxn ang="0">
                      <a:pos x="4" y="10"/>
                    </a:cxn>
                    <a:cxn ang="0">
                      <a:pos x="2" y="13"/>
                    </a:cxn>
                    <a:cxn ang="0">
                      <a:pos x="0" y="17"/>
                    </a:cxn>
                    <a:cxn ang="0">
                      <a:pos x="0" y="22"/>
                    </a:cxn>
                    <a:cxn ang="0">
                      <a:pos x="0" y="274"/>
                    </a:cxn>
                    <a:cxn ang="0">
                      <a:pos x="2" y="278"/>
                    </a:cxn>
                    <a:cxn ang="0">
                      <a:pos x="2" y="282"/>
                    </a:cxn>
                    <a:cxn ang="0">
                      <a:pos x="5" y="285"/>
                    </a:cxn>
                    <a:cxn ang="0">
                      <a:pos x="7" y="288"/>
                    </a:cxn>
                    <a:cxn ang="0">
                      <a:pos x="10" y="290"/>
                    </a:cxn>
                    <a:cxn ang="0">
                      <a:pos x="15" y="291"/>
                    </a:cxn>
                    <a:cxn ang="0">
                      <a:pos x="19" y="291"/>
                    </a:cxn>
                    <a:cxn ang="0">
                      <a:pos x="375" y="293"/>
                    </a:cxn>
                    <a:cxn ang="0">
                      <a:pos x="380" y="291"/>
                    </a:cxn>
                    <a:cxn ang="0">
                      <a:pos x="383" y="291"/>
                    </a:cxn>
                    <a:cxn ang="0">
                      <a:pos x="387" y="288"/>
                    </a:cxn>
                    <a:cxn ang="0">
                      <a:pos x="390" y="287"/>
                    </a:cxn>
                    <a:cxn ang="0">
                      <a:pos x="393" y="283"/>
                    </a:cxn>
                    <a:cxn ang="0">
                      <a:pos x="395" y="280"/>
                    </a:cxn>
                    <a:cxn ang="0">
                      <a:pos x="395" y="275"/>
                    </a:cxn>
                    <a:cxn ang="0">
                      <a:pos x="397" y="272"/>
                    </a:cxn>
                  </a:cxnLst>
                  <a:rect l="0" t="0" r="r" b="b"/>
                  <a:pathLst>
                    <a:path w="397" h="293">
                      <a:moveTo>
                        <a:pt x="397" y="22"/>
                      </a:moveTo>
                      <a:lnTo>
                        <a:pt x="397" y="20"/>
                      </a:lnTo>
                      <a:lnTo>
                        <a:pt x="395" y="17"/>
                      </a:lnTo>
                      <a:lnTo>
                        <a:pt x="395" y="15"/>
                      </a:lnTo>
                      <a:lnTo>
                        <a:pt x="395" y="13"/>
                      </a:lnTo>
                      <a:lnTo>
                        <a:pt x="393" y="12"/>
                      </a:lnTo>
                      <a:lnTo>
                        <a:pt x="393" y="10"/>
                      </a:lnTo>
                      <a:lnTo>
                        <a:pt x="392" y="9"/>
                      </a:lnTo>
                      <a:lnTo>
                        <a:pt x="390" y="7"/>
                      </a:lnTo>
                      <a:lnTo>
                        <a:pt x="388" y="5"/>
                      </a:lnTo>
                      <a:lnTo>
                        <a:pt x="387" y="4"/>
                      </a:lnTo>
                      <a:lnTo>
                        <a:pt x="385" y="4"/>
                      </a:lnTo>
                      <a:lnTo>
                        <a:pt x="383" y="2"/>
                      </a:lnTo>
                      <a:lnTo>
                        <a:pt x="382" y="2"/>
                      </a:lnTo>
                      <a:lnTo>
                        <a:pt x="380" y="2"/>
                      </a:lnTo>
                      <a:lnTo>
                        <a:pt x="378" y="0"/>
                      </a:lnTo>
                      <a:lnTo>
                        <a:pt x="375" y="0"/>
                      </a:lnTo>
                      <a:lnTo>
                        <a:pt x="20" y="0"/>
                      </a:lnTo>
                      <a:lnTo>
                        <a:pt x="19" y="0"/>
                      </a:lnTo>
                      <a:lnTo>
                        <a:pt x="17" y="2"/>
                      </a:lnTo>
                      <a:lnTo>
                        <a:pt x="15" y="2"/>
                      </a:lnTo>
                      <a:lnTo>
                        <a:pt x="12" y="2"/>
                      </a:lnTo>
                      <a:lnTo>
                        <a:pt x="10" y="4"/>
                      </a:lnTo>
                      <a:lnTo>
                        <a:pt x="9" y="4"/>
                      </a:lnTo>
                      <a:lnTo>
                        <a:pt x="7" y="5"/>
                      </a:lnTo>
                      <a:lnTo>
                        <a:pt x="7" y="7"/>
                      </a:lnTo>
                      <a:lnTo>
                        <a:pt x="5" y="9"/>
                      </a:lnTo>
                      <a:lnTo>
                        <a:pt x="4" y="10"/>
                      </a:lnTo>
                      <a:lnTo>
                        <a:pt x="2" y="12"/>
                      </a:lnTo>
                      <a:lnTo>
                        <a:pt x="2" y="13"/>
                      </a:lnTo>
                      <a:lnTo>
                        <a:pt x="2" y="15"/>
                      </a:lnTo>
                      <a:lnTo>
                        <a:pt x="0" y="17"/>
                      </a:lnTo>
                      <a:lnTo>
                        <a:pt x="0" y="20"/>
                      </a:lnTo>
                      <a:lnTo>
                        <a:pt x="0" y="22"/>
                      </a:lnTo>
                      <a:lnTo>
                        <a:pt x="0" y="272"/>
                      </a:lnTo>
                      <a:lnTo>
                        <a:pt x="0" y="274"/>
                      </a:lnTo>
                      <a:lnTo>
                        <a:pt x="0" y="275"/>
                      </a:lnTo>
                      <a:lnTo>
                        <a:pt x="2" y="278"/>
                      </a:lnTo>
                      <a:lnTo>
                        <a:pt x="2" y="280"/>
                      </a:lnTo>
                      <a:lnTo>
                        <a:pt x="2" y="282"/>
                      </a:lnTo>
                      <a:lnTo>
                        <a:pt x="4" y="283"/>
                      </a:lnTo>
                      <a:lnTo>
                        <a:pt x="5" y="285"/>
                      </a:lnTo>
                      <a:lnTo>
                        <a:pt x="7" y="287"/>
                      </a:lnTo>
                      <a:lnTo>
                        <a:pt x="7" y="288"/>
                      </a:lnTo>
                      <a:lnTo>
                        <a:pt x="9" y="288"/>
                      </a:lnTo>
                      <a:lnTo>
                        <a:pt x="10" y="290"/>
                      </a:lnTo>
                      <a:lnTo>
                        <a:pt x="12" y="291"/>
                      </a:lnTo>
                      <a:lnTo>
                        <a:pt x="15" y="291"/>
                      </a:lnTo>
                      <a:lnTo>
                        <a:pt x="17" y="291"/>
                      </a:lnTo>
                      <a:lnTo>
                        <a:pt x="19" y="291"/>
                      </a:lnTo>
                      <a:lnTo>
                        <a:pt x="20" y="293"/>
                      </a:lnTo>
                      <a:lnTo>
                        <a:pt x="375" y="293"/>
                      </a:lnTo>
                      <a:lnTo>
                        <a:pt x="378" y="291"/>
                      </a:lnTo>
                      <a:lnTo>
                        <a:pt x="380" y="291"/>
                      </a:lnTo>
                      <a:lnTo>
                        <a:pt x="382" y="291"/>
                      </a:lnTo>
                      <a:lnTo>
                        <a:pt x="383" y="291"/>
                      </a:lnTo>
                      <a:lnTo>
                        <a:pt x="385" y="290"/>
                      </a:lnTo>
                      <a:lnTo>
                        <a:pt x="387" y="288"/>
                      </a:lnTo>
                      <a:lnTo>
                        <a:pt x="388" y="288"/>
                      </a:lnTo>
                      <a:lnTo>
                        <a:pt x="390" y="287"/>
                      </a:lnTo>
                      <a:lnTo>
                        <a:pt x="392" y="285"/>
                      </a:lnTo>
                      <a:lnTo>
                        <a:pt x="393" y="283"/>
                      </a:lnTo>
                      <a:lnTo>
                        <a:pt x="393" y="282"/>
                      </a:lnTo>
                      <a:lnTo>
                        <a:pt x="395" y="280"/>
                      </a:lnTo>
                      <a:lnTo>
                        <a:pt x="395" y="278"/>
                      </a:lnTo>
                      <a:lnTo>
                        <a:pt x="395" y="275"/>
                      </a:lnTo>
                      <a:lnTo>
                        <a:pt x="397" y="274"/>
                      </a:lnTo>
                      <a:lnTo>
                        <a:pt x="397" y="272"/>
                      </a:lnTo>
                      <a:lnTo>
                        <a:pt x="397" y="22"/>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60" name="任意多边形 12107"/>
                <p:cNvSpPr/>
                <p:nvPr/>
              </p:nvSpPr>
              <p:spPr bwMode="auto">
                <a:xfrm>
                  <a:off x="4396" y="2938"/>
                  <a:ext cx="413" cy="312"/>
                </a:xfrm>
                <a:custGeom>
                  <a:avLst/>
                  <a:gdLst/>
                  <a:ahLst/>
                  <a:cxnLst>
                    <a:cxn ang="0">
                      <a:pos x="413" y="18"/>
                    </a:cxn>
                    <a:cxn ang="0">
                      <a:pos x="412" y="14"/>
                    </a:cxn>
                    <a:cxn ang="0">
                      <a:pos x="410" y="9"/>
                    </a:cxn>
                    <a:cxn ang="0">
                      <a:pos x="408" y="6"/>
                    </a:cxn>
                    <a:cxn ang="0">
                      <a:pos x="405" y="5"/>
                    </a:cxn>
                    <a:cxn ang="0">
                      <a:pos x="401" y="1"/>
                    </a:cxn>
                    <a:cxn ang="0">
                      <a:pos x="398" y="0"/>
                    </a:cxn>
                    <a:cxn ang="0">
                      <a:pos x="395" y="0"/>
                    </a:cxn>
                    <a:cxn ang="0">
                      <a:pos x="20" y="0"/>
                    </a:cxn>
                    <a:cxn ang="0">
                      <a:pos x="17" y="0"/>
                    </a:cxn>
                    <a:cxn ang="0">
                      <a:pos x="12" y="1"/>
                    </a:cxn>
                    <a:cxn ang="0">
                      <a:pos x="8" y="3"/>
                    </a:cxn>
                    <a:cxn ang="0">
                      <a:pos x="7" y="5"/>
                    </a:cxn>
                    <a:cxn ang="0">
                      <a:pos x="3" y="8"/>
                    </a:cxn>
                    <a:cxn ang="0">
                      <a:pos x="2" y="11"/>
                    </a:cxn>
                    <a:cxn ang="0">
                      <a:pos x="0" y="16"/>
                    </a:cxn>
                    <a:cxn ang="0">
                      <a:pos x="0" y="19"/>
                    </a:cxn>
                    <a:cxn ang="0">
                      <a:pos x="0" y="294"/>
                    </a:cxn>
                    <a:cxn ang="0">
                      <a:pos x="2" y="297"/>
                    </a:cxn>
                    <a:cxn ang="0">
                      <a:pos x="2" y="300"/>
                    </a:cxn>
                    <a:cxn ang="0">
                      <a:pos x="5" y="305"/>
                    </a:cxn>
                    <a:cxn ang="0">
                      <a:pos x="7" y="307"/>
                    </a:cxn>
                    <a:cxn ang="0">
                      <a:pos x="10" y="310"/>
                    </a:cxn>
                    <a:cxn ang="0">
                      <a:pos x="15" y="312"/>
                    </a:cxn>
                    <a:cxn ang="0">
                      <a:pos x="18" y="312"/>
                    </a:cxn>
                    <a:cxn ang="0">
                      <a:pos x="391" y="312"/>
                    </a:cxn>
                    <a:cxn ang="0">
                      <a:pos x="396" y="312"/>
                    </a:cxn>
                    <a:cxn ang="0">
                      <a:pos x="400" y="310"/>
                    </a:cxn>
                    <a:cxn ang="0">
                      <a:pos x="403" y="309"/>
                    </a:cxn>
                    <a:cxn ang="0">
                      <a:pos x="407" y="305"/>
                    </a:cxn>
                    <a:cxn ang="0">
                      <a:pos x="410" y="304"/>
                    </a:cxn>
                    <a:cxn ang="0">
                      <a:pos x="412" y="299"/>
                    </a:cxn>
                    <a:cxn ang="0">
                      <a:pos x="412" y="296"/>
                    </a:cxn>
                    <a:cxn ang="0">
                      <a:pos x="413" y="291"/>
                    </a:cxn>
                  </a:cxnLst>
                  <a:rect l="0" t="0" r="r" b="b"/>
                  <a:pathLst>
                    <a:path w="413" h="312">
                      <a:moveTo>
                        <a:pt x="413" y="19"/>
                      </a:moveTo>
                      <a:lnTo>
                        <a:pt x="413" y="18"/>
                      </a:lnTo>
                      <a:lnTo>
                        <a:pt x="412" y="16"/>
                      </a:lnTo>
                      <a:lnTo>
                        <a:pt x="412" y="14"/>
                      </a:lnTo>
                      <a:lnTo>
                        <a:pt x="412" y="11"/>
                      </a:lnTo>
                      <a:lnTo>
                        <a:pt x="410" y="9"/>
                      </a:lnTo>
                      <a:lnTo>
                        <a:pt x="410" y="8"/>
                      </a:lnTo>
                      <a:lnTo>
                        <a:pt x="408" y="6"/>
                      </a:lnTo>
                      <a:lnTo>
                        <a:pt x="407" y="5"/>
                      </a:lnTo>
                      <a:lnTo>
                        <a:pt x="405" y="5"/>
                      </a:lnTo>
                      <a:lnTo>
                        <a:pt x="403" y="3"/>
                      </a:lnTo>
                      <a:lnTo>
                        <a:pt x="401" y="1"/>
                      </a:lnTo>
                      <a:lnTo>
                        <a:pt x="400" y="1"/>
                      </a:lnTo>
                      <a:lnTo>
                        <a:pt x="398" y="0"/>
                      </a:lnTo>
                      <a:lnTo>
                        <a:pt x="396" y="0"/>
                      </a:lnTo>
                      <a:lnTo>
                        <a:pt x="395" y="0"/>
                      </a:lnTo>
                      <a:lnTo>
                        <a:pt x="391" y="0"/>
                      </a:lnTo>
                      <a:lnTo>
                        <a:pt x="20" y="0"/>
                      </a:lnTo>
                      <a:lnTo>
                        <a:pt x="18" y="0"/>
                      </a:lnTo>
                      <a:lnTo>
                        <a:pt x="17" y="0"/>
                      </a:lnTo>
                      <a:lnTo>
                        <a:pt x="15" y="0"/>
                      </a:lnTo>
                      <a:lnTo>
                        <a:pt x="12" y="1"/>
                      </a:lnTo>
                      <a:lnTo>
                        <a:pt x="10" y="1"/>
                      </a:lnTo>
                      <a:lnTo>
                        <a:pt x="8" y="3"/>
                      </a:lnTo>
                      <a:lnTo>
                        <a:pt x="7" y="5"/>
                      </a:lnTo>
                      <a:lnTo>
                        <a:pt x="5" y="6"/>
                      </a:lnTo>
                      <a:lnTo>
                        <a:pt x="3" y="8"/>
                      </a:lnTo>
                      <a:lnTo>
                        <a:pt x="2" y="9"/>
                      </a:lnTo>
                      <a:lnTo>
                        <a:pt x="2" y="11"/>
                      </a:lnTo>
                      <a:lnTo>
                        <a:pt x="2" y="14"/>
                      </a:lnTo>
                      <a:lnTo>
                        <a:pt x="0" y="16"/>
                      </a:lnTo>
                      <a:lnTo>
                        <a:pt x="0" y="18"/>
                      </a:lnTo>
                      <a:lnTo>
                        <a:pt x="0" y="19"/>
                      </a:lnTo>
                      <a:lnTo>
                        <a:pt x="0" y="291"/>
                      </a:lnTo>
                      <a:lnTo>
                        <a:pt x="0" y="294"/>
                      </a:lnTo>
                      <a:lnTo>
                        <a:pt x="0" y="296"/>
                      </a:lnTo>
                      <a:lnTo>
                        <a:pt x="2" y="297"/>
                      </a:lnTo>
                      <a:lnTo>
                        <a:pt x="2" y="299"/>
                      </a:lnTo>
                      <a:lnTo>
                        <a:pt x="2" y="300"/>
                      </a:lnTo>
                      <a:lnTo>
                        <a:pt x="3" y="304"/>
                      </a:lnTo>
                      <a:lnTo>
                        <a:pt x="5" y="305"/>
                      </a:lnTo>
                      <a:lnTo>
                        <a:pt x="7" y="305"/>
                      </a:lnTo>
                      <a:lnTo>
                        <a:pt x="7" y="307"/>
                      </a:lnTo>
                      <a:lnTo>
                        <a:pt x="8" y="309"/>
                      </a:lnTo>
                      <a:lnTo>
                        <a:pt x="10" y="310"/>
                      </a:lnTo>
                      <a:lnTo>
                        <a:pt x="12" y="310"/>
                      </a:lnTo>
                      <a:lnTo>
                        <a:pt x="15" y="312"/>
                      </a:lnTo>
                      <a:lnTo>
                        <a:pt x="17" y="312"/>
                      </a:lnTo>
                      <a:lnTo>
                        <a:pt x="18" y="312"/>
                      </a:lnTo>
                      <a:lnTo>
                        <a:pt x="20" y="312"/>
                      </a:lnTo>
                      <a:lnTo>
                        <a:pt x="391" y="312"/>
                      </a:lnTo>
                      <a:lnTo>
                        <a:pt x="395" y="312"/>
                      </a:lnTo>
                      <a:lnTo>
                        <a:pt x="396" y="312"/>
                      </a:lnTo>
                      <a:lnTo>
                        <a:pt x="398" y="312"/>
                      </a:lnTo>
                      <a:lnTo>
                        <a:pt x="400" y="310"/>
                      </a:lnTo>
                      <a:lnTo>
                        <a:pt x="401" y="310"/>
                      </a:lnTo>
                      <a:lnTo>
                        <a:pt x="403" y="309"/>
                      </a:lnTo>
                      <a:lnTo>
                        <a:pt x="405" y="307"/>
                      </a:lnTo>
                      <a:lnTo>
                        <a:pt x="407" y="305"/>
                      </a:lnTo>
                      <a:lnTo>
                        <a:pt x="408" y="305"/>
                      </a:lnTo>
                      <a:lnTo>
                        <a:pt x="410" y="304"/>
                      </a:lnTo>
                      <a:lnTo>
                        <a:pt x="410" y="300"/>
                      </a:lnTo>
                      <a:lnTo>
                        <a:pt x="412" y="299"/>
                      </a:lnTo>
                      <a:lnTo>
                        <a:pt x="412" y="297"/>
                      </a:lnTo>
                      <a:lnTo>
                        <a:pt x="412" y="296"/>
                      </a:lnTo>
                      <a:lnTo>
                        <a:pt x="413" y="294"/>
                      </a:lnTo>
                      <a:lnTo>
                        <a:pt x="413" y="291"/>
                      </a:lnTo>
                      <a:lnTo>
                        <a:pt x="413" y="19"/>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59" name="任意多边形 12108"/>
                <p:cNvSpPr/>
                <p:nvPr/>
              </p:nvSpPr>
              <p:spPr bwMode="auto">
                <a:xfrm>
                  <a:off x="4441" y="3321"/>
                  <a:ext cx="321" cy="64"/>
                </a:xfrm>
                <a:custGeom>
                  <a:avLst/>
                  <a:gdLst/>
                  <a:ahLst/>
                  <a:cxnLst>
                    <a:cxn ang="0">
                      <a:pos x="286" y="0"/>
                    </a:cxn>
                    <a:cxn ang="0">
                      <a:pos x="34" y="0"/>
                    </a:cxn>
                    <a:cxn ang="0">
                      <a:pos x="0" y="64"/>
                    </a:cxn>
                    <a:cxn ang="0">
                      <a:pos x="321" y="64"/>
                    </a:cxn>
                    <a:cxn ang="0">
                      <a:pos x="286" y="0"/>
                    </a:cxn>
                  </a:cxnLst>
                  <a:rect l="0" t="0" r="r" b="b"/>
                  <a:pathLst>
                    <a:path w="321" h="64">
                      <a:moveTo>
                        <a:pt x="286" y="0"/>
                      </a:moveTo>
                      <a:lnTo>
                        <a:pt x="34" y="0"/>
                      </a:lnTo>
                      <a:lnTo>
                        <a:pt x="0" y="64"/>
                      </a:lnTo>
                      <a:lnTo>
                        <a:pt x="321" y="64"/>
                      </a:lnTo>
                      <a:lnTo>
                        <a:pt x="286" y="0"/>
                      </a:lnTo>
                      <a:close/>
                    </a:path>
                  </a:pathLst>
                </a:custGeom>
                <a:solidFill>
                  <a:srgbClr val="E5E5E5"/>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238158" name="任意多边形 12109"/>
                <p:cNvSpPr/>
                <p:nvPr/>
              </p:nvSpPr>
              <p:spPr bwMode="auto">
                <a:xfrm>
                  <a:off x="4441" y="3321"/>
                  <a:ext cx="321" cy="64"/>
                </a:xfrm>
                <a:custGeom>
                  <a:avLst/>
                  <a:gdLst/>
                  <a:ahLst/>
                  <a:cxnLst>
                    <a:cxn ang="0">
                      <a:pos x="286" y="0"/>
                    </a:cxn>
                    <a:cxn ang="0">
                      <a:pos x="34" y="0"/>
                    </a:cxn>
                    <a:cxn ang="0">
                      <a:pos x="0" y="64"/>
                    </a:cxn>
                    <a:cxn ang="0">
                      <a:pos x="321" y="64"/>
                    </a:cxn>
                    <a:cxn ang="0">
                      <a:pos x="286" y="0"/>
                    </a:cxn>
                  </a:cxnLst>
                  <a:rect l="0" t="0" r="r" b="b"/>
                  <a:pathLst>
                    <a:path w="321" h="64">
                      <a:moveTo>
                        <a:pt x="286" y="0"/>
                      </a:moveTo>
                      <a:lnTo>
                        <a:pt x="34" y="0"/>
                      </a:lnTo>
                      <a:lnTo>
                        <a:pt x="0" y="64"/>
                      </a:lnTo>
                      <a:lnTo>
                        <a:pt x="321" y="64"/>
                      </a:lnTo>
                      <a:lnTo>
                        <a:pt x="286" y="0"/>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8157" name="直线 12110"/>
                <p:cNvSpPr>
                  <a:spLocks noChangeShapeType="1"/>
                </p:cNvSpPr>
                <p:nvPr/>
              </p:nvSpPr>
              <p:spPr bwMode="auto">
                <a:xfrm>
                  <a:off x="4449" y="3370"/>
                  <a:ext cx="303"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56" name="矩形 12111"/>
                <p:cNvSpPr>
                  <a:spLocks noChangeArrowheads="1"/>
                </p:cNvSpPr>
                <p:nvPr/>
              </p:nvSpPr>
              <p:spPr bwMode="auto">
                <a:xfrm>
                  <a:off x="4535" y="3321"/>
                  <a:ext cx="127" cy="18"/>
                </a:xfrm>
                <a:prstGeom prst="rect">
                  <a:avLst/>
                </a:prstGeom>
                <a:solidFill>
                  <a:srgbClr val="000000"/>
                </a:solid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155" name="矩形 12112"/>
                <p:cNvSpPr>
                  <a:spLocks noChangeArrowheads="1"/>
                </p:cNvSpPr>
                <p:nvPr/>
              </p:nvSpPr>
              <p:spPr bwMode="auto">
                <a:xfrm>
                  <a:off x="4535" y="3321"/>
                  <a:ext cx="127" cy="18"/>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154" name="任意多边形 12113"/>
                <p:cNvSpPr/>
                <p:nvPr/>
              </p:nvSpPr>
              <p:spPr bwMode="auto">
                <a:xfrm>
                  <a:off x="4441" y="3297"/>
                  <a:ext cx="323" cy="21"/>
                </a:xfrm>
                <a:custGeom>
                  <a:avLst/>
                  <a:gdLst/>
                  <a:ahLst/>
                  <a:cxnLst>
                    <a:cxn ang="0">
                      <a:pos x="323" y="0"/>
                    </a:cxn>
                    <a:cxn ang="0">
                      <a:pos x="0" y="0"/>
                    </a:cxn>
                    <a:cxn ang="0">
                      <a:pos x="8" y="21"/>
                    </a:cxn>
                    <a:cxn ang="0">
                      <a:pos x="315" y="21"/>
                    </a:cxn>
                    <a:cxn ang="0">
                      <a:pos x="323" y="0"/>
                    </a:cxn>
                  </a:cxnLst>
                  <a:rect l="0" t="0" r="r" b="b"/>
                  <a:pathLst>
                    <a:path w="323" h="21">
                      <a:moveTo>
                        <a:pt x="323" y="0"/>
                      </a:moveTo>
                      <a:lnTo>
                        <a:pt x="0" y="0"/>
                      </a:lnTo>
                      <a:lnTo>
                        <a:pt x="8" y="21"/>
                      </a:lnTo>
                      <a:lnTo>
                        <a:pt x="315" y="21"/>
                      </a:lnTo>
                      <a:lnTo>
                        <a:pt x="323"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grpSp>
          <p:sp>
            <p:nvSpPr>
              <p:cNvPr id="238152" name="矩形 12114"/>
              <p:cNvSpPr>
                <a:spLocks noChangeArrowheads="1"/>
              </p:cNvSpPr>
              <p:nvPr/>
            </p:nvSpPr>
            <p:spPr bwMode="auto">
              <a:xfrm>
                <a:off x="4013" y="3737"/>
                <a:ext cx="701" cy="288"/>
              </a:xfrm>
              <a:prstGeom prst="rect">
                <a:avLst/>
              </a:prstGeom>
              <a:noFill/>
              <a:ln w="9525">
                <a:noFill/>
                <a:miter lim="800000"/>
              </a:ln>
            </p:spPr>
            <p:txBody>
              <a:bodyPr vert="horz" wrap="squar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用户</a:t>
                </a:r>
                <a:r>
                  <a:rPr kumimoji="0" lang="en-US" altLang="zh-CN" sz="1400" b="0" i="1"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n</a:t>
                </a:r>
                <a:endParaRPr kumimoji="0" lang="en-US" alt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8151" name="直线 12115"/>
              <p:cNvSpPr>
                <a:spLocks noChangeShapeType="1"/>
              </p:cNvSpPr>
              <p:nvPr/>
            </p:nvSpPr>
            <p:spPr bwMode="auto">
              <a:xfrm flipH="1">
                <a:off x="619" y="2276"/>
                <a:ext cx="1089" cy="647"/>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8150" name="任意多边形 12116"/>
              <p:cNvSpPr/>
              <p:nvPr/>
            </p:nvSpPr>
            <p:spPr bwMode="auto">
              <a:xfrm>
                <a:off x="1708" y="1886"/>
                <a:ext cx="1299" cy="780"/>
              </a:xfrm>
              <a:custGeom>
                <a:avLst/>
                <a:gdLst/>
                <a:ahLst/>
                <a:cxnLst>
                  <a:cxn ang="0">
                    <a:pos x="216" y="629"/>
                  </a:cxn>
                  <a:cxn ang="0">
                    <a:pos x="258" y="684"/>
                  </a:cxn>
                  <a:cxn ang="0">
                    <a:pos x="307" y="728"/>
                  </a:cxn>
                  <a:cxn ang="0">
                    <a:pos x="360" y="759"/>
                  </a:cxn>
                  <a:cxn ang="0">
                    <a:pos x="417" y="777"/>
                  </a:cxn>
                  <a:cxn ang="0">
                    <a:pos x="476" y="779"/>
                  </a:cxn>
                  <a:cxn ang="0">
                    <a:pos x="534" y="767"/>
                  </a:cxn>
                  <a:cxn ang="0">
                    <a:pos x="593" y="740"/>
                  </a:cxn>
                  <a:cxn ang="0">
                    <a:pos x="640" y="704"/>
                  </a:cxn>
                  <a:cxn ang="0">
                    <a:pos x="688" y="728"/>
                  </a:cxn>
                  <a:cxn ang="0">
                    <a:pos x="743" y="759"/>
                  </a:cxn>
                  <a:cxn ang="0">
                    <a:pos x="800" y="777"/>
                  </a:cxn>
                  <a:cxn ang="0">
                    <a:pos x="859" y="779"/>
                  </a:cxn>
                  <a:cxn ang="0">
                    <a:pos x="917" y="767"/>
                  </a:cxn>
                  <a:cxn ang="0">
                    <a:pos x="973" y="741"/>
                  </a:cxn>
                  <a:cxn ang="0">
                    <a:pos x="1023" y="702"/>
                  </a:cxn>
                  <a:cxn ang="0">
                    <a:pos x="1068" y="649"/>
                  </a:cxn>
                  <a:cxn ang="0">
                    <a:pos x="1102" y="593"/>
                  </a:cxn>
                  <a:cxn ang="0">
                    <a:pos x="1130" y="584"/>
                  </a:cxn>
                  <a:cxn ang="0">
                    <a:pos x="1160" y="584"/>
                  </a:cxn>
                  <a:cxn ang="0">
                    <a:pos x="1190" y="577"/>
                  </a:cxn>
                  <a:cxn ang="0">
                    <a:pos x="1224" y="558"/>
                  </a:cxn>
                  <a:cxn ang="0">
                    <a:pos x="1267" y="509"/>
                  </a:cxn>
                  <a:cxn ang="0">
                    <a:pos x="1294" y="439"/>
                  </a:cxn>
                  <a:cxn ang="0">
                    <a:pos x="1299" y="390"/>
                  </a:cxn>
                  <a:cxn ang="0">
                    <a:pos x="1286" y="314"/>
                  </a:cxn>
                  <a:cxn ang="0">
                    <a:pos x="1254" y="252"/>
                  </a:cxn>
                  <a:cxn ang="0">
                    <a:pos x="1212" y="214"/>
                  </a:cxn>
                  <a:cxn ang="0">
                    <a:pos x="1184" y="201"/>
                  </a:cxn>
                  <a:cxn ang="0">
                    <a:pos x="1153" y="195"/>
                  </a:cxn>
                  <a:cxn ang="0">
                    <a:pos x="1117" y="198"/>
                  </a:cxn>
                  <a:cxn ang="0">
                    <a:pos x="1081" y="151"/>
                  </a:cxn>
                  <a:cxn ang="0">
                    <a:pos x="1040" y="94"/>
                  </a:cxn>
                  <a:cxn ang="0">
                    <a:pos x="993" y="52"/>
                  </a:cxn>
                  <a:cxn ang="0">
                    <a:pos x="939" y="21"/>
                  </a:cxn>
                  <a:cxn ang="0">
                    <a:pos x="882" y="3"/>
                  </a:cxn>
                  <a:cxn ang="0">
                    <a:pos x="822" y="0"/>
                  </a:cxn>
                  <a:cxn ang="0">
                    <a:pos x="764" y="11"/>
                  </a:cxn>
                  <a:cxn ang="0">
                    <a:pos x="707" y="39"/>
                  </a:cxn>
                  <a:cxn ang="0">
                    <a:pos x="660" y="75"/>
                  </a:cxn>
                  <a:cxn ang="0">
                    <a:pos x="611" y="52"/>
                  </a:cxn>
                  <a:cxn ang="0">
                    <a:pos x="556" y="19"/>
                  </a:cxn>
                  <a:cxn ang="0">
                    <a:pos x="497" y="3"/>
                  </a:cxn>
                  <a:cxn ang="0">
                    <a:pos x="439" y="0"/>
                  </a:cxn>
                  <a:cxn ang="0">
                    <a:pos x="382" y="11"/>
                  </a:cxn>
                  <a:cxn ang="0">
                    <a:pos x="327" y="37"/>
                  </a:cxn>
                  <a:cxn ang="0">
                    <a:pos x="275" y="78"/>
                  </a:cxn>
                  <a:cxn ang="0">
                    <a:pos x="230" y="130"/>
                  </a:cxn>
                  <a:cxn ang="0">
                    <a:pos x="198" y="187"/>
                  </a:cxn>
                  <a:cxn ang="0">
                    <a:pos x="168" y="195"/>
                  </a:cxn>
                  <a:cxn ang="0">
                    <a:pos x="138" y="195"/>
                  </a:cxn>
                  <a:cxn ang="0">
                    <a:pos x="109" y="203"/>
                  </a:cxn>
                  <a:cxn ang="0">
                    <a:pos x="76" y="221"/>
                  </a:cxn>
                  <a:cxn ang="0">
                    <a:pos x="32" y="271"/>
                  </a:cxn>
                  <a:cxn ang="0">
                    <a:pos x="6" y="341"/>
                  </a:cxn>
                  <a:cxn ang="0">
                    <a:pos x="0" y="390"/>
                  </a:cxn>
                  <a:cxn ang="0">
                    <a:pos x="12" y="465"/>
                  </a:cxn>
                  <a:cxn ang="0">
                    <a:pos x="46" y="528"/>
                  </a:cxn>
                  <a:cxn ang="0">
                    <a:pos x="88" y="566"/>
                  </a:cxn>
                  <a:cxn ang="0">
                    <a:pos x="114" y="579"/>
                  </a:cxn>
                  <a:cxn ang="0">
                    <a:pos x="144" y="585"/>
                  </a:cxn>
                  <a:cxn ang="0">
                    <a:pos x="181" y="582"/>
                  </a:cxn>
                </a:cxnLst>
                <a:rect l="0" t="0" r="r" b="b"/>
                <a:pathLst>
                  <a:path w="1299" h="780">
                    <a:moveTo>
                      <a:pt x="191" y="579"/>
                    </a:moveTo>
                    <a:lnTo>
                      <a:pt x="200" y="597"/>
                    </a:lnTo>
                    <a:lnTo>
                      <a:pt x="208" y="613"/>
                    </a:lnTo>
                    <a:lnTo>
                      <a:pt x="216" y="629"/>
                    </a:lnTo>
                    <a:lnTo>
                      <a:pt x="226" y="644"/>
                    </a:lnTo>
                    <a:lnTo>
                      <a:pt x="236" y="658"/>
                    </a:lnTo>
                    <a:lnTo>
                      <a:pt x="246" y="671"/>
                    </a:lnTo>
                    <a:lnTo>
                      <a:pt x="258" y="684"/>
                    </a:lnTo>
                    <a:lnTo>
                      <a:pt x="270" y="697"/>
                    </a:lnTo>
                    <a:lnTo>
                      <a:pt x="282" y="709"/>
                    </a:lnTo>
                    <a:lnTo>
                      <a:pt x="293" y="718"/>
                    </a:lnTo>
                    <a:lnTo>
                      <a:pt x="307" y="728"/>
                    </a:lnTo>
                    <a:lnTo>
                      <a:pt x="320" y="738"/>
                    </a:lnTo>
                    <a:lnTo>
                      <a:pt x="333" y="744"/>
                    </a:lnTo>
                    <a:lnTo>
                      <a:pt x="347" y="753"/>
                    </a:lnTo>
                    <a:lnTo>
                      <a:pt x="360" y="759"/>
                    </a:lnTo>
                    <a:lnTo>
                      <a:pt x="374" y="764"/>
                    </a:lnTo>
                    <a:lnTo>
                      <a:pt x="389" y="769"/>
                    </a:lnTo>
                    <a:lnTo>
                      <a:pt x="402" y="774"/>
                    </a:lnTo>
                    <a:lnTo>
                      <a:pt x="417" y="777"/>
                    </a:lnTo>
                    <a:lnTo>
                      <a:pt x="432" y="779"/>
                    </a:lnTo>
                    <a:lnTo>
                      <a:pt x="446" y="780"/>
                    </a:lnTo>
                    <a:lnTo>
                      <a:pt x="461" y="780"/>
                    </a:lnTo>
                    <a:lnTo>
                      <a:pt x="476" y="779"/>
                    </a:lnTo>
                    <a:lnTo>
                      <a:pt x="491" y="777"/>
                    </a:lnTo>
                    <a:lnTo>
                      <a:pt x="506" y="775"/>
                    </a:lnTo>
                    <a:lnTo>
                      <a:pt x="521" y="772"/>
                    </a:lnTo>
                    <a:lnTo>
                      <a:pt x="534" y="767"/>
                    </a:lnTo>
                    <a:lnTo>
                      <a:pt x="549" y="762"/>
                    </a:lnTo>
                    <a:lnTo>
                      <a:pt x="564" y="756"/>
                    </a:lnTo>
                    <a:lnTo>
                      <a:pt x="578" y="749"/>
                    </a:lnTo>
                    <a:lnTo>
                      <a:pt x="593" y="740"/>
                    </a:lnTo>
                    <a:lnTo>
                      <a:pt x="606" y="731"/>
                    </a:lnTo>
                    <a:lnTo>
                      <a:pt x="618" y="723"/>
                    </a:lnTo>
                    <a:lnTo>
                      <a:pt x="628" y="714"/>
                    </a:lnTo>
                    <a:lnTo>
                      <a:pt x="640" y="704"/>
                    </a:lnTo>
                    <a:lnTo>
                      <a:pt x="650" y="694"/>
                    </a:lnTo>
                    <a:lnTo>
                      <a:pt x="661" y="707"/>
                    </a:lnTo>
                    <a:lnTo>
                      <a:pt x="675" y="717"/>
                    </a:lnTo>
                    <a:lnTo>
                      <a:pt x="688" y="728"/>
                    </a:lnTo>
                    <a:lnTo>
                      <a:pt x="702" y="738"/>
                    </a:lnTo>
                    <a:lnTo>
                      <a:pt x="715" y="746"/>
                    </a:lnTo>
                    <a:lnTo>
                      <a:pt x="728" y="753"/>
                    </a:lnTo>
                    <a:lnTo>
                      <a:pt x="743" y="759"/>
                    </a:lnTo>
                    <a:lnTo>
                      <a:pt x="757" y="766"/>
                    </a:lnTo>
                    <a:lnTo>
                      <a:pt x="772" y="770"/>
                    </a:lnTo>
                    <a:lnTo>
                      <a:pt x="785" y="774"/>
                    </a:lnTo>
                    <a:lnTo>
                      <a:pt x="800" y="777"/>
                    </a:lnTo>
                    <a:lnTo>
                      <a:pt x="815" y="779"/>
                    </a:lnTo>
                    <a:lnTo>
                      <a:pt x="830" y="780"/>
                    </a:lnTo>
                    <a:lnTo>
                      <a:pt x="844" y="780"/>
                    </a:lnTo>
                    <a:lnTo>
                      <a:pt x="859" y="779"/>
                    </a:lnTo>
                    <a:lnTo>
                      <a:pt x="874" y="777"/>
                    </a:lnTo>
                    <a:lnTo>
                      <a:pt x="889" y="775"/>
                    </a:lnTo>
                    <a:lnTo>
                      <a:pt x="902" y="772"/>
                    </a:lnTo>
                    <a:lnTo>
                      <a:pt x="917" y="767"/>
                    </a:lnTo>
                    <a:lnTo>
                      <a:pt x="931" y="762"/>
                    </a:lnTo>
                    <a:lnTo>
                      <a:pt x="944" y="756"/>
                    </a:lnTo>
                    <a:lnTo>
                      <a:pt x="959" y="749"/>
                    </a:lnTo>
                    <a:lnTo>
                      <a:pt x="973" y="741"/>
                    </a:lnTo>
                    <a:lnTo>
                      <a:pt x="986" y="733"/>
                    </a:lnTo>
                    <a:lnTo>
                      <a:pt x="998" y="723"/>
                    </a:lnTo>
                    <a:lnTo>
                      <a:pt x="1011" y="714"/>
                    </a:lnTo>
                    <a:lnTo>
                      <a:pt x="1023" y="702"/>
                    </a:lnTo>
                    <a:lnTo>
                      <a:pt x="1035" y="689"/>
                    </a:lnTo>
                    <a:lnTo>
                      <a:pt x="1046" y="678"/>
                    </a:lnTo>
                    <a:lnTo>
                      <a:pt x="1058" y="663"/>
                    </a:lnTo>
                    <a:lnTo>
                      <a:pt x="1068" y="649"/>
                    </a:lnTo>
                    <a:lnTo>
                      <a:pt x="1078" y="634"/>
                    </a:lnTo>
                    <a:lnTo>
                      <a:pt x="1086" y="621"/>
                    </a:lnTo>
                    <a:lnTo>
                      <a:pt x="1093" y="606"/>
                    </a:lnTo>
                    <a:lnTo>
                      <a:pt x="1102" y="593"/>
                    </a:lnTo>
                    <a:lnTo>
                      <a:pt x="1108" y="579"/>
                    </a:lnTo>
                    <a:lnTo>
                      <a:pt x="1115" y="580"/>
                    </a:lnTo>
                    <a:lnTo>
                      <a:pt x="1123" y="582"/>
                    </a:lnTo>
                    <a:lnTo>
                      <a:pt x="1130" y="584"/>
                    </a:lnTo>
                    <a:lnTo>
                      <a:pt x="1138" y="585"/>
                    </a:lnTo>
                    <a:lnTo>
                      <a:pt x="1145" y="585"/>
                    </a:lnTo>
                    <a:lnTo>
                      <a:pt x="1153" y="585"/>
                    </a:lnTo>
                    <a:lnTo>
                      <a:pt x="1160" y="584"/>
                    </a:lnTo>
                    <a:lnTo>
                      <a:pt x="1168" y="584"/>
                    </a:lnTo>
                    <a:lnTo>
                      <a:pt x="1175" y="582"/>
                    </a:lnTo>
                    <a:lnTo>
                      <a:pt x="1182" y="579"/>
                    </a:lnTo>
                    <a:lnTo>
                      <a:pt x="1190" y="577"/>
                    </a:lnTo>
                    <a:lnTo>
                      <a:pt x="1197" y="574"/>
                    </a:lnTo>
                    <a:lnTo>
                      <a:pt x="1204" y="571"/>
                    </a:lnTo>
                    <a:lnTo>
                      <a:pt x="1210" y="566"/>
                    </a:lnTo>
                    <a:lnTo>
                      <a:pt x="1224" y="558"/>
                    </a:lnTo>
                    <a:lnTo>
                      <a:pt x="1235" y="548"/>
                    </a:lnTo>
                    <a:lnTo>
                      <a:pt x="1247" y="536"/>
                    </a:lnTo>
                    <a:lnTo>
                      <a:pt x="1257" y="523"/>
                    </a:lnTo>
                    <a:lnTo>
                      <a:pt x="1267" y="509"/>
                    </a:lnTo>
                    <a:lnTo>
                      <a:pt x="1276" y="492"/>
                    </a:lnTo>
                    <a:lnTo>
                      <a:pt x="1282" y="476"/>
                    </a:lnTo>
                    <a:lnTo>
                      <a:pt x="1289" y="457"/>
                    </a:lnTo>
                    <a:lnTo>
                      <a:pt x="1294" y="439"/>
                    </a:lnTo>
                    <a:lnTo>
                      <a:pt x="1296" y="426"/>
                    </a:lnTo>
                    <a:lnTo>
                      <a:pt x="1297" y="414"/>
                    </a:lnTo>
                    <a:lnTo>
                      <a:pt x="1297" y="401"/>
                    </a:lnTo>
                    <a:lnTo>
                      <a:pt x="1299" y="390"/>
                    </a:lnTo>
                    <a:lnTo>
                      <a:pt x="1297" y="369"/>
                    </a:lnTo>
                    <a:lnTo>
                      <a:pt x="1296" y="351"/>
                    </a:lnTo>
                    <a:lnTo>
                      <a:pt x="1292" y="332"/>
                    </a:lnTo>
                    <a:lnTo>
                      <a:pt x="1286" y="314"/>
                    </a:lnTo>
                    <a:lnTo>
                      <a:pt x="1281" y="297"/>
                    </a:lnTo>
                    <a:lnTo>
                      <a:pt x="1272" y="281"/>
                    </a:lnTo>
                    <a:lnTo>
                      <a:pt x="1264" y="265"/>
                    </a:lnTo>
                    <a:lnTo>
                      <a:pt x="1254" y="252"/>
                    </a:lnTo>
                    <a:lnTo>
                      <a:pt x="1242" y="239"/>
                    </a:lnTo>
                    <a:lnTo>
                      <a:pt x="1230" y="227"/>
                    </a:lnTo>
                    <a:lnTo>
                      <a:pt x="1219" y="218"/>
                    </a:lnTo>
                    <a:lnTo>
                      <a:pt x="1212" y="214"/>
                    </a:lnTo>
                    <a:lnTo>
                      <a:pt x="1205" y="210"/>
                    </a:lnTo>
                    <a:lnTo>
                      <a:pt x="1199" y="206"/>
                    </a:lnTo>
                    <a:lnTo>
                      <a:pt x="1190" y="203"/>
                    </a:lnTo>
                    <a:lnTo>
                      <a:pt x="1184" y="201"/>
                    </a:lnTo>
                    <a:lnTo>
                      <a:pt x="1177" y="198"/>
                    </a:lnTo>
                    <a:lnTo>
                      <a:pt x="1168" y="197"/>
                    </a:lnTo>
                    <a:lnTo>
                      <a:pt x="1162" y="195"/>
                    </a:lnTo>
                    <a:lnTo>
                      <a:pt x="1153" y="195"/>
                    </a:lnTo>
                    <a:lnTo>
                      <a:pt x="1145" y="195"/>
                    </a:lnTo>
                    <a:lnTo>
                      <a:pt x="1137" y="195"/>
                    </a:lnTo>
                    <a:lnTo>
                      <a:pt x="1127" y="197"/>
                    </a:lnTo>
                    <a:lnTo>
                      <a:pt x="1117" y="198"/>
                    </a:lnTo>
                    <a:lnTo>
                      <a:pt x="1108" y="201"/>
                    </a:lnTo>
                    <a:lnTo>
                      <a:pt x="1100" y="184"/>
                    </a:lnTo>
                    <a:lnTo>
                      <a:pt x="1092" y="167"/>
                    </a:lnTo>
                    <a:lnTo>
                      <a:pt x="1081" y="151"/>
                    </a:lnTo>
                    <a:lnTo>
                      <a:pt x="1071" y="136"/>
                    </a:lnTo>
                    <a:lnTo>
                      <a:pt x="1061" y="122"/>
                    </a:lnTo>
                    <a:lnTo>
                      <a:pt x="1051" y="107"/>
                    </a:lnTo>
                    <a:lnTo>
                      <a:pt x="1040" y="94"/>
                    </a:lnTo>
                    <a:lnTo>
                      <a:pt x="1030" y="83"/>
                    </a:lnTo>
                    <a:lnTo>
                      <a:pt x="1016" y="71"/>
                    </a:lnTo>
                    <a:lnTo>
                      <a:pt x="1004" y="62"/>
                    </a:lnTo>
                    <a:lnTo>
                      <a:pt x="993" y="52"/>
                    </a:lnTo>
                    <a:lnTo>
                      <a:pt x="979" y="42"/>
                    </a:lnTo>
                    <a:lnTo>
                      <a:pt x="966" y="34"/>
                    </a:lnTo>
                    <a:lnTo>
                      <a:pt x="953" y="28"/>
                    </a:lnTo>
                    <a:lnTo>
                      <a:pt x="939" y="21"/>
                    </a:lnTo>
                    <a:lnTo>
                      <a:pt x="924" y="15"/>
                    </a:lnTo>
                    <a:lnTo>
                      <a:pt x="911" y="10"/>
                    </a:lnTo>
                    <a:lnTo>
                      <a:pt x="896" y="6"/>
                    </a:lnTo>
                    <a:lnTo>
                      <a:pt x="882" y="3"/>
                    </a:lnTo>
                    <a:lnTo>
                      <a:pt x="867" y="2"/>
                    </a:lnTo>
                    <a:lnTo>
                      <a:pt x="852" y="0"/>
                    </a:lnTo>
                    <a:lnTo>
                      <a:pt x="837" y="0"/>
                    </a:lnTo>
                    <a:lnTo>
                      <a:pt x="822" y="0"/>
                    </a:lnTo>
                    <a:lnTo>
                      <a:pt x="809" y="2"/>
                    </a:lnTo>
                    <a:lnTo>
                      <a:pt x="794" y="5"/>
                    </a:lnTo>
                    <a:lnTo>
                      <a:pt x="779" y="8"/>
                    </a:lnTo>
                    <a:lnTo>
                      <a:pt x="764" y="11"/>
                    </a:lnTo>
                    <a:lnTo>
                      <a:pt x="748" y="18"/>
                    </a:lnTo>
                    <a:lnTo>
                      <a:pt x="735" y="23"/>
                    </a:lnTo>
                    <a:lnTo>
                      <a:pt x="720" y="31"/>
                    </a:lnTo>
                    <a:lnTo>
                      <a:pt x="707" y="39"/>
                    </a:lnTo>
                    <a:lnTo>
                      <a:pt x="692" y="49"/>
                    </a:lnTo>
                    <a:lnTo>
                      <a:pt x="682" y="57"/>
                    </a:lnTo>
                    <a:lnTo>
                      <a:pt x="670" y="65"/>
                    </a:lnTo>
                    <a:lnTo>
                      <a:pt x="660" y="75"/>
                    </a:lnTo>
                    <a:lnTo>
                      <a:pt x="650" y="84"/>
                    </a:lnTo>
                    <a:lnTo>
                      <a:pt x="636" y="73"/>
                    </a:lnTo>
                    <a:lnTo>
                      <a:pt x="625" y="62"/>
                    </a:lnTo>
                    <a:lnTo>
                      <a:pt x="611" y="52"/>
                    </a:lnTo>
                    <a:lnTo>
                      <a:pt x="598" y="42"/>
                    </a:lnTo>
                    <a:lnTo>
                      <a:pt x="584" y="34"/>
                    </a:lnTo>
                    <a:lnTo>
                      <a:pt x="569" y="26"/>
                    </a:lnTo>
                    <a:lnTo>
                      <a:pt x="556" y="19"/>
                    </a:lnTo>
                    <a:lnTo>
                      <a:pt x="541" y="15"/>
                    </a:lnTo>
                    <a:lnTo>
                      <a:pt x="528" y="10"/>
                    </a:lnTo>
                    <a:lnTo>
                      <a:pt x="513" y="6"/>
                    </a:lnTo>
                    <a:lnTo>
                      <a:pt x="497" y="3"/>
                    </a:lnTo>
                    <a:lnTo>
                      <a:pt x="484" y="2"/>
                    </a:lnTo>
                    <a:lnTo>
                      <a:pt x="469" y="0"/>
                    </a:lnTo>
                    <a:lnTo>
                      <a:pt x="454" y="0"/>
                    </a:lnTo>
                    <a:lnTo>
                      <a:pt x="439" y="0"/>
                    </a:lnTo>
                    <a:lnTo>
                      <a:pt x="426" y="2"/>
                    </a:lnTo>
                    <a:lnTo>
                      <a:pt x="410" y="5"/>
                    </a:lnTo>
                    <a:lnTo>
                      <a:pt x="395" y="8"/>
                    </a:lnTo>
                    <a:lnTo>
                      <a:pt x="382" y="11"/>
                    </a:lnTo>
                    <a:lnTo>
                      <a:pt x="367" y="18"/>
                    </a:lnTo>
                    <a:lnTo>
                      <a:pt x="354" y="23"/>
                    </a:lnTo>
                    <a:lnTo>
                      <a:pt x="340" y="31"/>
                    </a:lnTo>
                    <a:lnTo>
                      <a:pt x="327" y="37"/>
                    </a:lnTo>
                    <a:lnTo>
                      <a:pt x="313" y="47"/>
                    </a:lnTo>
                    <a:lnTo>
                      <a:pt x="300" y="55"/>
                    </a:lnTo>
                    <a:lnTo>
                      <a:pt x="287" y="67"/>
                    </a:lnTo>
                    <a:lnTo>
                      <a:pt x="275" y="78"/>
                    </a:lnTo>
                    <a:lnTo>
                      <a:pt x="263" y="89"/>
                    </a:lnTo>
                    <a:lnTo>
                      <a:pt x="251" y="102"/>
                    </a:lnTo>
                    <a:lnTo>
                      <a:pt x="241" y="115"/>
                    </a:lnTo>
                    <a:lnTo>
                      <a:pt x="230" y="130"/>
                    </a:lnTo>
                    <a:lnTo>
                      <a:pt x="220" y="146"/>
                    </a:lnTo>
                    <a:lnTo>
                      <a:pt x="211" y="159"/>
                    </a:lnTo>
                    <a:lnTo>
                      <a:pt x="205" y="172"/>
                    </a:lnTo>
                    <a:lnTo>
                      <a:pt x="198" y="187"/>
                    </a:lnTo>
                    <a:lnTo>
                      <a:pt x="191" y="201"/>
                    </a:lnTo>
                    <a:lnTo>
                      <a:pt x="183" y="198"/>
                    </a:lnTo>
                    <a:lnTo>
                      <a:pt x="176" y="197"/>
                    </a:lnTo>
                    <a:lnTo>
                      <a:pt x="168" y="195"/>
                    </a:lnTo>
                    <a:lnTo>
                      <a:pt x="161" y="195"/>
                    </a:lnTo>
                    <a:lnTo>
                      <a:pt x="153" y="195"/>
                    </a:lnTo>
                    <a:lnTo>
                      <a:pt x="146" y="195"/>
                    </a:lnTo>
                    <a:lnTo>
                      <a:pt x="138" y="195"/>
                    </a:lnTo>
                    <a:lnTo>
                      <a:pt x="131" y="197"/>
                    </a:lnTo>
                    <a:lnTo>
                      <a:pt x="123" y="198"/>
                    </a:lnTo>
                    <a:lnTo>
                      <a:pt x="116" y="200"/>
                    </a:lnTo>
                    <a:lnTo>
                      <a:pt x="109" y="203"/>
                    </a:lnTo>
                    <a:lnTo>
                      <a:pt x="103" y="206"/>
                    </a:lnTo>
                    <a:lnTo>
                      <a:pt x="96" y="210"/>
                    </a:lnTo>
                    <a:lnTo>
                      <a:pt x="89" y="213"/>
                    </a:lnTo>
                    <a:lnTo>
                      <a:pt x="76" y="221"/>
                    </a:lnTo>
                    <a:lnTo>
                      <a:pt x="62" y="232"/>
                    </a:lnTo>
                    <a:lnTo>
                      <a:pt x="52" y="244"/>
                    </a:lnTo>
                    <a:lnTo>
                      <a:pt x="41" y="257"/>
                    </a:lnTo>
                    <a:lnTo>
                      <a:pt x="32" y="271"/>
                    </a:lnTo>
                    <a:lnTo>
                      <a:pt x="24" y="288"/>
                    </a:lnTo>
                    <a:lnTo>
                      <a:pt x="16" y="304"/>
                    </a:lnTo>
                    <a:lnTo>
                      <a:pt x="11" y="322"/>
                    </a:lnTo>
                    <a:lnTo>
                      <a:pt x="6" y="341"/>
                    </a:lnTo>
                    <a:lnTo>
                      <a:pt x="4" y="353"/>
                    </a:lnTo>
                    <a:lnTo>
                      <a:pt x="2" y="366"/>
                    </a:lnTo>
                    <a:lnTo>
                      <a:pt x="0" y="377"/>
                    </a:lnTo>
                    <a:lnTo>
                      <a:pt x="0" y="390"/>
                    </a:lnTo>
                    <a:lnTo>
                      <a:pt x="0" y="410"/>
                    </a:lnTo>
                    <a:lnTo>
                      <a:pt x="4" y="429"/>
                    </a:lnTo>
                    <a:lnTo>
                      <a:pt x="7" y="447"/>
                    </a:lnTo>
                    <a:lnTo>
                      <a:pt x="12" y="465"/>
                    </a:lnTo>
                    <a:lnTo>
                      <a:pt x="19" y="483"/>
                    </a:lnTo>
                    <a:lnTo>
                      <a:pt x="26" y="499"/>
                    </a:lnTo>
                    <a:lnTo>
                      <a:pt x="36" y="514"/>
                    </a:lnTo>
                    <a:lnTo>
                      <a:pt x="46" y="528"/>
                    </a:lnTo>
                    <a:lnTo>
                      <a:pt x="56" y="540"/>
                    </a:lnTo>
                    <a:lnTo>
                      <a:pt x="67" y="551"/>
                    </a:lnTo>
                    <a:lnTo>
                      <a:pt x="81" y="561"/>
                    </a:lnTo>
                    <a:lnTo>
                      <a:pt x="88" y="566"/>
                    </a:lnTo>
                    <a:lnTo>
                      <a:pt x="94" y="569"/>
                    </a:lnTo>
                    <a:lnTo>
                      <a:pt x="101" y="572"/>
                    </a:lnTo>
                    <a:lnTo>
                      <a:pt x="108" y="575"/>
                    </a:lnTo>
                    <a:lnTo>
                      <a:pt x="114" y="579"/>
                    </a:lnTo>
                    <a:lnTo>
                      <a:pt x="123" y="580"/>
                    </a:lnTo>
                    <a:lnTo>
                      <a:pt x="129" y="582"/>
                    </a:lnTo>
                    <a:lnTo>
                      <a:pt x="138" y="584"/>
                    </a:lnTo>
                    <a:lnTo>
                      <a:pt x="144" y="585"/>
                    </a:lnTo>
                    <a:lnTo>
                      <a:pt x="153" y="585"/>
                    </a:lnTo>
                    <a:lnTo>
                      <a:pt x="163" y="585"/>
                    </a:lnTo>
                    <a:lnTo>
                      <a:pt x="173" y="584"/>
                    </a:lnTo>
                    <a:lnTo>
                      <a:pt x="181" y="582"/>
                    </a:lnTo>
                    <a:lnTo>
                      <a:pt x="191" y="579"/>
                    </a:lnTo>
                    <a:close/>
                  </a:path>
                </a:pathLst>
              </a:custGeom>
              <a:solidFill>
                <a:srgbClr val="FFFFFF"/>
              </a:solidFill>
              <a:ln w="9525">
                <a:noFill/>
                <a:round/>
              </a:ln>
            </p:spPr>
            <p:txBody>
              <a:bodyPr vert="horz" wrap="square" lIns="91440" tIns="45720" rIns="91440" bIns="45720" numCol="1" anchor="t" anchorCtr="0" compatLnSpc="1"/>
              <a:lstStyle/>
              <a:p>
                <a:endParaRPr lang="zh-CN" altLang="en-US" sz="1400"/>
              </a:p>
            </p:txBody>
          </p:sp>
          <p:sp>
            <p:nvSpPr>
              <p:cNvPr id="238149" name="任意多边形 12117"/>
              <p:cNvSpPr/>
              <p:nvPr/>
            </p:nvSpPr>
            <p:spPr bwMode="auto">
              <a:xfrm>
                <a:off x="1708" y="1886"/>
                <a:ext cx="1299" cy="780"/>
              </a:xfrm>
              <a:custGeom>
                <a:avLst/>
                <a:gdLst/>
                <a:ahLst/>
                <a:cxnLst>
                  <a:cxn ang="0">
                    <a:pos x="216" y="629"/>
                  </a:cxn>
                  <a:cxn ang="0">
                    <a:pos x="258" y="684"/>
                  </a:cxn>
                  <a:cxn ang="0">
                    <a:pos x="307" y="728"/>
                  </a:cxn>
                  <a:cxn ang="0">
                    <a:pos x="360" y="759"/>
                  </a:cxn>
                  <a:cxn ang="0">
                    <a:pos x="417" y="777"/>
                  </a:cxn>
                  <a:cxn ang="0">
                    <a:pos x="476" y="779"/>
                  </a:cxn>
                  <a:cxn ang="0">
                    <a:pos x="534" y="767"/>
                  </a:cxn>
                  <a:cxn ang="0">
                    <a:pos x="593" y="740"/>
                  </a:cxn>
                  <a:cxn ang="0">
                    <a:pos x="640" y="704"/>
                  </a:cxn>
                  <a:cxn ang="0">
                    <a:pos x="688" y="728"/>
                  </a:cxn>
                  <a:cxn ang="0">
                    <a:pos x="743" y="759"/>
                  </a:cxn>
                  <a:cxn ang="0">
                    <a:pos x="800" y="777"/>
                  </a:cxn>
                  <a:cxn ang="0">
                    <a:pos x="859" y="779"/>
                  </a:cxn>
                  <a:cxn ang="0">
                    <a:pos x="917" y="767"/>
                  </a:cxn>
                  <a:cxn ang="0">
                    <a:pos x="973" y="741"/>
                  </a:cxn>
                  <a:cxn ang="0">
                    <a:pos x="1023" y="702"/>
                  </a:cxn>
                  <a:cxn ang="0">
                    <a:pos x="1068" y="649"/>
                  </a:cxn>
                  <a:cxn ang="0">
                    <a:pos x="1102" y="593"/>
                  </a:cxn>
                  <a:cxn ang="0">
                    <a:pos x="1130" y="584"/>
                  </a:cxn>
                  <a:cxn ang="0">
                    <a:pos x="1160" y="584"/>
                  </a:cxn>
                  <a:cxn ang="0">
                    <a:pos x="1190" y="577"/>
                  </a:cxn>
                  <a:cxn ang="0">
                    <a:pos x="1224" y="558"/>
                  </a:cxn>
                  <a:cxn ang="0">
                    <a:pos x="1267" y="509"/>
                  </a:cxn>
                  <a:cxn ang="0">
                    <a:pos x="1294" y="439"/>
                  </a:cxn>
                  <a:cxn ang="0">
                    <a:pos x="1299" y="390"/>
                  </a:cxn>
                  <a:cxn ang="0">
                    <a:pos x="1286" y="314"/>
                  </a:cxn>
                  <a:cxn ang="0">
                    <a:pos x="1254" y="252"/>
                  </a:cxn>
                  <a:cxn ang="0">
                    <a:pos x="1212" y="214"/>
                  </a:cxn>
                  <a:cxn ang="0">
                    <a:pos x="1184" y="201"/>
                  </a:cxn>
                  <a:cxn ang="0">
                    <a:pos x="1153" y="195"/>
                  </a:cxn>
                  <a:cxn ang="0">
                    <a:pos x="1117" y="198"/>
                  </a:cxn>
                  <a:cxn ang="0">
                    <a:pos x="1081" y="151"/>
                  </a:cxn>
                  <a:cxn ang="0">
                    <a:pos x="1040" y="94"/>
                  </a:cxn>
                  <a:cxn ang="0">
                    <a:pos x="993" y="52"/>
                  </a:cxn>
                  <a:cxn ang="0">
                    <a:pos x="939" y="21"/>
                  </a:cxn>
                  <a:cxn ang="0">
                    <a:pos x="882" y="3"/>
                  </a:cxn>
                  <a:cxn ang="0">
                    <a:pos x="822" y="0"/>
                  </a:cxn>
                  <a:cxn ang="0">
                    <a:pos x="764" y="11"/>
                  </a:cxn>
                  <a:cxn ang="0">
                    <a:pos x="707" y="39"/>
                  </a:cxn>
                  <a:cxn ang="0">
                    <a:pos x="660" y="75"/>
                  </a:cxn>
                  <a:cxn ang="0">
                    <a:pos x="611" y="52"/>
                  </a:cxn>
                  <a:cxn ang="0">
                    <a:pos x="556" y="19"/>
                  </a:cxn>
                  <a:cxn ang="0">
                    <a:pos x="497" y="3"/>
                  </a:cxn>
                  <a:cxn ang="0">
                    <a:pos x="439" y="0"/>
                  </a:cxn>
                  <a:cxn ang="0">
                    <a:pos x="382" y="11"/>
                  </a:cxn>
                  <a:cxn ang="0">
                    <a:pos x="327" y="37"/>
                  </a:cxn>
                  <a:cxn ang="0">
                    <a:pos x="275" y="78"/>
                  </a:cxn>
                  <a:cxn ang="0">
                    <a:pos x="230" y="130"/>
                  </a:cxn>
                  <a:cxn ang="0">
                    <a:pos x="198" y="187"/>
                  </a:cxn>
                  <a:cxn ang="0">
                    <a:pos x="168" y="195"/>
                  </a:cxn>
                  <a:cxn ang="0">
                    <a:pos x="138" y="195"/>
                  </a:cxn>
                  <a:cxn ang="0">
                    <a:pos x="109" y="203"/>
                  </a:cxn>
                  <a:cxn ang="0">
                    <a:pos x="76" y="221"/>
                  </a:cxn>
                  <a:cxn ang="0">
                    <a:pos x="32" y="271"/>
                  </a:cxn>
                  <a:cxn ang="0">
                    <a:pos x="6" y="341"/>
                  </a:cxn>
                  <a:cxn ang="0">
                    <a:pos x="0" y="390"/>
                  </a:cxn>
                  <a:cxn ang="0">
                    <a:pos x="12" y="465"/>
                  </a:cxn>
                  <a:cxn ang="0">
                    <a:pos x="46" y="528"/>
                  </a:cxn>
                  <a:cxn ang="0">
                    <a:pos x="88" y="566"/>
                  </a:cxn>
                  <a:cxn ang="0">
                    <a:pos x="114" y="579"/>
                  </a:cxn>
                  <a:cxn ang="0">
                    <a:pos x="144" y="585"/>
                  </a:cxn>
                  <a:cxn ang="0">
                    <a:pos x="181" y="582"/>
                  </a:cxn>
                </a:cxnLst>
                <a:rect l="0" t="0" r="r" b="b"/>
                <a:pathLst>
                  <a:path w="1299" h="780">
                    <a:moveTo>
                      <a:pt x="191" y="579"/>
                    </a:moveTo>
                    <a:lnTo>
                      <a:pt x="200" y="597"/>
                    </a:lnTo>
                    <a:lnTo>
                      <a:pt x="208" y="613"/>
                    </a:lnTo>
                    <a:lnTo>
                      <a:pt x="216" y="629"/>
                    </a:lnTo>
                    <a:lnTo>
                      <a:pt x="226" y="644"/>
                    </a:lnTo>
                    <a:lnTo>
                      <a:pt x="236" y="658"/>
                    </a:lnTo>
                    <a:lnTo>
                      <a:pt x="246" y="671"/>
                    </a:lnTo>
                    <a:lnTo>
                      <a:pt x="258" y="684"/>
                    </a:lnTo>
                    <a:lnTo>
                      <a:pt x="270" y="697"/>
                    </a:lnTo>
                    <a:lnTo>
                      <a:pt x="282" y="709"/>
                    </a:lnTo>
                    <a:lnTo>
                      <a:pt x="293" y="718"/>
                    </a:lnTo>
                    <a:lnTo>
                      <a:pt x="307" y="728"/>
                    </a:lnTo>
                    <a:lnTo>
                      <a:pt x="320" y="738"/>
                    </a:lnTo>
                    <a:lnTo>
                      <a:pt x="333" y="744"/>
                    </a:lnTo>
                    <a:lnTo>
                      <a:pt x="347" y="753"/>
                    </a:lnTo>
                    <a:lnTo>
                      <a:pt x="360" y="759"/>
                    </a:lnTo>
                    <a:lnTo>
                      <a:pt x="374" y="764"/>
                    </a:lnTo>
                    <a:lnTo>
                      <a:pt x="389" y="769"/>
                    </a:lnTo>
                    <a:lnTo>
                      <a:pt x="402" y="774"/>
                    </a:lnTo>
                    <a:lnTo>
                      <a:pt x="417" y="777"/>
                    </a:lnTo>
                    <a:lnTo>
                      <a:pt x="432" y="779"/>
                    </a:lnTo>
                    <a:lnTo>
                      <a:pt x="446" y="780"/>
                    </a:lnTo>
                    <a:lnTo>
                      <a:pt x="461" y="780"/>
                    </a:lnTo>
                    <a:lnTo>
                      <a:pt x="476" y="779"/>
                    </a:lnTo>
                    <a:lnTo>
                      <a:pt x="491" y="777"/>
                    </a:lnTo>
                    <a:lnTo>
                      <a:pt x="506" y="775"/>
                    </a:lnTo>
                    <a:lnTo>
                      <a:pt x="521" y="772"/>
                    </a:lnTo>
                    <a:lnTo>
                      <a:pt x="534" y="767"/>
                    </a:lnTo>
                    <a:lnTo>
                      <a:pt x="549" y="762"/>
                    </a:lnTo>
                    <a:lnTo>
                      <a:pt x="564" y="756"/>
                    </a:lnTo>
                    <a:lnTo>
                      <a:pt x="578" y="749"/>
                    </a:lnTo>
                    <a:lnTo>
                      <a:pt x="593" y="740"/>
                    </a:lnTo>
                    <a:lnTo>
                      <a:pt x="606" y="731"/>
                    </a:lnTo>
                    <a:lnTo>
                      <a:pt x="618" y="723"/>
                    </a:lnTo>
                    <a:lnTo>
                      <a:pt x="628" y="714"/>
                    </a:lnTo>
                    <a:lnTo>
                      <a:pt x="640" y="704"/>
                    </a:lnTo>
                    <a:lnTo>
                      <a:pt x="650" y="694"/>
                    </a:lnTo>
                    <a:lnTo>
                      <a:pt x="661" y="707"/>
                    </a:lnTo>
                    <a:lnTo>
                      <a:pt x="675" y="717"/>
                    </a:lnTo>
                    <a:lnTo>
                      <a:pt x="688" y="728"/>
                    </a:lnTo>
                    <a:lnTo>
                      <a:pt x="702" y="738"/>
                    </a:lnTo>
                    <a:lnTo>
                      <a:pt x="715" y="746"/>
                    </a:lnTo>
                    <a:lnTo>
                      <a:pt x="728" y="753"/>
                    </a:lnTo>
                    <a:lnTo>
                      <a:pt x="743" y="759"/>
                    </a:lnTo>
                    <a:lnTo>
                      <a:pt x="757" y="766"/>
                    </a:lnTo>
                    <a:lnTo>
                      <a:pt x="772" y="770"/>
                    </a:lnTo>
                    <a:lnTo>
                      <a:pt x="785" y="774"/>
                    </a:lnTo>
                    <a:lnTo>
                      <a:pt x="800" y="777"/>
                    </a:lnTo>
                    <a:lnTo>
                      <a:pt x="815" y="779"/>
                    </a:lnTo>
                    <a:lnTo>
                      <a:pt x="830" y="780"/>
                    </a:lnTo>
                    <a:lnTo>
                      <a:pt x="844" y="780"/>
                    </a:lnTo>
                    <a:lnTo>
                      <a:pt x="859" y="779"/>
                    </a:lnTo>
                    <a:lnTo>
                      <a:pt x="874" y="777"/>
                    </a:lnTo>
                    <a:lnTo>
                      <a:pt x="889" y="775"/>
                    </a:lnTo>
                    <a:lnTo>
                      <a:pt x="902" y="772"/>
                    </a:lnTo>
                    <a:lnTo>
                      <a:pt x="917" y="767"/>
                    </a:lnTo>
                    <a:lnTo>
                      <a:pt x="931" y="762"/>
                    </a:lnTo>
                    <a:lnTo>
                      <a:pt x="944" y="756"/>
                    </a:lnTo>
                    <a:lnTo>
                      <a:pt x="959" y="749"/>
                    </a:lnTo>
                    <a:lnTo>
                      <a:pt x="973" y="741"/>
                    </a:lnTo>
                    <a:lnTo>
                      <a:pt x="986" y="733"/>
                    </a:lnTo>
                    <a:lnTo>
                      <a:pt x="998" y="723"/>
                    </a:lnTo>
                    <a:lnTo>
                      <a:pt x="1011" y="714"/>
                    </a:lnTo>
                    <a:lnTo>
                      <a:pt x="1023" y="702"/>
                    </a:lnTo>
                    <a:lnTo>
                      <a:pt x="1035" y="689"/>
                    </a:lnTo>
                    <a:lnTo>
                      <a:pt x="1046" y="678"/>
                    </a:lnTo>
                    <a:lnTo>
                      <a:pt x="1058" y="663"/>
                    </a:lnTo>
                    <a:lnTo>
                      <a:pt x="1068" y="649"/>
                    </a:lnTo>
                    <a:lnTo>
                      <a:pt x="1078" y="634"/>
                    </a:lnTo>
                    <a:lnTo>
                      <a:pt x="1086" y="621"/>
                    </a:lnTo>
                    <a:lnTo>
                      <a:pt x="1093" y="606"/>
                    </a:lnTo>
                    <a:lnTo>
                      <a:pt x="1102" y="593"/>
                    </a:lnTo>
                    <a:lnTo>
                      <a:pt x="1108" y="579"/>
                    </a:lnTo>
                    <a:lnTo>
                      <a:pt x="1115" y="580"/>
                    </a:lnTo>
                    <a:lnTo>
                      <a:pt x="1123" y="582"/>
                    </a:lnTo>
                    <a:lnTo>
                      <a:pt x="1130" y="584"/>
                    </a:lnTo>
                    <a:lnTo>
                      <a:pt x="1138" y="585"/>
                    </a:lnTo>
                    <a:lnTo>
                      <a:pt x="1145" y="585"/>
                    </a:lnTo>
                    <a:lnTo>
                      <a:pt x="1153" y="585"/>
                    </a:lnTo>
                    <a:lnTo>
                      <a:pt x="1160" y="584"/>
                    </a:lnTo>
                    <a:lnTo>
                      <a:pt x="1168" y="584"/>
                    </a:lnTo>
                    <a:lnTo>
                      <a:pt x="1175" y="582"/>
                    </a:lnTo>
                    <a:lnTo>
                      <a:pt x="1182" y="579"/>
                    </a:lnTo>
                    <a:lnTo>
                      <a:pt x="1190" y="577"/>
                    </a:lnTo>
                    <a:lnTo>
                      <a:pt x="1197" y="574"/>
                    </a:lnTo>
                    <a:lnTo>
                      <a:pt x="1204" y="571"/>
                    </a:lnTo>
                    <a:lnTo>
                      <a:pt x="1210" y="566"/>
                    </a:lnTo>
                    <a:lnTo>
                      <a:pt x="1224" y="558"/>
                    </a:lnTo>
                    <a:lnTo>
                      <a:pt x="1235" y="548"/>
                    </a:lnTo>
                    <a:lnTo>
                      <a:pt x="1247" y="536"/>
                    </a:lnTo>
                    <a:lnTo>
                      <a:pt x="1257" y="523"/>
                    </a:lnTo>
                    <a:lnTo>
                      <a:pt x="1267" y="509"/>
                    </a:lnTo>
                    <a:lnTo>
                      <a:pt x="1276" y="492"/>
                    </a:lnTo>
                    <a:lnTo>
                      <a:pt x="1282" y="476"/>
                    </a:lnTo>
                    <a:lnTo>
                      <a:pt x="1289" y="457"/>
                    </a:lnTo>
                    <a:lnTo>
                      <a:pt x="1294" y="439"/>
                    </a:lnTo>
                    <a:lnTo>
                      <a:pt x="1296" y="426"/>
                    </a:lnTo>
                    <a:lnTo>
                      <a:pt x="1297" y="414"/>
                    </a:lnTo>
                    <a:lnTo>
                      <a:pt x="1297" y="401"/>
                    </a:lnTo>
                    <a:lnTo>
                      <a:pt x="1299" y="390"/>
                    </a:lnTo>
                    <a:lnTo>
                      <a:pt x="1297" y="369"/>
                    </a:lnTo>
                    <a:lnTo>
                      <a:pt x="1296" y="351"/>
                    </a:lnTo>
                    <a:lnTo>
                      <a:pt x="1292" y="332"/>
                    </a:lnTo>
                    <a:lnTo>
                      <a:pt x="1286" y="314"/>
                    </a:lnTo>
                    <a:lnTo>
                      <a:pt x="1281" y="297"/>
                    </a:lnTo>
                    <a:lnTo>
                      <a:pt x="1272" y="281"/>
                    </a:lnTo>
                    <a:lnTo>
                      <a:pt x="1264" y="265"/>
                    </a:lnTo>
                    <a:lnTo>
                      <a:pt x="1254" y="252"/>
                    </a:lnTo>
                    <a:lnTo>
                      <a:pt x="1242" y="239"/>
                    </a:lnTo>
                    <a:lnTo>
                      <a:pt x="1230" y="227"/>
                    </a:lnTo>
                    <a:lnTo>
                      <a:pt x="1219" y="218"/>
                    </a:lnTo>
                    <a:lnTo>
                      <a:pt x="1212" y="214"/>
                    </a:lnTo>
                    <a:lnTo>
                      <a:pt x="1205" y="210"/>
                    </a:lnTo>
                    <a:lnTo>
                      <a:pt x="1199" y="206"/>
                    </a:lnTo>
                    <a:lnTo>
                      <a:pt x="1190" y="203"/>
                    </a:lnTo>
                    <a:lnTo>
                      <a:pt x="1184" y="201"/>
                    </a:lnTo>
                    <a:lnTo>
                      <a:pt x="1177" y="198"/>
                    </a:lnTo>
                    <a:lnTo>
                      <a:pt x="1168" y="197"/>
                    </a:lnTo>
                    <a:lnTo>
                      <a:pt x="1162" y="195"/>
                    </a:lnTo>
                    <a:lnTo>
                      <a:pt x="1153" y="195"/>
                    </a:lnTo>
                    <a:lnTo>
                      <a:pt x="1145" y="195"/>
                    </a:lnTo>
                    <a:lnTo>
                      <a:pt x="1137" y="195"/>
                    </a:lnTo>
                    <a:lnTo>
                      <a:pt x="1127" y="197"/>
                    </a:lnTo>
                    <a:lnTo>
                      <a:pt x="1117" y="198"/>
                    </a:lnTo>
                    <a:lnTo>
                      <a:pt x="1108" y="201"/>
                    </a:lnTo>
                    <a:lnTo>
                      <a:pt x="1100" y="184"/>
                    </a:lnTo>
                    <a:lnTo>
                      <a:pt x="1092" y="167"/>
                    </a:lnTo>
                    <a:lnTo>
                      <a:pt x="1081" y="151"/>
                    </a:lnTo>
                    <a:lnTo>
                      <a:pt x="1071" y="136"/>
                    </a:lnTo>
                    <a:lnTo>
                      <a:pt x="1061" y="122"/>
                    </a:lnTo>
                    <a:lnTo>
                      <a:pt x="1051" y="107"/>
                    </a:lnTo>
                    <a:lnTo>
                      <a:pt x="1040" y="94"/>
                    </a:lnTo>
                    <a:lnTo>
                      <a:pt x="1030" y="83"/>
                    </a:lnTo>
                    <a:lnTo>
                      <a:pt x="1016" y="71"/>
                    </a:lnTo>
                    <a:lnTo>
                      <a:pt x="1004" y="62"/>
                    </a:lnTo>
                    <a:lnTo>
                      <a:pt x="993" y="52"/>
                    </a:lnTo>
                    <a:lnTo>
                      <a:pt x="979" y="42"/>
                    </a:lnTo>
                    <a:lnTo>
                      <a:pt x="966" y="34"/>
                    </a:lnTo>
                    <a:lnTo>
                      <a:pt x="953" y="28"/>
                    </a:lnTo>
                    <a:lnTo>
                      <a:pt x="939" y="21"/>
                    </a:lnTo>
                    <a:lnTo>
                      <a:pt x="924" y="15"/>
                    </a:lnTo>
                    <a:lnTo>
                      <a:pt x="911" y="10"/>
                    </a:lnTo>
                    <a:lnTo>
                      <a:pt x="896" y="6"/>
                    </a:lnTo>
                    <a:lnTo>
                      <a:pt x="882" y="3"/>
                    </a:lnTo>
                    <a:lnTo>
                      <a:pt x="867" y="2"/>
                    </a:lnTo>
                    <a:lnTo>
                      <a:pt x="852" y="0"/>
                    </a:lnTo>
                    <a:lnTo>
                      <a:pt x="837" y="0"/>
                    </a:lnTo>
                    <a:lnTo>
                      <a:pt x="822" y="0"/>
                    </a:lnTo>
                    <a:lnTo>
                      <a:pt x="809" y="2"/>
                    </a:lnTo>
                    <a:lnTo>
                      <a:pt x="794" y="5"/>
                    </a:lnTo>
                    <a:lnTo>
                      <a:pt x="779" y="8"/>
                    </a:lnTo>
                    <a:lnTo>
                      <a:pt x="764" y="11"/>
                    </a:lnTo>
                    <a:lnTo>
                      <a:pt x="748" y="18"/>
                    </a:lnTo>
                    <a:lnTo>
                      <a:pt x="735" y="23"/>
                    </a:lnTo>
                    <a:lnTo>
                      <a:pt x="720" y="31"/>
                    </a:lnTo>
                    <a:lnTo>
                      <a:pt x="707" y="39"/>
                    </a:lnTo>
                    <a:lnTo>
                      <a:pt x="692" y="49"/>
                    </a:lnTo>
                    <a:lnTo>
                      <a:pt x="682" y="57"/>
                    </a:lnTo>
                    <a:lnTo>
                      <a:pt x="670" y="65"/>
                    </a:lnTo>
                    <a:lnTo>
                      <a:pt x="660" y="75"/>
                    </a:lnTo>
                    <a:lnTo>
                      <a:pt x="650" y="84"/>
                    </a:lnTo>
                    <a:lnTo>
                      <a:pt x="636" y="73"/>
                    </a:lnTo>
                    <a:lnTo>
                      <a:pt x="625" y="62"/>
                    </a:lnTo>
                    <a:lnTo>
                      <a:pt x="611" y="52"/>
                    </a:lnTo>
                    <a:lnTo>
                      <a:pt x="598" y="42"/>
                    </a:lnTo>
                    <a:lnTo>
                      <a:pt x="584" y="34"/>
                    </a:lnTo>
                    <a:lnTo>
                      <a:pt x="569" y="26"/>
                    </a:lnTo>
                    <a:lnTo>
                      <a:pt x="556" y="19"/>
                    </a:lnTo>
                    <a:lnTo>
                      <a:pt x="541" y="15"/>
                    </a:lnTo>
                    <a:lnTo>
                      <a:pt x="528" y="10"/>
                    </a:lnTo>
                    <a:lnTo>
                      <a:pt x="513" y="6"/>
                    </a:lnTo>
                    <a:lnTo>
                      <a:pt x="497" y="3"/>
                    </a:lnTo>
                    <a:lnTo>
                      <a:pt x="484" y="2"/>
                    </a:lnTo>
                    <a:lnTo>
                      <a:pt x="469" y="0"/>
                    </a:lnTo>
                    <a:lnTo>
                      <a:pt x="454" y="0"/>
                    </a:lnTo>
                    <a:lnTo>
                      <a:pt x="439" y="0"/>
                    </a:lnTo>
                    <a:lnTo>
                      <a:pt x="426" y="2"/>
                    </a:lnTo>
                    <a:lnTo>
                      <a:pt x="410" y="5"/>
                    </a:lnTo>
                    <a:lnTo>
                      <a:pt x="395" y="8"/>
                    </a:lnTo>
                    <a:lnTo>
                      <a:pt x="382" y="11"/>
                    </a:lnTo>
                    <a:lnTo>
                      <a:pt x="367" y="18"/>
                    </a:lnTo>
                    <a:lnTo>
                      <a:pt x="354" y="23"/>
                    </a:lnTo>
                    <a:lnTo>
                      <a:pt x="340" y="31"/>
                    </a:lnTo>
                    <a:lnTo>
                      <a:pt x="327" y="37"/>
                    </a:lnTo>
                    <a:lnTo>
                      <a:pt x="313" y="47"/>
                    </a:lnTo>
                    <a:lnTo>
                      <a:pt x="300" y="55"/>
                    </a:lnTo>
                    <a:lnTo>
                      <a:pt x="287" y="67"/>
                    </a:lnTo>
                    <a:lnTo>
                      <a:pt x="275" y="78"/>
                    </a:lnTo>
                    <a:lnTo>
                      <a:pt x="263" y="89"/>
                    </a:lnTo>
                    <a:lnTo>
                      <a:pt x="251" y="102"/>
                    </a:lnTo>
                    <a:lnTo>
                      <a:pt x="241" y="115"/>
                    </a:lnTo>
                    <a:lnTo>
                      <a:pt x="230" y="130"/>
                    </a:lnTo>
                    <a:lnTo>
                      <a:pt x="220" y="146"/>
                    </a:lnTo>
                    <a:lnTo>
                      <a:pt x="211" y="159"/>
                    </a:lnTo>
                    <a:lnTo>
                      <a:pt x="205" y="172"/>
                    </a:lnTo>
                    <a:lnTo>
                      <a:pt x="198" y="187"/>
                    </a:lnTo>
                    <a:lnTo>
                      <a:pt x="191" y="201"/>
                    </a:lnTo>
                    <a:lnTo>
                      <a:pt x="183" y="198"/>
                    </a:lnTo>
                    <a:lnTo>
                      <a:pt x="176" y="197"/>
                    </a:lnTo>
                    <a:lnTo>
                      <a:pt x="168" y="195"/>
                    </a:lnTo>
                    <a:lnTo>
                      <a:pt x="161" y="195"/>
                    </a:lnTo>
                    <a:lnTo>
                      <a:pt x="153" y="195"/>
                    </a:lnTo>
                    <a:lnTo>
                      <a:pt x="146" y="195"/>
                    </a:lnTo>
                    <a:lnTo>
                      <a:pt x="138" y="195"/>
                    </a:lnTo>
                    <a:lnTo>
                      <a:pt x="131" y="197"/>
                    </a:lnTo>
                    <a:lnTo>
                      <a:pt x="123" y="198"/>
                    </a:lnTo>
                    <a:lnTo>
                      <a:pt x="116" y="200"/>
                    </a:lnTo>
                    <a:lnTo>
                      <a:pt x="109" y="203"/>
                    </a:lnTo>
                    <a:lnTo>
                      <a:pt x="103" y="206"/>
                    </a:lnTo>
                    <a:lnTo>
                      <a:pt x="96" y="210"/>
                    </a:lnTo>
                    <a:lnTo>
                      <a:pt x="89" y="213"/>
                    </a:lnTo>
                    <a:lnTo>
                      <a:pt x="76" y="221"/>
                    </a:lnTo>
                    <a:lnTo>
                      <a:pt x="62" y="232"/>
                    </a:lnTo>
                    <a:lnTo>
                      <a:pt x="52" y="244"/>
                    </a:lnTo>
                    <a:lnTo>
                      <a:pt x="41" y="257"/>
                    </a:lnTo>
                    <a:lnTo>
                      <a:pt x="32" y="271"/>
                    </a:lnTo>
                    <a:lnTo>
                      <a:pt x="24" y="288"/>
                    </a:lnTo>
                    <a:lnTo>
                      <a:pt x="16" y="304"/>
                    </a:lnTo>
                    <a:lnTo>
                      <a:pt x="11" y="322"/>
                    </a:lnTo>
                    <a:lnTo>
                      <a:pt x="6" y="341"/>
                    </a:lnTo>
                    <a:lnTo>
                      <a:pt x="4" y="353"/>
                    </a:lnTo>
                    <a:lnTo>
                      <a:pt x="2" y="366"/>
                    </a:lnTo>
                    <a:lnTo>
                      <a:pt x="0" y="377"/>
                    </a:lnTo>
                    <a:lnTo>
                      <a:pt x="0" y="390"/>
                    </a:lnTo>
                    <a:lnTo>
                      <a:pt x="0" y="410"/>
                    </a:lnTo>
                    <a:lnTo>
                      <a:pt x="4" y="429"/>
                    </a:lnTo>
                    <a:lnTo>
                      <a:pt x="7" y="447"/>
                    </a:lnTo>
                    <a:lnTo>
                      <a:pt x="12" y="465"/>
                    </a:lnTo>
                    <a:lnTo>
                      <a:pt x="19" y="483"/>
                    </a:lnTo>
                    <a:lnTo>
                      <a:pt x="26" y="499"/>
                    </a:lnTo>
                    <a:lnTo>
                      <a:pt x="36" y="514"/>
                    </a:lnTo>
                    <a:lnTo>
                      <a:pt x="46" y="528"/>
                    </a:lnTo>
                    <a:lnTo>
                      <a:pt x="56" y="540"/>
                    </a:lnTo>
                    <a:lnTo>
                      <a:pt x="67" y="551"/>
                    </a:lnTo>
                    <a:lnTo>
                      <a:pt x="81" y="561"/>
                    </a:lnTo>
                    <a:lnTo>
                      <a:pt x="88" y="566"/>
                    </a:lnTo>
                    <a:lnTo>
                      <a:pt x="94" y="569"/>
                    </a:lnTo>
                    <a:lnTo>
                      <a:pt x="101" y="572"/>
                    </a:lnTo>
                    <a:lnTo>
                      <a:pt x="108" y="575"/>
                    </a:lnTo>
                    <a:lnTo>
                      <a:pt x="114" y="579"/>
                    </a:lnTo>
                    <a:lnTo>
                      <a:pt x="123" y="580"/>
                    </a:lnTo>
                    <a:lnTo>
                      <a:pt x="129" y="582"/>
                    </a:lnTo>
                    <a:lnTo>
                      <a:pt x="138" y="584"/>
                    </a:lnTo>
                    <a:lnTo>
                      <a:pt x="144" y="585"/>
                    </a:lnTo>
                    <a:lnTo>
                      <a:pt x="153" y="585"/>
                    </a:lnTo>
                    <a:lnTo>
                      <a:pt x="163" y="585"/>
                    </a:lnTo>
                    <a:lnTo>
                      <a:pt x="173" y="584"/>
                    </a:lnTo>
                    <a:lnTo>
                      <a:pt x="181" y="582"/>
                    </a:lnTo>
                    <a:lnTo>
                      <a:pt x="191" y="579"/>
                    </a:lnTo>
                  </a:path>
                </a:pathLst>
              </a:cu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8148" name="矩形 12118"/>
              <p:cNvSpPr>
                <a:spLocks noChangeArrowheads="1"/>
              </p:cNvSpPr>
              <p:nvPr/>
            </p:nvSpPr>
            <p:spPr bwMode="auto">
              <a:xfrm>
                <a:off x="1998" y="2036"/>
                <a:ext cx="706" cy="492"/>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Internet</a:t>
                </a:r>
                <a:endParaRPr kumimoji="0" lang="en-US" alt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Intranet</a:t>
                </a:r>
                <a:endParaRPr kumimoji="0" lang="en-US" alt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8147" name="直线 12119"/>
              <p:cNvSpPr>
                <a:spLocks noChangeShapeType="1"/>
              </p:cNvSpPr>
              <p:nvPr/>
            </p:nvSpPr>
            <p:spPr bwMode="auto">
              <a:xfrm flipH="1">
                <a:off x="1997" y="2666"/>
                <a:ext cx="170" cy="257"/>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8146" name="直线 12120"/>
              <p:cNvSpPr>
                <a:spLocks noChangeShapeType="1"/>
              </p:cNvSpPr>
              <p:nvPr/>
            </p:nvSpPr>
            <p:spPr bwMode="auto">
              <a:xfrm>
                <a:off x="3007" y="2276"/>
                <a:ext cx="1327" cy="618"/>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8145" name="矩形 12121"/>
              <p:cNvSpPr>
                <a:spLocks noChangeArrowheads="1"/>
              </p:cNvSpPr>
              <p:nvPr/>
            </p:nvSpPr>
            <p:spPr bwMode="auto">
              <a:xfrm>
                <a:off x="131" y="1223"/>
                <a:ext cx="1562" cy="2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数据库服务器</a:t>
                </a:r>
                <a:r>
                  <a:rPr kumimoji="0" lang="en-US" alt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1</a:t>
                </a:r>
                <a:endParaRPr kumimoji="0" lang="en-US" alt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nvGrpSpPr>
              <p:cNvPr id="237649" name="组合 12122"/>
              <p:cNvGrpSpPr/>
              <p:nvPr/>
            </p:nvGrpSpPr>
            <p:grpSpPr bwMode="auto">
              <a:xfrm>
                <a:off x="3660" y="29"/>
                <a:ext cx="1404" cy="1031"/>
                <a:chOff x="3660" y="29"/>
                <a:chExt cx="1404" cy="1031"/>
              </a:xfrm>
            </p:grpSpPr>
            <p:sp>
              <p:nvSpPr>
                <p:cNvPr id="238144" name="矩形 12123"/>
                <p:cNvSpPr>
                  <a:spLocks noChangeArrowheads="1"/>
                </p:cNvSpPr>
                <p:nvPr/>
              </p:nvSpPr>
              <p:spPr bwMode="auto">
                <a:xfrm>
                  <a:off x="3660" y="29"/>
                  <a:ext cx="490" cy="1031"/>
                </a:xfrm>
                <a:prstGeom prst="rect">
                  <a:avLst/>
                </a:prstGeom>
                <a:solidFill>
                  <a:srgbClr val="F2F2F2"/>
                </a:solidFill>
                <a:ln w="4">
                  <a:solidFill>
                    <a:srgbClr val="000000"/>
                  </a:solidFill>
                  <a:miter lim="800000"/>
                </a:ln>
              </p:spPr>
              <p:txBody>
                <a:bodyPr vert="horz" wrap="square" lIns="91440" tIns="45720" rIns="91440" bIns="45720" numCol="1" anchor="t" anchorCtr="0" compatLnSpc="1"/>
                <a:lstStyle/>
                <a:p>
                  <a:endParaRPr lang="zh-CN" altLang="en-US" sz="1400"/>
                </a:p>
              </p:txBody>
            </p:sp>
            <p:sp>
              <p:nvSpPr>
                <p:cNvPr id="238143" name="矩形 12124"/>
                <p:cNvSpPr>
                  <a:spLocks noChangeArrowheads="1"/>
                </p:cNvSpPr>
                <p:nvPr/>
              </p:nvSpPr>
              <p:spPr bwMode="auto">
                <a:xfrm>
                  <a:off x="3660" y="29"/>
                  <a:ext cx="490" cy="1031"/>
                </a:xfrm>
                <a:prstGeom prst="rect">
                  <a:avLst/>
                </a:prstGeom>
                <a:noFill/>
                <a:ln w="4">
                  <a:solidFill>
                    <a:srgbClr val="000000"/>
                  </a:solidFill>
                  <a:miter lim="800000"/>
                </a:ln>
              </p:spPr>
              <p:txBody>
                <a:bodyPr vert="horz" wrap="square" lIns="91440" tIns="45720" rIns="91440" bIns="45720" numCol="1" anchor="t" anchorCtr="0" compatLnSpc="1"/>
                <a:lstStyle/>
                <a:p>
                  <a:endParaRPr lang="zh-CN" altLang="en-US" sz="1400"/>
                </a:p>
              </p:txBody>
            </p:sp>
            <p:sp>
              <p:nvSpPr>
                <p:cNvPr id="238142" name="矩形 12125"/>
                <p:cNvSpPr>
                  <a:spLocks noChangeArrowheads="1"/>
                </p:cNvSpPr>
                <p:nvPr/>
              </p:nvSpPr>
              <p:spPr bwMode="auto">
                <a:xfrm>
                  <a:off x="3686" y="551"/>
                  <a:ext cx="387" cy="418"/>
                </a:xfrm>
                <a:prstGeom prst="rect">
                  <a:avLst/>
                </a:prstGeom>
                <a:noFill/>
                <a:ln w="4">
                  <a:solidFill>
                    <a:srgbClr val="7F7F7F"/>
                  </a:solidFill>
                  <a:miter lim="800000"/>
                </a:ln>
              </p:spPr>
              <p:txBody>
                <a:bodyPr vert="horz" wrap="square" lIns="91440" tIns="45720" rIns="91440" bIns="45720" numCol="1" anchor="t" anchorCtr="0" compatLnSpc="1"/>
                <a:lstStyle/>
                <a:p>
                  <a:endParaRPr lang="zh-CN" altLang="en-US" sz="1400"/>
                </a:p>
              </p:txBody>
            </p:sp>
            <p:sp>
              <p:nvSpPr>
                <p:cNvPr id="238141" name="任意多边形 12126"/>
                <p:cNvSpPr/>
                <p:nvPr/>
              </p:nvSpPr>
              <p:spPr bwMode="auto">
                <a:xfrm>
                  <a:off x="3690" y="80"/>
                  <a:ext cx="380" cy="362"/>
                </a:xfrm>
                <a:custGeom>
                  <a:avLst/>
                  <a:gdLst/>
                  <a:ahLst/>
                  <a:cxnLst>
                    <a:cxn ang="0">
                      <a:pos x="0" y="0"/>
                    </a:cxn>
                    <a:cxn ang="0">
                      <a:pos x="380" y="0"/>
                    </a:cxn>
                    <a:cxn ang="0">
                      <a:pos x="380" y="362"/>
                    </a:cxn>
                    <a:cxn ang="0">
                      <a:pos x="0" y="362"/>
                    </a:cxn>
                    <a:cxn ang="0">
                      <a:pos x="0" y="1"/>
                    </a:cxn>
                    <a:cxn ang="0">
                      <a:pos x="0" y="362"/>
                    </a:cxn>
                    <a:cxn ang="0">
                      <a:pos x="321" y="362"/>
                    </a:cxn>
                  </a:cxnLst>
                  <a:rect l="0" t="0" r="r" b="b"/>
                  <a:pathLst>
                    <a:path w="380" h="362">
                      <a:moveTo>
                        <a:pt x="0" y="0"/>
                      </a:moveTo>
                      <a:lnTo>
                        <a:pt x="380" y="0"/>
                      </a:lnTo>
                      <a:lnTo>
                        <a:pt x="380" y="362"/>
                      </a:lnTo>
                      <a:lnTo>
                        <a:pt x="0" y="362"/>
                      </a:lnTo>
                      <a:lnTo>
                        <a:pt x="0" y="1"/>
                      </a:lnTo>
                      <a:lnTo>
                        <a:pt x="0" y="362"/>
                      </a:lnTo>
                      <a:lnTo>
                        <a:pt x="321" y="362"/>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8140" name="直线 12127"/>
                <p:cNvSpPr>
                  <a:spLocks noChangeShapeType="1"/>
                </p:cNvSpPr>
                <p:nvPr/>
              </p:nvSpPr>
              <p:spPr bwMode="auto">
                <a:xfrm>
                  <a:off x="3686" y="325"/>
                  <a:ext cx="384" cy="1"/>
                </a:xfrm>
                <a:prstGeom prst="line">
                  <a:avLst/>
                </a:pr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8139" name="椭圆 12128"/>
                <p:cNvSpPr>
                  <a:spLocks noChangeArrowheads="1"/>
                </p:cNvSpPr>
                <p:nvPr/>
              </p:nvSpPr>
              <p:spPr bwMode="auto">
                <a:xfrm>
                  <a:off x="3809" y="884"/>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38" name="椭圆 12129"/>
                <p:cNvSpPr>
                  <a:spLocks noChangeArrowheads="1"/>
                </p:cNvSpPr>
                <p:nvPr/>
              </p:nvSpPr>
              <p:spPr bwMode="auto">
                <a:xfrm>
                  <a:off x="3809" y="884"/>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37" name="椭圆 12130"/>
                <p:cNvSpPr>
                  <a:spLocks noChangeArrowheads="1"/>
                </p:cNvSpPr>
                <p:nvPr/>
              </p:nvSpPr>
              <p:spPr bwMode="auto">
                <a:xfrm>
                  <a:off x="3842" y="884"/>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36" name="椭圆 12131"/>
                <p:cNvSpPr>
                  <a:spLocks noChangeArrowheads="1"/>
                </p:cNvSpPr>
                <p:nvPr/>
              </p:nvSpPr>
              <p:spPr bwMode="auto">
                <a:xfrm>
                  <a:off x="3842" y="884"/>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35" name="椭圆 12132"/>
                <p:cNvSpPr>
                  <a:spLocks noChangeArrowheads="1"/>
                </p:cNvSpPr>
                <p:nvPr/>
              </p:nvSpPr>
              <p:spPr bwMode="auto">
                <a:xfrm>
                  <a:off x="3875" y="884"/>
                  <a:ext cx="4"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34" name="椭圆 12133"/>
                <p:cNvSpPr>
                  <a:spLocks noChangeArrowheads="1"/>
                </p:cNvSpPr>
                <p:nvPr/>
              </p:nvSpPr>
              <p:spPr bwMode="auto">
                <a:xfrm>
                  <a:off x="3875" y="884"/>
                  <a:ext cx="4"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33" name="椭圆 12134"/>
                <p:cNvSpPr>
                  <a:spLocks noChangeArrowheads="1"/>
                </p:cNvSpPr>
                <p:nvPr/>
              </p:nvSpPr>
              <p:spPr bwMode="auto">
                <a:xfrm>
                  <a:off x="3912" y="884"/>
                  <a:ext cx="4"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32" name="椭圆 12135"/>
                <p:cNvSpPr>
                  <a:spLocks noChangeArrowheads="1"/>
                </p:cNvSpPr>
                <p:nvPr/>
              </p:nvSpPr>
              <p:spPr bwMode="auto">
                <a:xfrm>
                  <a:off x="3912" y="884"/>
                  <a:ext cx="4"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31" name="椭圆 12136"/>
                <p:cNvSpPr>
                  <a:spLocks noChangeArrowheads="1"/>
                </p:cNvSpPr>
                <p:nvPr/>
              </p:nvSpPr>
              <p:spPr bwMode="auto">
                <a:xfrm>
                  <a:off x="3809" y="912"/>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30" name="椭圆 12137"/>
                <p:cNvSpPr>
                  <a:spLocks noChangeArrowheads="1"/>
                </p:cNvSpPr>
                <p:nvPr/>
              </p:nvSpPr>
              <p:spPr bwMode="auto">
                <a:xfrm>
                  <a:off x="3809" y="912"/>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29" name="椭圆 12138"/>
                <p:cNvSpPr>
                  <a:spLocks noChangeArrowheads="1"/>
                </p:cNvSpPr>
                <p:nvPr/>
              </p:nvSpPr>
              <p:spPr bwMode="auto">
                <a:xfrm>
                  <a:off x="3842" y="912"/>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28" name="椭圆 12139"/>
                <p:cNvSpPr>
                  <a:spLocks noChangeArrowheads="1"/>
                </p:cNvSpPr>
                <p:nvPr/>
              </p:nvSpPr>
              <p:spPr bwMode="auto">
                <a:xfrm>
                  <a:off x="3842" y="912"/>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27" name="椭圆 12140"/>
                <p:cNvSpPr>
                  <a:spLocks noChangeArrowheads="1"/>
                </p:cNvSpPr>
                <p:nvPr/>
              </p:nvSpPr>
              <p:spPr bwMode="auto">
                <a:xfrm>
                  <a:off x="3875" y="912"/>
                  <a:ext cx="4"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26" name="椭圆 12141"/>
                <p:cNvSpPr>
                  <a:spLocks noChangeArrowheads="1"/>
                </p:cNvSpPr>
                <p:nvPr/>
              </p:nvSpPr>
              <p:spPr bwMode="auto">
                <a:xfrm>
                  <a:off x="3875" y="912"/>
                  <a:ext cx="4"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25" name="椭圆 12142"/>
                <p:cNvSpPr>
                  <a:spLocks noChangeArrowheads="1"/>
                </p:cNvSpPr>
                <p:nvPr/>
              </p:nvSpPr>
              <p:spPr bwMode="auto">
                <a:xfrm>
                  <a:off x="3912" y="912"/>
                  <a:ext cx="4"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24" name="椭圆 12143"/>
                <p:cNvSpPr>
                  <a:spLocks noChangeArrowheads="1"/>
                </p:cNvSpPr>
                <p:nvPr/>
              </p:nvSpPr>
              <p:spPr bwMode="auto">
                <a:xfrm>
                  <a:off x="3912" y="912"/>
                  <a:ext cx="4"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23" name="椭圆 12144"/>
                <p:cNvSpPr>
                  <a:spLocks noChangeArrowheads="1"/>
                </p:cNvSpPr>
                <p:nvPr/>
              </p:nvSpPr>
              <p:spPr bwMode="auto">
                <a:xfrm>
                  <a:off x="3809" y="941"/>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22" name="椭圆 12145"/>
                <p:cNvSpPr>
                  <a:spLocks noChangeArrowheads="1"/>
                </p:cNvSpPr>
                <p:nvPr/>
              </p:nvSpPr>
              <p:spPr bwMode="auto">
                <a:xfrm>
                  <a:off x="3809" y="941"/>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21" name="椭圆 12146"/>
                <p:cNvSpPr>
                  <a:spLocks noChangeArrowheads="1"/>
                </p:cNvSpPr>
                <p:nvPr/>
              </p:nvSpPr>
              <p:spPr bwMode="auto">
                <a:xfrm>
                  <a:off x="3842" y="941"/>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20" name="椭圆 12147"/>
                <p:cNvSpPr>
                  <a:spLocks noChangeArrowheads="1"/>
                </p:cNvSpPr>
                <p:nvPr/>
              </p:nvSpPr>
              <p:spPr bwMode="auto">
                <a:xfrm>
                  <a:off x="3842" y="941"/>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19" name="椭圆 12148"/>
                <p:cNvSpPr>
                  <a:spLocks noChangeArrowheads="1"/>
                </p:cNvSpPr>
                <p:nvPr/>
              </p:nvSpPr>
              <p:spPr bwMode="auto">
                <a:xfrm>
                  <a:off x="3877" y="941"/>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18" name="椭圆 12149"/>
                <p:cNvSpPr>
                  <a:spLocks noChangeArrowheads="1"/>
                </p:cNvSpPr>
                <p:nvPr/>
              </p:nvSpPr>
              <p:spPr bwMode="auto">
                <a:xfrm>
                  <a:off x="3877" y="941"/>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17" name="椭圆 12150"/>
                <p:cNvSpPr>
                  <a:spLocks noChangeArrowheads="1"/>
                </p:cNvSpPr>
                <p:nvPr/>
              </p:nvSpPr>
              <p:spPr bwMode="auto">
                <a:xfrm>
                  <a:off x="3912" y="941"/>
                  <a:ext cx="4"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16" name="椭圆 12151"/>
                <p:cNvSpPr>
                  <a:spLocks noChangeArrowheads="1"/>
                </p:cNvSpPr>
                <p:nvPr/>
              </p:nvSpPr>
              <p:spPr bwMode="auto">
                <a:xfrm>
                  <a:off x="3912" y="941"/>
                  <a:ext cx="4"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15" name="椭圆 12152"/>
                <p:cNvSpPr>
                  <a:spLocks noChangeArrowheads="1"/>
                </p:cNvSpPr>
                <p:nvPr/>
              </p:nvSpPr>
              <p:spPr bwMode="auto">
                <a:xfrm>
                  <a:off x="3942" y="884"/>
                  <a:ext cx="5"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14" name="椭圆 12153"/>
                <p:cNvSpPr>
                  <a:spLocks noChangeArrowheads="1"/>
                </p:cNvSpPr>
                <p:nvPr/>
              </p:nvSpPr>
              <p:spPr bwMode="auto">
                <a:xfrm>
                  <a:off x="3942" y="884"/>
                  <a:ext cx="5"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13" name="椭圆 12154"/>
                <p:cNvSpPr>
                  <a:spLocks noChangeArrowheads="1"/>
                </p:cNvSpPr>
                <p:nvPr/>
              </p:nvSpPr>
              <p:spPr bwMode="auto">
                <a:xfrm>
                  <a:off x="3942" y="912"/>
                  <a:ext cx="5"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grpSp>
              <p:nvGrpSpPr>
                <p:cNvPr id="237912" name="组合 12155"/>
                <p:cNvGrpSpPr/>
                <p:nvPr/>
              </p:nvGrpSpPr>
              <p:grpSpPr bwMode="auto">
                <a:xfrm>
                  <a:off x="3686" y="109"/>
                  <a:ext cx="1378" cy="948"/>
                  <a:chOff x="3686" y="109"/>
                  <a:chExt cx="1378" cy="948"/>
                </a:xfrm>
              </p:grpSpPr>
              <p:sp>
                <p:nvSpPr>
                  <p:cNvPr id="238112" name="椭圆 12156"/>
                  <p:cNvSpPr>
                    <a:spLocks noChangeArrowheads="1"/>
                  </p:cNvSpPr>
                  <p:nvPr/>
                </p:nvSpPr>
                <p:spPr bwMode="auto">
                  <a:xfrm>
                    <a:off x="3942" y="907"/>
                    <a:ext cx="5"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11" name="椭圆 12157"/>
                  <p:cNvSpPr>
                    <a:spLocks noChangeArrowheads="1"/>
                  </p:cNvSpPr>
                  <p:nvPr/>
                </p:nvSpPr>
                <p:spPr bwMode="auto">
                  <a:xfrm>
                    <a:off x="3942" y="936"/>
                    <a:ext cx="5"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10" name="椭圆 12158"/>
                  <p:cNvSpPr>
                    <a:spLocks noChangeArrowheads="1"/>
                  </p:cNvSpPr>
                  <p:nvPr/>
                </p:nvSpPr>
                <p:spPr bwMode="auto">
                  <a:xfrm>
                    <a:off x="3942" y="936"/>
                    <a:ext cx="5"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09" name="直线 12159"/>
                  <p:cNvSpPr>
                    <a:spLocks noChangeShapeType="1"/>
                  </p:cNvSpPr>
                  <p:nvPr/>
                </p:nvSpPr>
                <p:spPr bwMode="auto">
                  <a:xfrm>
                    <a:off x="3750" y="964"/>
                    <a:ext cx="1" cy="89"/>
                  </a:xfrm>
                  <a:prstGeom prst="line">
                    <a:avLst/>
                  </a:prstGeom>
                  <a:noFill/>
                  <a:ln w="7">
                    <a:solidFill>
                      <a:srgbClr val="7F7F7F"/>
                    </a:solidFill>
                    <a:round/>
                  </a:ln>
                </p:spPr>
                <p:txBody>
                  <a:bodyPr vert="horz" wrap="square" lIns="91440" tIns="45720" rIns="91440" bIns="45720" numCol="1" anchor="t" anchorCtr="0" compatLnSpc="1"/>
                  <a:lstStyle/>
                  <a:p>
                    <a:endParaRPr lang="zh-CN" altLang="en-US" sz="1400"/>
                  </a:p>
                </p:txBody>
              </p:sp>
              <p:sp>
                <p:nvSpPr>
                  <p:cNvPr id="238108" name="矩形 12160"/>
                  <p:cNvSpPr>
                    <a:spLocks noChangeArrowheads="1"/>
                  </p:cNvSpPr>
                  <p:nvPr/>
                </p:nvSpPr>
                <p:spPr bwMode="auto">
                  <a:xfrm>
                    <a:off x="3686" y="454"/>
                    <a:ext cx="387" cy="56"/>
                  </a:xfrm>
                  <a:prstGeom prst="rect">
                    <a:avLst/>
                  </a:prstGeom>
                  <a:solidFill>
                    <a:srgbClr val="E5E5E5"/>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107" name="矩形 12161"/>
                  <p:cNvSpPr>
                    <a:spLocks noChangeArrowheads="1"/>
                  </p:cNvSpPr>
                  <p:nvPr/>
                </p:nvSpPr>
                <p:spPr bwMode="auto">
                  <a:xfrm>
                    <a:off x="3686" y="454"/>
                    <a:ext cx="387" cy="56"/>
                  </a:xfrm>
                  <a:prstGeom prst="rect">
                    <a:avLst/>
                  </a:prstGeom>
                  <a:noFill/>
                  <a:ln w="2">
                    <a:solidFill>
                      <a:srgbClr val="7F7F7F"/>
                    </a:solidFill>
                    <a:miter lim="800000"/>
                  </a:ln>
                </p:spPr>
                <p:txBody>
                  <a:bodyPr vert="horz" wrap="square" lIns="91440" tIns="45720" rIns="91440" bIns="45720" numCol="1" anchor="t" anchorCtr="0" compatLnSpc="1"/>
                  <a:lstStyle/>
                  <a:p>
                    <a:endParaRPr lang="zh-CN" altLang="en-US" sz="1400"/>
                  </a:p>
                </p:txBody>
              </p:sp>
              <p:sp>
                <p:nvSpPr>
                  <p:cNvPr id="238106" name="矩形 12162"/>
                  <p:cNvSpPr>
                    <a:spLocks noChangeArrowheads="1"/>
                  </p:cNvSpPr>
                  <p:nvPr/>
                </p:nvSpPr>
                <p:spPr bwMode="auto">
                  <a:xfrm>
                    <a:off x="3688" y="455"/>
                    <a:ext cx="198" cy="54"/>
                  </a:xfrm>
                  <a:prstGeom prst="rect">
                    <a:avLst/>
                  </a:prstGeom>
                  <a:solidFill>
                    <a:srgbClr val="E5E5E5"/>
                  </a:solidFill>
                  <a:ln w="3">
                    <a:solidFill>
                      <a:srgbClr val="000000"/>
                    </a:solidFill>
                    <a:miter lim="800000"/>
                  </a:ln>
                </p:spPr>
                <p:txBody>
                  <a:bodyPr vert="horz" wrap="square" lIns="91440" tIns="45720" rIns="91440" bIns="45720" numCol="1" anchor="t" anchorCtr="0" compatLnSpc="1"/>
                  <a:lstStyle/>
                  <a:p>
                    <a:endParaRPr lang="zh-CN" altLang="en-US" sz="1400"/>
                  </a:p>
                </p:txBody>
              </p:sp>
              <p:sp>
                <p:nvSpPr>
                  <p:cNvPr id="238105" name="矩形 12163"/>
                  <p:cNvSpPr>
                    <a:spLocks noChangeArrowheads="1"/>
                  </p:cNvSpPr>
                  <p:nvPr/>
                </p:nvSpPr>
                <p:spPr bwMode="auto">
                  <a:xfrm>
                    <a:off x="3688" y="455"/>
                    <a:ext cx="198" cy="54"/>
                  </a:xfrm>
                  <a:prstGeom prst="rect">
                    <a:avLst/>
                  </a:prstGeom>
                  <a:noFill/>
                  <a:ln w="3">
                    <a:solidFill>
                      <a:srgbClr val="7F7F7F"/>
                    </a:solidFill>
                    <a:miter lim="800000"/>
                  </a:ln>
                </p:spPr>
                <p:txBody>
                  <a:bodyPr vert="horz" wrap="square" lIns="91440" tIns="45720" rIns="91440" bIns="45720" numCol="1" anchor="t" anchorCtr="0" compatLnSpc="1"/>
                  <a:lstStyle/>
                  <a:p>
                    <a:endParaRPr lang="zh-CN" altLang="en-US" sz="1400"/>
                  </a:p>
                </p:txBody>
              </p:sp>
              <p:sp>
                <p:nvSpPr>
                  <p:cNvPr id="238104" name="矩形 12164"/>
                  <p:cNvSpPr>
                    <a:spLocks noChangeArrowheads="1"/>
                  </p:cNvSpPr>
                  <p:nvPr/>
                </p:nvSpPr>
                <p:spPr bwMode="auto">
                  <a:xfrm>
                    <a:off x="3696" y="473"/>
                    <a:ext cx="181" cy="7"/>
                  </a:xfrm>
                  <a:prstGeom prst="rect">
                    <a:avLst/>
                  </a:prstGeom>
                  <a:solidFill>
                    <a:srgbClr val="D8D8D8"/>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103" name="矩形 12165"/>
                  <p:cNvSpPr>
                    <a:spLocks noChangeArrowheads="1"/>
                  </p:cNvSpPr>
                  <p:nvPr/>
                </p:nvSpPr>
                <p:spPr bwMode="auto">
                  <a:xfrm>
                    <a:off x="3696" y="473"/>
                    <a:ext cx="181" cy="7"/>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102" name="矩形 12166"/>
                  <p:cNvSpPr>
                    <a:spLocks noChangeArrowheads="1"/>
                  </p:cNvSpPr>
                  <p:nvPr/>
                </p:nvSpPr>
                <p:spPr bwMode="auto">
                  <a:xfrm>
                    <a:off x="3757" y="478"/>
                    <a:ext cx="58" cy="10"/>
                  </a:xfrm>
                  <a:prstGeom prst="rect">
                    <a:avLst/>
                  </a:prstGeom>
                  <a:solidFill>
                    <a:srgbClr val="F2F2F2"/>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101" name="矩形 12167"/>
                  <p:cNvSpPr>
                    <a:spLocks noChangeArrowheads="1"/>
                  </p:cNvSpPr>
                  <p:nvPr/>
                </p:nvSpPr>
                <p:spPr bwMode="auto">
                  <a:xfrm>
                    <a:off x="3757" y="478"/>
                    <a:ext cx="58" cy="10"/>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100" name="任意多边形 12168"/>
                  <p:cNvSpPr/>
                  <p:nvPr/>
                </p:nvSpPr>
                <p:spPr bwMode="auto">
                  <a:xfrm>
                    <a:off x="3755" y="468"/>
                    <a:ext cx="64" cy="3"/>
                  </a:xfrm>
                  <a:custGeom>
                    <a:avLst/>
                    <a:gdLst/>
                    <a:ahLst/>
                    <a:cxnLst>
                      <a:cxn ang="0">
                        <a:pos x="60" y="0"/>
                      </a:cxn>
                      <a:cxn ang="0">
                        <a:pos x="2" y="0"/>
                      </a:cxn>
                      <a:cxn ang="0">
                        <a:pos x="0" y="3"/>
                      </a:cxn>
                      <a:cxn ang="0">
                        <a:pos x="64" y="3"/>
                      </a:cxn>
                      <a:cxn ang="0">
                        <a:pos x="60" y="0"/>
                      </a:cxn>
                    </a:cxnLst>
                    <a:rect l="0" t="0" r="r" b="b"/>
                    <a:pathLst>
                      <a:path w="64" h="3">
                        <a:moveTo>
                          <a:pt x="60" y="0"/>
                        </a:moveTo>
                        <a:lnTo>
                          <a:pt x="2" y="0"/>
                        </a:lnTo>
                        <a:lnTo>
                          <a:pt x="0" y="3"/>
                        </a:lnTo>
                        <a:lnTo>
                          <a:pt x="64" y="3"/>
                        </a:lnTo>
                        <a:lnTo>
                          <a:pt x="60" y="0"/>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099" name="任意多边形 12169"/>
                  <p:cNvSpPr/>
                  <p:nvPr/>
                </p:nvSpPr>
                <p:spPr bwMode="auto">
                  <a:xfrm>
                    <a:off x="3755" y="468"/>
                    <a:ext cx="64" cy="3"/>
                  </a:xfrm>
                  <a:custGeom>
                    <a:avLst/>
                    <a:gdLst/>
                    <a:ahLst/>
                    <a:cxnLst>
                      <a:cxn ang="0">
                        <a:pos x="60" y="0"/>
                      </a:cxn>
                      <a:cxn ang="0">
                        <a:pos x="2" y="0"/>
                      </a:cxn>
                      <a:cxn ang="0">
                        <a:pos x="0" y="3"/>
                      </a:cxn>
                      <a:cxn ang="0">
                        <a:pos x="64" y="3"/>
                      </a:cxn>
                      <a:cxn ang="0">
                        <a:pos x="60" y="0"/>
                      </a:cxn>
                    </a:cxnLst>
                    <a:rect l="0" t="0" r="r" b="b"/>
                    <a:pathLst>
                      <a:path w="64" h="3">
                        <a:moveTo>
                          <a:pt x="60" y="0"/>
                        </a:moveTo>
                        <a:lnTo>
                          <a:pt x="2" y="0"/>
                        </a:lnTo>
                        <a:lnTo>
                          <a:pt x="0" y="3"/>
                        </a:lnTo>
                        <a:lnTo>
                          <a:pt x="64" y="3"/>
                        </a:lnTo>
                        <a:lnTo>
                          <a:pt x="60"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98" name="任意多边形 12170"/>
                  <p:cNvSpPr/>
                  <p:nvPr/>
                </p:nvSpPr>
                <p:spPr bwMode="auto">
                  <a:xfrm>
                    <a:off x="3815" y="475"/>
                    <a:ext cx="62" cy="3"/>
                  </a:xfrm>
                  <a:custGeom>
                    <a:avLst/>
                    <a:gdLst/>
                    <a:ahLst/>
                    <a:cxnLst>
                      <a:cxn ang="0">
                        <a:pos x="60" y="0"/>
                      </a:cxn>
                      <a:cxn ang="0">
                        <a:pos x="2" y="0"/>
                      </a:cxn>
                      <a:cxn ang="0">
                        <a:pos x="0" y="3"/>
                      </a:cxn>
                      <a:cxn ang="0">
                        <a:pos x="62" y="3"/>
                      </a:cxn>
                      <a:cxn ang="0">
                        <a:pos x="60" y="0"/>
                      </a:cxn>
                    </a:cxnLst>
                    <a:rect l="0" t="0" r="r" b="b"/>
                    <a:pathLst>
                      <a:path w="62" h="3">
                        <a:moveTo>
                          <a:pt x="60" y="0"/>
                        </a:moveTo>
                        <a:lnTo>
                          <a:pt x="2" y="0"/>
                        </a:lnTo>
                        <a:lnTo>
                          <a:pt x="0" y="3"/>
                        </a:lnTo>
                        <a:lnTo>
                          <a:pt x="62" y="3"/>
                        </a:lnTo>
                        <a:lnTo>
                          <a:pt x="60" y="0"/>
                        </a:lnTo>
                        <a:close/>
                      </a:path>
                    </a:pathLst>
                  </a:custGeom>
                  <a:solidFill>
                    <a:srgbClr val="CCCCCC"/>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097" name="任意多边形 12171"/>
                  <p:cNvSpPr/>
                  <p:nvPr/>
                </p:nvSpPr>
                <p:spPr bwMode="auto">
                  <a:xfrm>
                    <a:off x="3815" y="475"/>
                    <a:ext cx="62" cy="3"/>
                  </a:xfrm>
                  <a:custGeom>
                    <a:avLst/>
                    <a:gdLst/>
                    <a:ahLst/>
                    <a:cxnLst>
                      <a:cxn ang="0">
                        <a:pos x="60" y="0"/>
                      </a:cxn>
                      <a:cxn ang="0">
                        <a:pos x="2" y="0"/>
                      </a:cxn>
                      <a:cxn ang="0">
                        <a:pos x="0" y="3"/>
                      </a:cxn>
                      <a:cxn ang="0">
                        <a:pos x="62" y="3"/>
                      </a:cxn>
                      <a:cxn ang="0">
                        <a:pos x="60" y="0"/>
                      </a:cxn>
                    </a:cxnLst>
                    <a:rect l="0" t="0" r="r" b="b"/>
                    <a:pathLst>
                      <a:path w="62" h="3">
                        <a:moveTo>
                          <a:pt x="60" y="0"/>
                        </a:moveTo>
                        <a:lnTo>
                          <a:pt x="2" y="0"/>
                        </a:lnTo>
                        <a:lnTo>
                          <a:pt x="0" y="3"/>
                        </a:lnTo>
                        <a:lnTo>
                          <a:pt x="62" y="3"/>
                        </a:lnTo>
                        <a:lnTo>
                          <a:pt x="60"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96" name="任意多边形 12172"/>
                  <p:cNvSpPr/>
                  <p:nvPr/>
                </p:nvSpPr>
                <p:spPr bwMode="auto">
                  <a:xfrm>
                    <a:off x="3757" y="480"/>
                    <a:ext cx="3" cy="8"/>
                  </a:xfrm>
                  <a:custGeom>
                    <a:avLst/>
                    <a:gdLst/>
                    <a:ahLst/>
                    <a:cxnLst>
                      <a:cxn ang="0">
                        <a:pos x="0" y="0"/>
                      </a:cxn>
                      <a:cxn ang="0">
                        <a:pos x="0" y="0"/>
                      </a:cxn>
                      <a:cxn ang="0">
                        <a:pos x="0" y="8"/>
                      </a:cxn>
                      <a:cxn ang="0">
                        <a:pos x="3" y="0"/>
                      </a:cxn>
                      <a:cxn ang="0">
                        <a:pos x="0" y="0"/>
                      </a:cxn>
                    </a:cxnLst>
                    <a:rect l="0" t="0" r="r" b="b"/>
                    <a:pathLst>
                      <a:path w="3" h="8">
                        <a:moveTo>
                          <a:pt x="0" y="0"/>
                        </a:moveTo>
                        <a:lnTo>
                          <a:pt x="0" y="0"/>
                        </a:lnTo>
                        <a:lnTo>
                          <a:pt x="0" y="8"/>
                        </a:lnTo>
                        <a:lnTo>
                          <a:pt x="3" y="0"/>
                        </a:lnTo>
                        <a:lnTo>
                          <a:pt x="0" y="0"/>
                        </a:lnTo>
                        <a:close/>
                      </a:path>
                    </a:pathLst>
                  </a:custGeom>
                  <a:solidFill>
                    <a:srgbClr val="000000"/>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095" name="任意多边形 12173"/>
                  <p:cNvSpPr/>
                  <p:nvPr/>
                </p:nvSpPr>
                <p:spPr bwMode="auto">
                  <a:xfrm>
                    <a:off x="3757" y="480"/>
                    <a:ext cx="3" cy="8"/>
                  </a:xfrm>
                  <a:custGeom>
                    <a:avLst/>
                    <a:gdLst/>
                    <a:ahLst/>
                    <a:cxnLst>
                      <a:cxn ang="0">
                        <a:pos x="0" y="0"/>
                      </a:cxn>
                      <a:cxn ang="0">
                        <a:pos x="0" y="0"/>
                      </a:cxn>
                      <a:cxn ang="0">
                        <a:pos x="0" y="8"/>
                      </a:cxn>
                      <a:cxn ang="0">
                        <a:pos x="3" y="0"/>
                      </a:cxn>
                      <a:cxn ang="0">
                        <a:pos x="0" y="0"/>
                      </a:cxn>
                    </a:cxnLst>
                    <a:rect l="0" t="0" r="r" b="b"/>
                    <a:pathLst>
                      <a:path w="3" h="8">
                        <a:moveTo>
                          <a:pt x="0" y="0"/>
                        </a:moveTo>
                        <a:lnTo>
                          <a:pt x="0" y="0"/>
                        </a:lnTo>
                        <a:lnTo>
                          <a:pt x="0" y="8"/>
                        </a:lnTo>
                        <a:lnTo>
                          <a:pt x="3" y="0"/>
                        </a:lnTo>
                        <a:lnTo>
                          <a:pt x="0"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94" name="任意多边形 12174"/>
                  <p:cNvSpPr/>
                  <p:nvPr/>
                </p:nvSpPr>
                <p:spPr bwMode="auto">
                  <a:xfrm>
                    <a:off x="3812" y="480"/>
                    <a:ext cx="3" cy="8"/>
                  </a:xfrm>
                  <a:custGeom>
                    <a:avLst/>
                    <a:gdLst/>
                    <a:ahLst/>
                    <a:cxnLst>
                      <a:cxn ang="0">
                        <a:pos x="3" y="0"/>
                      </a:cxn>
                      <a:cxn ang="0">
                        <a:pos x="3" y="0"/>
                      </a:cxn>
                      <a:cxn ang="0">
                        <a:pos x="3" y="8"/>
                      </a:cxn>
                      <a:cxn ang="0">
                        <a:pos x="0" y="0"/>
                      </a:cxn>
                      <a:cxn ang="0">
                        <a:pos x="3" y="0"/>
                      </a:cxn>
                    </a:cxnLst>
                    <a:rect l="0" t="0" r="r" b="b"/>
                    <a:pathLst>
                      <a:path w="3" h="8">
                        <a:moveTo>
                          <a:pt x="3" y="0"/>
                        </a:moveTo>
                        <a:lnTo>
                          <a:pt x="3" y="0"/>
                        </a:lnTo>
                        <a:lnTo>
                          <a:pt x="3" y="8"/>
                        </a:lnTo>
                        <a:lnTo>
                          <a:pt x="0" y="0"/>
                        </a:lnTo>
                        <a:lnTo>
                          <a:pt x="3" y="0"/>
                        </a:lnTo>
                        <a:close/>
                      </a:path>
                    </a:pathLst>
                  </a:custGeom>
                  <a:solidFill>
                    <a:srgbClr val="000000"/>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093" name="任意多边形 12175"/>
                  <p:cNvSpPr/>
                  <p:nvPr/>
                </p:nvSpPr>
                <p:spPr bwMode="auto">
                  <a:xfrm>
                    <a:off x="3812" y="480"/>
                    <a:ext cx="3" cy="8"/>
                  </a:xfrm>
                  <a:custGeom>
                    <a:avLst/>
                    <a:gdLst/>
                    <a:ahLst/>
                    <a:cxnLst>
                      <a:cxn ang="0">
                        <a:pos x="3" y="0"/>
                      </a:cxn>
                      <a:cxn ang="0">
                        <a:pos x="3" y="0"/>
                      </a:cxn>
                      <a:cxn ang="0">
                        <a:pos x="3" y="8"/>
                      </a:cxn>
                      <a:cxn ang="0">
                        <a:pos x="0" y="0"/>
                      </a:cxn>
                      <a:cxn ang="0">
                        <a:pos x="3" y="0"/>
                      </a:cxn>
                    </a:cxnLst>
                    <a:rect l="0" t="0" r="r" b="b"/>
                    <a:pathLst>
                      <a:path w="3" h="8">
                        <a:moveTo>
                          <a:pt x="3" y="0"/>
                        </a:moveTo>
                        <a:lnTo>
                          <a:pt x="3" y="0"/>
                        </a:lnTo>
                        <a:lnTo>
                          <a:pt x="3" y="8"/>
                        </a:lnTo>
                        <a:lnTo>
                          <a:pt x="0" y="0"/>
                        </a:lnTo>
                        <a:lnTo>
                          <a:pt x="3"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92" name="矩形 12176"/>
                  <p:cNvSpPr>
                    <a:spLocks noChangeArrowheads="1"/>
                  </p:cNvSpPr>
                  <p:nvPr/>
                </p:nvSpPr>
                <p:spPr bwMode="auto">
                  <a:xfrm>
                    <a:off x="3735" y="493"/>
                    <a:ext cx="12" cy="3"/>
                  </a:xfrm>
                  <a:prstGeom prst="rect">
                    <a:avLst/>
                  </a:prstGeom>
                  <a:solidFill>
                    <a:srgbClr val="83FF00"/>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91" name="矩形 12177"/>
                  <p:cNvSpPr>
                    <a:spLocks noChangeArrowheads="1"/>
                  </p:cNvSpPr>
                  <p:nvPr/>
                </p:nvSpPr>
                <p:spPr bwMode="auto">
                  <a:xfrm>
                    <a:off x="3735" y="493"/>
                    <a:ext cx="12" cy="3"/>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90" name="任意多边形 12178"/>
                  <p:cNvSpPr/>
                  <p:nvPr/>
                </p:nvSpPr>
                <p:spPr bwMode="auto">
                  <a:xfrm>
                    <a:off x="3693" y="475"/>
                    <a:ext cx="62" cy="3"/>
                  </a:xfrm>
                  <a:custGeom>
                    <a:avLst/>
                    <a:gdLst/>
                    <a:ahLst/>
                    <a:cxnLst>
                      <a:cxn ang="0">
                        <a:pos x="60" y="0"/>
                      </a:cxn>
                      <a:cxn ang="0">
                        <a:pos x="2" y="0"/>
                      </a:cxn>
                      <a:cxn ang="0">
                        <a:pos x="0" y="3"/>
                      </a:cxn>
                      <a:cxn ang="0">
                        <a:pos x="62" y="3"/>
                      </a:cxn>
                      <a:cxn ang="0">
                        <a:pos x="60" y="0"/>
                      </a:cxn>
                    </a:cxnLst>
                    <a:rect l="0" t="0" r="r" b="b"/>
                    <a:pathLst>
                      <a:path w="62" h="3">
                        <a:moveTo>
                          <a:pt x="60" y="0"/>
                        </a:moveTo>
                        <a:lnTo>
                          <a:pt x="2" y="0"/>
                        </a:lnTo>
                        <a:lnTo>
                          <a:pt x="0" y="3"/>
                        </a:lnTo>
                        <a:lnTo>
                          <a:pt x="62" y="3"/>
                        </a:lnTo>
                        <a:lnTo>
                          <a:pt x="60" y="0"/>
                        </a:lnTo>
                        <a:close/>
                      </a:path>
                    </a:pathLst>
                  </a:custGeom>
                  <a:solidFill>
                    <a:srgbClr val="CCCCCC"/>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089" name="任意多边形 12179"/>
                  <p:cNvSpPr/>
                  <p:nvPr/>
                </p:nvSpPr>
                <p:spPr bwMode="auto">
                  <a:xfrm>
                    <a:off x="3693" y="475"/>
                    <a:ext cx="62" cy="3"/>
                  </a:xfrm>
                  <a:custGeom>
                    <a:avLst/>
                    <a:gdLst/>
                    <a:ahLst/>
                    <a:cxnLst>
                      <a:cxn ang="0">
                        <a:pos x="60" y="0"/>
                      </a:cxn>
                      <a:cxn ang="0">
                        <a:pos x="2" y="0"/>
                      </a:cxn>
                      <a:cxn ang="0">
                        <a:pos x="0" y="3"/>
                      </a:cxn>
                      <a:cxn ang="0">
                        <a:pos x="62" y="3"/>
                      </a:cxn>
                      <a:cxn ang="0">
                        <a:pos x="60" y="0"/>
                      </a:cxn>
                    </a:cxnLst>
                    <a:rect l="0" t="0" r="r" b="b"/>
                    <a:pathLst>
                      <a:path w="62" h="3">
                        <a:moveTo>
                          <a:pt x="60" y="0"/>
                        </a:moveTo>
                        <a:lnTo>
                          <a:pt x="2" y="0"/>
                        </a:lnTo>
                        <a:lnTo>
                          <a:pt x="0" y="3"/>
                        </a:lnTo>
                        <a:lnTo>
                          <a:pt x="62" y="3"/>
                        </a:lnTo>
                        <a:lnTo>
                          <a:pt x="60"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88" name="任意多边形 12180"/>
                  <p:cNvSpPr/>
                  <p:nvPr/>
                </p:nvSpPr>
                <p:spPr bwMode="auto">
                  <a:xfrm>
                    <a:off x="3825" y="491"/>
                    <a:ext cx="20" cy="6"/>
                  </a:xfrm>
                  <a:custGeom>
                    <a:avLst/>
                    <a:gdLst/>
                    <a:ahLst/>
                    <a:cxnLst>
                      <a:cxn ang="0">
                        <a:pos x="20" y="3"/>
                      </a:cxn>
                      <a:cxn ang="0">
                        <a:pos x="20" y="2"/>
                      </a:cxn>
                      <a:cxn ang="0">
                        <a:pos x="20" y="2"/>
                      </a:cxn>
                      <a:cxn ang="0">
                        <a:pos x="20" y="2"/>
                      </a:cxn>
                      <a:cxn ang="0">
                        <a:pos x="20" y="0"/>
                      </a:cxn>
                      <a:cxn ang="0">
                        <a:pos x="19" y="0"/>
                      </a:cxn>
                      <a:cxn ang="0">
                        <a:pos x="19" y="0"/>
                      </a:cxn>
                      <a:cxn ang="0">
                        <a:pos x="19" y="0"/>
                      </a:cxn>
                      <a:cxn ang="0">
                        <a:pos x="17" y="0"/>
                      </a:cxn>
                      <a:cxn ang="0">
                        <a:pos x="4" y="0"/>
                      </a:cxn>
                      <a:cxn ang="0">
                        <a:pos x="4" y="0"/>
                      </a:cxn>
                      <a:cxn ang="0">
                        <a:pos x="2" y="0"/>
                      </a:cxn>
                      <a:cxn ang="0">
                        <a:pos x="2" y="0"/>
                      </a:cxn>
                      <a:cxn ang="0">
                        <a:pos x="2" y="0"/>
                      </a:cxn>
                      <a:cxn ang="0">
                        <a:pos x="2" y="2"/>
                      </a:cxn>
                      <a:cxn ang="0">
                        <a:pos x="2" y="2"/>
                      </a:cxn>
                      <a:cxn ang="0">
                        <a:pos x="0" y="2"/>
                      </a:cxn>
                      <a:cxn ang="0">
                        <a:pos x="0" y="3"/>
                      </a:cxn>
                      <a:cxn ang="0">
                        <a:pos x="0" y="3"/>
                      </a:cxn>
                      <a:cxn ang="0">
                        <a:pos x="0" y="3"/>
                      </a:cxn>
                      <a:cxn ang="0">
                        <a:pos x="2" y="5"/>
                      </a:cxn>
                      <a:cxn ang="0">
                        <a:pos x="2" y="5"/>
                      </a:cxn>
                      <a:cxn ang="0">
                        <a:pos x="2" y="5"/>
                      </a:cxn>
                      <a:cxn ang="0">
                        <a:pos x="2" y="6"/>
                      </a:cxn>
                      <a:cxn ang="0">
                        <a:pos x="2" y="6"/>
                      </a:cxn>
                      <a:cxn ang="0">
                        <a:pos x="4" y="6"/>
                      </a:cxn>
                      <a:cxn ang="0">
                        <a:pos x="4" y="6"/>
                      </a:cxn>
                      <a:cxn ang="0">
                        <a:pos x="17" y="6"/>
                      </a:cxn>
                      <a:cxn ang="0">
                        <a:pos x="19" y="6"/>
                      </a:cxn>
                      <a:cxn ang="0">
                        <a:pos x="19" y="6"/>
                      </a:cxn>
                      <a:cxn ang="0">
                        <a:pos x="19" y="6"/>
                      </a:cxn>
                      <a:cxn ang="0">
                        <a:pos x="20" y="5"/>
                      </a:cxn>
                      <a:cxn ang="0">
                        <a:pos x="20" y="5"/>
                      </a:cxn>
                      <a:cxn ang="0">
                        <a:pos x="20" y="5"/>
                      </a:cxn>
                      <a:cxn ang="0">
                        <a:pos x="20" y="3"/>
                      </a:cxn>
                      <a:cxn ang="0">
                        <a:pos x="20" y="3"/>
                      </a:cxn>
                      <a:cxn ang="0">
                        <a:pos x="20" y="3"/>
                      </a:cxn>
                    </a:cxnLst>
                    <a:rect l="0" t="0" r="r" b="b"/>
                    <a:pathLst>
                      <a:path w="20" h="6">
                        <a:moveTo>
                          <a:pt x="20" y="3"/>
                        </a:moveTo>
                        <a:lnTo>
                          <a:pt x="20" y="2"/>
                        </a:lnTo>
                        <a:lnTo>
                          <a:pt x="20" y="0"/>
                        </a:lnTo>
                        <a:lnTo>
                          <a:pt x="19" y="0"/>
                        </a:lnTo>
                        <a:lnTo>
                          <a:pt x="17" y="0"/>
                        </a:lnTo>
                        <a:lnTo>
                          <a:pt x="4" y="0"/>
                        </a:lnTo>
                        <a:lnTo>
                          <a:pt x="2" y="0"/>
                        </a:lnTo>
                        <a:lnTo>
                          <a:pt x="2" y="2"/>
                        </a:lnTo>
                        <a:lnTo>
                          <a:pt x="0" y="2"/>
                        </a:lnTo>
                        <a:lnTo>
                          <a:pt x="0" y="3"/>
                        </a:lnTo>
                        <a:lnTo>
                          <a:pt x="2" y="5"/>
                        </a:lnTo>
                        <a:lnTo>
                          <a:pt x="2" y="6"/>
                        </a:lnTo>
                        <a:lnTo>
                          <a:pt x="4" y="6"/>
                        </a:lnTo>
                        <a:lnTo>
                          <a:pt x="17" y="6"/>
                        </a:lnTo>
                        <a:lnTo>
                          <a:pt x="19" y="6"/>
                        </a:lnTo>
                        <a:lnTo>
                          <a:pt x="20" y="5"/>
                        </a:lnTo>
                        <a:lnTo>
                          <a:pt x="20" y="3"/>
                        </a:lnTo>
                        <a:close/>
                      </a:path>
                    </a:pathLst>
                  </a:custGeom>
                  <a:solidFill>
                    <a:srgbClr val="D8D8D8"/>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087" name="任意多边形 12181"/>
                  <p:cNvSpPr/>
                  <p:nvPr/>
                </p:nvSpPr>
                <p:spPr bwMode="auto">
                  <a:xfrm>
                    <a:off x="3825" y="491"/>
                    <a:ext cx="20" cy="6"/>
                  </a:xfrm>
                  <a:custGeom>
                    <a:avLst/>
                    <a:gdLst/>
                    <a:ahLst/>
                    <a:cxnLst>
                      <a:cxn ang="0">
                        <a:pos x="20" y="3"/>
                      </a:cxn>
                      <a:cxn ang="0">
                        <a:pos x="20" y="2"/>
                      </a:cxn>
                      <a:cxn ang="0">
                        <a:pos x="20" y="2"/>
                      </a:cxn>
                      <a:cxn ang="0">
                        <a:pos x="20" y="2"/>
                      </a:cxn>
                      <a:cxn ang="0">
                        <a:pos x="20" y="0"/>
                      </a:cxn>
                      <a:cxn ang="0">
                        <a:pos x="19" y="0"/>
                      </a:cxn>
                      <a:cxn ang="0">
                        <a:pos x="19" y="0"/>
                      </a:cxn>
                      <a:cxn ang="0">
                        <a:pos x="19" y="0"/>
                      </a:cxn>
                      <a:cxn ang="0">
                        <a:pos x="17" y="0"/>
                      </a:cxn>
                      <a:cxn ang="0">
                        <a:pos x="4" y="0"/>
                      </a:cxn>
                      <a:cxn ang="0">
                        <a:pos x="4" y="0"/>
                      </a:cxn>
                      <a:cxn ang="0">
                        <a:pos x="2" y="0"/>
                      </a:cxn>
                      <a:cxn ang="0">
                        <a:pos x="2" y="0"/>
                      </a:cxn>
                      <a:cxn ang="0">
                        <a:pos x="2" y="0"/>
                      </a:cxn>
                      <a:cxn ang="0">
                        <a:pos x="2" y="2"/>
                      </a:cxn>
                      <a:cxn ang="0">
                        <a:pos x="2" y="2"/>
                      </a:cxn>
                      <a:cxn ang="0">
                        <a:pos x="0" y="2"/>
                      </a:cxn>
                      <a:cxn ang="0">
                        <a:pos x="0" y="3"/>
                      </a:cxn>
                      <a:cxn ang="0">
                        <a:pos x="0" y="3"/>
                      </a:cxn>
                      <a:cxn ang="0">
                        <a:pos x="0" y="3"/>
                      </a:cxn>
                      <a:cxn ang="0">
                        <a:pos x="2" y="5"/>
                      </a:cxn>
                      <a:cxn ang="0">
                        <a:pos x="2" y="5"/>
                      </a:cxn>
                      <a:cxn ang="0">
                        <a:pos x="2" y="5"/>
                      </a:cxn>
                      <a:cxn ang="0">
                        <a:pos x="2" y="6"/>
                      </a:cxn>
                      <a:cxn ang="0">
                        <a:pos x="2" y="6"/>
                      </a:cxn>
                      <a:cxn ang="0">
                        <a:pos x="4" y="6"/>
                      </a:cxn>
                      <a:cxn ang="0">
                        <a:pos x="4" y="6"/>
                      </a:cxn>
                      <a:cxn ang="0">
                        <a:pos x="17" y="6"/>
                      </a:cxn>
                      <a:cxn ang="0">
                        <a:pos x="19" y="6"/>
                      </a:cxn>
                      <a:cxn ang="0">
                        <a:pos x="19" y="6"/>
                      </a:cxn>
                      <a:cxn ang="0">
                        <a:pos x="19" y="6"/>
                      </a:cxn>
                      <a:cxn ang="0">
                        <a:pos x="20" y="5"/>
                      </a:cxn>
                      <a:cxn ang="0">
                        <a:pos x="20" y="5"/>
                      </a:cxn>
                      <a:cxn ang="0">
                        <a:pos x="20" y="5"/>
                      </a:cxn>
                      <a:cxn ang="0">
                        <a:pos x="20" y="3"/>
                      </a:cxn>
                      <a:cxn ang="0">
                        <a:pos x="20" y="3"/>
                      </a:cxn>
                      <a:cxn ang="0">
                        <a:pos x="20" y="3"/>
                      </a:cxn>
                    </a:cxnLst>
                    <a:rect l="0" t="0" r="r" b="b"/>
                    <a:pathLst>
                      <a:path w="20" h="6">
                        <a:moveTo>
                          <a:pt x="20" y="3"/>
                        </a:moveTo>
                        <a:lnTo>
                          <a:pt x="20" y="2"/>
                        </a:lnTo>
                        <a:lnTo>
                          <a:pt x="20" y="0"/>
                        </a:lnTo>
                        <a:lnTo>
                          <a:pt x="19" y="0"/>
                        </a:lnTo>
                        <a:lnTo>
                          <a:pt x="17" y="0"/>
                        </a:lnTo>
                        <a:lnTo>
                          <a:pt x="4" y="0"/>
                        </a:lnTo>
                        <a:lnTo>
                          <a:pt x="2" y="0"/>
                        </a:lnTo>
                        <a:lnTo>
                          <a:pt x="2" y="2"/>
                        </a:lnTo>
                        <a:lnTo>
                          <a:pt x="0" y="2"/>
                        </a:lnTo>
                        <a:lnTo>
                          <a:pt x="0" y="3"/>
                        </a:lnTo>
                        <a:lnTo>
                          <a:pt x="2" y="5"/>
                        </a:lnTo>
                        <a:lnTo>
                          <a:pt x="2" y="6"/>
                        </a:lnTo>
                        <a:lnTo>
                          <a:pt x="4" y="6"/>
                        </a:lnTo>
                        <a:lnTo>
                          <a:pt x="17" y="6"/>
                        </a:lnTo>
                        <a:lnTo>
                          <a:pt x="19" y="6"/>
                        </a:lnTo>
                        <a:lnTo>
                          <a:pt x="20" y="5"/>
                        </a:lnTo>
                        <a:lnTo>
                          <a:pt x="20" y="3"/>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86" name="直线 12182"/>
                  <p:cNvSpPr>
                    <a:spLocks noChangeShapeType="1"/>
                  </p:cNvSpPr>
                  <p:nvPr/>
                </p:nvSpPr>
                <p:spPr bwMode="auto">
                  <a:xfrm>
                    <a:off x="3686" y="197"/>
                    <a:ext cx="384" cy="1"/>
                  </a:xfrm>
                  <a:prstGeom prst="line">
                    <a:avLst/>
                  </a:pr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8085" name="矩形 12183"/>
                  <p:cNvSpPr>
                    <a:spLocks noChangeArrowheads="1"/>
                  </p:cNvSpPr>
                  <p:nvPr/>
                </p:nvSpPr>
                <p:spPr bwMode="auto">
                  <a:xfrm>
                    <a:off x="3773" y="109"/>
                    <a:ext cx="213" cy="50"/>
                  </a:xfrm>
                  <a:prstGeom prst="rect">
                    <a:avLst/>
                  </a:prstGeom>
                  <a:solidFill>
                    <a:srgbClr val="E5E5E5"/>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84" name="矩形 12184"/>
                  <p:cNvSpPr>
                    <a:spLocks noChangeArrowheads="1"/>
                  </p:cNvSpPr>
                  <p:nvPr/>
                </p:nvSpPr>
                <p:spPr bwMode="auto">
                  <a:xfrm>
                    <a:off x="3773" y="109"/>
                    <a:ext cx="213" cy="50"/>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83" name="矩形 12185"/>
                  <p:cNvSpPr>
                    <a:spLocks noChangeArrowheads="1"/>
                  </p:cNvSpPr>
                  <p:nvPr/>
                </p:nvSpPr>
                <p:spPr bwMode="auto">
                  <a:xfrm>
                    <a:off x="3788" y="111"/>
                    <a:ext cx="185" cy="37"/>
                  </a:xfrm>
                  <a:prstGeom prst="rect">
                    <a:avLst/>
                  </a:prstGeom>
                  <a:solidFill>
                    <a:srgbClr val="000000"/>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82" name="矩形 12186"/>
                  <p:cNvSpPr>
                    <a:spLocks noChangeArrowheads="1"/>
                  </p:cNvSpPr>
                  <p:nvPr/>
                </p:nvSpPr>
                <p:spPr bwMode="auto">
                  <a:xfrm>
                    <a:off x="3788" y="111"/>
                    <a:ext cx="185" cy="37"/>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81" name="任意多边形 12187"/>
                  <p:cNvSpPr/>
                  <p:nvPr/>
                </p:nvSpPr>
                <p:spPr bwMode="auto">
                  <a:xfrm>
                    <a:off x="3788" y="109"/>
                    <a:ext cx="185" cy="37"/>
                  </a:xfrm>
                  <a:custGeom>
                    <a:avLst/>
                    <a:gdLst/>
                    <a:ahLst/>
                    <a:cxnLst>
                      <a:cxn ang="0">
                        <a:pos x="0" y="0"/>
                      </a:cxn>
                      <a:cxn ang="0">
                        <a:pos x="0" y="36"/>
                      </a:cxn>
                      <a:cxn ang="0">
                        <a:pos x="9" y="36"/>
                      </a:cxn>
                      <a:cxn ang="0">
                        <a:pos x="9" y="37"/>
                      </a:cxn>
                      <a:cxn ang="0">
                        <a:pos x="174" y="37"/>
                      </a:cxn>
                      <a:cxn ang="0">
                        <a:pos x="174" y="36"/>
                      </a:cxn>
                      <a:cxn ang="0">
                        <a:pos x="185" y="36"/>
                      </a:cxn>
                      <a:cxn ang="0">
                        <a:pos x="185" y="0"/>
                      </a:cxn>
                      <a:cxn ang="0">
                        <a:pos x="0" y="0"/>
                      </a:cxn>
                    </a:cxnLst>
                    <a:rect l="0" t="0" r="r" b="b"/>
                    <a:pathLst>
                      <a:path w="185" h="37">
                        <a:moveTo>
                          <a:pt x="0" y="0"/>
                        </a:moveTo>
                        <a:lnTo>
                          <a:pt x="0" y="36"/>
                        </a:lnTo>
                        <a:lnTo>
                          <a:pt x="9" y="36"/>
                        </a:lnTo>
                        <a:lnTo>
                          <a:pt x="9" y="37"/>
                        </a:lnTo>
                        <a:lnTo>
                          <a:pt x="174" y="37"/>
                        </a:lnTo>
                        <a:lnTo>
                          <a:pt x="174" y="36"/>
                        </a:lnTo>
                        <a:lnTo>
                          <a:pt x="185" y="36"/>
                        </a:lnTo>
                        <a:lnTo>
                          <a:pt x="185" y="0"/>
                        </a:lnTo>
                        <a:lnTo>
                          <a:pt x="0" y="0"/>
                        </a:lnTo>
                        <a:close/>
                      </a:path>
                    </a:pathLst>
                  </a:custGeom>
                  <a:solidFill>
                    <a:srgbClr val="F2F2F2"/>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080" name="任意多边形 12188"/>
                  <p:cNvSpPr/>
                  <p:nvPr/>
                </p:nvSpPr>
                <p:spPr bwMode="auto">
                  <a:xfrm>
                    <a:off x="3788" y="109"/>
                    <a:ext cx="185" cy="37"/>
                  </a:xfrm>
                  <a:custGeom>
                    <a:avLst/>
                    <a:gdLst/>
                    <a:ahLst/>
                    <a:cxnLst>
                      <a:cxn ang="0">
                        <a:pos x="0" y="0"/>
                      </a:cxn>
                      <a:cxn ang="0">
                        <a:pos x="0" y="36"/>
                      </a:cxn>
                      <a:cxn ang="0">
                        <a:pos x="9" y="36"/>
                      </a:cxn>
                      <a:cxn ang="0">
                        <a:pos x="9" y="37"/>
                      </a:cxn>
                      <a:cxn ang="0">
                        <a:pos x="174" y="37"/>
                      </a:cxn>
                      <a:cxn ang="0">
                        <a:pos x="174" y="36"/>
                      </a:cxn>
                      <a:cxn ang="0">
                        <a:pos x="185" y="36"/>
                      </a:cxn>
                      <a:cxn ang="0">
                        <a:pos x="185" y="0"/>
                      </a:cxn>
                      <a:cxn ang="0">
                        <a:pos x="0" y="0"/>
                      </a:cxn>
                    </a:cxnLst>
                    <a:rect l="0" t="0" r="r" b="b"/>
                    <a:pathLst>
                      <a:path w="185" h="37">
                        <a:moveTo>
                          <a:pt x="0" y="0"/>
                        </a:moveTo>
                        <a:lnTo>
                          <a:pt x="0" y="36"/>
                        </a:lnTo>
                        <a:lnTo>
                          <a:pt x="9" y="36"/>
                        </a:lnTo>
                        <a:lnTo>
                          <a:pt x="9" y="37"/>
                        </a:lnTo>
                        <a:lnTo>
                          <a:pt x="174" y="37"/>
                        </a:lnTo>
                        <a:lnTo>
                          <a:pt x="174" y="36"/>
                        </a:lnTo>
                        <a:lnTo>
                          <a:pt x="185" y="36"/>
                        </a:lnTo>
                        <a:lnTo>
                          <a:pt x="185" y="0"/>
                        </a:lnTo>
                        <a:lnTo>
                          <a:pt x="0"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79" name="任意多边形 12189"/>
                  <p:cNvSpPr/>
                  <p:nvPr/>
                </p:nvSpPr>
                <p:spPr bwMode="auto">
                  <a:xfrm>
                    <a:off x="3954" y="112"/>
                    <a:ext cx="5" cy="31"/>
                  </a:xfrm>
                  <a:custGeom>
                    <a:avLst/>
                    <a:gdLst/>
                    <a:ahLst/>
                    <a:cxnLst>
                      <a:cxn ang="0">
                        <a:pos x="5" y="2"/>
                      </a:cxn>
                      <a:cxn ang="0">
                        <a:pos x="5" y="2"/>
                      </a:cxn>
                      <a:cxn ang="0">
                        <a:pos x="3" y="2"/>
                      </a:cxn>
                      <a:cxn ang="0">
                        <a:pos x="3" y="2"/>
                      </a:cxn>
                      <a:cxn ang="0">
                        <a:pos x="3" y="0"/>
                      </a:cxn>
                      <a:cxn ang="0">
                        <a:pos x="3" y="0"/>
                      </a:cxn>
                      <a:cxn ang="0">
                        <a:pos x="2" y="2"/>
                      </a:cxn>
                      <a:cxn ang="0">
                        <a:pos x="2" y="2"/>
                      </a:cxn>
                      <a:cxn ang="0">
                        <a:pos x="2" y="2"/>
                      </a:cxn>
                      <a:cxn ang="0">
                        <a:pos x="0" y="2"/>
                      </a:cxn>
                      <a:cxn ang="0">
                        <a:pos x="0" y="29"/>
                      </a:cxn>
                      <a:cxn ang="0">
                        <a:pos x="2" y="31"/>
                      </a:cxn>
                      <a:cxn ang="0">
                        <a:pos x="2" y="31"/>
                      </a:cxn>
                      <a:cxn ang="0">
                        <a:pos x="2" y="31"/>
                      </a:cxn>
                      <a:cxn ang="0">
                        <a:pos x="3" y="31"/>
                      </a:cxn>
                      <a:cxn ang="0">
                        <a:pos x="3" y="31"/>
                      </a:cxn>
                      <a:cxn ang="0">
                        <a:pos x="3" y="31"/>
                      </a:cxn>
                      <a:cxn ang="0">
                        <a:pos x="3" y="31"/>
                      </a:cxn>
                      <a:cxn ang="0">
                        <a:pos x="5" y="31"/>
                      </a:cxn>
                      <a:cxn ang="0">
                        <a:pos x="5" y="29"/>
                      </a:cxn>
                      <a:cxn ang="0">
                        <a:pos x="5" y="2"/>
                      </a:cxn>
                    </a:cxnLst>
                    <a:rect l="0" t="0" r="r" b="b"/>
                    <a:pathLst>
                      <a:path w="5" h="31">
                        <a:moveTo>
                          <a:pt x="5" y="2"/>
                        </a:moveTo>
                        <a:lnTo>
                          <a:pt x="5" y="2"/>
                        </a:lnTo>
                        <a:lnTo>
                          <a:pt x="3" y="2"/>
                        </a:lnTo>
                        <a:lnTo>
                          <a:pt x="3" y="0"/>
                        </a:lnTo>
                        <a:lnTo>
                          <a:pt x="2" y="2"/>
                        </a:lnTo>
                        <a:lnTo>
                          <a:pt x="0" y="2"/>
                        </a:lnTo>
                        <a:lnTo>
                          <a:pt x="0" y="29"/>
                        </a:lnTo>
                        <a:lnTo>
                          <a:pt x="2" y="31"/>
                        </a:lnTo>
                        <a:lnTo>
                          <a:pt x="3" y="31"/>
                        </a:lnTo>
                        <a:lnTo>
                          <a:pt x="5" y="31"/>
                        </a:lnTo>
                        <a:lnTo>
                          <a:pt x="5" y="29"/>
                        </a:lnTo>
                        <a:lnTo>
                          <a:pt x="5" y="2"/>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078" name="任意多边形 12190"/>
                  <p:cNvSpPr/>
                  <p:nvPr/>
                </p:nvSpPr>
                <p:spPr bwMode="auto">
                  <a:xfrm>
                    <a:off x="3954" y="112"/>
                    <a:ext cx="5" cy="31"/>
                  </a:xfrm>
                  <a:custGeom>
                    <a:avLst/>
                    <a:gdLst/>
                    <a:ahLst/>
                    <a:cxnLst>
                      <a:cxn ang="0">
                        <a:pos x="5" y="2"/>
                      </a:cxn>
                      <a:cxn ang="0">
                        <a:pos x="5" y="2"/>
                      </a:cxn>
                      <a:cxn ang="0">
                        <a:pos x="3" y="2"/>
                      </a:cxn>
                      <a:cxn ang="0">
                        <a:pos x="3" y="2"/>
                      </a:cxn>
                      <a:cxn ang="0">
                        <a:pos x="3" y="0"/>
                      </a:cxn>
                      <a:cxn ang="0">
                        <a:pos x="3" y="0"/>
                      </a:cxn>
                      <a:cxn ang="0">
                        <a:pos x="2" y="2"/>
                      </a:cxn>
                      <a:cxn ang="0">
                        <a:pos x="2" y="2"/>
                      </a:cxn>
                      <a:cxn ang="0">
                        <a:pos x="2" y="2"/>
                      </a:cxn>
                      <a:cxn ang="0">
                        <a:pos x="0" y="2"/>
                      </a:cxn>
                      <a:cxn ang="0">
                        <a:pos x="0" y="29"/>
                      </a:cxn>
                      <a:cxn ang="0">
                        <a:pos x="2" y="31"/>
                      </a:cxn>
                      <a:cxn ang="0">
                        <a:pos x="2" y="31"/>
                      </a:cxn>
                      <a:cxn ang="0">
                        <a:pos x="2" y="31"/>
                      </a:cxn>
                      <a:cxn ang="0">
                        <a:pos x="3" y="31"/>
                      </a:cxn>
                      <a:cxn ang="0">
                        <a:pos x="3" y="31"/>
                      </a:cxn>
                      <a:cxn ang="0">
                        <a:pos x="3" y="31"/>
                      </a:cxn>
                      <a:cxn ang="0">
                        <a:pos x="3" y="31"/>
                      </a:cxn>
                      <a:cxn ang="0">
                        <a:pos x="5" y="31"/>
                      </a:cxn>
                      <a:cxn ang="0">
                        <a:pos x="5" y="29"/>
                      </a:cxn>
                      <a:cxn ang="0">
                        <a:pos x="5" y="2"/>
                      </a:cxn>
                    </a:cxnLst>
                    <a:rect l="0" t="0" r="r" b="b"/>
                    <a:pathLst>
                      <a:path w="5" h="31">
                        <a:moveTo>
                          <a:pt x="5" y="2"/>
                        </a:moveTo>
                        <a:lnTo>
                          <a:pt x="5" y="2"/>
                        </a:lnTo>
                        <a:lnTo>
                          <a:pt x="3" y="2"/>
                        </a:lnTo>
                        <a:lnTo>
                          <a:pt x="3" y="0"/>
                        </a:lnTo>
                        <a:lnTo>
                          <a:pt x="2" y="2"/>
                        </a:lnTo>
                        <a:lnTo>
                          <a:pt x="0" y="2"/>
                        </a:lnTo>
                        <a:lnTo>
                          <a:pt x="0" y="29"/>
                        </a:lnTo>
                        <a:lnTo>
                          <a:pt x="2" y="31"/>
                        </a:lnTo>
                        <a:lnTo>
                          <a:pt x="3" y="31"/>
                        </a:lnTo>
                        <a:lnTo>
                          <a:pt x="5" y="31"/>
                        </a:lnTo>
                        <a:lnTo>
                          <a:pt x="5" y="29"/>
                        </a:lnTo>
                        <a:lnTo>
                          <a:pt x="5" y="2"/>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77" name="任意多边形 12191"/>
                  <p:cNvSpPr/>
                  <p:nvPr/>
                </p:nvSpPr>
                <p:spPr bwMode="auto">
                  <a:xfrm>
                    <a:off x="3800" y="112"/>
                    <a:ext cx="5" cy="31"/>
                  </a:xfrm>
                  <a:custGeom>
                    <a:avLst/>
                    <a:gdLst/>
                    <a:ahLst/>
                    <a:cxnLst>
                      <a:cxn ang="0">
                        <a:pos x="5" y="2"/>
                      </a:cxn>
                      <a:cxn ang="0">
                        <a:pos x="4" y="2"/>
                      </a:cxn>
                      <a:cxn ang="0">
                        <a:pos x="4" y="2"/>
                      </a:cxn>
                      <a:cxn ang="0">
                        <a:pos x="4" y="2"/>
                      </a:cxn>
                      <a:cxn ang="0">
                        <a:pos x="4" y="0"/>
                      </a:cxn>
                      <a:cxn ang="0">
                        <a:pos x="2" y="0"/>
                      </a:cxn>
                      <a:cxn ang="0">
                        <a:pos x="2" y="2"/>
                      </a:cxn>
                      <a:cxn ang="0">
                        <a:pos x="2" y="2"/>
                      </a:cxn>
                      <a:cxn ang="0">
                        <a:pos x="0" y="2"/>
                      </a:cxn>
                      <a:cxn ang="0">
                        <a:pos x="0" y="2"/>
                      </a:cxn>
                      <a:cxn ang="0">
                        <a:pos x="0" y="29"/>
                      </a:cxn>
                      <a:cxn ang="0">
                        <a:pos x="0" y="31"/>
                      </a:cxn>
                      <a:cxn ang="0">
                        <a:pos x="2" y="31"/>
                      </a:cxn>
                      <a:cxn ang="0">
                        <a:pos x="2" y="31"/>
                      </a:cxn>
                      <a:cxn ang="0">
                        <a:pos x="2" y="31"/>
                      </a:cxn>
                      <a:cxn ang="0">
                        <a:pos x="4" y="31"/>
                      </a:cxn>
                      <a:cxn ang="0">
                        <a:pos x="4" y="31"/>
                      </a:cxn>
                      <a:cxn ang="0">
                        <a:pos x="4" y="31"/>
                      </a:cxn>
                      <a:cxn ang="0">
                        <a:pos x="4" y="31"/>
                      </a:cxn>
                      <a:cxn ang="0">
                        <a:pos x="5" y="29"/>
                      </a:cxn>
                      <a:cxn ang="0">
                        <a:pos x="5" y="2"/>
                      </a:cxn>
                    </a:cxnLst>
                    <a:rect l="0" t="0" r="r" b="b"/>
                    <a:pathLst>
                      <a:path w="5" h="31">
                        <a:moveTo>
                          <a:pt x="5" y="2"/>
                        </a:moveTo>
                        <a:lnTo>
                          <a:pt x="4" y="2"/>
                        </a:lnTo>
                        <a:lnTo>
                          <a:pt x="4" y="0"/>
                        </a:lnTo>
                        <a:lnTo>
                          <a:pt x="2" y="0"/>
                        </a:lnTo>
                        <a:lnTo>
                          <a:pt x="2" y="2"/>
                        </a:lnTo>
                        <a:lnTo>
                          <a:pt x="0" y="2"/>
                        </a:lnTo>
                        <a:lnTo>
                          <a:pt x="0" y="29"/>
                        </a:lnTo>
                        <a:lnTo>
                          <a:pt x="0" y="31"/>
                        </a:lnTo>
                        <a:lnTo>
                          <a:pt x="2" y="31"/>
                        </a:lnTo>
                        <a:lnTo>
                          <a:pt x="4" y="31"/>
                        </a:lnTo>
                        <a:lnTo>
                          <a:pt x="5" y="29"/>
                        </a:lnTo>
                        <a:lnTo>
                          <a:pt x="5" y="2"/>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076" name="任意多边形 12192"/>
                  <p:cNvSpPr/>
                  <p:nvPr/>
                </p:nvSpPr>
                <p:spPr bwMode="auto">
                  <a:xfrm>
                    <a:off x="3800" y="112"/>
                    <a:ext cx="5" cy="31"/>
                  </a:xfrm>
                  <a:custGeom>
                    <a:avLst/>
                    <a:gdLst/>
                    <a:ahLst/>
                    <a:cxnLst>
                      <a:cxn ang="0">
                        <a:pos x="5" y="2"/>
                      </a:cxn>
                      <a:cxn ang="0">
                        <a:pos x="4" y="2"/>
                      </a:cxn>
                      <a:cxn ang="0">
                        <a:pos x="4" y="2"/>
                      </a:cxn>
                      <a:cxn ang="0">
                        <a:pos x="4" y="2"/>
                      </a:cxn>
                      <a:cxn ang="0">
                        <a:pos x="4" y="0"/>
                      </a:cxn>
                      <a:cxn ang="0">
                        <a:pos x="2" y="0"/>
                      </a:cxn>
                      <a:cxn ang="0">
                        <a:pos x="2" y="2"/>
                      </a:cxn>
                      <a:cxn ang="0">
                        <a:pos x="2" y="2"/>
                      </a:cxn>
                      <a:cxn ang="0">
                        <a:pos x="0" y="2"/>
                      </a:cxn>
                      <a:cxn ang="0">
                        <a:pos x="0" y="2"/>
                      </a:cxn>
                      <a:cxn ang="0">
                        <a:pos x="0" y="29"/>
                      </a:cxn>
                      <a:cxn ang="0">
                        <a:pos x="0" y="31"/>
                      </a:cxn>
                      <a:cxn ang="0">
                        <a:pos x="2" y="31"/>
                      </a:cxn>
                      <a:cxn ang="0">
                        <a:pos x="2" y="31"/>
                      </a:cxn>
                      <a:cxn ang="0">
                        <a:pos x="2" y="31"/>
                      </a:cxn>
                      <a:cxn ang="0">
                        <a:pos x="4" y="31"/>
                      </a:cxn>
                      <a:cxn ang="0">
                        <a:pos x="4" y="31"/>
                      </a:cxn>
                      <a:cxn ang="0">
                        <a:pos x="4" y="31"/>
                      </a:cxn>
                      <a:cxn ang="0">
                        <a:pos x="4" y="31"/>
                      </a:cxn>
                      <a:cxn ang="0">
                        <a:pos x="5" y="29"/>
                      </a:cxn>
                      <a:cxn ang="0">
                        <a:pos x="5" y="2"/>
                      </a:cxn>
                    </a:cxnLst>
                    <a:rect l="0" t="0" r="r" b="b"/>
                    <a:pathLst>
                      <a:path w="5" h="31">
                        <a:moveTo>
                          <a:pt x="5" y="2"/>
                        </a:moveTo>
                        <a:lnTo>
                          <a:pt x="4" y="2"/>
                        </a:lnTo>
                        <a:lnTo>
                          <a:pt x="4" y="0"/>
                        </a:lnTo>
                        <a:lnTo>
                          <a:pt x="2" y="0"/>
                        </a:lnTo>
                        <a:lnTo>
                          <a:pt x="2" y="2"/>
                        </a:lnTo>
                        <a:lnTo>
                          <a:pt x="0" y="2"/>
                        </a:lnTo>
                        <a:lnTo>
                          <a:pt x="0" y="29"/>
                        </a:lnTo>
                        <a:lnTo>
                          <a:pt x="0" y="31"/>
                        </a:lnTo>
                        <a:lnTo>
                          <a:pt x="2" y="31"/>
                        </a:lnTo>
                        <a:lnTo>
                          <a:pt x="4" y="31"/>
                        </a:lnTo>
                        <a:lnTo>
                          <a:pt x="5" y="29"/>
                        </a:lnTo>
                        <a:lnTo>
                          <a:pt x="5" y="2"/>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75" name="直线 12193"/>
                  <p:cNvSpPr>
                    <a:spLocks noChangeShapeType="1"/>
                  </p:cNvSpPr>
                  <p:nvPr/>
                </p:nvSpPr>
                <p:spPr bwMode="auto">
                  <a:xfrm>
                    <a:off x="4004" y="964"/>
                    <a:ext cx="1" cy="89"/>
                  </a:xfrm>
                  <a:prstGeom prst="line">
                    <a:avLst/>
                  </a:prstGeom>
                  <a:noFill/>
                  <a:ln w="7">
                    <a:solidFill>
                      <a:srgbClr val="7F7F7F"/>
                    </a:solidFill>
                    <a:round/>
                  </a:ln>
                </p:spPr>
                <p:txBody>
                  <a:bodyPr vert="horz" wrap="square" lIns="91440" tIns="45720" rIns="91440" bIns="45720" numCol="1" anchor="t" anchorCtr="0" compatLnSpc="1"/>
                  <a:lstStyle/>
                  <a:p>
                    <a:endParaRPr lang="zh-CN" altLang="en-US" sz="1400"/>
                  </a:p>
                </p:txBody>
              </p:sp>
              <p:sp>
                <p:nvSpPr>
                  <p:cNvPr id="238074" name="矩形 12194"/>
                  <p:cNvSpPr>
                    <a:spLocks noChangeArrowheads="1"/>
                  </p:cNvSpPr>
                  <p:nvPr/>
                </p:nvSpPr>
                <p:spPr bwMode="auto">
                  <a:xfrm>
                    <a:off x="3817" y="554"/>
                    <a:ext cx="139" cy="21"/>
                  </a:xfrm>
                  <a:prstGeom prst="rect">
                    <a:avLst/>
                  </a:prstGeom>
                  <a:solidFill>
                    <a:srgbClr val="003F7F"/>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73" name="矩形 12195"/>
                  <p:cNvSpPr>
                    <a:spLocks noChangeArrowheads="1"/>
                  </p:cNvSpPr>
                  <p:nvPr/>
                </p:nvSpPr>
                <p:spPr bwMode="auto">
                  <a:xfrm>
                    <a:off x="3817" y="554"/>
                    <a:ext cx="139" cy="21"/>
                  </a:xfrm>
                  <a:prstGeom prst="rect">
                    <a:avLst/>
                  </a:prstGeom>
                  <a:noFill/>
                  <a:ln w="2">
                    <a:solidFill>
                      <a:srgbClr val="003F7F"/>
                    </a:solidFill>
                    <a:miter lim="800000"/>
                  </a:ln>
                </p:spPr>
                <p:txBody>
                  <a:bodyPr vert="horz" wrap="square" lIns="91440" tIns="45720" rIns="91440" bIns="45720" numCol="1" anchor="t" anchorCtr="0" compatLnSpc="1"/>
                  <a:lstStyle/>
                  <a:p>
                    <a:endParaRPr lang="zh-CN" altLang="en-US" sz="1400"/>
                  </a:p>
                </p:txBody>
              </p:sp>
              <p:sp>
                <p:nvSpPr>
                  <p:cNvPr id="238072" name="任意多边形 12196"/>
                  <p:cNvSpPr/>
                  <p:nvPr/>
                </p:nvSpPr>
                <p:spPr bwMode="auto">
                  <a:xfrm>
                    <a:off x="4106" y="849"/>
                    <a:ext cx="958" cy="190"/>
                  </a:xfrm>
                  <a:custGeom>
                    <a:avLst/>
                    <a:gdLst/>
                    <a:ahLst/>
                    <a:cxnLst>
                      <a:cxn ang="0">
                        <a:pos x="0" y="190"/>
                      </a:cxn>
                      <a:cxn ang="0">
                        <a:pos x="36" y="0"/>
                      </a:cxn>
                      <a:cxn ang="0">
                        <a:pos x="909" y="0"/>
                      </a:cxn>
                      <a:cxn ang="0">
                        <a:pos x="958" y="190"/>
                      </a:cxn>
                      <a:cxn ang="0">
                        <a:pos x="0" y="190"/>
                      </a:cxn>
                    </a:cxnLst>
                    <a:rect l="0" t="0" r="r" b="b"/>
                    <a:pathLst>
                      <a:path w="958" h="190">
                        <a:moveTo>
                          <a:pt x="0" y="190"/>
                        </a:moveTo>
                        <a:lnTo>
                          <a:pt x="36" y="0"/>
                        </a:lnTo>
                        <a:lnTo>
                          <a:pt x="909" y="0"/>
                        </a:lnTo>
                        <a:lnTo>
                          <a:pt x="958" y="190"/>
                        </a:lnTo>
                        <a:lnTo>
                          <a:pt x="0" y="190"/>
                        </a:lnTo>
                        <a:close/>
                      </a:path>
                    </a:pathLst>
                  </a:custGeom>
                  <a:solidFill>
                    <a:srgbClr val="FFFFFF"/>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238071" name="任意多边形 12197"/>
                  <p:cNvSpPr/>
                  <p:nvPr/>
                </p:nvSpPr>
                <p:spPr bwMode="auto">
                  <a:xfrm>
                    <a:off x="4106" y="849"/>
                    <a:ext cx="958" cy="190"/>
                  </a:xfrm>
                  <a:custGeom>
                    <a:avLst/>
                    <a:gdLst/>
                    <a:ahLst/>
                    <a:cxnLst>
                      <a:cxn ang="0">
                        <a:pos x="0" y="190"/>
                      </a:cxn>
                      <a:cxn ang="0">
                        <a:pos x="36" y="0"/>
                      </a:cxn>
                      <a:cxn ang="0">
                        <a:pos x="909" y="0"/>
                      </a:cxn>
                      <a:cxn ang="0">
                        <a:pos x="958" y="190"/>
                      </a:cxn>
                      <a:cxn ang="0">
                        <a:pos x="0" y="190"/>
                      </a:cxn>
                    </a:cxnLst>
                    <a:rect l="0" t="0" r="r" b="b"/>
                    <a:pathLst>
                      <a:path w="958" h="190">
                        <a:moveTo>
                          <a:pt x="0" y="190"/>
                        </a:moveTo>
                        <a:lnTo>
                          <a:pt x="36" y="0"/>
                        </a:lnTo>
                        <a:lnTo>
                          <a:pt x="909" y="0"/>
                        </a:lnTo>
                        <a:lnTo>
                          <a:pt x="958" y="190"/>
                        </a:lnTo>
                        <a:lnTo>
                          <a:pt x="0" y="190"/>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8070" name="任意多边形 12198"/>
                  <p:cNvSpPr/>
                  <p:nvPr/>
                </p:nvSpPr>
                <p:spPr bwMode="auto">
                  <a:xfrm>
                    <a:off x="4106" y="1037"/>
                    <a:ext cx="958" cy="20"/>
                  </a:xfrm>
                  <a:custGeom>
                    <a:avLst/>
                    <a:gdLst/>
                    <a:ahLst/>
                    <a:cxnLst>
                      <a:cxn ang="0">
                        <a:pos x="0" y="0"/>
                      </a:cxn>
                      <a:cxn ang="0">
                        <a:pos x="10" y="20"/>
                      </a:cxn>
                      <a:cxn ang="0">
                        <a:pos x="951" y="20"/>
                      </a:cxn>
                      <a:cxn ang="0">
                        <a:pos x="958" y="0"/>
                      </a:cxn>
                      <a:cxn ang="0">
                        <a:pos x="0" y="0"/>
                      </a:cxn>
                    </a:cxnLst>
                    <a:rect l="0" t="0" r="r" b="b"/>
                    <a:pathLst>
                      <a:path w="958" h="20">
                        <a:moveTo>
                          <a:pt x="0" y="0"/>
                        </a:moveTo>
                        <a:lnTo>
                          <a:pt x="10" y="20"/>
                        </a:lnTo>
                        <a:lnTo>
                          <a:pt x="951" y="20"/>
                        </a:lnTo>
                        <a:lnTo>
                          <a:pt x="958" y="0"/>
                        </a:lnTo>
                        <a:lnTo>
                          <a:pt x="0" y="0"/>
                        </a:lnTo>
                        <a:close/>
                      </a:path>
                    </a:pathLst>
                  </a:custGeom>
                  <a:solidFill>
                    <a:srgbClr val="D8D8D8"/>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238069" name="任意多边形 12199"/>
                  <p:cNvSpPr/>
                  <p:nvPr/>
                </p:nvSpPr>
                <p:spPr bwMode="auto">
                  <a:xfrm>
                    <a:off x="4106" y="1037"/>
                    <a:ext cx="958" cy="20"/>
                  </a:xfrm>
                  <a:custGeom>
                    <a:avLst/>
                    <a:gdLst/>
                    <a:ahLst/>
                    <a:cxnLst>
                      <a:cxn ang="0">
                        <a:pos x="0" y="0"/>
                      </a:cxn>
                      <a:cxn ang="0">
                        <a:pos x="10" y="20"/>
                      </a:cxn>
                      <a:cxn ang="0">
                        <a:pos x="951" y="20"/>
                      </a:cxn>
                      <a:cxn ang="0">
                        <a:pos x="958" y="0"/>
                      </a:cxn>
                      <a:cxn ang="0">
                        <a:pos x="0" y="0"/>
                      </a:cxn>
                    </a:cxnLst>
                    <a:rect l="0" t="0" r="r" b="b"/>
                    <a:pathLst>
                      <a:path w="958" h="20">
                        <a:moveTo>
                          <a:pt x="0" y="0"/>
                        </a:moveTo>
                        <a:lnTo>
                          <a:pt x="10" y="20"/>
                        </a:lnTo>
                        <a:lnTo>
                          <a:pt x="951" y="20"/>
                        </a:lnTo>
                        <a:lnTo>
                          <a:pt x="958" y="0"/>
                        </a:lnTo>
                        <a:lnTo>
                          <a:pt x="0" y="0"/>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8068" name="任意多边形 12200"/>
                  <p:cNvSpPr/>
                  <p:nvPr/>
                </p:nvSpPr>
                <p:spPr bwMode="auto">
                  <a:xfrm>
                    <a:off x="4274" y="935"/>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67" name="矩形 12201"/>
                  <p:cNvSpPr>
                    <a:spLocks noChangeArrowheads="1"/>
                  </p:cNvSpPr>
                  <p:nvPr/>
                </p:nvSpPr>
                <p:spPr bwMode="auto">
                  <a:xfrm>
                    <a:off x="4277" y="93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66" name="任意多边形 12202"/>
                  <p:cNvSpPr/>
                  <p:nvPr/>
                </p:nvSpPr>
                <p:spPr bwMode="auto">
                  <a:xfrm>
                    <a:off x="4270" y="928"/>
                    <a:ext cx="7" cy="20"/>
                  </a:xfrm>
                  <a:custGeom>
                    <a:avLst/>
                    <a:gdLst/>
                    <a:ahLst/>
                    <a:cxnLst>
                      <a:cxn ang="0">
                        <a:pos x="7" y="0"/>
                      </a:cxn>
                      <a:cxn ang="0">
                        <a:pos x="0" y="18"/>
                      </a:cxn>
                      <a:cxn ang="0">
                        <a:pos x="4" y="20"/>
                      </a:cxn>
                    </a:cxnLst>
                    <a:rect l="0" t="0" r="r" b="b"/>
                    <a:pathLst>
                      <a:path w="7" h="20">
                        <a:moveTo>
                          <a:pt x="7" y="0"/>
                        </a:moveTo>
                        <a:lnTo>
                          <a:pt x="0" y="18"/>
                        </a:lnTo>
                        <a:lnTo>
                          <a:pt x="4"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65" name="任意多边形 12203"/>
                  <p:cNvSpPr/>
                  <p:nvPr/>
                </p:nvSpPr>
                <p:spPr bwMode="auto">
                  <a:xfrm>
                    <a:off x="4292" y="928"/>
                    <a:ext cx="7" cy="20"/>
                  </a:xfrm>
                  <a:custGeom>
                    <a:avLst/>
                    <a:gdLst/>
                    <a:ahLst/>
                    <a:cxnLst>
                      <a:cxn ang="0">
                        <a:pos x="0" y="0"/>
                      </a:cxn>
                      <a:cxn ang="0">
                        <a:pos x="7" y="18"/>
                      </a:cxn>
                      <a:cxn ang="0">
                        <a:pos x="5" y="20"/>
                      </a:cxn>
                    </a:cxnLst>
                    <a:rect l="0" t="0" r="r" b="b"/>
                    <a:pathLst>
                      <a:path w="7" h="20">
                        <a:moveTo>
                          <a:pt x="0" y="0"/>
                        </a:moveTo>
                        <a:lnTo>
                          <a:pt x="7"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64" name="任意多边形 12204"/>
                  <p:cNvSpPr/>
                  <p:nvPr/>
                </p:nvSpPr>
                <p:spPr bwMode="auto">
                  <a:xfrm>
                    <a:off x="4309" y="935"/>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63" name="矩形 12205"/>
                  <p:cNvSpPr>
                    <a:spLocks noChangeArrowheads="1"/>
                  </p:cNvSpPr>
                  <p:nvPr/>
                </p:nvSpPr>
                <p:spPr bwMode="auto">
                  <a:xfrm>
                    <a:off x="4312" y="93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62" name="任意多边形 12206"/>
                  <p:cNvSpPr/>
                  <p:nvPr/>
                </p:nvSpPr>
                <p:spPr bwMode="auto">
                  <a:xfrm>
                    <a:off x="4306" y="928"/>
                    <a:ext cx="6" cy="20"/>
                  </a:xfrm>
                  <a:custGeom>
                    <a:avLst/>
                    <a:gdLst/>
                    <a:ahLst/>
                    <a:cxnLst>
                      <a:cxn ang="0">
                        <a:pos x="6" y="0"/>
                      </a:cxn>
                      <a:cxn ang="0">
                        <a:pos x="0" y="18"/>
                      </a:cxn>
                      <a:cxn ang="0">
                        <a:pos x="1" y="20"/>
                      </a:cxn>
                    </a:cxnLst>
                    <a:rect l="0" t="0" r="r" b="b"/>
                    <a:pathLst>
                      <a:path w="6" h="20">
                        <a:moveTo>
                          <a:pt x="6" y="0"/>
                        </a:moveTo>
                        <a:lnTo>
                          <a:pt x="0" y="18"/>
                        </a:lnTo>
                        <a:lnTo>
                          <a:pt x="1"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61" name="任意多边形 12207"/>
                  <p:cNvSpPr/>
                  <p:nvPr/>
                </p:nvSpPr>
                <p:spPr bwMode="auto">
                  <a:xfrm>
                    <a:off x="4327" y="928"/>
                    <a:ext cx="7" cy="20"/>
                  </a:xfrm>
                  <a:custGeom>
                    <a:avLst/>
                    <a:gdLst/>
                    <a:ahLst/>
                    <a:cxnLst>
                      <a:cxn ang="0">
                        <a:pos x="0" y="0"/>
                      </a:cxn>
                      <a:cxn ang="0">
                        <a:pos x="7" y="18"/>
                      </a:cxn>
                      <a:cxn ang="0">
                        <a:pos x="4" y="20"/>
                      </a:cxn>
                    </a:cxnLst>
                    <a:rect l="0" t="0" r="r" b="b"/>
                    <a:pathLst>
                      <a:path w="7" h="20">
                        <a:moveTo>
                          <a:pt x="0" y="0"/>
                        </a:moveTo>
                        <a:lnTo>
                          <a:pt x="7" y="18"/>
                        </a:lnTo>
                        <a:lnTo>
                          <a:pt x="4"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60" name="任意多边形 12208"/>
                  <p:cNvSpPr/>
                  <p:nvPr/>
                </p:nvSpPr>
                <p:spPr bwMode="auto">
                  <a:xfrm>
                    <a:off x="4344" y="935"/>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59" name="矩形 12209"/>
                  <p:cNvSpPr>
                    <a:spLocks noChangeArrowheads="1"/>
                  </p:cNvSpPr>
                  <p:nvPr/>
                </p:nvSpPr>
                <p:spPr bwMode="auto">
                  <a:xfrm>
                    <a:off x="4347" y="930"/>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58" name="任意多边形 12210"/>
                  <p:cNvSpPr/>
                  <p:nvPr/>
                </p:nvSpPr>
                <p:spPr bwMode="auto">
                  <a:xfrm>
                    <a:off x="4339" y="928"/>
                    <a:ext cx="7" cy="20"/>
                  </a:xfrm>
                  <a:custGeom>
                    <a:avLst/>
                    <a:gdLst/>
                    <a:ahLst/>
                    <a:cxnLst>
                      <a:cxn ang="0">
                        <a:pos x="7" y="0"/>
                      </a:cxn>
                      <a:cxn ang="0">
                        <a:pos x="0" y="18"/>
                      </a:cxn>
                      <a:cxn ang="0">
                        <a:pos x="3" y="20"/>
                      </a:cxn>
                    </a:cxnLst>
                    <a:rect l="0" t="0" r="r" b="b"/>
                    <a:pathLst>
                      <a:path w="7" h="20">
                        <a:moveTo>
                          <a:pt x="7"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57" name="任意多边形 12211"/>
                  <p:cNvSpPr/>
                  <p:nvPr/>
                </p:nvSpPr>
                <p:spPr bwMode="auto">
                  <a:xfrm>
                    <a:off x="4361" y="928"/>
                    <a:ext cx="6" cy="20"/>
                  </a:xfrm>
                  <a:custGeom>
                    <a:avLst/>
                    <a:gdLst/>
                    <a:ahLst/>
                    <a:cxnLst>
                      <a:cxn ang="0">
                        <a:pos x="0" y="0"/>
                      </a:cxn>
                      <a:cxn ang="0">
                        <a:pos x="6" y="18"/>
                      </a:cxn>
                      <a:cxn ang="0">
                        <a:pos x="5" y="20"/>
                      </a:cxn>
                    </a:cxnLst>
                    <a:rect l="0" t="0" r="r" b="b"/>
                    <a:pathLst>
                      <a:path w="6" h="20">
                        <a:moveTo>
                          <a:pt x="0" y="0"/>
                        </a:moveTo>
                        <a:lnTo>
                          <a:pt x="6"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56" name="任意多边形 12212"/>
                  <p:cNvSpPr/>
                  <p:nvPr/>
                </p:nvSpPr>
                <p:spPr bwMode="auto">
                  <a:xfrm>
                    <a:off x="4377" y="935"/>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55" name="矩形 12213"/>
                  <p:cNvSpPr>
                    <a:spLocks noChangeArrowheads="1"/>
                  </p:cNvSpPr>
                  <p:nvPr/>
                </p:nvSpPr>
                <p:spPr bwMode="auto">
                  <a:xfrm>
                    <a:off x="4381" y="93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54" name="任意多边形 12214"/>
                  <p:cNvSpPr/>
                  <p:nvPr/>
                </p:nvSpPr>
                <p:spPr bwMode="auto">
                  <a:xfrm>
                    <a:off x="4374" y="928"/>
                    <a:ext cx="7" cy="20"/>
                  </a:xfrm>
                  <a:custGeom>
                    <a:avLst/>
                    <a:gdLst/>
                    <a:ahLst/>
                    <a:cxnLst>
                      <a:cxn ang="0">
                        <a:pos x="7" y="0"/>
                      </a:cxn>
                      <a:cxn ang="0">
                        <a:pos x="0" y="18"/>
                      </a:cxn>
                      <a:cxn ang="0">
                        <a:pos x="3" y="20"/>
                      </a:cxn>
                    </a:cxnLst>
                    <a:rect l="0" t="0" r="r" b="b"/>
                    <a:pathLst>
                      <a:path w="7" h="20">
                        <a:moveTo>
                          <a:pt x="7"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53" name="任意多边形 12215"/>
                  <p:cNvSpPr/>
                  <p:nvPr/>
                </p:nvSpPr>
                <p:spPr bwMode="auto">
                  <a:xfrm>
                    <a:off x="4396" y="928"/>
                    <a:ext cx="7" cy="20"/>
                  </a:xfrm>
                  <a:custGeom>
                    <a:avLst/>
                    <a:gdLst/>
                    <a:ahLst/>
                    <a:cxnLst>
                      <a:cxn ang="0">
                        <a:pos x="0" y="0"/>
                      </a:cxn>
                      <a:cxn ang="0">
                        <a:pos x="7" y="18"/>
                      </a:cxn>
                      <a:cxn ang="0">
                        <a:pos x="5" y="20"/>
                      </a:cxn>
                    </a:cxnLst>
                    <a:rect l="0" t="0" r="r" b="b"/>
                    <a:pathLst>
                      <a:path w="7" h="20">
                        <a:moveTo>
                          <a:pt x="0" y="0"/>
                        </a:moveTo>
                        <a:lnTo>
                          <a:pt x="7"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52" name="任意多边形 12216"/>
                  <p:cNvSpPr/>
                  <p:nvPr/>
                </p:nvSpPr>
                <p:spPr bwMode="auto">
                  <a:xfrm>
                    <a:off x="4413" y="935"/>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51" name="矩形 12217"/>
                  <p:cNvSpPr>
                    <a:spLocks noChangeArrowheads="1"/>
                  </p:cNvSpPr>
                  <p:nvPr/>
                </p:nvSpPr>
                <p:spPr bwMode="auto">
                  <a:xfrm>
                    <a:off x="4416" y="93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50" name="任意多边形 12218"/>
                  <p:cNvSpPr/>
                  <p:nvPr/>
                </p:nvSpPr>
                <p:spPr bwMode="auto">
                  <a:xfrm>
                    <a:off x="4409" y="928"/>
                    <a:ext cx="7" cy="20"/>
                  </a:xfrm>
                  <a:custGeom>
                    <a:avLst/>
                    <a:gdLst/>
                    <a:ahLst/>
                    <a:cxnLst>
                      <a:cxn ang="0">
                        <a:pos x="7" y="0"/>
                      </a:cxn>
                      <a:cxn ang="0">
                        <a:pos x="0" y="18"/>
                      </a:cxn>
                      <a:cxn ang="0">
                        <a:pos x="2" y="20"/>
                      </a:cxn>
                    </a:cxnLst>
                    <a:rect l="0" t="0" r="r" b="b"/>
                    <a:pathLst>
                      <a:path w="7" h="20">
                        <a:moveTo>
                          <a:pt x="7" y="0"/>
                        </a:moveTo>
                        <a:lnTo>
                          <a:pt x="0" y="18"/>
                        </a:lnTo>
                        <a:lnTo>
                          <a:pt x="2"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49" name="任意多边形 12219"/>
                  <p:cNvSpPr/>
                  <p:nvPr/>
                </p:nvSpPr>
                <p:spPr bwMode="auto">
                  <a:xfrm>
                    <a:off x="4431" y="928"/>
                    <a:ext cx="7" cy="20"/>
                  </a:xfrm>
                  <a:custGeom>
                    <a:avLst/>
                    <a:gdLst/>
                    <a:ahLst/>
                    <a:cxnLst>
                      <a:cxn ang="0">
                        <a:pos x="0" y="0"/>
                      </a:cxn>
                      <a:cxn ang="0">
                        <a:pos x="7" y="18"/>
                      </a:cxn>
                      <a:cxn ang="0">
                        <a:pos x="3" y="20"/>
                      </a:cxn>
                    </a:cxnLst>
                    <a:rect l="0" t="0" r="r" b="b"/>
                    <a:pathLst>
                      <a:path w="7" h="20">
                        <a:moveTo>
                          <a:pt x="0" y="0"/>
                        </a:moveTo>
                        <a:lnTo>
                          <a:pt x="7"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48" name="任意多边形 12220"/>
                  <p:cNvSpPr/>
                  <p:nvPr/>
                </p:nvSpPr>
                <p:spPr bwMode="auto">
                  <a:xfrm>
                    <a:off x="4448" y="935"/>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47" name="矩形 12221"/>
                  <p:cNvSpPr>
                    <a:spLocks noChangeArrowheads="1"/>
                  </p:cNvSpPr>
                  <p:nvPr/>
                </p:nvSpPr>
                <p:spPr bwMode="auto">
                  <a:xfrm>
                    <a:off x="4451" y="930"/>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46" name="任意多边形 12222"/>
                  <p:cNvSpPr/>
                  <p:nvPr/>
                </p:nvSpPr>
                <p:spPr bwMode="auto">
                  <a:xfrm>
                    <a:off x="4443" y="928"/>
                    <a:ext cx="8" cy="20"/>
                  </a:xfrm>
                  <a:custGeom>
                    <a:avLst/>
                    <a:gdLst/>
                    <a:ahLst/>
                    <a:cxnLst>
                      <a:cxn ang="0">
                        <a:pos x="8" y="0"/>
                      </a:cxn>
                      <a:cxn ang="0">
                        <a:pos x="0" y="18"/>
                      </a:cxn>
                      <a:cxn ang="0">
                        <a:pos x="3" y="20"/>
                      </a:cxn>
                    </a:cxnLst>
                    <a:rect l="0" t="0" r="r" b="b"/>
                    <a:pathLst>
                      <a:path w="8" h="20">
                        <a:moveTo>
                          <a:pt x="8"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45" name="任意多边形 12223"/>
                  <p:cNvSpPr/>
                  <p:nvPr/>
                </p:nvSpPr>
                <p:spPr bwMode="auto">
                  <a:xfrm>
                    <a:off x="4464" y="928"/>
                    <a:ext cx="7" cy="20"/>
                  </a:xfrm>
                  <a:custGeom>
                    <a:avLst/>
                    <a:gdLst/>
                    <a:ahLst/>
                    <a:cxnLst>
                      <a:cxn ang="0">
                        <a:pos x="0" y="0"/>
                      </a:cxn>
                      <a:cxn ang="0">
                        <a:pos x="7" y="18"/>
                      </a:cxn>
                      <a:cxn ang="0">
                        <a:pos x="6" y="20"/>
                      </a:cxn>
                    </a:cxnLst>
                    <a:rect l="0" t="0" r="r" b="b"/>
                    <a:pathLst>
                      <a:path w="7" h="20">
                        <a:moveTo>
                          <a:pt x="0" y="0"/>
                        </a:moveTo>
                        <a:lnTo>
                          <a:pt x="7" y="18"/>
                        </a:lnTo>
                        <a:lnTo>
                          <a:pt x="6"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44" name="任意多边形 12224"/>
                  <p:cNvSpPr/>
                  <p:nvPr/>
                </p:nvSpPr>
                <p:spPr bwMode="auto">
                  <a:xfrm>
                    <a:off x="4481" y="935"/>
                    <a:ext cx="20" cy="14"/>
                  </a:xfrm>
                  <a:custGeom>
                    <a:avLst/>
                    <a:gdLst/>
                    <a:ahLst/>
                    <a:cxnLst>
                      <a:cxn ang="0">
                        <a:pos x="17" y="0"/>
                      </a:cxn>
                      <a:cxn ang="0">
                        <a:pos x="4" y="0"/>
                      </a:cxn>
                      <a:cxn ang="0">
                        <a:pos x="0" y="14"/>
                      </a:cxn>
                      <a:cxn ang="0">
                        <a:pos x="20" y="14"/>
                      </a:cxn>
                      <a:cxn ang="0">
                        <a:pos x="17" y="0"/>
                      </a:cxn>
                    </a:cxnLst>
                    <a:rect l="0" t="0" r="r" b="b"/>
                    <a:pathLst>
                      <a:path w="20" h="14">
                        <a:moveTo>
                          <a:pt x="17" y="0"/>
                        </a:moveTo>
                        <a:lnTo>
                          <a:pt x="4"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43" name="矩形 12225"/>
                  <p:cNvSpPr>
                    <a:spLocks noChangeArrowheads="1"/>
                  </p:cNvSpPr>
                  <p:nvPr/>
                </p:nvSpPr>
                <p:spPr bwMode="auto">
                  <a:xfrm>
                    <a:off x="4485" y="930"/>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42" name="任意多边形 12226"/>
                  <p:cNvSpPr/>
                  <p:nvPr/>
                </p:nvSpPr>
                <p:spPr bwMode="auto">
                  <a:xfrm>
                    <a:off x="4478" y="928"/>
                    <a:ext cx="7" cy="20"/>
                  </a:xfrm>
                  <a:custGeom>
                    <a:avLst/>
                    <a:gdLst/>
                    <a:ahLst/>
                    <a:cxnLst>
                      <a:cxn ang="0">
                        <a:pos x="7" y="0"/>
                      </a:cxn>
                      <a:cxn ang="0">
                        <a:pos x="0" y="18"/>
                      </a:cxn>
                      <a:cxn ang="0">
                        <a:pos x="2" y="20"/>
                      </a:cxn>
                    </a:cxnLst>
                    <a:rect l="0" t="0" r="r" b="b"/>
                    <a:pathLst>
                      <a:path w="7" h="20">
                        <a:moveTo>
                          <a:pt x="7" y="0"/>
                        </a:moveTo>
                        <a:lnTo>
                          <a:pt x="0" y="18"/>
                        </a:lnTo>
                        <a:lnTo>
                          <a:pt x="2"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41" name="任意多边形 12227"/>
                  <p:cNvSpPr/>
                  <p:nvPr/>
                </p:nvSpPr>
                <p:spPr bwMode="auto">
                  <a:xfrm>
                    <a:off x="4498" y="928"/>
                    <a:ext cx="8" cy="20"/>
                  </a:xfrm>
                  <a:custGeom>
                    <a:avLst/>
                    <a:gdLst/>
                    <a:ahLst/>
                    <a:cxnLst>
                      <a:cxn ang="0">
                        <a:pos x="0" y="0"/>
                      </a:cxn>
                      <a:cxn ang="0">
                        <a:pos x="8" y="18"/>
                      </a:cxn>
                      <a:cxn ang="0">
                        <a:pos x="5" y="20"/>
                      </a:cxn>
                    </a:cxnLst>
                    <a:rect l="0" t="0" r="r" b="b"/>
                    <a:pathLst>
                      <a:path w="8" h="20">
                        <a:moveTo>
                          <a:pt x="0" y="0"/>
                        </a:moveTo>
                        <a:lnTo>
                          <a:pt x="8"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40" name="任意多边形 12228"/>
                  <p:cNvSpPr/>
                  <p:nvPr/>
                </p:nvSpPr>
                <p:spPr bwMode="auto">
                  <a:xfrm>
                    <a:off x="4515" y="935"/>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39" name="矩形 12229"/>
                  <p:cNvSpPr>
                    <a:spLocks noChangeArrowheads="1"/>
                  </p:cNvSpPr>
                  <p:nvPr/>
                </p:nvSpPr>
                <p:spPr bwMode="auto">
                  <a:xfrm>
                    <a:off x="4518" y="93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38" name="任意多边形 12230"/>
                  <p:cNvSpPr/>
                  <p:nvPr/>
                </p:nvSpPr>
                <p:spPr bwMode="auto">
                  <a:xfrm>
                    <a:off x="4511" y="928"/>
                    <a:ext cx="7" cy="20"/>
                  </a:xfrm>
                  <a:custGeom>
                    <a:avLst/>
                    <a:gdLst/>
                    <a:ahLst/>
                    <a:cxnLst>
                      <a:cxn ang="0">
                        <a:pos x="7" y="0"/>
                      </a:cxn>
                      <a:cxn ang="0">
                        <a:pos x="0" y="18"/>
                      </a:cxn>
                      <a:cxn ang="0">
                        <a:pos x="4" y="20"/>
                      </a:cxn>
                    </a:cxnLst>
                    <a:rect l="0" t="0" r="r" b="b"/>
                    <a:pathLst>
                      <a:path w="7" h="20">
                        <a:moveTo>
                          <a:pt x="7" y="0"/>
                        </a:moveTo>
                        <a:lnTo>
                          <a:pt x="0" y="18"/>
                        </a:lnTo>
                        <a:lnTo>
                          <a:pt x="4"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37" name="任意多边形 12231"/>
                  <p:cNvSpPr/>
                  <p:nvPr/>
                </p:nvSpPr>
                <p:spPr bwMode="auto">
                  <a:xfrm>
                    <a:off x="4533" y="928"/>
                    <a:ext cx="8" cy="20"/>
                  </a:xfrm>
                  <a:custGeom>
                    <a:avLst/>
                    <a:gdLst/>
                    <a:ahLst/>
                    <a:cxnLst>
                      <a:cxn ang="0">
                        <a:pos x="0" y="0"/>
                      </a:cxn>
                      <a:cxn ang="0">
                        <a:pos x="8" y="18"/>
                      </a:cxn>
                      <a:cxn ang="0">
                        <a:pos x="5" y="20"/>
                      </a:cxn>
                    </a:cxnLst>
                    <a:rect l="0" t="0" r="r" b="b"/>
                    <a:pathLst>
                      <a:path w="8" h="20">
                        <a:moveTo>
                          <a:pt x="0" y="0"/>
                        </a:moveTo>
                        <a:lnTo>
                          <a:pt x="8"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36" name="任意多边形 12232"/>
                  <p:cNvSpPr/>
                  <p:nvPr/>
                </p:nvSpPr>
                <p:spPr bwMode="auto">
                  <a:xfrm>
                    <a:off x="4550" y="935"/>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35" name="矩形 12233"/>
                  <p:cNvSpPr>
                    <a:spLocks noChangeArrowheads="1"/>
                  </p:cNvSpPr>
                  <p:nvPr/>
                </p:nvSpPr>
                <p:spPr bwMode="auto">
                  <a:xfrm>
                    <a:off x="4553" y="93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34" name="任意多边形 12234"/>
                  <p:cNvSpPr/>
                  <p:nvPr/>
                </p:nvSpPr>
                <p:spPr bwMode="auto">
                  <a:xfrm>
                    <a:off x="4546" y="928"/>
                    <a:ext cx="7" cy="20"/>
                  </a:xfrm>
                  <a:custGeom>
                    <a:avLst/>
                    <a:gdLst/>
                    <a:ahLst/>
                    <a:cxnLst>
                      <a:cxn ang="0">
                        <a:pos x="7" y="0"/>
                      </a:cxn>
                      <a:cxn ang="0">
                        <a:pos x="0" y="18"/>
                      </a:cxn>
                      <a:cxn ang="0">
                        <a:pos x="2" y="20"/>
                      </a:cxn>
                    </a:cxnLst>
                    <a:rect l="0" t="0" r="r" b="b"/>
                    <a:pathLst>
                      <a:path w="7" h="20">
                        <a:moveTo>
                          <a:pt x="7" y="0"/>
                        </a:moveTo>
                        <a:lnTo>
                          <a:pt x="0" y="18"/>
                        </a:lnTo>
                        <a:lnTo>
                          <a:pt x="2"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33" name="任意多边形 12235"/>
                  <p:cNvSpPr/>
                  <p:nvPr/>
                </p:nvSpPr>
                <p:spPr bwMode="auto">
                  <a:xfrm>
                    <a:off x="4568" y="928"/>
                    <a:ext cx="7" cy="20"/>
                  </a:xfrm>
                  <a:custGeom>
                    <a:avLst/>
                    <a:gdLst/>
                    <a:ahLst/>
                    <a:cxnLst>
                      <a:cxn ang="0">
                        <a:pos x="0" y="0"/>
                      </a:cxn>
                      <a:cxn ang="0">
                        <a:pos x="7" y="18"/>
                      </a:cxn>
                      <a:cxn ang="0">
                        <a:pos x="5" y="20"/>
                      </a:cxn>
                    </a:cxnLst>
                    <a:rect l="0" t="0" r="r" b="b"/>
                    <a:pathLst>
                      <a:path w="7" h="20">
                        <a:moveTo>
                          <a:pt x="0" y="0"/>
                        </a:moveTo>
                        <a:lnTo>
                          <a:pt x="7"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32" name="任意多边形 12236"/>
                  <p:cNvSpPr/>
                  <p:nvPr/>
                </p:nvSpPr>
                <p:spPr bwMode="auto">
                  <a:xfrm>
                    <a:off x="4585" y="935"/>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31" name="矩形 12237"/>
                  <p:cNvSpPr>
                    <a:spLocks noChangeArrowheads="1"/>
                  </p:cNvSpPr>
                  <p:nvPr/>
                </p:nvSpPr>
                <p:spPr bwMode="auto">
                  <a:xfrm>
                    <a:off x="4588" y="93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30" name="任意多边形 12238"/>
                  <p:cNvSpPr/>
                  <p:nvPr/>
                </p:nvSpPr>
                <p:spPr bwMode="auto">
                  <a:xfrm>
                    <a:off x="4582" y="928"/>
                    <a:ext cx="6" cy="20"/>
                  </a:xfrm>
                  <a:custGeom>
                    <a:avLst/>
                    <a:gdLst/>
                    <a:ahLst/>
                    <a:cxnLst>
                      <a:cxn ang="0">
                        <a:pos x="6" y="0"/>
                      </a:cxn>
                      <a:cxn ang="0">
                        <a:pos x="0" y="18"/>
                      </a:cxn>
                      <a:cxn ang="0">
                        <a:pos x="1" y="20"/>
                      </a:cxn>
                    </a:cxnLst>
                    <a:rect l="0" t="0" r="r" b="b"/>
                    <a:pathLst>
                      <a:path w="6" h="20">
                        <a:moveTo>
                          <a:pt x="6" y="0"/>
                        </a:moveTo>
                        <a:lnTo>
                          <a:pt x="0" y="18"/>
                        </a:lnTo>
                        <a:lnTo>
                          <a:pt x="1"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29" name="任意多边形 12239"/>
                  <p:cNvSpPr/>
                  <p:nvPr/>
                </p:nvSpPr>
                <p:spPr bwMode="auto">
                  <a:xfrm>
                    <a:off x="4603" y="928"/>
                    <a:ext cx="7" cy="20"/>
                  </a:xfrm>
                  <a:custGeom>
                    <a:avLst/>
                    <a:gdLst/>
                    <a:ahLst/>
                    <a:cxnLst>
                      <a:cxn ang="0">
                        <a:pos x="0" y="0"/>
                      </a:cxn>
                      <a:cxn ang="0">
                        <a:pos x="7" y="18"/>
                      </a:cxn>
                      <a:cxn ang="0">
                        <a:pos x="4" y="20"/>
                      </a:cxn>
                    </a:cxnLst>
                    <a:rect l="0" t="0" r="r" b="b"/>
                    <a:pathLst>
                      <a:path w="7" h="20">
                        <a:moveTo>
                          <a:pt x="0" y="0"/>
                        </a:moveTo>
                        <a:lnTo>
                          <a:pt x="7" y="18"/>
                        </a:lnTo>
                        <a:lnTo>
                          <a:pt x="4"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28" name="任意多边形 12240"/>
                  <p:cNvSpPr/>
                  <p:nvPr/>
                </p:nvSpPr>
                <p:spPr bwMode="auto">
                  <a:xfrm>
                    <a:off x="4618" y="935"/>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27" name="矩形 12241"/>
                  <p:cNvSpPr>
                    <a:spLocks noChangeArrowheads="1"/>
                  </p:cNvSpPr>
                  <p:nvPr/>
                </p:nvSpPr>
                <p:spPr bwMode="auto">
                  <a:xfrm>
                    <a:off x="4622" y="93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26" name="任意多边形 12242"/>
                  <p:cNvSpPr/>
                  <p:nvPr/>
                </p:nvSpPr>
                <p:spPr bwMode="auto">
                  <a:xfrm>
                    <a:off x="4615" y="928"/>
                    <a:ext cx="7" cy="20"/>
                  </a:xfrm>
                  <a:custGeom>
                    <a:avLst/>
                    <a:gdLst/>
                    <a:ahLst/>
                    <a:cxnLst>
                      <a:cxn ang="0">
                        <a:pos x="7" y="0"/>
                      </a:cxn>
                      <a:cxn ang="0">
                        <a:pos x="0" y="18"/>
                      </a:cxn>
                      <a:cxn ang="0">
                        <a:pos x="3" y="20"/>
                      </a:cxn>
                    </a:cxnLst>
                    <a:rect l="0" t="0" r="r" b="b"/>
                    <a:pathLst>
                      <a:path w="7" h="20">
                        <a:moveTo>
                          <a:pt x="7"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25" name="任意多边形 12243"/>
                  <p:cNvSpPr/>
                  <p:nvPr/>
                </p:nvSpPr>
                <p:spPr bwMode="auto">
                  <a:xfrm>
                    <a:off x="4637" y="928"/>
                    <a:ext cx="7" cy="20"/>
                  </a:xfrm>
                  <a:custGeom>
                    <a:avLst/>
                    <a:gdLst/>
                    <a:ahLst/>
                    <a:cxnLst>
                      <a:cxn ang="0">
                        <a:pos x="0" y="0"/>
                      </a:cxn>
                      <a:cxn ang="0">
                        <a:pos x="7" y="18"/>
                      </a:cxn>
                      <a:cxn ang="0">
                        <a:pos x="5" y="20"/>
                      </a:cxn>
                    </a:cxnLst>
                    <a:rect l="0" t="0" r="r" b="b"/>
                    <a:pathLst>
                      <a:path w="7" h="20">
                        <a:moveTo>
                          <a:pt x="0" y="0"/>
                        </a:moveTo>
                        <a:lnTo>
                          <a:pt x="7"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24" name="任意多边形 12244"/>
                  <p:cNvSpPr/>
                  <p:nvPr/>
                </p:nvSpPr>
                <p:spPr bwMode="auto">
                  <a:xfrm>
                    <a:off x="4654" y="935"/>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23" name="矩形 12245"/>
                  <p:cNvSpPr>
                    <a:spLocks noChangeArrowheads="1"/>
                  </p:cNvSpPr>
                  <p:nvPr/>
                </p:nvSpPr>
                <p:spPr bwMode="auto">
                  <a:xfrm>
                    <a:off x="4657" y="93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22" name="任意多边形 12246"/>
                  <p:cNvSpPr/>
                  <p:nvPr/>
                </p:nvSpPr>
                <p:spPr bwMode="auto">
                  <a:xfrm>
                    <a:off x="4650" y="928"/>
                    <a:ext cx="7" cy="20"/>
                  </a:xfrm>
                  <a:custGeom>
                    <a:avLst/>
                    <a:gdLst/>
                    <a:ahLst/>
                    <a:cxnLst>
                      <a:cxn ang="0">
                        <a:pos x="7" y="0"/>
                      </a:cxn>
                      <a:cxn ang="0">
                        <a:pos x="0" y="18"/>
                      </a:cxn>
                      <a:cxn ang="0">
                        <a:pos x="2" y="20"/>
                      </a:cxn>
                    </a:cxnLst>
                    <a:rect l="0" t="0" r="r" b="b"/>
                    <a:pathLst>
                      <a:path w="7" h="20">
                        <a:moveTo>
                          <a:pt x="7" y="0"/>
                        </a:moveTo>
                        <a:lnTo>
                          <a:pt x="0" y="18"/>
                        </a:lnTo>
                        <a:lnTo>
                          <a:pt x="2"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21" name="任意多边形 12247"/>
                  <p:cNvSpPr/>
                  <p:nvPr/>
                </p:nvSpPr>
                <p:spPr bwMode="auto">
                  <a:xfrm>
                    <a:off x="4672" y="928"/>
                    <a:ext cx="7" cy="20"/>
                  </a:xfrm>
                  <a:custGeom>
                    <a:avLst/>
                    <a:gdLst/>
                    <a:ahLst/>
                    <a:cxnLst>
                      <a:cxn ang="0">
                        <a:pos x="0" y="0"/>
                      </a:cxn>
                      <a:cxn ang="0">
                        <a:pos x="7" y="18"/>
                      </a:cxn>
                      <a:cxn ang="0">
                        <a:pos x="3" y="20"/>
                      </a:cxn>
                    </a:cxnLst>
                    <a:rect l="0" t="0" r="r" b="b"/>
                    <a:pathLst>
                      <a:path w="7" h="20">
                        <a:moveTo>
                          <a:pt x="0" y="0"/>
                        </a:moveTo>
                        <a:lnTo>
                          <a:pt x="7"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20" name="任意多边形 12248"/>
                  <p:cNvSpPr/>
                  <p:nvPr/>
                </p:nvSpPr>
                <p:spPr bwMode="auto">
                  <a:xfrm>
                    <a:off x="4210" y="909"/>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19" name="矩形 12249"/>
                  <p:cNvSpPr>
                    <a:spLocks noChangeArrowheads="1"/>
                  </p:cNvSpPr>
                  <p:nvPr/>
                </p:nvSpPr>
                <p:spPr bwMode="auto">
                  <a:xfrm>
                    <a:off x="4213" y="904"/>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18" name="任意多边形 12250"/>
                  <p:cNvSpPr/>
                  <p:nvPr/>
                </p:nvSpPr>
                <p:spPr bwMode="auto">
                  <a:xfrm>
                    <a:off x="4207" y="904"/>
                    <a:ext cx="6" cy="19"/>
                  </a:xfrm>
                  <a:custGeom>
                    <a:avLst/>
                    <a:gdLst/>
                    <a:ahLst/>
                    <a:cxnLst>
                      <a:cxn ang="0">
                        <a:pos x="6" y="0"/>
                      </a:cxn>
                      <a:cxn ang="0">
                        <a:pos x="0" y="16"/>
                      </a:cxn>
                      <a:cxn ang="0">
                        <a:pos x="1" y="19"/>
                      </a:cxn>
                    </a:cxnLst>
                    <a:rect l="0" t="0" r="r" b="b"/>
                    <a:pathLst>
                      <a:path w="6" h="19">
                        <a:moveTo>
                          <a:pt x="6" y="0"/>
                        </a:moveTo>
                        <a:lnTo>
                          <a:pt x="0" y="16"/>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17" name="任意多边形 12251"/>
                  <p:cNvSpPr/>
                  <p:nvPr/>
                </p:nvSpPr>
                <p:spPr bwMode="auto">
                  <a:xfrm>
                    <a:off x="4227" y="904"/>
                    <a:ext cx="8" cy="19"/>
                  </a:xfrm>
                  <a:custGeom>
                    <a:avLst/>
                    <a:gdLst/>
                    <a:ahLst/>
                    <a:cxnLst>
                      <a:cxn ang="0">
                        <a:pos x="0" y="0"/>
                      </a:cxn>
                      <a:cxn ang="0">
                        <a:pos x="8" y="16"/>
                      </a:cxn>
                      <a:cxn ang="0">
                        <a:pos x="5" y="19"/>
                      </a:cxn>
                    </a:cxnLst>
                    <a:rect l="0" t="0" r="r" b="b"/>
                    <a:pathLst>
                      <a:path w="8" h="19">
                        <a:moveTo>
                          <a:pt x="0" y="0"/>
                        </a:moveTo>
                        <a:lnTo>
                          <a:pt x="8"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16" name="任意多边形 12252"/>
                  <p:cNvSpPr/>
                  <p:nvPr/>
                </p:nvSpPr>
                <p:spPr bwMode="auto">
                  <a:xfrm>
                    <a:off x="4244" y="909"/>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15" name="矩形 12253"/>
                  <p:cNvSpPr>
                    <a:spLocks noChangeArrowheads="1"/>
                  </p:cNvSpPr>
                  <p:nvPr/>
                </p:nvSpPr>
                <p:spPr bwMode="auto">
                  <a:xfrm>
                    <a:off x="4247" y="904"/>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14" name="任意多边形 12254"/>
                  <p:cNvSpPr/>
                  <p:nvPr/>
                </p:nvSpPr>
                <p:spPr bwMode="auto">
                  <a:xfrm>
                    <a:off x="4240" y="904"/>
                    <a:ext cx="7" cy="19"/>
                  </a:xfrm>
                  <a:custGeom>
                    <a:avLst/>
                    <a:gdLst/>
                    <a:ahLst/>
                    <a:cxnLst>
                      <a:cxn ang="0">
                        <a:pos x="7" y="0"/>
                      </a:cxn>
                      <a:cxn ang="0">
                        <a:pos x="0" y="16"/>
                      </a:cxn>
                      <a:cxn ang="0">
                        <a:pos x="4" y="19"/>
                      </a:cxn>
                    </a:cxnLst>
                    <a:rect l="0" t="0" r="r" b="b"/>
                    <a:pathLst>
                      <a:path w="7" h="19">
                        <a:moveTo>
                          <a:pt x="7"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13" name="任意多边形 12255"/>
                  <p:cNvSpPr/>
                  <p:nvPr/>
                </p:nvSpPr>
                <p:spPr bwMode="auto">
                  <a:xfrm>
                    <a:off x="4262" y="904"/>
                    <a:ext cx="8" cy="19"/>
                  </a:xfrm>
                  <a:custGeom>
                    <a:avLst/>
                    <a:gdLst/>
                    <a:ahLst/>
                    <a:cxnLst>
                      <a:cxn ang="0">
                        <a:pos x="0" y="0"/>
                      </a:cxn>
                      <a:cxn ang="0">
                        <a:pos x="8" y="16"/>
                      </a:cxn>
                      <a:cxn ang="0">
                        <a:pos x="5" y="19"/>
                      </a:cxn>
                    </a:cxnLst>
                    <a:rect l="0" t="0" r="r" b="b"/>
                    <a:pathLst>
                      <a:path w="8" h="19">
                        <a:moveTo>
                          <a:pt x="0" y="0"/>
                        </a:moveTo>
                        <a:lnTo>
                          <a:pt x="8"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12" name="任意多边形 12256"/>
                  <p:cNvSpPr/>
                  <p:nvPr/>
                </p:nvSpPr>
                <p:spPr bwMode="auto">
                  <a:xfrm>
                    <a:off x="4279" y="909"/>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11" name="矩形 12257"/>
                  <p:cNvSpPr>
                    <a:spLocks noChangeArrowheads="1"/>
                  </p:cNvSpPr>
                  <p:nvPr/>
                </p:nvSpPr>
                <p:spPr bwMode="auto">
                  <a:xfrm>
                    <a:off x="4282" y="904"/>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10" name="任意多边形 12258"/>
                  <p:cNvSpPr/>
                  <p:nvPr/>
                </p:nvSpPr>
                <p:spPr bwMode="auto">
                  <a:xfrm>
                    <a:off x="4275" y="904"/>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09" name="任意多边形 12259"/>
                  <p:cNvSpPr/>
                  <p:nvPr/>
                </p:nvSpPr>
                <p:spPr bwMode="auto">
                  <a:xfrm>
                    <a:off x="4297" y="904"/>
                    <a:ext cx="7" cy="19"/>
                  </a:xfrm>
                  <a:custGeom>
                    <a:avLst/>
                    <a:gdLst/>
                    <a:ahLst/>
                    <a:cxnLst>
                      <a:cxn ang="0">
                        <a:pos x="0" y="0"/>
                      </a:cxn>
                      <a:cxn ang="0">
                        <a:pos x="7" y="16"/>
                      </a:cxn>
                      <a:cxn ang="0">
                        <a:pos x="4" y="19"/>
                      </a:cxn>
                    </a:cxnLst>
                    <a:rect l="0" t="0" r="r" b="b"/>
                    <a:pathLst>
                      <a:path w="7" h="19">
                        <a:moveTo>
                          <a:pt x="0" y="0"/>
                        </a:moveTo>
                        <a:lnTo>
                          <a:pt x="7"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08" name="任意多边形 12260"/>
                  <p:cNvSpPr/>
                  <p:nvPr/>
                </p:nvSpPr>
                <p:spPr bwMode="auto">
                  <a:xfrm>
                    <a:off x="4314" y="909"/>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07" name="矩形 12261"/>
                  <p:cNvSpPr>
                    <a:spLocks noChangeArrowheads="1"/>
                  </p:cNvSpPr>
                  <p:nvPr/>
                </p:nvSpPr>
                <p:spPr bwMode="auto">
                  <a:xfrm>
                    <a:off x="4317" y="904"/>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06" name="任意多边形 12262"/>
                  <p:cNvSpPr/>
                  <p:nvPr/>
                </p:nvSpPr>
                <p:spPr bwMode="auto">
                  <a:xfrm>
                    <a:off x="4311" y="904"/>
                    <a:ext cx="6" cy="19"/>
                  </a:xfrm>
                  <a:custGeom>
                    <a:avLst/>
                    <a:gdLst/>
                    <a:ahLst/>
                    <a:cxnLst>
                      <a:cxn ang="0">
                        <a:pos x="6" y="0"/>
                      </a:cxn>
                      <a:cxn ang="0">
                        <a:pos x="0" y="16"/>
                      </a:cxn>
                      <a:cxn ang="0">
                        <a:pos x="1" y="19"/>
                      </a:cxn>
                    </a:cxnLst>
                    <a:rect l="0" t="0" r="r" b="b"/>
                    <a:pathLst>
                      <a:path w="6" h="19">
                        <a:moveTo>
                          <a:pt x="6" y="0"/>
                        </a:moveTo>
                        <a:lnTo>
                          <a:pt x="0" y="16"/>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05" name="任意多边形 12263"/>
                  <p:cNvSpPr/>
                  <p:nvPr/>
                </p:nvSpPr>
                <p:spPr bwMode="auto">
                  <a:xfrm>
                    <a:off x="4331" y="904"/>
                    <a:ext cx="6" cy="19"/>
                  </a:xfrm>
                  <a:custGeom>
                    <a:avLst/>
                    <a:gdLst/>
                    <a:ahLst/>
                    <a:cxnLst>
                      <a:cxn ang="0">
                        <a:pos x="0" y="0"/>
                      </a:cxn>
                      <a:cxn ang="0">
                        <a:pos x="6" y="16"/>
                      </a:cxn>
                      <a:cxn ang="0">
                        <a:pos x="5" y="19"/>
                      </a:cxn>
                    </a:cxnLst>
                    <a:rect l="0" t="0" r="r" b="b"/>
                    <a:pathLst>
                      <a:path w="6" h="19">
                        <a:moveTo>
                          <a:pt x="0" y="0"/>
                        </a:moveTo>
                        <a:lnTo>
                          <a:pt x="6"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04" name="任意多边形 12264"/>
                  <p:cNvSpPr/>
                  <p:nvPr/>
                </p:nvSpPr>
                <p:spPr bwMode="auto">
                  <a:xfrm>
                    <a:off x="4347" y="909"/>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03" name="矩形 12265"/>
                  <p:cNvSpPr>
                    <a:spLocks noChangeArrowheads="1"/>
                  </p:cNvSpPr>
                  <p:nvPr/>
                </p:nvSpPr>
                <p:spPr bwMode="auto">
                  <a:xfrm>
                    <a:off x="4351" y="904"/>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02" name="任意多边形 12266"/>
                  <p:cNvSpPr/>
                  <p:nvPr/>
                </p:nvSpPr>
                <p:spPr bwMode="auto">
                  <a:xfrm>
                    <a:off x="4344" y="904"/>
                    <a:ext cx="7" cy="19"/>
                  </a:xfrm>
                  <a:custGeom>
                    <a:avLst/>
                    <a:gdLst/>
                    <a:ahLst/>
                    <a:cxnLst>
                      <a:cxn ang="0">
                        <a:pos x="7" y="0"/>
                      </a:cxn>
                      <a:cxn ang="0">
                        <a:pos x="0" y="16"/>
                      </a:cxn>
                      <a:cxn ang="0">
                        <a:pos x="3" y="19"/>
                      </a:cxn>
                    </a:cxnLst>
                    <a:rect l="0" t="0" r="r" b="b"/>
                    <a:pathLst>
                      <a:path w="7" h="19">
                        <a:moveTo>
                          <a:pt x="7"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01" name="任意多边形 12267"/>
                  <p:cNvSpPr/>
                  <p:nvPr/>
                </p:nvSpPr>
                <p:spPr bwMode="auto">
                  <a:xfrm>
                    <a:off x="4366" y="904"/>
                    <a:ext cx="6" cy="19"/>
                  </a:xfrm>
                  <a:custGeom>
                    <a:avLst/>
                    <a:gdLst/>
                    <a:ahLst/>
                    <a:cxnLst>
                      <a:cxn ang="0">
                        <a:pos x="0" y="0"/>
                      </a:cxn>
                      <a:cxn ang="0">
                        <a:pos x="6" y="16"/>
                      </a:cxn>
                      <a:cxn ang="0">
                        <a:pos x="5" y="19"/>
                      </a:cxn>
                    </a:cxnLst>
                    <a:rect l="0" t="0" r="r" b="b"/>
                    <a:pathLst>
                      <a:path w="6" h="19">
                        <a:moveTo>
                          <a:pt x="0" y="0"/>
                        </a:moveTo>
                        <a:lnTo>
                          <a:pt x="6"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00" name="任意多边形 12268"/>
                  <p:cNvSpPr/>
                  <p:nvPr/>
                </p:nvSpPr>
                <p:spPr bwMode="auto">
                  <a:xfrm>
                    <a:off x="4383" y="909"/>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99" name="矩形 12269"/>
                  <p:cNvSpPr>
                    <a:spLocks noChangeArrowheads="1"/>
                  </p:cNvSpPr>
                  <p:nvPr/>
                </p:nvSpPr>
                <p:spPr bwMode="auto">
                  <a:xfrm>
                    <a:off x="4386" y="904"/>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98" name="任意多边形 12270"/>
                  <p:cNvSpPr/>
                  <p:nvPr/>
                </p:nvSpPr>
                <p:spPr bwMode="auto">
                  <a:xfrm>
                    <a:off x="4379" y="904"/>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97" name="任意多边形 12271"/>
                  <p:cNvSpPr/>
                  <p:nvPr/>
                </p:nvSpPr>
                <p:spPr bwMode="auto">
                  <a:xfrm>
                    <a:off x="4401" y="904"/>
                    <a:ext cx="7" cy="19"/>
                  </a:xfrm>
                  <a:custGeom>
                    <a:avLst/>
                    <a:gdLst/>
                    <a:ahLst/>
                    <a:cxnLst>
                      <a:cxn ang="0">
                        <a:pos x="0" y="0"/>
                      </a:cxn>
                      <a:cxn ang="0">
                        <a:pos x="7" y="16"/>
                      </a:cxn>
                      <a:cxn ang="0">
                        <a:pos x="3" y="19"/>
                      </a:cxn>
                    </a:cxnLst>
                    <a:rect l="0" t="0" r="r" b="b"/>
                    <a:pathLst>
                      <a:path w="7" h="19">
                        <a:moveTo>
                          <a:pt x="0" y="0"/>
                        </a:moveTo>
                        <a:lnTo>
                          <a:pt x="7"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96" name="任意多边形 12272"/>
                  <p:cNvSpPr/>
                  <p:nvPr/>
                </p:nvSpPr>
                <p:spPr bwMode="auto">
                  <a:xfrm>
                    <a:off x="4418" y="909"/>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95" name="矩形 12273"/>
                  <p:cNvSpPr>
                    <a:spLocks noChangeArrowheads="1"/>
                  </p:cNvSpPr>
                  <p:nvPr/>
                </p:nvSpPr>
                <p:spPr bwMode="auto">
                  <a:xfrm>
                    <a:off x="4421" y="904"/>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94" name="任意多边形 12274"/>
                  <p:cNvSpPr/>
                  <p:nvPr/>
                </p:nvSpPr>
                <p:spPr bwMode="auto">
                  <a:xfrm>
                    <a:off x="4413" y="904"/>
                    <a:ext cx="8" cy="19"/>
                  </a:xfrm>
                  <a:custGeom>
                    <a:avLst/>
                    <a:gdLst/>
                    <a:ahLst/>
                    <a:cxnLst>
                      <a:cxn ang="0">
                        <a:pos x="8" y="0"/>
                      </a:cxn>
                      <a:cxn ang="0">
                        <a:pos x="0" y="16"/>
                      </a:cxn>
                      <a:cxn ang="0">
                        <a:pos x="3" y="19"/>
                      </a:cxn>
                    </a:cxnLst>
                    <a:rect l="0" t="0" r="r" b="b"/>
                    <a:pathLst>
                      <a:path w="8" h="19">
                        <a:moveTo>
                          <a:pt x="8"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93" name="任意多边形 12275"/>
                  <p:cNvSpPr/>
                  <p:nvPr/>
                </p:nvSpPr>
                <p:spPr bwMode="auto">
                  <a:xfrm>
                    <a:off x="4434" y="904"/>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92" name="任意多边形 12276"/>
                  <p:cNvSpPr/>
                  <p:nvPr/>
                </p:nvSpPr>
                <p:spPr bwMode="auto">
                  <a:xfrm>
                    <a:off x="4451" y="909"/>
                    <a:ext cx="22" cy="14"/>
                  </a:xfrm>
                  <a:custGeom>
                    <a:avLst/>
                    <a:gdLst/>
                    <a:ahLst/>
                    <a:cxnLst>
                      <a:cxn ang="0">
                        <a:pos x="19" y="0"/>
                      </a:cxn>
                      <a:cxn ang="0">
                        <a:pos x="3" y="0"/>
                      </a:cxn>
                      <a:cxn ang="0">
                        <a:pos x="0" y="14"/>
                      </a:cxn>
                      <a:cxn ang="0">
                        <a:pos x="22" y="14"/>
                      </a:cxn>
                      <a:cxn ang="0">
                        <a:pos x="19" y="0"/>
                      </a:cxn>
                    </a:cxnLst>
                    <a:rect l="0" t="0" r="r" b="b"/>
                    <a:pathLst>
                      <a:path w="22" h="14">
                        <a:moveTo>
                          <a:pt x="19" y="0"/>
                        </a:moveTo>
                        <a:lnTo>
                          <a:pt x="3"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91" name="矩形 12277"/>
                  <p:cNvSpPr>
                    <a:spLocks noChangeArrowheads="1"/>
                  </p:cNvSpPr>
                  <p:nvPr/>
                </p:nvSpPr>
                <p:spPr bwMode="auto">
                  <a:xfrm>
                    <a:off x="4454" y="904"/>
                    <a:ext cx="16"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90" name="任意多边形 12278"/>
                  <p:cNvSpPr/>
                  <p:nvPr/>
                </p:nvSpPr>
                <p:spPr bwMode="auto">
                  <a:xfrm>
                    <a:off x="4448" y="904"/>
                    <a:ext cx="6" cy="19"/>
                  </a:xfrm>
                  <a:custGeom>
                    <a:avLst/>
                    <a:gdLst/>
                    <a:ahLst/>
                    <a:cxnLst>
                      <a:cxn ang="0">
                        <a:pos x="6" y="0"/>
                      </a:cxn>
                      <a:cxn ang="0">
                        <a:pos x="0" y="16"/>
                      </a:cxn>
                      <a:cxn ang="0">
                        <a:pos x="3" y="19"/>
                      </a:cxn>
                    </a:cxnLst>
                    <a:rect l="0" t="0" r="r" b="b"/>
                    <a:pathLst>
                      <a:path w="6" h="19">
                        <a:moveTo>
                          <a:pt x="6"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89" name="任意多边形 12279"/>
                  <p:cNvSpPr/>
                  <p:nvPr/>
                </p:nvSpPr>
                <p:spPr bwMode="auto">
                  <a:xfrm>
                    <a:off x="4470" y="904"/>
                    <a:ext cx="6" cy="19"/>
                  </a:xfrm>
                  <a:custGeom>
                    <a:avLst/>
                    <a:gdLst/>
                    <a:ahLst/>
                    <a:cxnLst>
                      <a:cxn ang="0">
                        <a:pos x="0" y="0"/>
                      </a:cxn>
                      <a:cxn ang="0">
                        <a:pos x="6" y="16"/>
                      </a:cxn>
                      <a:cxn ang="0">
                        <a:pos x="3" y="19"/>
                      </a:cxn>
                    </a:cxnLst>
                    <a:rect l="0" t="0" r="r" b="b"/>
                    <a:pathLst>
                      <a:path w="6" h="19">
                        <a:moveTo>
                          <a:pt x="0" y="0"/>
                        </a:moveTo>
                        <a:lnTo>
                          <a:pt x="6"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88" name="任意多边形 12280"/>
                  <p:cNvSpPr/>
                  <p:nvPr/>
                </p:nvSpPr>
                <p:spPr bwMode="auto">
                  <a:xfrm>
                    <a:off x="4486" y="909"/>
                    <a:ext cx="22" cy="14"/>
                  </a:xfrm>
                  <a:custGeom>
                    <a:avLst/>
                    <a:gdLst/>
                    <a:ahLst/>
                    <a:cxnLst>
                      <a:cxn ang="0">
                        <a:pos x="17" y="0"/>
                      </a:cxn>
                      <a:cxn ang="0">
                        <a:pos x="4" y="0"/>
                      </a:cxn>
                      <a:cxn ang="0">
                        <a:pos x="0" y="14"/>
                      </a:cxn>
                      <a:cxn ang="0">
                        <a:pos x="22" y="14"/>
                      </a:cxn>
                      <a:cxn ang="0">
                        <a:pos x="17" y="0"/>
                      </a:cxn>
                    </a:cxnLst>
                    <a:rect l="0" t="0" r="r" b="b"/>
                    <a:pathLst>
                      <a:path w="22" h="14">
                        <a:moveTo>
                          <a:pt x="17" y="0"/>
                        </a:moveTo>
                        <a:lnTo>
                          <a:pt x="4" y="0"/>
                        </a:lnTo>
                        <a:lnTo>
                          <a:pt x="0" y="14"/>
                        </a:lnTo>
                        <a:lnTo>
                          <a:pt x="22"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87" name="矩形 12281"/>
                  <p:cNvSpPr>
                    <a:spLocks noChangeArrowheads="1"/>
                  </p:cNvSpPr>
                  <p:nvPr/>
                </p:nvSpPr>
                <p:spPr bwMode="auto">
                  <a:xfrm>
                    <a:off x="4490" y="904"/>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86" name="任意多边形 12282"/>
                  <p:cNvSpPr/>
                  <p:nvPr/>
                </p:nvSpPr>
                <p:spPr bwMode="auto">
                  <a:xfrm>
                    <a:off x="4483" y="904"/>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85" name="任意多边形 12283"/>
                  <p:cNvSpPr/>
                  <p:nvPr/>
                </p:nvSpPr>
                <p:spPr bwMode="auto">
                  <a:xfrm>
                    <a:off x="4503" y="904"/>
                    <a:ext cx="8" cy="19"/>
                  </a:xfrm>
                  <a:custGeom>
                    <a:avLst/>
                    <a:gdLst/>
                    <a:ahLst/>
                    <a:cxnLst>
                      <a:cxn ang="0">
                        <a:pos x="0" y="0"/>
                      </a:cxn>
                      <a:cxn ang="0">
                        <a:pos x="8" y="16"/>
                      </a:cxn>
                      <a:cxn ang="0">
                        <a:pos x="5" y="19"/>
                      </a:cxn>
                    </a:cxnLst>
                    <a:rect l="0" t="0" r="r" b="b"/>
                    <a:pathLst>
                      <a:path w="8" h="19">
                        <a:moveTo>
                          <a:pt x="0" y="0"/>
                        </a:moveTo>
                        <a:lnTo>
                          <a:pt x="8"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84" name="任意多边形 12284"/>
                  <p:cNvSpPr/>
                  <p:nvPr/>
                </p:nvSpPr>
                <p:spPr bwMode="auto">
                  <a:xfrm>
                    <a:off x="4521" y="909"/>
                    <a:ext cx="20" cy="14"/>
                  </a:xfrm>
                  <a:custGeom>
                    <a:avLst/>
                    <a:gdLst/>
                    <a:ahLst/>
                    <a:cxnLst>
                      <a:cxn ang="0">
                        <a:pos x="17" y="0"/>
                      </a:cxn>
                      <a:cxn ang="0">
                        <a:pos x="4" y="0"/>
                      </a:cxn>
                      <a:cxn ang="0">
                        <a:pos x="0" y="14"/>
                      </a:cxn>
                      <a:cxn ang="0">
                        <a:pos x="20" y="14"/>
                      </a:cxn>
                      <a:cxn ang="0">
                        <a:pos x="17" y="0"/>
                      </a:cxn>
                    </a:cxnLst>
                    <a:rect l="0" t="0" r="r" b="b"/>
                    <a:pathLst>
                      <a:path w="20" h="14">
                        <a:moveTo>
                          <a:pt x="17" y="0"/>
                        </a:moveTo>
                        <a:lnTo>
                          <a:pt x="4"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83" name="矩形 12285"/>
                  <p:cNvSpPr>
                    <a:spLocks noChangeArrowheads="1"/>
                  </p:cNvSpPr>
                  <p:nvPr/>
                </p:nvSpPr>
                <p:spPr bwMode="auto">
                  <a:xfrm>
                    <a:off x="4525" y="904"/>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82" name="任意多边形 12286"/>
                  <p:cNvSpPr/>
                  <p:nvPr/>
                </p:nvSpPr>
                <p:spPr bwMode="auto">
                  <a:xfrm>
                    <a:off x="4516" y="904"/>
                    <a:ext cx="9" cy="19"/>
                  </a:xfrm>
                  <a:custGeom>
                    <a:avLst/>
                    <a:gdLst/>
                    <a:ahLst/>
                    <a:cxnLst>
                      <a:cxn ang="0">
                        <a:pos x="9" y="0"/>
                      </a:cxn>
                      <a:cxn ang="0">
                        <a:pos x="0" y="16"/>
                      </a:cxn>
                      <a:cxn ang="0">
                        <a:pos x="4" y="19"/>
                      </a:cxn>
                    </a:cxnLst>
                    <a:rect l="0" t="0" r="r" b="b"/>
                    <a:pathLst>
                      <a:path w="9" h="19">
                        <a:moveTo>
                          <a:pt x="9"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81" name="任意多边形 12287"/>
                  <p:cNvSpPr/>
                  <p:nvPr/>
                </p:nvSpPr>
                <p:spPr bwMode="auto">
                  <a:xfrm>
                    <a:off x="4538" y="904"/>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80" name="任意多边形 12288"/>
                  <p:cNvSpPr/>
                  <p:nvPr/>
                </p:nvSpPr>
                <p:spPr bwMode="auto">
                  <a:xfrm>
                    <a:off x="4555" y="909"/>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79" name="矩形 12289"/>
                  <p:cNvSpPr>
                    <a:spLocks noChangeArrowheads="1"/>
                  </p:cNvSpPr>
                  <p:nvPr/>
                </p:nvSpPr>
                <p:spPr bwMode="auto">
                  <a:xfrm>
                    <a:off x="4558" y="904"/>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78" name="任意多边形 12290"/>
                  <p:cNvSpPr/>
                  <p:nvPr/>
                </p:nvSpPr>
                <p:spPr bwMode="auto">
                  <a:xfrm>
                    <a:off x="4552" y="904"/>
                    <a:ext cx="6" cy="19"/>
                  </a:xfrm>
                  <a:custGeom>
                    <a:avLst/>
                    <a:gdLst/>
                    <a:ahLst/>
                    <a:cxnLst>
                      <a:cxn ang="0">
                        <a:pos x="6" y="0"/>
                      </a:cxn>
                      <a:cxn ang="0">
                        <a:pos x="0" y="16"/>
                      </a:cxn>
                      <a:cxn ang="0">
                        <a:pos x="1" y="19"/>
                      </a:cxn>
                    </a:cxnLst>
                    <a:rect l="0" t="0" r="r" b="b"/>
                    <a:pathLst>
                      <a:path w="6" h="19">
                        <a:moveTo>
                          <a:pt x="6" y="0"/>
                        </a:moveTo>
                        <a:lnTo>
                          <a:pt x="0" y="16"/>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77" name="任意多边形 12291"/>
                  <p:cNvSpPr/>
                  <p:nvPr/>
                </p:nvSpPr>
                <p:spPr bwMode="auto">
                  <a:xfrm>
                    <a:off x="4573" y="904"/>
                    <a:ext cx="7" cy="19"/>
                  </a:xfrm>
                  <a:custGeom>
                    <a:avLst/>
                    <a:gdLst/>
                    <a:ahLst/>
                    <a:cxnLst>
                      <a:cxn ang="0">
                        <a:pos x="0" y="0"/>
                      </a:cxn>
                      <a:cxn ang="0">
                        <a:pos x="7" y="16"/>
                      </a:cxn>
                      <a:cxn ang="0">
                        <a:pos x="4" y="19"/>
                      </a:cxn>
                    </a:cxnLst>
                    <a:rect l="0" t="0" r="r" b="b"/>
                    <a:pathLst>
                      <a:path w="7" h="19">
                        <a:moveTo>
                          <a:pt x="0" y="0"/>
                        </a:moveTo>
                        <a:lnTo>
                          <a:pt x="7"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76" name="任意多边形 12292"/>
                  <p:cNvSpPr/>
                  <p:nvPr/>
                </p:nvSpPr>
                <p:spPr bwMode="auto">
                  <a:xfrm>
                    <a:off x="4590" y="909"/>
                    <a:ext cx="22" cy="14"/>
                  </a:xfrm>
                  <a:custGeom>
                    <a:avLst/>
                    <a:gdLst/>
                    <a:ahLst/>
                    <a:cxnLst>
                      <a:cxn ang="0">
                        <a:pos x="17" y="0"/>
                      </a:cxn>
                      <a:cxn ang="0">
                        <a:pos x="3" y="0"/>
                      </a:cxn>
                      <a:cxn ang="0">
                        <a:pos x="0" y="14"/>
                      </a:cxn>
                      <a:cxn ang="0">
                        <a:pos x="22" y="14"/>
                      </a:cxn>
                      <a:cxn ang="0">
                        <a:pos x="17" y="0"/>
                      </a:cxn>
                    </a:cxnLst>
                    <a:rect l="0" t="0" r="r" b="b"/>
                    <a:pathLst>
                      <a:path w="22" h="14">
                        <a:moveTo>
                          <a:pt x="17" y="0"/>
                        </a:moveTo>
                        <a:lnTo>
                          <a:pt x="3" y="0"/>
                        </a:lnTo>
                        <a:lnTo>
                          <a:pt x="0" y="14"/>
                        </a:lnTo>
                        <a:lnTo>
                          <a:pt x="22"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75" name="矩形 12293"/>
                  <p:cNvSpPr>
                    <a:spLocks noChangeArrowheads="1"/>
                  </p:cNvSpPr>
                  <p:nvPr/>
                </p:nvSpPr>
                <p:spPr bwMode="auto">
                  <a:xfrm>
                    <a:off x="4593" y="904"/>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74" name="任意多边形 12294"/>
                  <p:cNvSpPr/>
                  <p:nvPr/>
                </p:nvSpPr>
                <p:spPr bwMode="auto">
                  <a:xfrm>
                    <a:off x="4585" y="904"/>
                    <a:ext cx="7" cy="19"/>
                  </a:xfrm>
                  <a:custGeom>
                    <a:avLst/>
                    <a:gdLst/>
                    <a:ahLst/>
                    <a:cxnLst>
                      <a:cxn ang="0">
                        <a:pos x="7" y="0"/>
                      </a:cxn>
                      <a:cxn ang="0">
                        <a:pos x="0" y="16"/>
                      </a:cxn>
                      <a:cxn ang="0">
                        <a:pos x="3" y="19"/>
                      </a:cxn>
                    </a:cxnLst>
                    <a:rect l="0" t="0" r="r" b="b"/>
                    <a:pathLst>
                      <a:path w="7" h="19">
                        <a:moveTo>
                          <a:pt x="7"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73" name="任意多边形 12295"/>
                  <p:cNvSpPr/>
                  <p:nvPr/>
                </p:nvSpPr>
                <p:spPr bwMode="auto">
                  <a:xfrm>
                    <a:off x="4607" y="904"/>
                    <a:ext cx="8" cy="19"/>
                  </a:xfrm>
                  <a:custGeom>
                    <a:avLst/>
                    <a:gdLst/>
                    <a:ahLst/>
                    <a:cxnLst>
                      <a:cxn ang="0">
                        <a:pos x="0" y="0"/>
                      </a:cxn>
                      <a:cxn ang="0">
                        <a:pos x="8" y="16"/>
                      </a:cxn>
                      <a:cxn ang="0">
                        <a:pos x="5" y="19"/>
                      </a:cxn>
                    </a:cxnLst>
                    <a:rect l="0" t="0" r="r" b="b"/>
                    <a:pathLst>
                      <a:path w="8" h="19">
                        <a:moveTo>
                          <a:pt x="0" y="0"/>
                        </a:moveTo>
                        <a:lnTo>
                          <a:pt x="8"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72" name="任意多边形 12296"/>
                  <p:cNvSpPr/>
                  <p:nvPr/>
                </p:nvSpPr>
                <p:spPr bwMode="auto">
                  <a:xfrm>
                    <a:off x="4625" y="909"/>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71" name="矩形 12297"/>
                  <p:cNvSpPr>
                    <a:spLocks noChangeArrowheads="1"/>
                  </p:cNvSpPr>
                  <p:nvPr/>
                </p:nvSpPr>
                <p:spPr bwMode="auto">
                  <a:xfrm>
                    <a:off x="4628" y="904"/>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70" name="任意多边形 12298"/>
                  <p:cNvSpPr/>
                  <p:nvPr/>
                </p:nvSpPr>
                <p:spPr bwMode="auto">
                  <a:xfrm>
                    <a:off x="4620" y="904"/>
                    <a:ext cx="8" cy="19"/>
                  </a:xfrm>
                  <a:custGeom>
                    <a:avLst/>
                    <a:gdLst/>
                    <a:ahLst/>
                    <a:cxnLst>
                      <a:cxn ang="0">
                        <a:pos x="8" y="0"/>
                      </a:cxn>
                      <a:cxn ang="0">
                        <a:pos x="0" y="16"/>
                      </a:cxn>
                      <a:cxn ang="0">
                        <a:pos x="3" y="19"/>
                      </a:cxn>
                    </a:cxnLst>
                    <a:rect l="0" t="0" r="r" b="b"/>
                    <a:pathLst>
                      <a:path w="8" h="19">
                        <a:moveTo>
                          <a:pt x="8"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69" name="任意多边形 12299"/>
                  <p:cNvSpPr/>
                  <p:nvPr/>
                </p:nvSpPr>
                <p:spPr bwMode="auto">
                  <a:xfrm>
                    <a:off x="4642" y="904"/>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68" name="任意多边形 12300"/>
                  <p:cNvSpPr/>
                  <p:nvPr/>
                </p:nvSpPr>
                <p:spPr bwMode="auto">
                  <a:xfrm>
                    <a:off x="4306" y="961"/>
                    <a:ext cx="21" cy="14"/>
                  </a:xfrm>
                  <a:custGeom>
                    <a:avLst/>
                    <a:gdLst/>
                    <a:ahLst/>
                    <a:cxnLst>
                      <a:cxn ang="0">
                        <a:pos x="18" y="0"/>
                      </a:cxn>
                      <a:cxn ang="0">
                        <a:pos x="5" y="0"/>
                      </a:cxn>
                      <a:cxn ang="0">
                        <a:pos x="0" y="14"/>
                      </a:cxn>
                      <a:cxn ang="0">
                        <a:pos x="21" y="14"/>
                      </a:cxn>
                      <a:cxn ang="0">
                        <a:pos x="18" y="0"/>
                      </a:cxn>
                    </a:cxnLst>
                    <a:rect l="0" t="0" r="r" b="b"/>
                    <a:pathLst>
                      <a:path w="21" h="14">
                        <a:moveTo>
                          <a:pt x="18" y="0"/>
                        </a:moveTo>
                        <a:lnTo>
                          <a:pt x="5"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67" name="矩形 12301"/>
                  <p:cNvSpPr>
                    <a:spLocks noChangeArrowheads="1"/>
                  </p:cNvSpPr>
                  <p:nvPr/>
                </p:nvSpPr>
                <p:spPr bwMode="auto">
                  <a:xfrm>
                    <a:off x="4311" y="956"/>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66" name="任意多边形 12302"/>
                  <p:cNvSpPr/>
                  <p:nvPr/>
                </p:nvSpPr>
                <p:spPr bwMode="auto">
                  <a:xfrm>
                    <a:off x="4302" y="956"/>
                    <a:ext cx="9" cy="19"/>
                  </a:xfrm>
                  <a:custGeom>
                    <a:avLst/>
                    <a:gdLst/>
                    <a:ahLst/>
                    <a:cxnLst>
                      <a:cxn ang="0">
                        <a:pos x="9" y="0"/>
                      </a:cxn>
                      <a:cxn ang="0">
                        <a:pos x="0" y="18"/>
                      </a:cxn>
                      <a:cxn ang="0">
                        <a:pos x="4" y="19"/>
                      </a:cxn>
                    </a:cxnLst>
                    <a:rect l="0" t="0" r="r" b="b"/>
                    <a:pathLst>
                      <a:path w="9" h="19">
                        <a:moveTo>
                          <a:pt x="9" y="0"/>
                        </a:moveTo>
                        <a:lnTo>
                          <a:pt x="0" y="18"/>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65" name="任意多边形 12303"/>
                  <p:cNvSpPr/>
                  <p:nvPr/>
                </p:nvSpPr>
                <p:spPr bwMode="auto">
                  <a:xfrm>
                    <a:off x="4324" y="956"/>
                    <a:ext cx="7" cy="19"/>
                  </a:xfrm>
                  <a:custGeom>
                    <a:avLst/>
                    <a:gdLst/>
                    <a:ahLst/>
                    <a:cxnLst>
                      <a:cxn ang="0">
                        <a:pos x="0" y="0"/>
                      </a:cxn>
                      <a:cxn ang="0">
                        <a:pos x="7" y="18"/>
                      </a:cxn>
                      <a:cxn ang="0">
                        <a:pos x="5" y="19"/>
                      </a:cxn>
                    </a:cxnLst>
                    <a:rect l="0" t="0" r="r" b="b"/>
                    <a:pathLst>
                      <a:path w="7" h="19">
                        <a:moveTo>
                          <a:pt x="0" y="0"/>
                        </a:moveTo>
                        <a:lnTo>
                          <a:pt x="7"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64" name="任意多边形 12304"/>
                  <p:cNvSpPr/>
                  <p:nvPr/>
                </p:nvSpPr>
                <p:spPr bwMode="auto">
                  <a:xfrm>
                    <a:off x="4341" y="961"/>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63" name="矩形 12305"/>
                  <p:cNvSpPr>
                    <a:spLocks noChangeArrowheads="1"/>
                  </p:cNvSpPr>
                  <p:nvPr/>
                </p:nvSpPr>
                <p:spPr bwMode="auto">
                  <a:xfrm>
                    <a:off x="4344" y="956"/>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62" name="任意多边形 12306"/>
                  <p:cNvSpPr/>
                  <p:nvPr/>
                </p:nvSpPr>
                <p:spPr bwMode="auto">
                  <a:xfrm>
                    <a:off x="4337" y="956"/>
                    <a:ext cx="7" cy="19"/>
                  </a:xfrm>
                  <a:custGeom>
                    <a:avLst/>
                    <a:gdLst/>
                    <a:ahLst/>
                    <a:cxnLst>
                      <a:cxn ang="0">
                        <a:pos x="7" y="0"/>
                      </a:cxn>
                      <a:cxn ang="0">
                        <a:pos x="0" y="18"/>
                      </a:cxn>
                      <a:cxn ang="0">
                        <a:pos x="4" y="19"/>
                      </a:cxn>
                    </a:cxnLst>
                    <a:rect l="0" t="0" r="r" b="b"/>
                    <a:pathLst>
                      <a:path w="7" h="19">
                        <a:moveTo>
                          <a:pt x="7" y="0"/>
                        </a:moveTo>
                        <a:lnTo>
                          <a:pt x="0" y="18"/>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61" name="任意多边形 12307"/>
                  <p:cNvSpPr/>
                  <p:nvPr/>
                </p:nvSpPr>
                <p:spPr bwMode="auto">
                  <a:xfrm>
                    <a:off x="4359" y="956"/>
                    <a:ext cx="7" cy="19"/>
                  </a:xfrm>
                  <a:custGeom>
                    <a:avLst/>
                    <a:gdLst/>
                    <a:ahLst/>
                    <a:cxnLst>
                      <a:cxn ang="0">
                        <a:pos x="0" y="0"/>
                      </a:cxn>
                      <a:cxn ang="0">
                        <a:pos x="7" y="18"/>
                      </a:cxn>
                      <a:cxn ang="0">
                        <a:pos x="3" y="19"/>
                      </a:cxn>
                    </a:cxnLst>
                    <a:rect l="0" t="0" r="r" b="b"/>
                    <a:pathLst>
                      <a:path w="7" h="19">
                        <a:moveTo>
                          <a:pt x="0" y="0"/>
                        </a:moveTo>
                        <a:lnTo>
                          <a:pt x="7"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60" name="任意多边形 12308"/>
                  <p:cNvSpPr/>
                  <p:nvPr/>
                </p:nvSpPr>
                <p:spPr bwMode="auto">
                  <a:xfrm>
                    <a:off x="4376" y="961"/>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59" name="矩形 12309"/>
                  <p:cNvSpPr>
                    <a:spLocks noChangeArrowheads="1"/>
                  </p:cNvSpPr>
                  <p:nvPr/>
                </p:nvSpPr>
                <p:spPr bwMode="auto">
                  <a:xfrm>
                    <a:off x="4379" y="956"/>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58" name="任意多边形 12310"/>
                  <p:cNvSpPr/>
                  <p:nvPr/>
                </p:nvSpPr>
                <p:spPr bwMode="auto">
                  <a:xfrm>
                    <a:off x="4372" y="956"/>
                    <a:ext cx="7" cy="19"/>
                  </a:xfrm>
                  <a:custGeom>
                    <a:avLst/>
                    <a:gdLst/>
                    <a:ahLst/>
                    <a:cxnLst>
                      <a:cxn ang="0">
                        <a:pos x="7" y="0"/>
                      </a:cxn>
                      <a:cxn ang="0">
                        <a:pos x="0" y="18"/>
                      </a:cxn>
                      <a:cxn ang="0">
                        <a:pos x="2" y="19"/>
                      </a:cxn>
                    </a:cxnLst>
                    <a:rect l="0" t="0" r="r" b="b"/>
                    <a:pathLst>
                      <a:path w="7" h="19">
                        <a:moveTo>
                          <a:pt x="7" y="0"/>
                        </a:moveTo>
                        <a:lnTo>
                          <a:pt x="0" y="18"/>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57" name="任意多边形 12311"/>
                  <p:cNvSpPr/>
                  <p:nvPr/>
                </p:nvSpPr>
                <p:spPr bwMode="auto">
                  <a:xfrm>
                    <a:off x="4393" y="956"/>
                    <a:ext cx="8" cy="19"/>
                  </a:xfrm>
                  <a:custGeom>
                    <a:avLst/>
                    <a:gdLst/>
                    <a:ahLst/>
                    <a:cxnLst>
                      <a:cxn ang="0">
                        <a:pos x="0" y="0"/>
                      </a:cxn>
                      <a:cxn ang="0">
                        <a:pos x="8" y="18"/>
                      </a:cxn>
                      <a:cxn ang="0">
                        <a:pos x="5" y="19"/>
                      </a:cxn>
                    </a:cxnLst>
                    <a:rect l="0" t="0" r="r" b="b"/>
                    <a:pathLst>
                      <a:path w="8" h="19">
                        <a:moveTo>
                          <a:pt x="0" y="0"/>
                        </a:moveTo>
                        <a:lnTo>
                          <a:pt x="8"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56" name="任意多边形 12312"/>
                  <p:cNvSpPr/>
                  <p:nvPr/>
                </p:nvSpPr>
                <p:spPr bwMode="auto">
                  <a:xfrm>
                    <a:off x="4409" y="961"/>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55" name="矩形 12313"/>
                  <p:cNvSpPr>
                    <a:spLocks noChangeArrowheads="1"/>
                  </p:cNvSpPr>
                  <p:nvPr/>
                </p:nvSpPr>
                <p:spPr bwMode="auto">
                  <a:xfrm>
                    <a:off x="4413" y="956"/>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54" name="任意多边形 12314"/>
                  <p:cNvSpPr/>
                  <p:nvPr/>
                </p:nvSpPr>
                <p:spPr bwMode="auto">
                  <a:xfrm>
                    <a:off x="4406" y="956"/>
                    <a:ext cx="7" cy="19"/>
                  </a:xfrm>
                  <a:custGeom>
                    <a:avLst/>
                    <a:gdLst/>
                    <a:ahLst/>
                    <a:cxnLst>
                      <a:cxn ang="0">
                        <a:pos x="7" y="0"/>
                      </a:cxn>
                      <a:cxn ang="0">
                        <a:pos x="0" y="18"/>
                      </a:cxn>
                      <a:cxn ang="0">
                        <a:pos x="3" y="19"/>
                      </a:cxn>
                    </a:cxnLst>
                    <a:rect l="0" t="0" r="r" b="b"/>
                    <a:pathLst>
                      <a:path w="7" h="19">
                        <a:moveTo>
                          <a:pt x="7" y="0"/>
                        </a:moveTo>
                        <a:lnTo>
                          <a:pt x="0"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53" name="任意多边形 12315"/>
                  <p:cNvSpPr/>
                  <p:nvPr/>
                </p:nvSpPr>
                <p:spPr bwMode="auto">
                  <a:xfrm>
                    <a:off x="4428" y="956"/>
                    <a:ext cx="6" cy="19"/>
                  </a:xfrm>
                  <a:custGeom>
                    <a:avLst/>
                    <a:gdLst/>
                    <a:ahLst/>
                    <a:cxnLst>
                      <a:cxn ang="0">
                        <a:pos x="0" y="0"/>
                      </a:cxn>
                      <a:cxn ang="0">
                        <a:pos x="6" y="18"/>
                      </a:cxn>
                      <a:cxn ang="0">
                        <a:pos x="5" y="19"/>
                      </a:cxn>
                    </a:cxnLst>
                    <a:rect l="0" t="0" r="r" b="b"/>
                    <a:pathLst>
                      <a:path w="6" h="19">
                        <a:moveTo>
                          <a:pt x="0" y="0"/>
                        </a:moveTo>
                        <a:lnTo>
                          <a:pt x="6"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52" name="任意多边形 12316"/>
                  <p:cNvSpPr/>
                  <p:nvPr/>
                </p:nvSpPr>
                <p:spPr bwMode="auto">
                  <a:xfrm>
                    <a:off x="4444" y="961"/>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51" name="矩形 12317"/>
                  <p:cNvSpPr>
                    <a:spLocks noChangeArrowheads="1"/>
                  </p:cNvSpPr>
                  <p:nvPr/>
                </p:nvSpPr>
                <p:spPr bwMode="auto">
                  <a:xfrm>
                    <a:off x="4448" y="956"/>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50" name="任意多边形 12318"/>
                  <p:cNvSpPr/>
                  <p:nvPr/>
                </p:nvSpPr>
                <p:spPr bwMode="auto">
                  <a:xfrm>
                    <a:off x="4441" y="956"/>
                    <a:ext cx="7" cy="19"/>
                  </a:xfrm>
                  <a:custGeom>
                    <a:avLst/>
                    <a:gdLst/>
                    <a:ahLst/>
                    <a:cxnLst>
                      <a:cxn ang="0">
                        <a:pos x="7" y="0"/>
                      </a:cxn>
                      <a:cxn ang="0">
                        <a:pos x="0" y="18"/>
                      </a:cxn>
                      <a:cxn ang="0">
                        <a:pos x="2" y="19"/>
                      </a:cxn>
                    </a:cxnLst>
                    <a:rect l="0" t="0" r="r" b="b"/>
                    <a:pathLst>
                      <a:path w="7" h="19">
                        <a:moveTo>
                          <a:pt x="7" y="0"/>
                        </a:moveTo>
                        <a:lnTo>
                          <a:pt x="0" y="18"/>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49" name="任意多边形 12319"/>
                  <p:cNvSpPr/>
                  <p:nvPr/>
                </p:nvSpPr>
                <p:spPr bwMode="auto">
                  <a:xfrm>
                    <a:off x="4463" y="956"/>
                    <a:ext cx="7" cy="19"/>
                  </a:xfrm>
                  <a:custGeom>
                    <a:avLst/>
                    <a:gdLst/>
                    <a:ahLst/>
                    <a:cxnLst>
                      <a:cxn ang="0">
                        <a:pos x="0" y="0"/>
                      </a:cxn>
                      <a:cxn ang="0">
                        <a:pos x="7" y="18"/>
                      </a:cxn>
                      <a:cxn ang="0">
                        <a:pos x="3" y="19"/>
                      </a:cxn>
                    </a:cxnLst>
                    <a:rect l="0" t="0" r="r" b="b"/>
                    <a:pathLst>
                      <a:path w="7" h="19">
                        <a:moveTo>
                          <a:pt x="0" y="0"/>
                        </a:moveTo>
                        <a:lnTo>
                          <a:pt x="7"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48" name="任意多边形 12320"/>
                  <p:cNvSpPr/>
                  <p:nvPr/>
                </p:nvSpPr>
                <p:spPr bwMode="auto">
                  <a:xfrm>
                    <a:off x="4480" y="961"/>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47" name="矩形 12321"/>
                  <p:cNvSpPr>
                    <a:spLocks noChangeArrowheads="1"/>
                  </p:cNvSpPr>
                  <p:nvPr/>
                </p:nvSpPr>
                <p:spPr bwMode="auto">
                  <a:xfrm>
                    <a:off x="4483" y="956"/>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46" name="任意多边形 12322"/>
                  <p:cNvSpPr/>
                  <p:nvPr/>
                </p:nvSpPr>
                <p:spPr bwMode="auto">
                  <a:xfrm>
                    <a:off x="4476" y="956"/>
                    <a:ext cx="7" cy="19"/>
                  </a:xfrm>
                  <a:custGeom>
                    <a:avLst/>
                    <a:gdLst/>
                    <a:ahLst/>
                    <a:cxnLst>
                      <a:cxn ang="0">
                        <a:pos x="7" y="0"/>
                      </a:cxn>
                      <a:cxn ang="0">
                        <a:pos x="0" y="18"/>
                      </a:cxn>
                      <a:cxn ang="0">
                        <a:pos x="2" y="19"/>
                      </a:cxn>
                    </a:cxnLst>
                    <a:rect l="0" t="0" r="r" b="b"/>
                    <a:pathLst>
                      <a:path w="7" h="19">
                        <a:moveTo>
                          <a:pt x="7" y="0"/>
                        </a:moveTo>
                        <a:lnTo>
                          <a:pt x="0" y="18"/>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45" name="任意多边形 12323"/>
                  <p:cNvSpPr/>
                  <p:nvPr/>
                </p:nvSpPr>
                <p:spPr bwMode="auto">
                  <a:xfrm>
                    <a:off x="4496" y="956"/>
                    <a:ext cx="7" cy="19"/>
                  </a:xfrm>
                  <a:custGeom>
                    <a:avLst/>
                    <a:gdLst/>
                    <a:ahLst/>
                    <a:cxnLst>
                      <a:cxn ang="0">
                        <a:pos x="0" y="0"/>
                      </a:cxn>
                      <a:cxn ang="0">
                        <a:pos x="7" y="18"/>
                      </a:cxn>
                      <a:cxn ang="0">
                        <a:pos x="5" y="19"/>
                      </a:cxn>
                    </a:cxnLst>
                    <a:rect l="0" t="0" r="r" b="b"/>
                    <a:pathLst>
                      <a:path w="7" h="19">
                        <a:moveTo>
                          <a:pt x="0" y="0"/>
                        </a:moveTo>
                        <a:lnTo>
                          <a:pt x="7"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44" name="任意多边形 12324"/>
                  <p:cNvSpPr/>
                  <p:nvPr/>
                </p:nvSpPr>
                <p:spPr bwMode="auto">
                  <a:xfrm>
                    <a:off x="4513" y="961"/>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43" name="矩形 12325"/>
                  <p:cNvSpPr>
                    <a:spLocks noChangeArrowheads="1"/>
                  </p:cNvSpPr>
                  <p:nvPr/>
                </p:nvSpPr>
                <p:spPr bwMode="auto">
                  <a:xfrm>
                    <a:off x="4516" y="956"/>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42" name="任意多边形 12326"/>
                  <p:cNvSpPr/>
                  <p:nvPr/>
                </p:nvSpPr>
                <p:spPr bwMode="auto">
                  <a:xfrm>
                    <a:off x="4510" y="956"/>
                    <a:ext cx="6" cy="19"/>
                  </a:xfrm>
                  <a:custGeom>
                    <a:avLst/>
                    <a:gdLst/>
                    <a:ahLst/>
                    <a:cxnLst>
                      <a:cxn ang="0">
                        <a:pos x="6" y="0"/>
                      </a:cxn>
                      <a:cxn ang="0">
                        <a:pos x="0" y="18"/>
                      </a:cxn>
                      <a:cxn ang="0">
                        <a:pos x="3" y="19"/>
                      </a:cxn>
                    </a:cxnLst>
                    <a:rect l="0" t="0" r="r" b="b"/>
                    <a:pathLst>
                      <a:path w="6" h="19">
                        <a:moveTo>
                          <a:pt x="6" y="0"/>
                        </a:moveTo>
                        <a:lnTo>
                          <a:pt x="0"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41" name="任意多边形 12327"/>
                  <p:cNvSpPr/>
                  <p:nvPr/>
                </p:nvSpPr>
                <p:spPr bwMode="auto">
                  <a:xfrm>
                    <a:off x="4531" y="956"/>
                    <a:ext cx="7" cy="19"/>
                  </a:xfrm>
                  <a:custGeom>
                    <a:avLst/>
                    <a:gdLst/>
                    <a:ahLst/>
                    <a:cxnLst>
                      <a:cxn ang="0">
                        <a:pos x="0" y="0"/>
                      </a:cxn>
                      <a:cxn ang="0">
                        <a:pos x="7" y="18"/>
                      </a:cxn>
                      <a:cxn ang="0">
                        <a:pos x="5" y="19"/>
                      </a:cxn>
                    </a:cxnLst>
                    <a:rect l="0" t="0" r="r" b="b"/>
                    <a:pathLst>
                      <a:path w="7" h="19">
                        <a:moveTo>
                          <a:pt x="0" y="0"/>
                        </a:moveTo>
                        <a:lnTo>
                          <a:pt x="7"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40" name="任意多边形 12328"/>
                  <p:cNvSpPr/>
                  <p:nvPr/>
                </p:nvSpPr>
                <p:spPr bwMode="auto">
                  <a:xfrm>
                    <a:off x="4548" y="961"/>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39" name="矩形 12329"/>
                  <p:cNvSpPr>
                    <a:spLocks noChangeArrowheads="1"/>
                  </p:cNvSpPr>
                  <p:nvPr/>
                </p:nvSpPr>
                <p:spPr bwMode="auto">
                  <a:xfrm>
                    <a:off x="4552" y="956"/>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38" name="任意多边形 12330"/>
                  <p:cNvSpPr/>
                  <p:nvPr/>
                </p:nvSpPr>
                <p:spPr bwMode="auto">
                  <a:xfrm>
                    <a:off x="4545" y="956"/>
                    <a:ext cx="7" cy="19"/>
                  </a:xfrm>
                  <a:custGeom>
                    <a:avLst/>
                    <a:gdLst/>
                    <a:ahLst/>
                    <a:cxnLst>
                      <a:cxn ang="0">
                        <a:pos x="7" y="0"/>
                      </a:cxn>
                      <a:cxn ang="0">
                        <a:pos x="0" y="18"/>
                      </a:cxn>
                      <a:cxn ang="0">
                        <a:pos x="1" y="19"/>
                      </a:cxn>
                    </a:cxnLst>
                    <a:rect l="0" t="0" r="r" b="b"/>
                    <a:pathLst>
                      <a:path w="7" h="19">
                        <a:moveTo>
                          <a:pt x="7" y="0"/>
                        </a:moveTo>
                        <a:lnTo>
                          <a:pt x="0" y="18"/>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37" name="任意多边形 12331"/>
                  <p:cNvSpPr/>
                  <p:nvPr/>
                </p:nvSpPr>
                <p:spPr bwMode="auto">
                  <a:xfrm>
                    <a:off x="4567" y="956"/>
                    <a:ext cx="6" cy="19"/>
                  </a:xfrm>
                  <a:custGeom>
                    <a:avLst/>
                    <a:gdLst/>
                    <a:ahLst/>
                    <a:cxnLst>
                      <a:cxn ang="0">
                        <a:pos x="0" y="0"/>
                      </a:cxn>
                      <a:cxn ang="0">
                        <a:pos x="6" y="18"/>
                      </a:cxn>
                      <a:cxn ang="0">
                        <a:pos x="3" y="19"/>
                      </a:cxn>
                    </a:cxnLst>
                    <a:rect l="0" t="0" r="r" b="b"/>
                    <a:pathLst>
                      <a:path w="6" h="19">
                        <a:moveTo>
                          <a:pt x="0" y="0"/>
                        </a:moveTo>
                        <a:lnTo>
                          <a:pt x="6"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36" name="任意多边形 12332"/>
                  <p:cNvSpPr/>
                  <p:nvPr/>
                </p:nvSpPr>
                <p:spPr bwMode="auto">
                  <a:xfrm>
                    <a:off x="4583" y="961"/>
                    <a:ext cx="20" cy="14"/>
                  </a:xfrm>
                  <a:custGeom>
                    <a:avLst/>
                    <a:gdLst/>
                    <a:ahLst/>
                    <a:cxnLst>
                      <a:cxn ang="0">
                        <a:pos x="17" y="0"/>
                      </a:cxn>
                      <a:cxn ang="0">
                        <a:pos x="4" y="0"/>
                      </a:cxn>
                      <a:cxn ang="0">
                        <a:pos x="0" y="14"/>
                      </a:cxn>
                      <a:cxn ang="0">
                        <a:pos x="20" y="14"/>
                      </a:cxn>
                      <a:cxn ang="0">
                        <a:pos x="17" y="0"/>
                      </a:cxn>
                    </a:cxnLst>
                    <a:rect l="0" t="0" r="r" b="b"/>
                    <a:pathLst>
                      <a:path w="20" h="14">
                        <a:moveTo>
                          <a:pt x="17" y="0"/>
                        </a:moveTo>
                        <a:lnTo>
                          <a:pt x="4"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35" name="矩形 12333"/>
                  <p:cNvSpPr>
                    <a:spLocks noChangeArrowheads="1"/>
                  </p:cNvSpPr>
                  <p:nvPr/>
                </p:nvSpPr>
                <p:spPr bwMode="auto">
                  <a:xfrm>
                    <a:off x="4587" y="956"/>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34" name="任意多边形 12334"/>
                  <p:cNvSpPr/>
                  <p:nvPr/>
                </p:nvSpPr>
                <p:spPr bwMode="auto">
                  <a:xfrm>
                    <a:off x="4580" y="956"/>
                    <a:ext cx="7" cy="19"/>
                  </a:xfrm>
                  <a:custGeom>
                    <a:avLst/>
                    <a:gdLst/>
                    <a:ahLst/>
                    <a:cxnLst>
                      <a:cxn ang="0">
                        <a:pos x="7" y="0"/>
                      </a:cxn>
                      <a:cxn ang="0">
                        <a:pos x="0" y="18"/>
                      </a:cxn>
                      <a:cxn ang="0">
                        <a:pos x="2" y="19"/>
                      </a:cxn>
                    </a:cxnLst>
                    <a:rect l="0" t="0" r="r" b="b"/>
                    <a:pathLst>
                      <a:path w="7" h="19">
                        <a:moveTo>
                          <a:pt x="7" y="0"/>
                        </a:moveTo>
                        <a:lnTo>
                          <a:pt x="0" y="18"/>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33" name="任意多边形 12335"/>
                  <p:cNvSpPr/>
                  <p:nvPr/>
                </p:nvSpPr>
                <p:spPr bwMode="auto">
                  <a:xfrm>
                    <a:off x="4600" y="956"/>
                    <a:ext cx="7" cy="19"/>
                  </a:xfrm>
                  <a:custGeom>
                    <a:avLst/>
                    <a:gdLst/>
                    <a:ahLst/>
                    <a:cxnLst>
                      <a:cxn ang="0">
                        <a:pos x="0" y="0"/>
                      </a:cxn>
                      <a:cxn ang="0">
                        <a:pos x="7" y="18"/>
                      </a:cxn>
                      <a:cxn ang="0">
                        <a:pos x="5" y="19"/>
                      </a:cxn>
                    </a:cxnLst>
                    <a:rect l="0" t="0" r="r" b="b"/>
                    <a:pathLst>
                      <a:path w="7" h="19">
                        <a:moveTo>
                          <a:pt x="0" y="0"/>
                        </a:moveTo>
                        <a:lnTo>
                          <a:pt x="7"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32" name="任意多边形 12336"/>
                  <p:cNvSpPr/>
                  <p:nvPr/>
                </p:nvSpPr>
                <p:spPr bwMode="auto">
                  <a:xfrm>
                    <a:off x="4617" y="961"/>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31" name="矩形 12337"/>
                  <p:cNvSpPr>
                    <a:spLocks noChangeArrowheads="1"/>
                  </p:cNvSpPr>
                  <p:nvPr/>
                </p:nvSpPr>
                <p:spPr bwMode="auto">
                  <a:xfrm>
                    <a:off x="4620" y="956"/>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30" name="任意多边形 12338"/>
                  <p:cNvSpPr/>
                  <p:nvPr/>
                </p:nvSpPr>
                <p:spPr bwMode="auto">
                  <a:xfrm>
                    <a:off x="4613" y="956"/>
                    <a:ext cx="7" cy="19"/>
                  </a:xfrm>
                  <a:custGeom>
                    <a:avLst/>
                    <a:gdLst/>
                    <a:ahLst/>
                    <a:cxnLst>
                      <a:cxn ang="0">
                        <a:pos x="7" y="0"/>
                      </a:cxn>
                      <a:cxn ang="0">
                        <a:pos x="0" y="18"/>
                      </a:cxn>
                      <a:cxn ang="0">
                        <a:pos x="4" y="19"/>
                      </a:cxn>
                    </a:cxnLst>
                    <a:rect l="0" t="0" r="r" b="b"/>
                    <a:pathLst>
                      <a:path w="7" h="19">
                        <a:moveTo>
                          <a:pt x="7" y="0"/>
                        </a:moveTo>
                        <a:lnTo>
                          <a:pt x="0" y="18"/>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29" name="任意多边形 12339"/>
                  <p:cNvSpPr/>
                  <p:nvPr/>
                </p:nvSpPr>
                <p:spPr bwMode="auto">
                  <a:xfrm>
                    <a:off x="4635" y="956"/>
                    <a:ext cx="7" cy="19"/>
                  </a:xfrm>
                  <a:custGeom>
                    <a:avLst/>
                    <a:gdLst/>
                    <a:ahLst/>
                    <a:cxnLst>
                      <a:cxn ang="0">
                        <a:pos x="0" y="0"/>
                      </a:cxn>
                      <a:cxn ang="0">
                        <a:pos x="7" y="18"/>
                      </a:cxn>
                      <a:cxn ang="0">
                        <a:pos x="5" y="19"/>
                      </a:cxn>
                    </a:cxnLst>
                    <a:rect l="0" t="0" r="r" b="b"/>
                    <a:pathLst>
                      <a:path w="7" h="19">
                        <a:moveTo>
                          <a:pt x="0" y="0"/>
                        </a:moveTo>
                        <a:lnTo>
                          <a:pt x="7"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28" name="任意多边形 12340"/>
                  <p:cNvSpPr/>
                  <p:nvPr/>
                </p:nvSpPr>
                <p:spPr bwMode="auto">
                  <a:xfrm>
                    <a:off x="4650" y="961"/>
                    <a:ext cx="22" cy="14"/>
                  </a:xfrm>
                  <a:custGeom>
                    <a:avLst/>
                    <a:gdLst/>
                    <a:ahLst/>
                    <a:cxnLst>
                      <a:cxn ang="0">
                        <a:pos x="19" y="0"/>
                      </a:cxn>
                      <a:cxn ang="0">
                        <a:pos x="5" y="0"/>
                      </a:cxn>
                      <a:cxn ang="0">
                        <a:pos x="0" y="14"/>
                      </a:cxn>
                      <a:cxn ang="0">
                        <a:pos x="22" y="14"/>
                      </a:cxn>
                      <a:cxn ang="0">
                        <a:pos x="19" y="0"/>
                      </a:cxn>
                    </a:cxnLst>
                    <a:rect l="0" t="0" r="r" b="b"/>
                    <a:pathLst>
                      <a:path w="22" h="14">
                        <a:moveTo>
                          <a:pt x="19" y="0"/>
                        </a:moveTo>
                        <a:lnTo>
                          <a:pt x="5"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27" name="矩形 12341"/>
                  <p:cNvSpPr>
                    <a:spLocks noChangeArrowheads="1"/>
                  </p:cNvSpPr>
                  <p:nvPr/>
                </p:nvSpPr>
                <p:spPr bwMode="auto">
                  <a:xfrm>
                    <a:off x="4655" y="956"/>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26" name="任意多边形 12342"/>
                  <p:cNvSpPr/>
                  <p:nvPr/>
                </p:nvSpPr>
                <p:spPr bwMode="auto">
                  <a:xfrm>
                    <a:off x="4647" y="956"/>
                    <a:ext cx="8" cy="19"/>
                  </a:xfrm>
                  <a:custGeom>
                    <a:avLst/>
                    <a:gdLst/>
                    <a:ahLst/>
                    <a:cxnLst>
                      <a:cxn ang="0">
                        <a:pos x="8" y="0"/>
                      </a:cxn>
                      <a:cxn ang="0">
                        <a:pos x="0" y="18"/>
                      </a:cxn>
                      <a:cxn ang="0">
                        <a:pos x="3" y="19"/>
                      </a:cxn>
                    </a:cxnLst>
                    <a:rect l="0" t="0" r="r" b="b"/>
                    <a:pathLst>
                      <a:path w="8" h="19">
                        <a:moveTo>
                          <a:pt x="8" y="0"/>
                        </a:moveTo>
                        <a:lnTo>
                          <a:pt x="0"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25" name="任意多边形 12343"/>
                  <p:cNvSpPr/>
                  <p:nvPr/>
                </p:nvSpPr>
                <p:spPr bwMode="auto">
                  <a:xfrm>
                    <a:off x="4670" y="956"/>
                    <a:ext cx="7" cy="19"/>
                  </a:xfrm>
                  <a:custGeom>
                    <a:avLst/>
                    <a:gdLst/>
                    <a:ahLst/>
                    <a:cxnLst>
                      <a:cxn ang="0">
                        <a:pos x="0" y="0"/>
                      </a:cxn>
                      <a:cxn ang="0">
                        <a:pos x="7" y="18"/>
                      </a:cxn>
                      <a:cxn ang="0">
                        <a:pos x="4" y="19"/>
                      </a:cxn>
                    </a:cxnLst>
                    <a:rect l="0" t="0" r="r" b="b"/>
                    <a:pathLst>
                      <a:path w="7" h="19">
                        <a:moveTo>
                          <a:pt x="0" y="0"/>
                        </a:moveTo>
                        <a:lnTo>
                          <a:pt x="7" y="18"/>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24" name="任意多边形 12344"/>
                  <p:cNvSpPr/>
                  <p:nvPr/>
                </p:nvSpPr>
                <p:spPr bwMode="auto">
                  <a:xfrm>
                    <a:off x="4269" y="987"/>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23" name="矩形 12345"/>
                  <p:cNvSpPr>
                    <a:spLocks noChangeArrowheads="1"/>
                  </p:cNvSpPr>
                  <p:nvPr/>
                </p:nvSpPr>
                <p:spPr bwMode="auto">
                  <a:xfrm>
                    <a:off x="4272" y="982"/>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22" name="任意多边形 12346"/>
                  <p:cNvSpPr/>
                  <p:nvPr/>
                </p:nvSpPr>
                <p:spPr bwMode="auto">
                  <a:xfrm>
                    <a:off x="4265" y="980"/>
                    <a:ext cx="7" cy="21"/>
                  </a:xfrm>
                  <a:custGeom>
                    <a:avLst/>
                    <a:gdLst/>
                    <a:ahLst/>
                    <a:cxnLst>
                      <a:cxn ang="0">
                        <a:pos x="7" y="0"/>
                      </a:cxn>
                      <a:cxn ang="0">
                        <a:pos x="0" y="18"/>
                      </a:cxn>
                      <a:cxn ang="0">
                        <a:pos x="2" y="21"/>
                      </a:cxn>
                    </a:cxnLst>
                    <a:rect l="0" t="0" r="r" b="b"/>
                    <a:pathLst>
                      <a:path w="7" h="21">
                        <a:moveTo>
                          <a:pt x="7" y="0"/>
                        </a:moveTo>
                        <a:lnTo>
                          <a:pt x="0" y="18"/>
                        </a:lnTo>
                        <a:lnTo>
                          <a:pt x="2"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21" name="任意多边形 12347"/>
                  <p:cNvSpPr/>
                  <p:nvPr/>
                </p:nvSpPr>
                <p:spPr bwMode="auto">
                  <a:xfrm>
                    <a:off x="4285" y="980"/>
                    <a:ext cx="7" cy="21"/>
                  </a:xfrm>
                  <a:custGeom>
                    <a:avLst/>
                    <a:gdLst/>
                    <a:ahLst/>
                    <a:cxnLst>
                      <a:cxn ang="0">
                        <a:pos x="0" y="0"/>
                      </a:cxn>
                      <a:cxn ang="0">
                        <a:pos x="7" y="18"/>
                      </a:cxn>
                      <a:cxn ang="0">
                        <a:pos x="5" y="21"/>
                      </a:cxn>
                    </a:cxnLst>
                    <a:rect l="0" t="0" r="r" b="b"/>
                    <a:pathLst>
                      <a:path w="7" h="21">
                        <a:moveTo>
                          <a:pt x="0" y="0"/>
                        </a:moveTo>
                        <a:lnTo>
                          <a:pt x="7"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20" name="任意多边形 12348"/>
                  <p:cNvSpPr/>
                  <p:nvPr/>
                </p:nvSpPr>
                <p:spPr bwMode="auto">
                  <a:xfrm>
                    <a:off x="4302" y="987"/>
                    <a:ext cx="20" cy="14"/>
                  </a:xfrm>
                  <a:custGeom>
                    <a:avLst/>
                    <a:gdLst/>
                    <a:ahLst/>
                    <a:cxnLst>
                      <a:cxn ang="0">
                        <a:pos x="17" y="0"/>
                      </a:cxn>
                      <a:cxn ang="0">
                        <a:pos x="4" y="0"/>
                      </a:cxn>
                      <a:cxn ang="0">
                        <a:pos x="0" y="14"/>
                      </a:cxn>
                      <a:cxn ang="0">
                        <a:pos x="20" y="14"/>
                      </a:cxn>
                      <a:cxn ang="0">
                        <a:pos x="17" y="0"/>
                      </a:cxn>
                    </a:cxnLst>
                    <a:rect l="0" t="0" r="r" b="b"/>
                    <a:pathLst>
                      <a:path w="20" h="14">
                        <a:moveTo>
                          <a:pt x="17" y="0"/>
                        </a:moveTo>
                        <a:lnTo>
                          <a:pt x="4"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19" name="矩形 12349"/>
                  <p:cNvSpPr>
                    <a:spLocks noChangeArrowheads="1"/>
                  </p:cNvSpPr>
                  <p:nvPr/>
                </p:nvSpPr>
                <p:spPr bwMode="auto">
                  <a:xfrm>
                    <a:off x="4306" y="982"/>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18" name="任意多边形 12350"/>
                  <p:cNvSpPr/>
                  <p:nvPr/>
                </p:nvSpPr>
                <p:spPr bwMode="auto">
                  <a:xfrm>
                    <a:off x="4299" y="980"/>
                    <a:ext cx="7" cy="21"/>
                  </a:xfrm>
                  <a:custGeom>
                    <a:avLst/>
                    <a:gdLst/>
                    <a:ahLst/>
                    <a:cxnLst>
                      <a:cxn ang="0">
                        <a:pos x="7" y="0"/>
                      </a:cxn>
                      <a:cxn ang="0">
                        <a:pos x="0" y="18"/>
                      </a:cxn>
                      <a:cxn ang="0">
                        <a:pos x="2" y="21"/>
                      </a:cxn>
                    </a:cxnLst>
                    <a:rect l="0" t="0" r="r" b="b"/>
                    <a:pathLst>
                      <a:path w="7" h="21">
                        <a:moveTo>
                          <a:pt x="7" y="0"/>
                        </a:moveTo>
                        <a:lnTo>
                          <a:pt x="0" y="18"/>
                        </a:lnTo>
                        <a:lnTo>
                          <a:pt x="2"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17" name="任意多边形 12351"/>
                  <p:cNvSpPr/>
                  <p:nvPr/>
                </p:nvSpPr>
                <p:spPr bwMode="auto">
                  <a:xfrm>
                    <a:off x="4319" y="980"/>
                    <a:ext cx="8" cy="21"/>
                  </a:xfrm>
                  <a:custGeom>
                    <a:avLst/>
                    <a:gdLst/>
                    <a:ahLst/>
                    <a:cxnLst>
                      <a:cxn ang="0">
                        <a:pos x="0" y="0"/>
                      </a:cxn>
                      <a:cxn ang="0">
                        <a:pos x="8" y="18"/>
                      </a:cxn>
                      <a:cxn ang="0">
                        <a:pos x="5" y="21"/>
                      </a:cxn>
                    </a:cxnLst>
                    <a:rect l="0" t="0" r="r" b="b"/>
                    <a:pathLst>
                      <a:path w="8" h="21">
                        <a:moveTo>
                          <a:pt x="0" y="0"/>
                        </a:moveTo>
                        <a:lnTo>
                          <a:pt x="8"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16" name="任意多边形 12352"/>
                  <p:cNvSpPr/>
                  <p:nvPr/>
                </p:nvSpPr>
                <p:spPr bwMode="auto">
                  <a:xfrm>
                    <a:off x="4336" y="987"/>
                    <a:ext cx="21" cy="14"/>
                  </a:xfrm>
                  <a:custGeom>
                    <a:avLst/>
                    <a:gdLst/>
                    <a:ahLst/>
                    <a:cxnLst>
                      <a:cxn ang="0">
                        <a:pos x="18" y="0"/>
                      </a:cxn>
                      <a:cxn ang="0">
                        <a:pos x="5" y="0"/>
                      </a:cxn>
                      <a:cxn ang="0">
                        <a:pos x="0" y="14"/>
                      </a:cxn>
                      <a:cxn ang="0">
                        <a:pos x="21" y="14"/>
                      </a:cxn>
                      <a:cxn ang="0">
                        <a:pos x="18" y="0"/>
                      </a:cxn>
                    </a:cxnLst>
                    <a:rect l="0" t="0" r="r" b="b"/>
                    <a:pathLst>
                      <a:path w="21" h="14">
                        <a:moveTo>
                          <a:pt x="18" y="0"/>
                        </a:moveTo>
                        <a:lnTo>
                          <a:pt x="5"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15" name="矩形 12353"/>
                  <p:cNvSpPr>
                    <a:spLocks noChangeArrowheads="1"/>
                  </p:cNvSpPr>
                  <p:nvPr/>
                </p:nvSpPr>
                <p:spPr bwMode="auto">
                  <a:xfrm>
                    <a:off x="4341" y="982"/>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14" name="任意多边形 12354"/>
                  <p:cNvSpPr/>
                  <p:nvPr/>
                </p:nvSpPr>
                <p:spPr bwMode="auto">
                  <a:xfrm>
                    <a:off x="4332" y="980"/>
                    <a:ext cx="9" cy="21"/>
                  </a:xfrm>
                  <a:custGeom>
                    <a:avLst/>
                    <a:gdLst/>
                    <a:ahLst/>
                    <a:cxnLst>
                      <a:cxn ang="0">
                        <a:pos x="9" y="0"/>
                      </a:cxn>
                      <a:cxn ang="0">
                        <a:pos x="0" y="18"/>
                      </a:cxn>
                      <a:cxn ang="0">
                        <a:pos x="4" y="21"/>
                      </a:cxn>
                    </a:cxnLst>
                    <a:rect l="0" t="0" r="r" b="b"/>
                    <a:pathLst>
                      <a:path w="9" h="21">
                        <a:moveTo>
                          <a:pt x="9" y="0"/>
                        </a:moveTo>
                        <a:lnTo>
                          <a:pt x="0" y="18"/>
                        </a:lnTo>
                        <a:lnTo>
                          <a:pt x="4"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13" name="任意多边形 12355"/>
                  <p:cNvSpPr/>
                  <p:nvPr/>
                </p:nvSpPr>
                <p:spPr bwMode="auto">
                  <a:xfrm>
                    <a:off x="4354" y="980"/>
                    <a:ext cx="7" cy="21"/>
                  </a:xfrm>
                  <a:custGeom>
                    <a:avLst/>
                    <a:gdLst/>
                    <a:ahLst/>
                    <a:cxnLst>
                      <a:cxn ang="0">
                        <a:pos x="0" y="0"/>
                      </a:cxn>
                      <a:cxn ang="0">
                        <a:pos x="7" y="18"/>
                      </a:cxn>
                      <a:cxn ang="0">
                        <a:pos x="5" y="21"/>
                      </a:cxn>
                    </a:cxnLst>
                    <a:rect l="0" t="0" r="r" b="b"/>
                    <a:pathLst>
                      <a:path w="7" h="21">
                        <a:moveTo>
                          <a:pt x="0" y="0"/>
                        </a:moveTo>
                        <a:lnTo>
                          <a:pt x="7"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grpSp>
            <p:grpSp>
              <p:nvGrpSpPr>
                <p:cNvPr id="237711" name="组合 12356"/>
                <p:cNvGrpSpPr/>
                <p:nvPr/>
              </p:nvGrpSpPr>
              <p:grpSpPr bwMode="auto">
                <a:xfrm>
                  <a:off x="4148" y="862"/>
                  <a:ext cx="864" cy="165"/>
                  <a:chOff x="4148" y="862"/>
                  <a:chExt cx="864" cy="165"/>
                </a:xfrm>
              </p:grpSpPr>
              <p:sp>
                <p:nvSpPr>
                  <p:cNvPr id="237911" name="任意多边形 12357"/>
                  <p:cNvSpPr/>
                  <p:nvPr/>
                </p:nvSpPr>
                <p:spPr bwMode="auto">
                  <a:xfrm>
                    <a:off x="4371" y="987"/>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10" name="矩形 12358"/>
                  <p:cNvSpPr>
                    <a:spLocks noChangeArrowheads="1"/>
                  </p:cNvSpPr>
                  <p:nvPr/>
                </p:nvSpPr>
                <p:spPr bwMode="auto">
                  <a:xfrm>
                    <a:off x="4374" y="982"/>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09" name="任意多边形 12359"/>
                  <p:cNvSpPr/>
                  <p:nvPr/>
                </p:nvSpPr>
                <p:spPr bwMode="auto">
                  <a:xfrm>
                    <a:off x="4367" y="980"/>
                    <a:ext cx="7" cy="21"/>
                  </a:xfrm>
                  <a:custGeom>
                    <a:avLst/>
                    <a:gdLst/>
                    <a:ahLst/>
                    <a:cxnLst>
                      <a:cxn ang="0">
                        <a:pos x="7" y="0"/>
                      </a:cxn>
                      <a:cxn ang="0">
                        <a:pos x="0" y="18"/>
                      </a:cxn>
                      <a:cxn ang="0">
                        <a:pos x="4" y="21"/>
                      </a:cxn>
                    </a:cxnLst>
                    <a:rect l="0" t="0" r="r" b="b"/>
                    <a:pathLst>
                      <a:path w="7" h="21">
                        <a:moveTo>
                          <a:pt x="7" y="0"/>
                        </a:moveTo>
                        <a:lnTo>
                          <a:pt x="0" y="18"/>
                        </a:lnTo>
                        <a:lnTo>
                          <a:pt x="4"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08" name="任意多边形 12360"/>
                  <p:cNvSpPr/>
                  <p:nvPr/>
                </p:nvSpPr>
                <p:spPr bwMode="auto">
                  <a:xfrm>
                    <a:off x="4389" y="980"/>
                    <a:ext cx="7" cy="21"/>
                  </a:xfrm>
                  <a:custGeom>
                    <a:avLst/>
                    <a:gdLst/>
                    <a:ahLst/>
                    <a:cxnLst>
                      <a:cxn ang="0">
                        <a:pos x="0" y="0"/>
                      </a:cxn>
                      <a:cxn ang="0">
                        <a:pos x="7" y="18"/>
                      </a:cxn>
                      <a:cxn ang="0">
                        <a:pos x="4" y="21"/>
                      </a:cxn>
                    </a:cxnLst>
                    <a:rect l="0" t="0" r="r" b="b"/>
                    <a:pathLst>
                      <a:path w="7" h="21">
                        <a:moveTo>
                          <a:pt x="0" y="0"/>
                        </a:moveTo>
                        <a:lnTo>
                          <a:pt x="7" y="18"/>
                        </a:lnTo>
                        <a:lnTo>
                          <a:pt x="4"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07" name="任意多边形 12361"/>
                  <p:cNvSpPr/>
                  <p:nvPr/>
                </p:nvSpPr>
                <p:spPr bwMode="auto">
                  <a:xfrm>
                    <a:off x="4404" y="987"/>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06" name="矩形 12362"/>
                  <p:cNvSpPr>
                    <a:spLocks noChangeArrowheads="1"/>
                  </p:cNvSpPr>
                  <p:nvPr/>
                </p:nvSpPr>
                <p:spPr bwMode="auto">
                  <a:xfrm>
                    <a:off x="4408" y="982"/>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05" name="任意多边形 12363"/>
                  <p:cNvSpPr/>
                  <p:nvPr/>
                </p:nvSpPr>
                <p:spPr bwMode="auto">
                  <a:xfrm>
                    <a:off x="4401" y="980"/>
                    <a:ext cx="7" cy="21"/>
                  </a:xfrm>
                  <a:custGeom>
                    <a:avLst/>
                    <a:gdLst/>
                    <a:ahLst/>
                    <a:cxnLst>
                      <a:cxn ang="0">
                        <a:pos x="7" y="0"/>
                      </a:cxn>
                      <a:cxn ang="0">
                        <a:pos x="0" y="18"/>
                      </a:cxn>
                      <a:cxn ang="0">
                        <a:pos x="3" y="21"/>
                      </a:cxn>
                    </a:cxnLst>
                    <a:rect l="0" t="0" r="r" b="b"/>
                    <a:pathLst>
                      <a:path w="7" h="21">
                        <a:moveTo>
                          <a:pt x="7" y="0"/>
                        </a:moveTo>
                        <a:lnTo>
                          <a:pt x="0"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04" name="任意多边形 12364"/>
                  <p:cNvSpPr/>
                  <p:nvPr/>
                </p:nvSpPr>
                <p:spPr bwMode="auto">
                  <a:xfrm>
                    <a:off x="4423" y="980"/>
                    <a:ext cx="8" cy="21"/>
                  </a:xfrm>
                  <a:custGeom>
                    <a:avLst/>
                    <a:gdLst/>
                    <a:ahLst/>
                    <a:cxnLst>
                      <a:cxn ang="0">
                        <a:pos x="0" y="0"/>
                      </a:cxn>
                      <a:cxn ang="0">
                        <a:pos x="8" y="18"/>
                      </a:cxn>
                      <a:cxn ang="0">
                        <a:pos x="5" y="21"/>
                      </a:cxn>
                    </a:cxnLst>
                    <a:rect l="0" t="0" r="r" b="b"/>
                    <a:pathLst>
                      <a:path w="8" h="21">
                        <a:moveTo>
                          <a:pt x="0" y="0"/>
                        </a:moveTo>
                        <a:lnTo>
                          <a:pt x="8"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03" name="任意多边形 12365"/>
                  <p:cNvSpPr/>
                  <p:nvPr/>
                </p:nvSpPr>
                <p:spPr bwMode="auto">
                  <a:xfrm>
                    <a:off x="4439" y="987"/>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02" name="矩形 12366"/>
                  <p:cNvSpPr>
                    <a:spLocks noChangeArrowheads="1"/>
                  </p:cNvSpPr>
                  <p:nvPr/>
                </p:nvSpPr>
                <p:spPr bwMode="auto">
                  <a:xfrm>
                    <a:off x="4443" y="982"/>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01" name="任意多边形 12367"/>
                  <p:cNvSpPr/>
                  <p:nvPr/>
                </p:nvSpPr>
                <p:spPr bwMode="auto">
                  <a:xfrm>
                    <a:off x="4436" y="980"/>
                    <a:ext cx="7" cy="21"/>
                  </a:xfrm>
                  <a:custGeom>
                    <a:avLst/>
                    <a:gdLst/>
                    <a:ahLst/>
                    <a:cxnLst>
                      <a:cxn ang="0">
                        <a:pos x="7" y="0"/>
                      </a:cxn>
                      <a:cxn ang="0">
                        <a:pos x="0" y="18"/>
                      </a:cxn>
                      <a:cxn ang="0">
                        <a:pos x="2" y="21"/>
                      </a:cxn>
                    </a:cxnLst>
                    <a:rect l="0" t="0" r="r" b="b"/>
                    <a:pathLst>
                      <a:path w="7" h="21">
                        <a:moveTo>
                          <a:pt x="7" y="0"/>
                        </a:moveTo>
                        <a:lnTo>
                          <a:pt x="0" y="18"/>
                        </a:lnTo>
                        <a:lnTo>
                          <a:pt x="2"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00" name="任意多边形 12368"/>
                  <p:cNvSpPr/>
                  <p:nvPr/>
                </p:nvSpPr>
                <p:spPr bwMode="auto">
                  <a:xfrm>
                    <a:off x="4458" y="980"/>
                    <a:ext cx="6" cy="21"/>
                  </a:xfrm>
                  <a:custGeom>
                    <a:avLst/>
                    <a:gdLst/>
                    <a:ahLst/>
                    <a:cxnLst>
                      <a:cxn ang="0">
                        <a:pos x="0" y="0"/>
                      </a:cxn>
                      <a:cxn ang="0">
                        <a:pos x="6" y="18"/>
                      </a:cxn>
                      <a:cxn ang="0">
                        <a:pos x="5" y="21"/>
                      </a:cxn>
                    </a:cxnLst>
                    <a:rect l="0" t="0" r="r" b="b"/>
                    <a:pathLst>
                      <a:path w="6" h="21">
                        <a:moveTo>
                          <a:pt x="0" y="0"/>
                        </a:moveTo>
                        <a:lnTo>
                          <a:pt x="6"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99" name="任意多边形 12369"/>
                  <p:cNvSpPr/>
                  <p:nvPr/>
                </p:nvSpPr>
                <p:spPr bwMode="auto">
                  <a:xfrm>
                    <a:off x="4475" y="987"/>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98" name="矩形 12370"/>
                  <p:cNvSpPr>
                    <a:spLocks noChangeArrowheads="1"/>
                  </p:cNvSpPr>
                  <p:nvPr/>
                </p:nvSpPr>
                <p:spPr bwMode="auto">
                  <a:xfrm>
                    <a:off x="4478" y="982"/>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97" name="任意多边形 12371"/>
                  <p:cNvSpPr/>
                  <p:nvPr/>
                </p:nvSpPr>
                <p:spPr bwMode="auto">
                  <a:xfrm>
                    <a:off x="4470" y="980"/>
                    <a:ext cx="8" cy="21"/>
                  </a:xfrm>
                  <a:custGeom>
                    <a:avLst/>
                    <a:gdLst/>
                    <a:ahLst/>
                    <a:cxnLst>
                      <a:cxn ang="0">
                        <a:pos x="8" y="0"/>
                      </a:cxn>
                      <a:cxn ang="0">
                        <a:pos x="0" y="18"/>
                      </a:cxn>
                      <a:cxn ang="0">
                        <a:pos x="3" y="21"/>
                      </a:cxn>
                    </a:cxnLst>
                    <a:rect l="0" t="0" r="r" b="b"/>
                    <a:pathLst>
                      <a:path w="8" h="21">
                        <a:moveTo>
                          <a:pt x="8" y="0"/>
                        </a:moveTo>
                        <a:lnTo>
                          <a:pt x="0"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96" name="任意多边形 12372"/>
                  <p:cNvSpPr/>
                  <p:nvPr/>
                </p:nvSpPr>
                <p:spPr bwMode="auto">
                  <a:xfrm>
                    <a:off x="4493" y="980"/>
                    <a:ext cx="7" cy="21"/>
                  </a:xfrm>
                  <a:custGeom>
                    <a:avLst/>
                    <a:gdLst/>
                    <a:ahLst/>
                    <a:cxnLst>
                      <a:cxn ang="0">
                        <a:pos x="0" y="0"/>
                      </a:cxn>
                      <a:cxn ang="0">
                        <a:pos x="7" y="18"/>
                      </a:cxn>
                      <a:cxn ang="0">
                        <a:pos x="3" y="21"/>
                      </a:cxn>
                    </a:cxnLst>
                    <a:rect l="0" t="0" r="r" b="b"/>
                    <a:pathLst>
                      <a:path w="7" h="21">
                        <a:moveTo>
                          <a:pt x="0" y="0"/>
                        </a:moveTo>
                        <a:lnTo>
                          <a:pt x="7"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95" name="任意多边形 12373"/>
                  <p:cNvSpPr/>
                  <p:nvPr/>
                </p:nvSpPr>
                <p:spPr bwMode="auto">
                  <a:xfrm>
                    <a:off x="4510" y="987"/>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94" name="矩形 12374"/>
                  <p:cNvSpPr>
                    <a:spLocks noChangeArrowheads="1"/>
                  </p:cNvSpPr>
                  <p:nvPr/>
                </p:nvSpPr>
                <p:spPr bwMode="auto">
                  <a:xfrm>
                    <a:off x="4513" y="982"/>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93" name="任意多边形 12375"/>
                  <p:cNvSpPr/>
                  <p:nvPr/>
                </p:nvSpPr>
                <p:spPr bwMode="auto">
                  <a:xfrm>
                    <a:off x="4506" y="980"/>
                    <a:ext cx="7" cy="21"/>
                  </a:xfrm>
                  <a:custGeom>
                    <a:avLst/>
                    <a:gdLst/>
                    <a:ahLst/>
                    <a:cxnLst>
                      <a:cxn ang="0">
                        <a:pos x="7" y="0"/>
                      </a:cxn>
                      <a:cxn ang="0">
                        <a:pos x="0" y="18"/>
                      </a:cxn>
                      <a:cxn ang="0">
                        <a:pos x="2" y="21"/>
                      </a:cxn>
                    </a:cxnLst>
                    <a:rect l="0" t="0" r="r" b="b"/>
                    <a:pathLst>
                      <a:path w="7" h="21">
                        <a:moveTo>
                          <a:pt x="7" y="0"/>
                        </a:moveTo>
                        <a:lnTo>
                          <a:pt x="0" y="18"/>
                        </a:lnTo>
                        <a:lnTo>
                          <a:pt x="2"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92" name="任意多边形 12376"/>
                  <p:cNvSpPr/>
                  <p:nvPr/>
                </p:nvSpPr>
                <p:spPr bwMode="auto">
                  <a:xfrm>
                    <a:off x="4526" y="980"/>
                    <a:ext cx="7" cy="21"/>
                  </a:xfrm>
                  <a:custGeom>
                    <a:avLst/>
                    <a:gdLst/>
                    <a:ahLst/>
                    <a:cxnLst>
                      <a:cxn ang="0">
                        <a:pos x="0" y="0"/>
                      </a:cxn>
                      <a:cxn ang="0">
                        <a:pos x="7" y="18"/>
                      </a:cxn>
                      <a:cxn ang="0">
                        <a:pos x="5" y="21"/>
                      </a:cxn>
                    </a:cxnLst>
                    <a:rect l="0" t="0" r="r" b="b"/>
                    <a:pathLst>
                      <a:path w="7" h="21">
                        <a:moveTo>
                          <a:pt x="0" y="0"/>
                        </a:moveTo>
                        <a:lnTo>
                          <a:pt x="7"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91" name="任意多边形 12377"/>
                  <p:cNvSpPr/>
                  <p:nvPr/>
                </p:nvSpPr>
                <p:spPr bwMode="auto">
                  <a:xfrm>
                    <a:off x="4543" y="987"/>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90" name="矩形 12378"/>
                  <p:cNvSpPr>
                    <a:spLocks noChangeArrowheads="1"/>
                  </p:cNvSpPr>
                  <p:nvPr/>
                </p:nvSpPr>
                <p:spPr bwMode="auto">
                  <a:xfrm>
                    <a:off x="4546" y="982"/>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89" name="任意多边形 12379"/>
                  <p:cNvSpPr/>
                  <p:nvPr/>
                </p:nvSpPr>
                <p:spPr bwMode="auto">
                  <a:xfrm>
                    <a:off x="4540" y="980"/>
                    <a:ext cx="6" cy="21"/>
                  </a:xfrm>
                  <a:custGeom>
                    <a:avLst/>
                    <a:gdLst/>
                    <a:ahLst/>
                    <a:cxnLst>
                      <a:cxn ang="0">
                        <a:pos x="6" y="0"/>
                      </a:cxn>
                      <a:cxn ang="0">
                        <a:pos x="0" y="18"/>
                      </a:cxn>
                      <a:cxn ang="0">
                        <a:pos x="1" y="21"/>
                      </a:cxn>
                    </a:cxnLst>
                    <a:rect l="0" t="0" r="r" b="b"/>
                    <a:pathLst>
                      <a:path w="6" h="21">
                        <a:moveTo>
                          <a:pt x="6" y="0"/>
                        </a:moveTo>
                        <a:lnTo>
                          <a:pt x="0" y="18"/>
                        </a:lnTo>
                        <a:lnTo>
                          <a:pt x="1"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88" name="任意多边形 12380"/>
                  <p:cNvSpPr/>
                  <p:nvPr/>
                </p:nvSpPr>
                <p:spPr bwMode="auto">
                  <a:xfrm>
                    <a:off x="4560" y="980"/>
                    <a:ext cx="8" cy="21"/>
                  </a:xfrm>
                  <a:custGeom>
                    <a:avLst/>
                    <a:gdLst/>
                    <a:ahLst/>
                    <a:cxnLst>
                      <a:cxn ang="0">
                        <a:pos x="0" y="0"/>
                      </a:cxn>
                      <a:cxn ang="0">
                        <a:pos x="8" y="18"/>
                      </a:cxn>
                      <a:cxn ang="0">
                        <a:pos x="5" y="21"/>
                      </a:cxn>
                    </a:cxnLst>
                    <a:rect l="0" t="0" r="r" b="b"/>
                    <a:pathLst>
                      <a:path w="8" h="21">
                        <a:moveTo>
                          <a:pt x="0" y="0"/>
                        </a:moveTo>
                        <a:lnTo>
                          <a:pt x="8"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87" name="任意多边形 12381"/>
                  <p:cNvSpPr/>
                  <p:nvPr/>
                </p:nvSpPr>
                <p:spPr bwMode="auto">
                  <a:xfrm>
                    <a:off x="4577" y="987"/>
                    <a:ext cx="21" cy="14"/>
                  </a:xfrm>
                  <a:custGeom>
                    <a:avLst/>
                    <a:gdLst/>
                    <a:ahLst/>
                    <a:cxnLst>
                      <a:cxn ang="0">
                        <a:pos x="18" y="0"/>
                      </a:cxn>
                      <a:cxn ang="0">
                        <a:pos x="5" y="0"/>
                      </a:cxn>
                      <a:cxn ang="0">
                        <a:pos x="0" y="14"/>
                      </a:cxn>
                      <a:cxn ang="0">
                        <a:pos x="21" y="14"/>
                      </a:cxn>
                      <a:cxn ang="0">
                        <a:pos x="18" y="0"/>
                      </a:cxn>
                    </a:cxnLst>
                    <a:rect l="0" t="0" r="r" b="b"/>
                    <a:pathLst>
                      <a:path w="21" h="14">
                        <a:moveTo>
                          <a:pt x="18" y="0"/>
                        </a:moveTo>
                        <a:lnTo>
                          <a:pt x="5"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86" name="矩形 12382"/>
                  <p:cNvSpPr>
                    <a:spLocks noChangeArrowheads="1"/>
                  </p:cNvSpPr>
                  <p:nvPr/>
                </p:nvSpPr>
                <p:spPr bwMode="auto">
                  <a:xfrm>
                    <a:off x="4582" y="982"/>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85" name="任意多边形 12383"/>
                  <p:cNvSpPr/>
                  <p:nvPr/>
                </p:nvSpPr>
                <p:spPr bwMode="auto">
                  <a:xfrm>
                    <a:off x="4573" y="980"/>
                    <a:ext cx="9" cy="21"/>
                  </a:xfrm>
                  <a:custGeom>
                    <a:avLst/>
                    <a:gdLst/>
                    <a:ahLst/>
                    <a:cxnLst>
                      <a:cxn ang="0">
                        <a:pos x="9" y="0"/>
                      </a:cxn>
                      <a:cxn ang="0">
                        <a:pos x="0" y="18"/>
                      </a:cxn>
                      <a:cxn ang="0">
                        <a:pos x="4" y="21"/>
                      </a:cxn>
                    </a:cxnLst>
                    <a:rect l="0" t="0" r="r" b="b"/>
                    <a:pathLst>
                      <a:path w="9" h="21">
                        <a:moveTo>
                          <a:pt x="9" y="0"/>
                        </a:moveTo>
                        <a:lnTo>
                          <a:pt x="0" y="18"/>
                        </a:lnTo>
                        <a:lnTo>
                          <a:pt x="4"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84" name="任意多边形 12384"/>
                  <p:cNvSpPr/>
                  <p:nvPr/>
                </p:nvSpPr>
                <p:spPr bwMode="auto">
                  <a:xfrm>
                    <a:off x="4595" y="980"/>
                    <a:ext cx="7" cy="21"/>
                  </a:xfrm>
                  <a:custGeom>
                    <a:avLst/>
                    <a:gdLst/>
                    <a:ahLst/>
                    <a:cxnLst>
                      <a:cxn ang="0">
                        <a:pos x="0" y="0"/>
                      </a:cxn>
                      <a:cxn ang="0">
                        <a:pos x="7" y="18"/>
                      </a:cxn>
                      <a:cxn ang="0">
                        <a:pos x="5" y="21"/>
                      </a:cxn>
                    </a:cxnLst>
                    <a:rect l="0" t="0" r="r" b="b"/>
                    <a:pathLst>
                      <a:path w="7" h="21">
                        <a:moveTo>
                          <a:pt x="0" y="0"/>
                        </a:moveTo>
                        <a:lnTo>
                          <a:pt x="7"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83" name="任意多边形 12385"/>
                  <p:cNvSpPr/>
                  <p:nvPr/>
                </p:nvSpPr>
                <p:spPr bwMode="auto">
                  <a:xfrm>
                    <a:off x="4660" y="909"/>
                    <a:ext cx="45" cy="14"/>
                  </a:xfrm>
                  <a:custGeom>
                    <a:avLst/>
                    <a:gdLst/>
                    <a:ahLst/>
                    <a:cxnLst>
                      <a:cxn ang="0">
                        <a:pos x="39" y="0"/>
                      </a:cxn>
                      <a:cxn ang="0">
                        <a:pos x="5" y="0"/>
                      </a:cxn>
                      <a:cxn ang="0">
                        <a:pos x="0" y="14"/>
                      </a:cxn>
                      <a:cxn ang="0">
                        <a:pos x="45" y="14"/>
                      </a:cxn>
                      <a:cxn ang="0">
                        <a:pos x="39" y="0"/>
                      </a:cxn>
                    </a:cxnLst>
                    <a:rect l="0" t="0" r="r" b="b"/>
                    <a:pathLst>
                      <a:path w="45" h="14">
                        <a:moveTo>
                          <a:pt x="39" y="0"/>
                        </a:moveTo>
                        <a:lnTo>
                          <a:pt x="5" y="0"/>
                        </a:lnTo>
                        <a:lnTo>
                          <a:pt x="0" y="14"/>
                        </a:lnTo>
                        <a:lnTo>
                          <a:pt x="45" y="14"/>
                        </a:lnTo>
                        <a:lnTo>
                          <a:pt x="3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82" name="矩形 12386"/>
                  <p:cNvSpPr>
                    <a:spLocks noChangeArrowheads="1"/>
                  </p:cNvSpPr>
                  <p:nvPr/>
                </p:nvSpPr>
                <p:spPr bwMode="auto">
                  <a:xfrm>
                    <a:off x="4665" y="904"/>
                    <a:ext cx="3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81" name="任意多边形 12387"/>
                  <p:cNvSpPr/>
                  <p:nvPr/>
                </p:nvSpPr>
                <p:spPr bwMode="auto">
                  <a:xfrm>
                    <a:off x="4654" y="905"/>
                    <a:ext cx="11" cy="17"/>
                  </a:xfrm>
                  <a:custGeom>
                    <a:avLst/>
                    <a:gdLst/>
                    <a:ahLst/>
                    <a:cxnLst>
                      <a:cxn ang="0">
                        <a:pos x="11" y="0"/>
                      </a:cxn>
                      <a:cxn ang="0">
                        <a:pos x="0" y="15"/>
                      </a:cxn>
                      <a:cxn ang="0">
                        <a:pos x="5" y="17"/>
                      </a:cxn>
                    </a:cxnLst>
                    <a:rect l="0" t="0" r="r" b="b"/>
                    <a:pathLst>
                      <a:path w="11" h="17">
                        <a:moveTo>
                          <a:pt x="11" y="0"/>
                        </a:moveTo>
                        <a:lnTo>
                          <a:pt x="0" y="15"/>
                        </a:lnTo>
                        <a:lnTo>
                          <a:pt x="5"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80" name="任意多边形 12388"/>
                  <p:cNvSpPr/>
                  <p:nvPr/>
                </p:nvSpPr>
                <p:spPr bwMode="auto">
                  <a:xfrm>
                    <a:off x="4700" y="905"/>
                    <a:ext cx="12" cy="17"/>
                  </a:xfrm>
                  <a:custGeom>
                    <a:avLst/>
                    <a:gdLst/>
                    <a:ahLst/>
                    <a:cxnLst>
                      <a:cxn ang="0">
                        <a:pos x="0" y="0"/>
                      </a:cxn>
                      <a:cxn ang="0">
                        <a:pos x="12" y="15"/>
                      </a:cxn>
                      <a:cxn ang="0">
                        <a:pos x="7" y="17"/>
                      </a:cxn>
                    </a:cxnLst>
                    <a:rect l="0" t="0" r="r" b="b"/>
                    <a:pathLst>
                      <a:path w="12" h="17">
                        <a:moveTo>
                          <a:pt x="0" y="0"/>
                        </a:moveTo>
                        <a:lnTo>
                          <a:pt x="12" y="15"/>
                        </a:lnTo>
                        <a:lnTo>
                          <a:pt x="7"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79" name="直线 12389"/>
                  <p:cNvSpPr>
                    <a:spLocks noChangeShapeType="1"/>
                  </p:cNvSpPr>
                  <p:nvPr/>
                </p:nvSpPr>
                <p:spPr bwMode="auto">
                  <a:xfrm>
                    <a:off x="4148" y="862"/>
                    <a:ext cx="864" cy="1"/>
                  </a:xfrm>
                  <a:prstGeom prst="line">
                    <a:avLst/>
                  </a:pr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78" name="任意多边形 12390"/>
                  <p:cNvSpPr/>
                  <p:nvPr/>
                </p:nvSpPr>
                <p:spPr bwMode="auto">
                  <a:xfrm>
                    <a:off x="4647" y="987"/>
                    <a:ext cx="57" cy="14"/>
                  </a:xfrm>
                  <a:custGeom>
                    <a:avLst/>
                    <a:gdLst/>
                    <a:ahLst/>
                    <a:cxnLst>
                      <a:cxn ang="0">
                        <a:pos x="48" y="0"/>
                      </a:cxn>
                      <a:cxn ang="0">
                        <a:pos x="8" y="0"/>
                      </a:cxn>
                      <a:cxn ang="0">
                        <a:pos x="0" y="14"/>
                      </a:cxn>
                      <a:cxn ang="0">
                        <a:pos x="57" y="14"/>
                      </a:cxn>
                      <a:cxn ang="0">
                        <a:pos x="48" y="0"/>
                      </a:cxn>
                    </a:cxnLst>
                    <a:rect l="0" t="0" r="r" b="b"/>
                    <a:pathLst>
                      <a:path w="57" h="14">
                        <a:moveTo>
                          <a:pt x="48" y="0"/>
                        </a:moveTo>
                        <a:lnTo>
                          <a:pt x="8" y="0"/>
                        </a:lnTo>
                        <a:lnTo>
                          <a:pt x="0" y="14"/>
                        </a:lnTo>
                        <a:lnTo>
                          <a:pt x="57" y="14"/>
                        </a:lnTo>
                        <a:lnTo>
                          <a:pt x="4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77" name="矩形 12391"/>
                  <p:cNvSpPr>
                    <a:spLocks noChangeArrowheads="1"/>
                  </p:cNvSpPr>
                  <p:nvPr/>
                </p:nvSpPr>
                <p:spPr bwMode="auto">
                  <a:xfrm>
                    <a:off x="4655" y="982"/>
                    <a:ext cx="40"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76" name="任意多边形 12392"/>
                  <p:cNvSpPr/>
                  <p:nvPr/>
                </p:nvSpPr>
                <p:spPr bwMode="auto">
                  <a:xfrm>
                    <a:off x="4640" y="984"/>
                    <a:ext cx="15" cy="17"/>
                  </a:xfrm>
                  <a:custGeom>
                    <a:avLst/>
                    <a:gdLst/>
                    <a:ahLst/>
                    <a:cxnLst>
                      <a:cxn ang="0">
                        <a:pos x="15" y="0"/>
                      </a:cxn>
                      <a:cxn ang="0">
                        <a:pos x="0" y="14"/>
                      </a:cxn>
                      <a:cxn ang="0">
                        <a:pos x="7" y="17"/>
                      </a:cxn>
                    </a:cxnLst>
                    <a:rect l="0" t="0" r="r" b="b"/>
                    <a:pathLst>
                      <a:path w="15" h="17">
                        <a:moveTo>
                          <a:pt x="15" y="0"/>
                        </a:moveTo>
                        <a:lnTo>
                          <a:pt x="0" y="14"/>
                        </a:lnTo>
                        <a:lnTo>
                          <a:pt x="7"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75" name="任意多边形 12393"/>
                  <p:cNvSpPr/>
                  <p:nvPr/>
                </p:nvSpPr>
                <p:spPr bwMode="auto">
                  <a:xfrm>
                    <a:off x="4697" y="984"/>
                    <a:ext cx="13" cy="17"/>
                  </a:xfrm>
                  <a:custGeom>
                    <a:avLst/>
                    <a:gdLst/>
                    <a:ahLst/>
                    <a:cxnLst>
                      <a:cxn ang="0">
                        <a:pos x="0" y="0"/>
                      </a:cxn>
                      <a:cxn ang="0">
                        <a:pos x="13" y="14"/>
                      </a:cxn>
                      <a:cxn ang="0">
                        <a:pos x="8" y="17"/>
                      </a:cxn>
                    </a:cxnLst>
                    <a:rect l="0" t="0" r="r" b="b"/>
                    <a:pathLst>
                      <a:path w="13" h="17">
                        <a:moveTo>
                          <a:pt x="0" y="0"/>
                        </a:moveTo>
                        <a:lnTo>
                          <a:pt x="13" y="14"/>
                        </a:lnTo>
                        <a:lnTo>
                          <a:pt x="8"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74" name="任意多边形 12394"/>
                  <p:cNvSpPr/>
                  <p:nvPr/>
                </p:nvSpPr>
                <p:spPr bwMode="auto">
                  <a:xfrm>
                    <a:off x="4215" y="961"/>
                    <a:ext cx="45" cy="14"/>
                  </a:xfrm>
                  <a:custGeom>
                    <a:avLst/>
                    <a:gdLst/>
                    <a:ahLst/>
                    <a:cxnLst>
                      <a:cxn ang="0">
                        <a:pos x="39" y="0"/>
                      </a:cxn>
                      <a:cxn ang="0">
                        <a:pos x="7" y="0"/>
                      </a:cxn>
                      <a:cxn ang="0">
                        <a:pos x="0" y="14"/>
                      </a:cxn>
                      <a:cxn ang="0">
                        <a:pos x="45" y="14"/>
                      </a:cxn>
                      <a:cxn ang="0">
                        <a:pos x="39" y="0"/>
                      </a:cxn>
                    </a:cxnLst>
                    <a:rect l="0" t="0" r="r" b="b"/>
                    <a:pathLst>
                      <a:path w="45" h="14">
                        <a:moveTo>
                          <a:pt x="39" y="0"/>
                        </a:moveTo>
                        <a:lnTo>
                          <a:pt x="7" y="0"/>
                        </a:lnTo>
                        <a:lnTo>
                          <a:pt x="0" y="14"/>
                        </a:lnTo>
                        <a:lnTo>
                          <a:pt x="45" y="14"/>
                        </a:lnTo>
                        <a:lnTo>
                          <a:pt x="3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73" name="矩形 12395"/>
                  <p:cNvSpPr>
                    <a:spLocks noChangeArrowheads="1"/>
                  </p:cNvSpPr>
                  <p:nvPr/>
                </p:nvSpPr>
                <p:spPr bwMode="auto">
                  <a:xfrm>
                    <a:off x="4220" y="956"/>
                    <a:ext cx="3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72" name="任意多边形 12396"/>
                  <p:cNvSpPr/>
                  <p:nvPr/>
                </p:nvSpPr>
                <p:spPr bwMode="auto">
                  <a:xfrm>
                    <a:off x="4208" y="958"/>
                    <a:ext cx="12" cy="17"/>
                  </a:xfrm>
                  <a:custGeom>
                    <a:avLst/>
                    <a:gdLst/>
                    <a:ahLst/>
                    <a:cxnLst>
                      <a:cxn ang="0">
                        <a:pos x="12" y="0"/>
                      </a:cxn>
                      <a:cxn ang="0">
                        <a:pos x="0" y="14"/>
                      </a:cxn>
                      <a:cxn ang="0">
                        <a:pos x="5" y="17"/>
                      </a:cxn>
                    </a:cxnLst>
                    <a:rect l="0" t="0" r="r" b="b"/>
                    <a:pathLst>
                      <a:path w="12" h="17">
                        <a:moveTo>
                          <a:pt x="12" y="0"/>
                        </a:moveTo>
                        <a:lnTo>
                          <a:pt x="0" y="14"/>
                        </a:lnTo>
                        <a:lnTo>
                          <a:pt x="5"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71" name="任意多边形 12397"/>
                  <p:cNvSpPr/>
                  <p:nvPr/>
                </p:nvSpPr>
                <p:spPr bwMode="auto">
                  <a:xfrm>
                    <a:off x="4255" y="958"/>
                    <a:ext cx="12" cy="17"/>
                  </a:xfrm>
                  <a:custGeom>
                    <a:avLst/>
                    <a:gdLst/>
                    <a:ahLst/>
                    <a:cxnLst>
                      <a:cxn ang="0">
                        <a:pos x="0" y="0"/>
                      </a:cxn>
                      <a:cxn ang="0">
                        <a:pos x="12" y="14"/>
                      </a:cxn>
                      <a:cxn ang="0">
                        <a:pos x="7" y="17"/>
                      </a:cxn>
                    </a:cxnLst>
                    <a:rect l="0" t="0" r="r" b="b"/>
                    <a:pathLst>
                      <a:path w="12" h="17">
                        <a:moveTo>
                          <a:pt x="0" y="0"/>
                        </a:moveTo>
                        <a:lnTo>
                          <a:pt x="12" y="14"/>
                        </a:lnTo>
                        <a:lnTo>
                          <a:pt x="7"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70" name="任意多边形 12398"/>
                  <p:cNvSpPr/>
                  <p:nvPr/>
                </p:nvSpPr>
                <p:spPr bwMode="auto">
                  <a:xfrm>
                    <a:off x="4212" y="873"/>
                    <a:ext cx="22" cy="15"/>
                  </a:xfrm>
                  <a:custGeom>
                    <a:avLst/>
                    <a:gdLst/>
                    <a:ahLst/>
                    <a:cxnLst>
                      <a:cxn ang="0">
                        <a:pos x="18" y="0"/>
                      </a:cxn>
                      <a:cxn ang="0">
                        <a:pos x="3" y="0"/>
                      </a:cxn>
                      <a:cxn ang="0">
                        <a:pos x="0" y="15"/>
                      </a:cxn>
                      <a:cxn ang="0">
                        <a:pos x="22" y="15"/>
                      </a:cxn>
                      <a:cxn ang="0">
                        <a:pos x="18" y="0"/>
                      </a:cxn>
                    </a:cxnLst>
                    <a:rect l="0" t="0" r="r" b="b"/>
                    <a:pathLst>
                      <a:path w="22" h="15">
                        <a:moveTo>
                          <a:pt x="18" y="0"/>
                        </a:moveTo>
                        <a:lnTo>
                          <a:pt x="3" y="0"/>
                        </a:lnTo>
                        <a:lnTo>
                          <a:pt x="0" y="15"/>
                        </a:lnTo>
                        <a:lnTo>
                          <a:pt x="22"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69" name="矩形 12399"/>
                  <p:cNvSpPr>
                    <a:spLocks noChangeArrowheads="1"/>
                  </p:cNvSpPr>
                  <p:nvPr/>
                </p:nvSpPr>
                <p:spPr bwMode="auto">
                  <a:xfrm>
                    <a:off x="4215" y="87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68" name="任意多边形 12400"/>
                  <p:cNvSpPr/>
                  <p:nvPr/>
                </p:nvSpPr>
                <p:spPr bwMode="auto">
                  <a:xfrm>
                    <a:off x="4208" y="870"/>
                    <a:ext cx="7" cy="19"/>
                  </a:xfrm>
                  <a:custGeom>
                    <a:avLst/>
                    <a:gdLst/>
                    <a:ahLst/>
                    <a:cxnLst>
                      <a:cxn ang="0">
                        <a:pos x="7" y="0"/>
                      </a:cxn>
                      <a:cxn ang="0">
                        <a:pos x="0" y="16"/>
                      </a:cxn>
                      <a:cxn ang="0">
                        <a:pos x="4" y="19"/>
                      </a:cxn>
                    </a:cxnLst>
                    <a:rect l="0" t="0" r="r" b="b"/>
                    <a:pathLst>
                      <a:path w="7" h="19">
                        <a:moveTo>
                          <a:pt x="7"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67" name="任意多边形 12401"/>
                  <p:cNvSpPr/>
                  <p:nvPr/>
                </p:nvSpPr>
                <p:spPr bwMode="auto">
                  <a:xfrm>
                    <a:off x="4230" y="870"/>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66" name="任意多边形 12402"/>
                  <p:cNvSpPr/>
                  <p:nvPr/>
                </p:nvSpPr>
                <p:spPr bwMode="auto">
                  <a:xfrm>
                    <a:off x="4247" y="873"/>
                    <a:ext cx="22" cy="15"/>
                  </a:xfrm>
                  <a:custGeom>
                    <a:avLst/>
                    <a:gdLst/>
                    <a:ahLst/>
                    <a:cxnLst>
                      <a:cxn ang="0">
                        <a:pos x="18" y="0"/>
                      </a:cxn>
                      <a:cxn ang="0">
                        <a:pos x="3" y="0"/>
                      </a:cxn>
                      <a:cxn ang="0">
                        <a:pos x="0" y="15"/>
                      </a:cxn>
                      <a:cxn ang="0">
                        <a:pos x="22" y="15"/>
                      </a:cxn>
                      <a:cxn ang="0">
                        <a:pos x="18" y="0"/>
                      </a:cxn>
                    </a:cxnLst>
                    <a:rect l="0" t="0" r="r" b="b"/>
                    <a:pathLst>
                      <a:path w="22" h="15">
                        <a:moveTo>
                          <a:pt x="18" y="0"/>
                        </a:moveTo>
                        <a:lnTo>
                          <a:pt x="3" y="0"/>
                        </a:lnTo>
                        <a:lnTo>
                          <a:pt x="0" y="15"/>
                        </a:lnTo>
                        <a:lnTo>
                          <a:pt x="22"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65" name="矩形 12403"/>
                  <p:cNvSpPr>
                    <a:spLocks noChangeArrowheads="1"/>
                  </p:cNvSpPr>
                  <p:nvPr/>
                </p:nvSpPr>
                <p:spPr bwMode="auto">
                  <a:xfrm>
                    <a:off x="4250" y="87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64" name="任意多边形 12404"/>
                  <p:cNvSpPr/>
                  <p:nvPr/>
                </p:nvSpPr>
                <p:spPr bwMode="auto">
                  <a:xfrm>
                    <a:off x="4244" y="870"/>
                    <a:ext cx="6" cy="19"/>
                  </a:xfrm>
                  <a:custGeom>
                    <a:avLst/>
                    <a:gdLst/>
                    <a:ahLst/>
                    <a:cxnLst>
                      <a:cxn ang="0">
                        <a:pos x="6" y="0"/>
                      </a:cxn>
                      <a:cxn ang="0">
                        <a:pos x="0" y="16"/>
                      </a:cxn>
                      <a:cxn ang="0">
                        <a:pos x="1" y="19"/>
                      </a:cxn>
                    </a:cxnLst>
                    <a:rect l="0" t="0" r="r" b="b"/>
                    <a:pathLst>
                      <a:path w="6" h="19">
                        <a:moveTo>
                          <a:pt x="6" y="0"/>
                        </a:moveTo>
                        <a:lnTo>
                          <a:pt x="0" y="16"/>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63" name="任意多边形 12405"/>
                  <p:cNvSpPr/>
                  <p:nvPr/>
                </p:nvSpPr>
                <p:spPr bwMode="auto">
                  <a:xfrm>
                    <a:off x="4265" y="870"/>
                    <a:ext cx="7" cy="19"/>
                  </a:xfrm>
                  <a:custGeom>
                    <a:avLst/>
                    <a:gdLst/>
                    <a:ahLst/>
                    <a:cxnLst>
                      <a:cxn ang="0">
                        <a:pos x="0" y="0"/>
                      </a:cxn>
                      <a:cxn ang="0">
                        <a:pos x="7" y="16"/>
                      </a:cxn>
                      <a:cxn ang="0">
                        <a:pos x="4" y="19"/>
                      </a:cxn>
                    </a:cxnLst>
                    <a:rect l="0" t="0" r="r" b="b"/>
                    <a:pathLst>
                      <a:path w="7" h="19">
                        <a:moveTo>
                          <a:pt x="0" y="0"/>
                        </a:moveTo>
                        <a:lnTo>
                          <a:pt x="7"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62" name="任意多边形 12406"/>
                  <p:cNvSpPr/>
                  <p:nvPr/>
                </p:nvSpPr>
                <p:spPr bwMode="auto">
                  <a:xfrm>
                    <a:off x="4282" y="873"/>
                    <a:ext cx="20" cy="15"/>
                  </a:xfrm>
                  <a:custGeom>
                    <a:avLst/>
                    <a:gdLst/>
                    <a:ahLst/>
                    <a:cxnLst>
                      <a:cxn ang="0">
                        <a:pos x="17" y="0"/>
                      </a:cxn>
                      <a:cxn ang="0">
                        <a:pos x="3" y="0"/>
                      </a:cxn>
                      <a:cxn ang="0">
                        <a:pos x="0" y="15"/>
                      </a:cxn>
                      <a:cxn ang="0">
                        <a:pos x="20" y="15"/>
                      </a:cxn>
                      <a:cxn ang="0">
                        <a:pos x="17" y="0"/>
                      </a:cxn>
                    </a:cxnLst>
                    <a:rect l="0" t="0" r="r" b="b"/>
                    <a:pathLst>
                      <a:path w="20" h="15">
                        <a:moveTo>
                          <a:pt x="17" y="0"/>
                        </a:moveTo>
                        <a:lnTo>
                          <a:pt x="3" y="0"/>
                        </a:lnTo>
                        <a:lnTo>
                          <a:pt x="0" y="15"/>
                        </a:lnTo>
                        <a:lnTo>
                          <a:pt x="20" y="15"/>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61" name="矩形 12407"/>
                  <p:cNvSpPr>
                    <a:spLocks noChangeArrowheads="1"/>
                  </p:cNvSpPr>
                  <p:nvPr/>
                </p:nvSpPr>
                <p:spPr bwMode="auto">
                  <a:xfrm>
                    <a:off x="4285" y="870"/>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60" name="任意多边形 12408"/>
                  <p:cNvSpPr/>
                  <p:nvPr/>
                </p:nvSpPr>
                <p:spPr bwMode="auto">
                  <a:xfrm>
                    <a:off x="4277" y="870"/>
                    <a:ext cx="8" cy="19"/>
                  </a:xfrm>
                  <a:custGeom>
                    <a:avLst/>
                    <a:gdLst/>
                    <a:ahLst/>
                    <a:cxnLst>
                      <a:cxn ang="0">
                        <a:pos x="8" y="0"/>
                      </a:cxn>
                      <a:cxn ang="0">
                        <a:pos x="0" y="16"/>
                      </a:cxn>
                      <a:cxn ang="0">
                        <a:pos x="3" y="19"/>
                      </a:cxn>
                    </a:cxnLst>
                    <a:rect l="0" t="0" r="r" b="b"/>
                    <a:pathLst>
                      <a:path w="8" h="19">
                        <a:moveTo>
                          <a:pt x="8"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59" name="任意多边形 12409"/>
                  <p:cNvSpPr/>
                  <p:nvPr/>
                </p:nvSpPr>
                <p:spPr bwMode="auto">
                  <a:xfrm>
                    <a:off x="4299" y="870"/>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58" name="任意多边形 12410"/>
                  <p:cNvSpPr/>
                  <p:nvPr/>
                </p:nvSpPr>
                <p:spPr bwMode="auto">
                  <a:xfrm>
                    <a:off x="4316" y="873"/>
                    <a:ext cx="21" cy="15"/>
                  </a:xfrm>
                  <a:custGeom>
                    <a:avLst/>
                    <a:gdLst/>
                    <a:ahLst/>
                    <a:cxnLst>
                      <a:cxn ang="0">
                        <a:pos x="18" y="0"/>
                      </a:cxn>
                      <a:cxn ang="0">
                        <a:pos x="3" y="0"/>
                      </a:cxn>
                      <a:cxn ang="0">
                        <a:pos x="0" y="15"/>
                      </a:cxn>
                      <a:cxn ang="0">
                        <a:pos x="21" y="15"/>
                      </a:cxn>
                      <a:cxn ang="0">
                        <a:pos x="18" y="0"/>
                      </a:cxn>
                    </a:cxnLst>
                    <a:rect l="0" t="0" r="r" b="b"/>
                    <a:pathLst>
                      <a:path w="21" h="15">
                        <a:moveTo>
                          <a:pt x="18" y="0"/>
                        </a:moveTo>
                        <a:lnTo>
                          <a:pt x="3" y="0"/>
                        </a:lnTo>
                        <a:lnTo>
                          <a:pt x="0" y="15"/>
                        </a:lnTo>
                        <a:lnTo>
                          <a:pt x="21"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57" name="矩形 12411"/>
                  <p:cNvSpPr>
                    <a:spLocks noChangeArrowheads="1"/>
                  </p:cNvSpPr>
                  <p:nvPr/>
                </p:nvSpPr>
                <p:spPr bwMode="auto">
                  <a:xfrm>
                    <a:off x="4319" y="87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56" name="任意多边形 12412"/>
                  <p:cNvSpPr/>
                  <p:nvPr/>
                </p:nvSpPr>
                <p:spPr bwMode="auto">
                  <a:xfrm>
                    <a:off x="4312" y="870"/>
                    <a:ext cx="7" cy="19"/>
                  </a:xfrm>
                  <a:custGeom>
                    <a:avLst/>
                    <a:gdLst/>
                    <a:ahLst/>
                    <a:cxnLst>
                      <a:cxn ang="0">
                        <a:pos x="7" y="0"/>
                      </a:cxn>
                      <a:cxn ang="0">
                        <a:pos x="0" y="16"/>
                      </a:cxn>
                      <a:cxn ang="0">
                        <a:pos x="4" y="19"/>
                      </a:cxn>
                    </a:cxnLst>
                    <a:rect l="0" t="0" r="r" b="b"/>
                    <a:pathLst>
                      <a:path w="7" h="19">
                        <a:moveTo>
                          <a:pt x="7"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55" name="任意多边形 12413"/>
                  <p:cNvSpPr/>
                  <p:nvPr/>
                </p:nvSpPr>
                <p:spPr bwMode="auto">
                  <a:xfrm>
                    <a:off x="4334" y="870"/>
                    <a:ext cx="7" cy="19"/>
                  </a:xfrm>
                  <a:custGeom>
                    <a:avLst/>
                    <a:gdLst/>
                    <a:ahLst/>
                    <a:cxnLst>
                      <a:cxn ang="0">
                        <a:pos x="0" y="0"/>
                      </a:cxn>
                      <a:cxn ang="0">
                        <a:pos x="7" y="16"/>
                      </a:cxn>
                      <a:cxn ang="0">
                        <a:pos x="3" y="19"/>
                      </a:cxn>
                    </a:cxnLst>
                    <a:rect l="0" t="0" r="r" b="b"/>
                    <a:pathLst>
                      <a:path w="7" h="19">
                        <a:moveTo>
                          <a:pt x="0" y="0"/>
                        </a:moveTo>
                        <a:lnTo>
                          <a:pt x="7"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54" name="任意多边形 12414"/>
                  <p:cNvSpPr/>
                  <p:nvPr/>
                </p:nvSpPr>
                <p:spPr bwMode="auto">
                  <a:xfrm>
                    <a:off x="4376" y="873"/>
                    <a:ext cx="20" cy="15"/>
                  </a:xfrm>
                  <a:custGeom>
                    <a:avLst/>
                    <a:gdLst/>
                    <a:ahLst/>
                    <a:cxnLst>
                      <a:cxn ang="0">
                        <a:pos x="17" y="0"/>
                      </a:cxn>
                      <a:cxn ang="0">
                        <a:pos x="3" y="0"/>
                      </a:cxn>
                      <a:cxn ang="0">
                        <a:pos x="0" y="15"/>
                      </a:cxn>
                      <a:cxn ang="0">
                        <a:pos x="20" y="15"/>
                      </a:cxn>
                      <a:cxn ang="0">
                        <a:pos x="17" y="0"/>
                      </a:cxn>
                    </a:cxnLst>
                    <a:rect l="0" t="0" r="r" b="b"/>
                    <a:pathLst>
                      <a:path w="20" h="15">
                        <a:moveTo>
                          <a:pt x="17" y="0"/>
                        </a:moveTo>
                        <a:lnTo>
                          <a:pt x="3" y="0"/>
                        </a:lnTo>
                        <a:lnTo>
                          <a:pt x="0" y="15"/>
                        </a:lnTo>
                        <a:lnTo>
                          <a:pt x="20" y="15"/>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53" name="矩形 12415"/>
                  <p:cNvSpPr>
                    <a:spLocks noChangeArrowheads="1"/>
                  </p:cNvSpPr>
                  <p:nvPr/>
                </p:nvSpPr>
                <p:spPr bwMode="auto">
                  <a:xfrm>
                    <a:off x="4379" y="870"/>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52" name="任意多边形 12416"/>
                  <p:cNvSpPr/>
                  <p:nvPr/>
                </p:nvSpPr>
                <p:spPr bwMode="auto">
                  <a:xfrm>
                    <a:off x="4371" y="870"/>
                    <a:ext cx="6" cy="19"/>
                  </a:xfrm>
                  <a:custGeom>
                    <a:avLst/>
                    <a:gdLst/>
                    <a:ahLst/>
                    <a:cxnLst>
                      <a:cxn ang="0">
                        <a:pos x="6" y="0"/>
                      </a:cxn>
                      <a:cxn ang="0">
                        <a:pos x="0" y="16"/>
                      </a:cxn>
                      <a:cxn ang="0">
                        <a:pos x="3" y="19"/>
                      </a:cxn>
                    </a:cxnLst>
                    <a:rect l="0" t="0" r="r" b="b"/>
                    <a:pathLst>
                      <a:path w="6" h="19">
                        <a:moveTo>
                          <a:pt x="6"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51" name="任意多边形 12417"/>
                  <p:cNvSpPr/>
                  <p:nvPr/>
                </p:nvSpPr>
                <p:spPr bwMode="auto">
                  <a:xfrm>
                    <a:off x="4393" y="870"/>
                    <a:ext cx="8" cy="19"/>
                  </a:xfrm>
                  <a:custGeom>
                    <a:avLst/>
                    <a:gdLst/>
                    <a:ahLst/>
                    <a:cxnLst>
                      <a:cxn ang="0">
                        <a:pos x="0" y="0"/>
                      </a:cxn>
                      <a:cxn ang="0">
                        <a:pos x="8" y="16"/>
                      </a:cxn>
                      <a:cxn ang="0">
                        <a:pos x="5" y="19"/>
                      </a:cxn>
                    </a:cxnLst>
                    <a:rect l="0" t="0" r="r" b="b"/>
                    <a:pathLst>
                      <a:path w="8" h="19">
                        <a:moveTo>
                          <a:pt x="0" y="0"/>
                        </a:moveTo>
                        <a:lnTo>
                          <a:pt x="8"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50" name="任意多边形 12418"/>
                  <p:cNvSpPr/>
                  <p:nvPr/>
                </p:nvSpPr>
                <p:spPr bwMode="auto">
                  <a:xfrm>
                    <a:off x="4409" y="873"/>
                    <a:ext cx="22" cy="15"/>
                  </a:xfrm>
                  <a:custGeom>
                    <a:avLst/>
                    <a:gdLst/>
                    <a:ahLst/>
                    <a:cxnLst>
                      <a:cxn ang="0">
                        <a:pos x="19" y="0"/>
                      </a:cxn>
                      <a:cxn ang="0">
                        <a:pos x="4" y="0"/>
                      </a:cxn>
                      <a:cxn ang="0">
                        <a:pos x="0" y="15"/>
                      </a:cxn>
                      <a:cxn ang="0">
                        <a:pos x="22" y="15"/>
                      </a:cxn>
                      <a:cxn ang="0">
                        <a:pos x="19" y="0"/>
                      </a:cxn>
                    </a:cxnLst>
                    <a:rect l="0" t="0" r="r" b="b"/>
                    <a:pathLst>
                      <a:path w="22" h="15">
                        <a:moveTo>
                          <a:pt x="19" y="0"/>
                        </a:moveTo>
                        <a:lnTo>
                          <a:pt x="4" y="0"/>
                        </a:lnTo>
                        <a:lnTo>
                          <a:pt x="0" y="15"/>
                        </a:lnTo>
                        <a:lnTo>
                          <a:pt x="22" y="15"/>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49" name="矩形 12419"/>
                  <p:cNvSpPr>
                    <a:spLocks noChangeArrowheads="1"/>
                  </p:cNvSpPr>
                  <p:nvPr/>
                </p:nvSpPr>
                <p:spPr bwMode="auto">
                  <a:xfrm>
                    <a:off x="4413" y="87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48" name="任意多边形 12420"/>
                  <p:cNvSpPr/>
                  <p:nvPr/>
                </p:nvSpPr>
                <p:spPr bwMode="auto">
                  <a:xfrm>
                    <a:off x="4406" y="870"/>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47" name="任意多边形 12421"/>
                  <p:cNvSpPr/>
                  <p:nvPr/>
                </p:nvSpPr>
                <p:spPr bwMode="auto">
                  <a:xfrm>
                    <a:off x="4428" y="870"/>
                    <a:ext cx="6" cy="19"/>
                  </a:xfrm>
                  <a:custGeom>
                    <a:avLst/>
                    <a:gdLst/>
                    <a:ahLst/>
                    <a:cxnLst>
                      <a:cxn ang="0">
                        <a:pos x="0" y="0"/>
                      </a:cxn>
                      <a:cxn ang="0">
                        <a:pos x="6" y="16"/>
                      </a:cxn>
                      <a:cxn ang="0">
                        <a:pos x="5" y="19"/>
                      </a:cxn>
                    </a:cxnLst>
                    <a:rect l="0" t="0" r="r" b="b"/>
                    <a:pathLst>
                      <a:path w="6" h="19">
                        <a:moveTo>
                          <a:pt x="0" y="0"/>
                        </a:moveTo>
                        <a:lnTo>
                          <a:pt x="6"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46" name="任意多边形 12422"/>
                  <p:cNvSpPr/>
                  <p:nvPr/>
                </p:nvSpPr>
                <p:spPr bwMode="auto">
                  <a:xfrm>
                    <a:off x="4444" y="873"/>
                    <a:ext cx="22" cy="15"/>
                  </a:xfrm>
                  <a:custGeom>
                    <a:avLst/>
                    <a:gdLst/>
                    <a:ahLst/>
                    <a:cxnLst>
                      <a:cxn ang="0">
                        <a:pos x="19" y="0"/>
                      </a:cxn>
                      <a:cxn ang="0">
                        <a:pos x="4" y="0"/>
                      </a:cxn>
                      <a:cxn ang="0">
                        <a:pos x="0" y="15"/>
                      </a:cxn>
                      <a:cxn ang="0">
                        <a:pos x="22" y="15"/>
                      </a:cxn>
                      <a:cxn ang="0">
                        <a:pos x="19" y="0"/>
                      </a:cxn>
                    </a:cxnLst>
                    <a:rect l="0" t="0" r="r" b="b"/>
                    <a:pathLst>
                      <a:path w="22" h="15">
                        <a:moveTo>
                          <a:pt x="19" y="0"/>
                        </a:moveTo>
                        <a:lnTo>
                          <a:pt x="4" y="0"/>
                        </a:lnTo>
                        <a:lnTo>
                          <a:pt x="0" y="15"/>
                        </a:lnTo>
                        <a:lnTo>
                          <a:pt x="22" y="15"/>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45" name="矩形 12423"/>
                  <p:cNvSpPr>
                    <a:spLocks noChangeArrowheads="1"/>
                  </p:cNvSpPr>
                  <p:nvPr/>
                </p:nvSpPr>
                <p:spPr bwMode="auto">
                  <a:xfrm>
                    <a:off x="4448" y="87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44" name="任意多边形 12424"/>
                  <p:cNvSpPr/>
                  <p:nvPr/>
                </p:nvSpPr>
                <p:spPr bwMode="auto">
                  <a:xfrm>
                    <a:off x="4441" y="870"/>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43" name="任意多边形 12425"/>
                  <p:cNvSpPr/>
                  <p:nvPr/>
                </p:nvSpPr>
                <p:spPr bwMode="auto">
                  <a:xfrm>
                    <a:off x="4463" y="870"/>
                    <a:ext cx="7" cy="19"/>
                  </a:xfrm>
                  <a:custGeom>
                    <a:avLst/>
                    <a:gdLst/>
                    <a:ahLst/>
                    <a:cxnLst>
                      <a:cxn ang="0">
                        <a:pos x="0" y="0"/>
                      </a:cxn>
                      <a:cxn ang="0">
                        <a:pos x="7" y="16"/>
                      </a:cxn>
                      <a:cxn ang="0">
                        <a:pos x="3" y="19"/>
                      </a:cxn>
                    </a:cxnLst>
                    <a:rect l="0" t="0" r="r" b="b"/>
                    <a:pathLst>
                      <a:path w="7" h="19">
                        <a:moveTo>
                          <a:pt x="0" y="0"/>
                        </a:moveTo>
                        <a:lnTo>
                          <a:pt x="7"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42" name="任意多边形 12426"/>
                  <p:cNvSpPr/>
                  <p:nvPr/>
                </p:nvSpPr>
                <p:spPr bwMode="auto">
                  <a:xfrm>
                    <a:off x="4480" y="873"/>
                    <a:ext cx="20" cy="15"/>
                  </a:xfrm>
                  <a:custGeom>
                    <a:avLst/>
                    <a:gdLst/>
                    <a:ahLst/>
                    <a:cxnLst>
                      <a:cxn ang="0">
                        <a:pos x="16" y="0"/>
                      </a:cxn>
                      <a:cxn ang="0">
                        <a:pos x="3" y="0"/>
                      </a:cxn>
                      <a:cxn ang="0">
                        <a:pos x="0" y="15"/>
                      </a:cxn>
                      <a:cxn ang="0">
                        <a:pos x="20" y="15"/>
                      </a:cxn>
                      <a:cxn ang="0">
                        <a:pos x="16" y="0"/>
                      </a:cxn>
                    </a:cxnLst>
                    <a:rect l="0" t="0" r="r" b="b"/>
                    <a:pathLst>
                      <a:path w="20" h="15">
                        <a:moveTo>
                          <a:pt x="16" y="0"/>
                        </a:moveTo>
                        <a:lnTo>
                          <a:pt x="3" y="0"/>
                        </a:lnTo>
                        <a:lnTo>
                          <a:pt x="0" y="15"/>
                        </a:lnTo>
                        <a:lnTo>
                          <a:pt x="20" y="15"/>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41" name="矩形 12427"/>
                  <p:cNvSpPr>
                    <a:spLocks noChangeArrowheads="1"/>
                  </p:cNvSpPr>
                  <p:nvPr/>
                </p:nvSpPr>
                <p:spPr bwMode="auto">
                  <a:xfrm>
                    <a:off x="4483" y="870"/>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40" name="任意多边形 12428"/>
                  <p:cNvSpPr/>
                  <p:nvPr/>
                </p:nvSpPr>
                <p:spPr bwMode="auto">
                  <a:xfrm>
                    <a:off x="4476" y="870"/>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39" name="任意多边形 12429"/>
                  <p:cNvSpPr/>
                  <p:nvPr/>
                </p:nvSpPr>
                <p:spPr bwMode="auto">
                  <a:xfrm>
                    <a:off x="4496" y="870"/>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38" name="任意多边形 12430"/>
                  <p:cNvSpPr/>
                  <p:nvPr/>
                </p:nvSpPr>
                <p:spPr bwMode="auto">
                  <a:xfrm>
                    <a:off x="4583" y="873"/>
                    <a:ext cx="22" cy="15"/>
                  </a:xfrm>
                  <a:custGeom>
                    <a:avLst/>
                    <a:gdLst/>
                    <a:ahLst/>
                    <a:cxnLst>
                      <a:cxn ang="0">
                        <a:pos x="19" y="0"/>
                      </a:cxn>
                      <a:cxn ang="0">
                        <a:pos x="4" y="0"/>
                      </a:cxn>
                      <a:cxn ang="0">
                        <a:pos x="0" y="15"/>
                      </a:cxn>
                      <a:cxn ang="0">
                        <a:pos x="22" y="15"/>
                      </a:cxn>
                      <a:cxn ang="0">
                        <a:pos x="19" y="0"/>
                      </a:cxn>
                    </a:cxnLst>
                    <a:rect l="0" t="0" r="r" b="b"/>
                    <a:pathLst>
                      <a:path w="22" h="15">
                        <a:moveTo>
                          <a:pt x="19" y="0"/>
                        </a:moveTo>
                        <a:lnTo>
                          <a:pt x="4" y="0"/>
                        </a:lnTo>
                        <a:lnTo>
                          <a:pt x="0" y="15"/>
                        </a:lnTo>
                        <a:lnTo>
                          <a:pt x="22" y="15"/>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37" name="矩形 12431"/>
                  <p:cNvSpPr>
                    <a:spLocks noChangeArrowheads="1"/>
                  </p:cNvSpPr>
                  <p:nvPr/>
                </p:nvSpPr>
                <p:spPr bwMode="auto">
                  <a:xfrm>
                    <a:off x="4587" y="87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36" name="任意多边形 12432"/>
                  <p:cNvSpPr/>
                  <p:nvPr/>
                </p:nvSpPr>
                <p:spPr bwMode="auto">
                  <a:xfrm>
                    <a:off x="4580" y="870"/>
                    <a:ext cx="7" cy="19"/>
                  </a:xfrm>
                  <a:custGeom>
                    <a:avLst/>
                    <a:gdLst/>
                    <a:ahLst/>
                    <a:cxnLst>
                      <a:cxn ang="0">
                        <a:pos x="7" y="0"/>
                      </a:cxn>
                      <a:cxn ang="0">
                        <a:pos x="0" y="16"/>
                      </a:cxn>
                      <a:cxn ang="0">
                        <a:pos x="3" y="19"/>
                      </a:cxn>
                    </a:cxnLst>
                    <a:rect l="0" t="0" r="r" b="b"/>
                    <a:pathLst>
                      <a:path w="7" h="19">
                        <a:moveTo>
                          <a:pt x="7"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35" name="任意多边形 12433"/>
                  <p:cNvSpPr/>
                  <p:nvPr/>
                </p:nvSpPr>
                <p:spPr bwMode="auto">
                  <a:xfrm>
                    <a:off x="4602" y="870"/>
                    <a:ext cx="6" cy="19"/>
                  </a:xfrm>
                  <a:custGeom>
                    <a:avLst/>
                    <a:gdLst/>
                    <a:ahLst/>
                    <a:cxnLst>
                      <a:cxn ang="0">
                        <a:pos x="0" y="0"/>
                      </a:cxn>
                      <a:cxn ang="0">
                        <a:pos x="6" y="16"/>
                      </a:cxn>
                      <a:cxn ang="0">
                        <a:pos x="3" y="19"/>
                      </a:cxn>
                    </a:cxnLst>
                    <a:rect l="0" t="0" r="r" b="b"/>
                    <a:pathLst>
                      <a:path w="6" h="19">
                        <a:moveTo>
                          <a:pt x="0" y="0"/>
                        </a:moveTo>
                        <a:lnTo>
                          <a:pt x="6"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34" name="任意多边形 12434"/>
                  <p:cNvSpPr/>
                  <p:nvPr/>
                </p:nvSpPr>
                <p:spPr bwMode="auto">
                  <a:xfrm>
                    <a:off x="4618" y="873"/>
                    <a:ext cx="22" cy="15"/>
                  </a:xfrm>
                  <a:custGeom>
                    <a:avLst/>
                    <a:gdLst/>
                    <a:ahLst/>
                    <a:cxnLst>
                      <a:cxn ang="0">
                        <a:pos x="17" y="0"/>
                      </a:cxn>
                      <a:cxn ang="0">
                        <a:pos x="4" y="0"/>
                      </a:cxn>
                      <a:cxn ang="0">
                        <a:pos x="0" y="15"/>
                      </a:cxn>
                      <a:cxn ang="0">
                        <a:pos x="22" y="15"/>
                      </a:cxn>
                      <a:cxn ang="0">
                        <a:pos x="17" y="0"/>
                      </a:cxn>
                    </a:cxnLst>
                    <a:rect l="0" t="0" r="r" b="b"/>
                    <a:pathLst>
                      <a:path w="22" h="15">
                        <a:moveTo>
                          <a:pt x="17" y="0"/>
                        </a:moveTo>
                        <a:lnTo>
                          <a:pt x="4" y="0"/>
                        </a:lnTo>
                        <a:lnTo>
                          <a:pt x="0" y="15"/>
                        </a:lnTo>
                        <a:lnTo>
                          <a:pt x="22" y="15"/>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33" name="矩形 12435"/>
                  <p:cNvSpPr>
                    <a:spLocks noChangeArrowheads="1"/>
                  </p:cNvSpPr>
                  <p:nvPr/>
                </p:nvSpPr>
                <p:spPr bwMode="auto">
                  <a:xfrm>
                    <a:off x="4622" y="870"/>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32" name="任意多边形 12436"/>
                  <p:cNvSpPr/>
                  <p:nvPr/>
                </p:nvSpPr>
                <p:spPr bwMode="auto">
                  <a:xfrm>
                    <a:off x="4613" y="870"/>
                    <a:ext cx="7" cy="19"/>
                  </a:xfrm>
                  <a:custGeom>
                    <a:avLst/>
                    <a:gdLst/>
                    <a:ahLst/>
                    <a:cxnLst>
                      <a:cxn ang="0">
                        <a:pos x="7" y="0"/>
                      </a:cxn>
                      <a:cxn ang="0">
                        <a:pos x="0" y="16"/>
                      </a:cxn>
                      <a:cxn ang="0">
                        <a:pos x="4" y="19"/>
                      </a:cxn>
                    </a:cxnLst>
                    <a:rect l="0" t="0" r="r" b="b"/>
                    <a:pathLst>
                      <a:path w="7" h="19">
                        <a:moveTo>
                          <a:pt x="7"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31" name="任意多边形 12437"/>
                  <p:cNvSpPr/>
                  <p:nvPr/>
                </p:nvSpPr>
                <p:spPr bwMode="auto">
                  <a:xfrm>
                    <a:off x="4635" y="870"/>
                    <a:ext cx="9" cy="19"/>
                  </a:xfrm>
                  <a:custGeom>
                    <a:avLst/>
                    <a:gdLst/>
                    <a:ahLst/>
                    <a:cxnLst>
                      <a:cxn ang="0">
                        <a:pos x="0" y="0"/>
                      </a:cxn>
                      <a:cxn ang="0">
                        <a:pos x="9" y="16"/>
                      </a:cxn>
                      <a:cxn ang="0">
                        <a:pos x="5" y="19"/>
                      </a:cxn>
                    </a:cxnLst>
                    <a:rect l="0" t="0" r="r" b="b"/>
                    <a:pathLst>
                      <a:path w="9" h="19">
                        <a:moveTo>
                          <a:pt x="0" y="0"/>
                        </a:moveTo>
                        <a:lnTo>
                          <a:pt x="9"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30" name="任意多边形 12438"/>
                  <p:cNvSpPr/>
                  <p:nvPr/>
                </p:nvSpPr>
                <p:spPr bwMode="auto">
                  <a:xfrm>
                    <a:off x="4652" y="873"/>
                    <a:ext cx="22" cy="15"/>
                  </a:xfrm>
                  <a:custGeom>
                    <a:avLst/>
                    <a:gdLst/>
                    <a:ahLst/>
                    <a:cxnLst>
                      <a:cxn ang="0">
                        <a:pos x="18" y="0"/>
                      </a:cxn>
                      <a:cxn ang="0">
                        <a:pos x="5" y="0"/>
                      </a:cxn>
                      <a:cxn ang="0">
                        <a:pos x="0" y="15"/>
                      </a:cxn>
                      <a:cxn ang="0">
                        <a:pos x="22" y="15"/>
                      </a:cxn>
                      <a:cxn ang="0">
                        <a:pos x="18" y="0"/>
                      </a:cxn>
                    </a:cxnLst>
                    <a:rect l="0" t="0" r="r" b="b"/>
                    <a:pathLst>
                      <a:path w="22" h="15">
                        <a:moveTo>
                          <a:pt x="18" y="0"/>
                        </a:moveTo>
                        <a:lnTo>
                          <a:pt x="5" y="0"/>
                        </a:lnTo>
                        <a:lnTo>
                          <a:pt x="0" y="15"/>
                        </a:lnTo>
                        <a:lnTo>
                          <a:pt x="22"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29" name="矩形 12439"/>
                  <p:cNvSpPr>
                    <a:spLocks noChangeArrowheads="1"/>
                  </p:cNvSpPr>
                  <p:nvPr/>
                </p:nvSpPr>
                <p:spPr bwMode="auto">
                  <a:xfrm>
                    <a:off x="4657" y="870"/>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28" name="任意多边形 12440"/>
                  <p:cNvSpPr/>
                  <p:nvPr/>
                </p:nvSpPr>
                <p:spPr bwMode="auto">
                  <a:xfrm>
                    <a:off x="4649" y="870"/>
                    <a:ext cx="8" cy="19"/>
                  </a:xfrm>
                  <a:custGeom>
                    <a:avLst/>
                    <a:gdLst/>
                    <a:ahLst/>
                    <a:cxnLst>
                      <a:cxn ang="0">
                        <a:pos x="8" y="0"/>
                      </a:cxn>
                      <a:cxn ang="0">
                        <a:pos x="0" y="16"/>
                      </a:cxn>
                      <a:cxn ang="0">
                        <a:pos x="3" y="19"/>
                      </a:cxn>
                    </a:cxnLst>
                    <a:rect l="0" t="0" r="r" b="b"/>
                    <a:pathLst>
                      <a:path w="8" h="19">
                        <a:moveTo>
                          <a:pt x="8"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27" name="任意多边形 12441"/>
                  <p:cNvSpPr/>
                  <p:nvPr/>
                </p:nvSpPr>
                <p:spPr bwMode="auto">
                  <a:xfrm>
                    <a:off x="4670" y="870"/>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26" name="任意多边形 12442"/>
                  <p:cNvSpPr/>
                  <p:nvPr/>
                </p:nvSpPr>
                <p:spPr bwMode="auto">
                  <a:xfrm>
                    <a:off x="4687" y="873"/>
                    <a:ext cx="22" cy="15"/>
                  </a:xfrm>
                  <a:custGeom>
                    <a:avLst/>
                    <a:gdLst/>
                    <a:ahLst/>
                    <a:cxnLst>
                      <a:cxn ang="0">
                        <a:pos x="18" y="0"/>
                      </a:cxn>
                      <a:cxn ang="0">
                        <a:pos x="3" y="0"/>
                      </a:cxn>
                      <a:cxn ang="0">
                        <a:pos x="0" y="15"/>
                      </a:cxn>
                      <a:cxn ang="0">
                        <a:pos x="22" y="15"/>
                      </a:cxn>
                      <a:cxn ang="0">
                        <a:pos x="18" y="0"/>
                      </a:cxn>
                    </a:cxnLst>
                    <a:rect l="0" t="0" r="r" b="b"/>
                    <a:pathLst>
                      <a:path w="22" h="15">
                        <a:moveTo>
                          <a:pt x="18" y="0"/>
                        </a:moveTo>
                        <a:lnTo>
                          <a:pt x="3" y="0"/>
                        </a:lnTo>
                        <a:lnTo>
                          <a:pt x="0" y="15"/>
                        </a:lnTo>
                        <a:lnTo>
                          <a:pt x="22"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25" name="矩形 12443"/>
                  <p:cNvSpPr>
                    <a:spLocks noChangeArrowheads="1"/>
                  </p:cNvSpPr>
                  <p:nvPr/>
                </p:nvSpPr>
                <p:spPr bwMode="auto">
                  <a:xfrm>
                    <a:off x="4690" y="87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24" name="任意多边形 12444"/>
                  <p:cNvSpPr/>
                  <p:nvPr/>
                </p:nvSpPr>
                <p:spPr bwMode="auto">
                  <a:xfrm>
                    <a:off x="4684" y="870"/>
                    <a:ext cx="6" cy="19"/>
                  </a:xfrm>
                  <a:custGeom>
                    <a:avLst/>
                    <a:gdLst/>
                    <a:ahLst/>
                    <a:cxnLst>
                      <a:cxn ang="0">
                        <a:pos x="6" y="0"/>
                      </a:cxn>
                      <a:cxn ang="0">
                        <a:pos x="0" y="16"/>
                      </a:cxn>
                      <a:cxn ang="0">
                        <a:pos x="3" y="19"/>
                      </a:cxn>
                    </a:cxnLst>
                    <a:rect l="0" t="0" r="r" b="b"/>
                    <a:pathLst>
                      <a:path w="6" h="19">
                        <a:moveTo>
                          <a:pt x="6"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23" name="任意多边形 12445"/>
                  <p:cNvSpPr/>
                  <p:nvPr/>
                </p:nvSpPr>
                <p:spPr bwMode="auto">
                  <a:xfrm>
                    <a:off x="4705" y="870"/>
                    <a:ext cx="7" cy="19"/>
                  </a:xfrm>
                  <a:custGeom>
                    <a:avLst/>
                    <a:gdLst/>
                    <a:ahLst/>
                    <a:cxnLst>
                      <a:cxn ang="0">
                        <a:pos x="0" y="0"/>
                      </a:cxn>
                      <a:cxn ang="0">
                        <a:pos x="7" y="16"/>
                      </a:cxn>
                      <a:cxn ang="0">
                        <a:pos x="4" y="19"/>
                      </a:cxn>
                    </a:cxnLst>
                    <a:rect l="0" t="0" r="r" b="b"/>
                    <a:pathLst>
                      <a:path w="7" h="19">
                        <a:moveTo>
                          <a:pt x="0" y="0"/>
                        </a:moveTo>
                        <a:lnTo>
                          <a:pt x="7"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22" name="任意多边形 12446"/>
                  <p:cNvSpPr/>
                  <p:nvPr/>
                </p:nvSpPr>
                <p:spPr bwMode="auto">
                  <a:xfrm>
                    <a:off x="4749" y="873"/>
                    <a:ext cx="22" cy="15"/>
                  </a:xfrm>
                  <a:custGeom>
                    <a:avLst/>
                    <a:gdLst/>
                    <a:ahLst/>
                    <a:cxnLst>
                      <a:cxn ang="0">
                        <a:pos x="18" y="0"/>
                      </a:cxn>
                      <a:cxn ang="0">
                        <a:pos x="3" y="0"/>
                      </a:cxn>
                      <a:cxn ang="0">
                        <a:pos x="0" y="15"/>
                      </a:cxn>
                      <a:cxn ang="0">
                        <a:pos x="22" y="15"/>
                      </a:cxn>
                      <a:cxn ang="0">
                        <a:pos x="18" y="0"/>
                      </a:cxn>
                    </a:cxnLst>
                    <a:rect l="0" t="0" r="r" b="b"/>
                    <a:pathLst>
                      <a:path w="22" h="15">
                        <a:moveTo>
                          <a:pt x="18" y="0"/>
                        </a:moveTo>
                        <a:lnTo>
                          <a:pt x="3" y="0"/>
                        </a:lnTo>
                        <a:lnTo>
                          <a:pt x="0" y="15"/>
                        </a:lnTo>
                        <a:lnTo>
                          <a:pt x="22"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21" name="矩形 12447"/>
                  <p:cNvSpPr>
                    <a:spLocks noChangeArrowheads="1"/>
                  </p:cNvSpPr>
                  <p:nvPr/>
                </p:nvSpPr>
                <p:spPr bwMode="auto">
                  <a:xfrm>
                    <a:off x="4752" y="87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20" name="任意多边形 12448"/>
                  <p:cNvSpPr/>
                  <p:nvPr/>
                </p:nvSpPr>
                <p:spPr bwMode="auto">
                  <a:xfrm>
                    <a:off x="4746" y="870"/>
                    <a:ext cx="6" cy="19"/>
                  </a:xfrm>
                  <a:custGeom>
                    <a:avLst/>
                    <a:gdLst/>
                    <a:ahLst/>
                    <a:cxnLst>
                      <a:cxn ang="0">
                        <a:pos x="6" y="0"/>
                      </a:cxn>
                      <a:cxn ang="0">
                        <a:pos x="0" y="16"/>
                      </a:cxn>
                      <a:cxn ang="0">
                        <a:pos x="3" y="19"/>
                      </a:cxn>
                    </a:cxnLst>
                    <a:rect l="0" t="0" r="r" b="b"/>
                    <a:pathLst>
                      <a:path w="6" h="19">
                        <a:moveTo>
                          <a:pt x="6"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19" name="任意多边形 12449"/>
                  <p:cNvSpPr/>
                  <p:nvPr/>
                </p:nvSpPr>
                <p:spPr bwMode="auto">
                  <a:xfrm>
                    <a:off x="4767" y="870"/>
                    <a:ext cx="7" cy="19"/>
                  </a:xfrm>
                  <a:custGeom>
                    <a:avLst/>
                    <a:gdLst/>
                    <a:ahLst/>
                    <a:cxnLst>
                      <a:cxn ang="0">
                        <a:pos x="0" y="0"/>
                      </a:cxn>
                      <a:cxn ang="0">
                        <a:pos x="7" y="16"/>
                      </a:cxn>
                      <a:cxn ang="0">
                        <a:pos x="4" y="19"/>
                      </a:cxn>
                    </a:cxnLst>
                    <a:rect l="0" t="0" r="r" b="b"/>
                    <a:pathLst>
                      <a:path w="7" h="19">
                        <a:moveTo>
                          <a:pt x="0" y="0"/>
                        </a:moveTo>
                        <a:lnTo>
                          <a:pt x="7"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18" name="任意多边形 12450"/>
                  <p:cNvSpPr/>
                  <p:nvPr/>
                </p:nvSpPr>
                <p:spPr bwMode="auto">
                  <a:xfrm>
                    <a:off x="4749" y="909"/>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17" name="矩形 12451"/>
                  <p:cNvSpPr>
                    <a:spLocks noChangeArrowheads="1"/>
                  </p:cNvSpPr>
                  <p:nvPr/>
                </p:nvSpPr>
                <p:spPr bwMode="auto">
                  <a:xfrm>
                    <a:off x="4752" y="904"/>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16" name="任意多边形 12452"/>
                  <p:cNvSpPr/>
                  <p:nvPr/>
                </p:nvSpPr>
                <p:spPr bwMode="auto">
                  <a:xfrm>
                    <a:off x="4746" y="904"/>
                    <a:ext cx="6" cy="19"/>
                  </a:xfrm>
                  <a:custGeom>
                    <a:avLst/>
                    <a:gdLst/>
                    <a:ahLst/>
                    <a:cxnLst>
                      <a:cxn ang="0">
                        <a:pos x="6" y="0"/>
                      </a:cxn>
                      <a:cxn ang="0">
                        <a:pos x="0" y="16"/>
                      </a:cxn>
                      <a:cxn ang="0">
                        <a:pos x="3" y="19"/>
                      </a:cxn>
                    </a:cxnLst>
                    <a:rect l="0" t="0" r="r" b="b"/>
                    <a:pathLst>
                      <a:path w="6" h="19">
                        <a:moveTo>
                          <a:pt x="6"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15" name="任意多边形 12453"/>
                  <p:cNvSpPr/>
                  <p:nvPr/>
                </p:nvSpPr>
                <p:spPr bwMode="auto">
                  <a:xfrm>
                    <a:off x="4767" y="904"/>
                    <a:ext cx="7" cy="19"/>
                  </a:xfrm>
                  <a:custGeom>
                    <a:avLst/>
                    <a:gdLst/>
                    <a:ahLst/>
                    <a:cxnLst>
                      <a:cxn ang="0">
                        <a:pos x="0" y="0"/>
                      </a:cxn>
                      <a:cxn ang="0">
                        <a:pos x="7" y="16"/>
                      </a:cxn>
                      <a:cxn ang="0">
                        <a:pos x="4" y="19"/>
                      </a:cxn>
                    </a:cxnLst>
                    <a:rect l="0" t="0" r="r" b="b"/>
                    <a:pathLst>
                      <a:path w="7" h="19">
                        <a:moveTo>
                          <a:pt x="0" y="0"/>
                        </a:moveTo>
                        <a:lnTo>
                          <a:pt x="7"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14" name="任意多边形 12454"/>
                  <p:cNvSpPr/>
                  <p:nvPr/>
                </p:nvSpPr>
                <p:spPr bwMode="auto">
                  <a:xfrm>
                    <a:off x="4784" y="909"/>
                    <a:ext cx="22" cy="14"/>
                  </a:xfrm>
                  <a:custGeom>
                    <a:avLst/>
                    <a:gdLst/>
                    <a:ahLst/>
                    <a:cxnLst>
                      <a:cxn ang="0">
                        <a:pos x="17" y="0"/>
                      </a:cxn>
                      <a:cxn ang="0">
                        <a:pos x="3" y="0"/>
                      </a:cxn>
                      <a:cxn ang="0">
                        <a:pos x="0" y="14"/>
                      </a:cxn>
                      <a:cxn ang="0">
                        <a:pos x="22" y="14"/>
                      </a:cxn>
                      <a:cxn ang="0">
                        <a:pos x="17" y="0"/>
                      </a:cxn>
                    </a:cxnLst>
                    <a:rect l="0" t="0" r="r" b="b"/>
                    <a:pathLst>
                      <a:path w="22" h="14">
                        <a:moveTo>
                          <a:pt x="17" y="0"/>
                        </a:moveTo>
                        <a:lnTo>
                          <a:pt x="3" y="0"/>
                        </a:lnTo>
                        <a:lnTo>
                          <a:pt x="0" y="14"/>
                        </a:lnTo>
                        <a:lnTo>
                          <a:pt x="22"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13" name="矩形 12455"/>
                  <p:cNvSpPr>
                    <a:spLocks noChangeArrowheads="1"/>
                  </p:cNvSpPr>
                  <p:nvPr/>
                </p:nvSpPr>
                <p:spPr bwMode="auto">
                  <a:xfrm>
                    <a:off x="4787" y="904"/>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12" name="任意多边形 12456"/>
                  <p:cNvSpPr/>
                  <p:nvPr/>
                </p:nvSpPr>
                <p:spPr bwMode="auto">
                  <a:xfrm>
                    <a:off x="4781" y="904"/>
                    <a:ext cx="6" cy="19"/>
                  </a:xfrm>
                  <a:custGeom>
                    <a:avLst/>
                    <a:gdLst/>
                    <a:ahLst/>
                    <a:cxnLst>
                      <a:cxn ang="0">
                        <a:pos x="6" y="0"/>
                      </a:cxn>
                      <a:cxn ang="0">
                        <a:pos x="0" y="16"/>
                      </a:cxn>
                      <a:cxn ang="0">
                        <a:pos x="1" y="19"/>
                      </a:cxn>
                    </a:cxnLst>
                    <a:rect l="0" t="0" r="r" b="b"/>
                    <a:pathLst>
                      <a:path w="6" h="19">
                        <a:moveTo>
                          <a:pt x="6" y="0"/>
                        </a:moveTo>
                        <a:lnTo>
                          <a:pt x="0" y="16"/>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11" name="任意多边形 12457"/>
                  <p:cNvSpPr/>
                  <p:nvPr/>
                </p:nvSpPr>
                <p:spPr bwMode="auto">
                  <a:xfrm>
                    <a:off x="4801" y="904"/>
                    <a:ext cx="8" cy="19"/>
                  </a:xfrm>
                  <a:custGeom>
                    <a:avLst/>
                    <a:gdLst/>
                    <a:ahLst/>
                    <a:cxnLst>
                      <a:cxn ang="0">
                        <a:pos x="0" y="0"/>
                      </a:cxn>
                      <a:cxn ang="0">
                        <a:pos x="8" y="16"/>
                      </a:cxn>
                      <a:cxn ang="0">
                        <a:pos x="5" y="19"/>
                      </a:cxn>
                    </a:cxnLst>
                    <a:rect l="0" t="0" r="r" b="b"/>
                    <a:pathLst>
                      <a:path w="8" h="19">
                        <a:moveTo>
                          <a:pt x="0" y="0"/>
                        </a:moveTo>
                        <a:lnTo>
                          <a:pt x="8"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10" name="任意多边形 12458"/>
                  <p:cNvSpPr/>
                  <p:nvPr/>
                </p:nvSpPr>
                <p:spPr bwMode="auto">
                  <a:xfrm>
                    <a:off x="4818" y="909"/>
                    <a:ext cx="21" cy="14"/>
                  </a:xfrm>
                  <a:custGeom>
                    <a:avLst/>
                    <a:gdLst/>
                    <a:ahLst/>
                    <a:cxnLst>
                      <a:cxn ang="0">
                        <a:pos x="18" y="0"/>
                      </a:cxn>
                      <a:cxn ang="0">
                        <a:pos x="5" y="0"/>
                      </a:cxn>
                      <a:cxn ang="0">
                        <a:pos x="0" y="14"/>
                      </a:cxn>
                      <a:cxn ang="0">
                        <a:pos x="21" y="14"/>
                      </a:cxn>
                      <a:cxn ang="0">
                        <a:pos x="18" y="0"/>
                      </a:cxn>
                    </a:cxnLst>
                    <a:rect l="0" t="0" r="r" b="b"/>
                    <a:pathLst>
                      <a:path w="21" h="14">
                        <a:moveTo>
                          <a:pt x="18" y="0"/>
                        </a:moveTo>
                        <a:lnTo>
                          <a:pt x="5"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09" name="矩形 12459"/>
                  <p:cNvSpPr>
                    <a:spLocks noChangeArrowheads="1"/>
                  </p:cNvSpPr>
                  <p:nvPr/>
                </p:nvSpPr>
                <p:spPr bwMode="auto">
                  <a:xfrm>
                    <a:off x="4823" y="904"/>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08" name="任意多边形 12460"/>
                  <p:cNvSpPr/>
                  <p:nvPr/>
                </p:nvSpPr>
                <p:spPr bwMode="auto">
                  <a:xfrm>
                    <a:off x="4814" y="904"/>
                    <a:ext cx="9" cy="19"/>
                  </a:xfrm>
                  <a:custGeom>
                    <a:avLst/>
                    <a:gdLst/>
                    <a:ahLst/>
                    <a:cxnLst>
                      <a:cxn ang="0">
                        <a:pos x="9" y="0"/>
                      </a:cxn>
                      <a:cxn ang="0">
                        <a:pos x="0" y="16"/>
                      </a:cxn>
                      <a:cxn ang="0">
                        <a:pos x="4" y="19"/>
                      </a:cxn>
                    </a:cxnLst>
                    <a:rect l="0" t="0" r="r" b="b"/>
                    <a:pathLst>
                      <a:path w="9" h="19">
                        <a:moveTo>
                          <a:pt x="9"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07" name="任意多边形 12461"/>
                  <p:cNvSpPr/>
                  <p:nvPr/>
                </p:nvSpPr>
                <p:spPr bwMode="auto">
                  <a:xfrm>
                    <a:off x="4836" y="904"/>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06" name="任意多边形 12462"/>
                  <p:cNvSpPr/>
                  <p:nvPr/>
                </p:nvSpPr>
                <p:spPr bwMode="auto">
                  <a:xfrm>
                    <a:off x="4749" y="935"/>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05" name="矩形 12463"/>
                  <p:cNvSpPr>
                    <a:spLocks noChangeArrowheads="1"/>
                  </p:cNvSpPr>
                  <p:nvPr/>
                </p:nvSpPr>
                <p:spPr bwMode="auto">
                  <a:xfrm>
                    <a:off x="4752" y="93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04" name="任意多边形 12464"/>
                  <p:cNvSpPr/>
                  <p:nvPr/>
                </p:nvSpPr>
                <p:spPr bwMode="auto">
                  <a:xfrm>
                    <a:off x="4746" y="928"/>
                    <a:ext cx="6" cy="20"/>
                  </a:xfrm>
                  <a:custGeom>
                    <a:avLst/>
                    <a:gdLst/>
                    <a:ahLst/>
                    <a:cxnLst>
                      <a:cxn ang="0">
                        <a:pos x="6" y="0"/>
                      </a:cxn>
                      <a:cxn ang="0">
                        <a:pos x="0" y="18"/>
                      </a:cxn>
                      <a:cxn ang="0">
                        <a:pos x="3" y="20"/>
                      </a:cxn>
                    </a:cxnLst>
                    <a:rect l="0" t="0" r="r" b="b"/>
                    <a:pathLst>
                      <a:path w="6" h="20">
                        <a:moveTo>
                          <a:pt x="6"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03" name="任意多边形 12465"/>
                  <p:cNvSpPr/>
                  <p:nvPr/>
                </p:nvSpPr>
                <p:spPr bwMode="auto">
                  <a:xfrm>
                    <a:off x="4767" y="928"/>
                    <a:ext cx="7" cy="20"/>
                  </a:xfrm>
                  <a:custGeom>
                    <a:avLst/>
                    <a:gdLst/>
                    <a:ahLst/>
                    <a:cxnLst>
                      <a:cxn ang="0">
                        <a:pos x="0" y="0"/>
                      </a:cxn>
                      <a:cxn ang="0">
                        <a:pos x="7" y="18"/>
                      </a:cxn>
                      <a:cxn ang="0">
                        <a:pos x="4" y="20"/>
                      </a:cxn>
                    </a:cxnLst>
                    <a:rect l="0" t="0" r="r" b="b"/>
                    <a:pathLst>
                      <a:path w="7" h="20">
                        <a:moveTo>
                          <a:pt x="0" y="0"/>
                        </a:moveTo>
                        <a:lnTo>
                          <a:pt x="7" y="18"/>
                        </a:lnTo>
                        <a:lnTo>
                          <a:pt x="4"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02" name="任意多边形 12466"/>
                  <p:cNvSpPr/>
                  <p:nvPr/>
                </p:nvSpPr>
                <p:spPr bwMode="auto">
                  <a:xfrm>
                    <a:off x="4784" y="935"/>
                    <a:ext cx="22" cy="14"/>
                  </a:xfrm>
                  <a:custGeom>
                    <a:avLst/>
                    <a:gdLst/>
                    <a:ahLst/>
                    <a:cxnLst>
                      <a:cxn ang="0">
                        <a:pos x="17" y="0"/>
                      </a:cxn>
                      <a:cxn ang="0">
                        <a:pos x="3" y="0"/>
                      </a:cxn>
                      <a:cxn ang="0">
                        <a:pos x="0" y="14"/>
                      </a:cxn>
                      <a:cxn ang="0">
                        <a:pos x="22" y="14"/>
                      </a:cxn>
                      <a:cxn ang="0">
                        <a:pos x="17" y="0"/>
                      </a:cxn>
                    </a:cxnLst>
                    <a:rect l="0" t="0" r="r" b="b"/>
                    <a:pathLst>
                      <a:path w="22" h="14">
                        <a:moveTo>
                          <a:pt x="17" y="0"/>
                        </a:moveTo>
                        <a:lnTo>
                          <a:pt x="3" y="0"/>
                        </a:lnTo>
                        <a:lnTo>
                          <a:pt x="0" y="14"/>
                        </a:lnTo>
                        <a:lnTo>
                          <a:pt x="22"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01" name="矩形 12467"/>
                  <p:cNvSpPr>
                    <a:spLocks noChangeArrowheads="1"/>
                  </p:cNvSpPr>
                  <p:nvPr/>
                </p:nvSpPr>
                <p:spPr bwMode="auto">
                  <a:xfrm>
                    <a:off x="4787" y="930"/>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00" name="任意多边形 12468"/>
                  <p:cNvSpPr/>
                  <p:nvPr/>
                </p:nvSpPr>
                <p:spPr bwMode="auto">
                  <a:xfrm>
                    <a:off x="4781" y="928"/>
                    <a:ext cx="6" cy="20"/>
                  </a:xfrm>
                  <a:custGeom>
                    <a:avLst/>
                    <a:gdLst/>
                    <a:ahLst/>
                    <a:cxnLst>
                      <a:cxn ang="0">
                        <a:pos x="6" y="0"/>
                      </a:cxn>
                      <a:cxn ang="0">
                        <a:pos x="0" y="18"/>
                      </a:cxn>
                      <a:cxn ang="0">
                        <a:pos x="1" y="20"/>
                      </a:cxn>
                    </a:cxnLst>
                    <a:rect l="0" t="0" r="r" b="b"/>
                    <a:pathLst>
                      <a:path w="6" h="20">
                        <a:moveTo>
                          <a:pt x="6" y="0"/>
                        </a:moveTo>
                        <a:lnTo>
                          <a:pt x="0" y="18"/>
                        </a:lnTo>
                        <a:lnTo>
                          <a:pt x="1"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99" name="任意多边形 12469"/>
                  <p:cNvSpPr/>
                  <p:nvPr/>
                </p:nvSpPr>
                <p:spPr bwMode="auto">
                  <a:xfrm>
                    <a:off x="4801" y="928"/>
                    <a:ext cx="8" cy="20"/>
                  </a:xfrm>
                  <a:custGeom>
                    <a:avLst/>
                    <a:gdLst/>
                    <a:ahLst/>
                    <a:cxnLst>
                      <a:cxn ang="0">
                        <a:pos x="0" y="0"/>
                      </a:cxn>
                      <a:cxn ang="0">
                        <a:pos x="8" y="18"/>
                      </a:cxn>
                      <a:cxn ang="0">
                        <a:pos x="5" y="20"/>
                      </a:cxn>
                    </a:cxnLst>
                    <a:rect l="0" t="0" r="r" b="b"/>
                    <a:pathLst>
                      <a:path w="8" h="20">
                        <a:moveTo>
                          <a:pt x="0" y="0"/>
                        </a:moveTo>
                        <a:lnTo>
                          <a:pt x="8"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98" name="任意多边形 12470"/>
                  <p:cNvSpPr/>
                  <p:nvPr/>
                </p:nvSpPr>
                <p:spPr bwMode="auto">
                  <a:xfrm>
                    <a:off x="4818" y="935"/>
                    <a:ext cx="21" cy="14"/>
                  </a:xfrm>
                  <a:custGeom>
                    <a:avLst/>
                    <a:gdLst/>
                    <a:ahLst/>
                    <a:cxnLst>
                      <a:cxn ang="0">
                        <a:pos x="18" y="0"/>
                      </a:cxn>
                      <a:cxn ang="0">
                        <a:pos x="5" y="0"/>
                      </a:cxn>
                      <a:cxn ang="0">
                        <a:pos x="0" y="14"/>
                      </a:cxn>
                      <a:cxn ang="0">
                        <a:pos x="21" y="14"/>
                      </a:cxn>
                      <a:cxn ang="0">
                        <a:pos x="18" y="0"/>
                      </a:cxn>
                    </a:cxnLst>
                    <a:rect l="0" t="0" r="r" b="b"/>
                    <a:pathLst>
                      <a:path w="21" h="14">
                        <a:moveTo>
                          <a:pt x="18" y="0"/>
                        </a:moveTo>
                        <a:lnTo>
                          <a:pt x="5"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97" name="矩形 12471"/>
                  <p:cNvSpPr>
                    <a:spLocks noChangeArrowheads="1"/>
                  </p:cNvSpPr>
                  <p:nvPr/>
                </p:nvSpPr>
                <p:spPr bwMode="auto">
                  <a:xfrm>
                    <a:off x="4823" y="930"/>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96" name="任意多边形 12472"/>
                  <p:cNvSpPr/>
                  <p:nvPr/>
                </p:nvSpPr>
                <p:spPr bwMode="auto">
                  <a:xfrm>
                    <a:off x="4814" y="928"/>
                    <a:ext cx="9" cy="20"/>
                  </a:xfrm>
                  <a:custGeom>
                    <a:avLst/>
                    <a:gdLst/>
                    <a:ahLst/>
                    <a:cxnLst>
                      <a:cxn ang="0">
                        <a:pos x="9" y="0"/>
                      </a:cxn>
                      <a:cxn ang="0">
                        <a:pos x="0" y="18"/>
                      </a:cxn>
                      <a:cxn ang="0">
                        <a:pos x="4" y="20"/>
                      </a:cxn>
                    </a:cxnLst>
                    <a:rect l="0" t="0" r="r" b="b"/>
                    <a:pathLst>
                      <a:path w="9" h="20">
                        <a:moveTo>
                          <a:pt x="9" y="0"/>
                        </a:moveTo>
                        <a:lnTo>
                          <a:pt x="0" y="18"/>
                        </a:lnTo>
                        <a:lnTo>
                          <a:pt x="4"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95" name="任意多边形 12473"/>
                  <p:cNvSpPr/>
                  <p:nvPr/>
                </p:nvSpPr>
                <p:spPr bwMode="auto">
                  <a:xfrm>
                    <a:off x="4836" y="928"/>
                    <a:ext cx="7" cy="20"/>
                  </a:xfrm>
                  <a:custGeom>
                    <a:avLst/>
                    <a:gdLst/>
                    <a:ahLst/>
                    <a:cxnLst>
                      <a:cxn ang="0">
                        <a:pos x="0" y="0"/>
                      </a:cxn>
                      <a:cxn ang="0">
                        <a:pos x="7" y="18"/>
                      </a:cxn>
                      <a:cxn ang="0">
                        <a:pos x="5" y="20"/>
                      </a:cxn>
                    </a:cxnLst>
                    <a:rect l="0" t="0" r="r" b="b"/>
                    <a:pathLst>
                      <a:path w="7" h="20">
                        <a:moveTo>
                          <a:pt x="0" y="0"/>
                        </a:moveTo>
                        <a:lnTo>
                          <a:pt x="7"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94" name="任意多边形 12474"/>
                  <p:cNvSpPr/>
                  <p:nvPr/>
                </p:nvSpPr>
                <p:spPr bwMode="auto">
                  <a:xfrm>
                    <a:off x="4786" y="961"/>
                    <a:ext cx="22" cy="14"/>
                  </a:xfrm>
                  <a:custGeom>
                    <a:avLst/>
                    <a:gdLst/>
                    <a:ahLst/>
                    <a:cxnLst>
                      <a:cxn ang="0">
                        <a:pos x="17" y="0"/>
                      </a:cxn>
                      <a:cxn ang="0">
                        <a:pos x="3" y="0"/>
                      </a:cxn>
                      <a:cxn ang="0">
                        <a:pos x="0" y="14"/>
                      </a:cxn>
                      <a:cxn ang="0">
                        <a:pos x="22" y="14"/>
                      </a:cxn>
                      <a:cxn ang="0">
                        <a:pos x="17" y="0"/>
                      </a:cxn>
                    </a:cxnLst>
                    <a:rect l="0" t="0" r="r" b="b"/>
                    <a:pathLst>
                      <a:path w="22" h="14">
                        <a:moveTo>
                          <a:pt x="17" y="0"/>
                        </a:moveTo>
                        <a:lnTo>
                          <a:pt x="3" y="0"/>
                        </a:lnTo>
                        <a:lnTo>
                          <a:pt x="0" y="14"/>
                        </a:lnTo>
                        <a:lnTo>
                          <a:pt x="22"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93" name="矩形 12475"/>
                  <p:cNvSpPr>
                    <a:spLocks noChangeArrowheads="1"/>
                  </p:cNvSpPr>
                  <p:nvPr/>
                </p:nvSpPr>
                <p:spPr bwMode="auto">
                  <a:xfrm>
                    <a:off x="4789" y="956"/>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92" name="任意多边形 12476"/>
                  <p:cNvSpPr/>
                  <p:nvPr/>
                </p:nvSpPr>
                <p:spPr bwMode="auto">
                  <a:xfrm>
                    <a:off x="4781" y="956"/>
                    <a:ext cx="6" cy="19"/>
                  </a:xfrm>
                  <a:custGeom>
                    <a:avLst/>
                    <a:gdLst/>
                    <a:ahLst/>
                    <a:cxnLst>
                      <a:cxn ang="0">
                        <a:pos x="6" y="0"/>
                      </a:cxn>
                      <a:cxn ang="0">
                        <a:pos x="0" y="18"/>
                      </a:cxn>
                      <a:cxn ang="0">
                        <a:pos x="3" y="19"/>
                      </a:cxn>
                    </a:cxnLst>
                    <a:rect l="0" t="0" r="r" b="b"/>
                    <a:pathLst>
                      <a:path w="6" h="19">
                        <a:moveTo>
                          <a:pt x="6" y="0"/>
                        </a:moveTo>
                        <a:lnTo>
                          <a:pt x="0"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91" name="任意多边形 12477"/>
                  <p:cNvSpPr/>
                  <p:nvPr/>
                </p:nvSpPr>
                <p:spPr bwMode="auto">
                  <a:xfrm>
                    <a:off x="4803" y="956"/>
                    <a:ext cx="8" cy="19"/>
                  </a:xfrm>
                  <a:custGeom>
                    <a:avLst/>
                    <a:gdLst/>
                    <a:ahLst/>
                    <a:cxnLst>
                      <a:cxn ang="0">
                        <a:pos x="0" y="0"/>
                      </a:cxn>
                      <a:cxn ang="0">
                        <a:pos x="8" y="18"/>
                      </a:cxn>
                      <a:cxn ang="0">
                        <a:pos x="5" y="19"/>
                      </a:cxn>
                    </a:cxnLst>
                    <a:rect l="0" t="0" r="r" b="b"/>
                    <a:pathLst>
                      <a:path w="8" h="19">
                        <a:moveTo>
                          <a:pt x="0" y="0"/>
                        </a:moveTo>
                        <a:lnTo>
                          <a:pt x="8"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90" name="任意多边形 12478"/>
                  <p:cNvSpPr/>
                  <p:nvPr/>
                </p:nvSpPr>
                <p:spPr bwMode="auto">
                  <a:xfrm>
                    <a:off x="4287" y="1014"/>
                    <a:ext cx="347" cy="13"/>
                  </a:xfrm>
                  <a:custGeom>
                    <a:avLst/>
                    <a:gdLst/>
                    <a:ahLst/>
                    <a:cxnLst>
                      <a:cxn ang="0">
                        <a:pos x="338" y="0"/>
                      </a:cxn>
                      <a:cxn ang="0">
                        <a:pos x="7" y="0"/>
                      </a:cxn>
                      <a:cxn ang="0">
                        <a:pos x="0" y="13"/>
                      </a:cxn>
                      <a:cxn ang="0">
                        <a:pos x="347" y="13"/>
                      </a:cxn>
                      <a:cxn ang="0">
                        <a:pos x="338" y="0"/>
                      </a:cxn>
                    </a:cxnLst>
                    <a:rect l="0" t="0" r="r" b="b"/>
                    <a:pathLst>
                      <a:path w="347" h="13">
                        <a:moveTo>
                          <a:pt x="338" y="0"/>
                        </a:moveTo>
                        <a:lnTo>
                          <a:pt x="7" y="0"/>
                        </a:lnTo>
                        <a:lnTo>
                          <a:pt x="0" y="13"/>
                        </a:lnTo>
                        <a:lnTo>
                          <a:pt x="347" y="13"/>
                        </a:lnTo>
                        <a:lnTo>
                          <a:pt x="33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89" name="矩形 12479"/>
                  <p:cNvSpPr>
                    <a:spLocks noChangeArrowheads="1"/>
                  </p:cNvSpPr>
                  <p:nvPr/>
                </p:nvSpPr>
                <p:spPr bwMode="auto">
                  <a:xfrm>
                    <a:off x="4294" y="1008"/>
                    <a:ext cx="331" cy="6"/>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88" name="任意多边形 12480"/>
                  <p:cNvSpPr/>
                  <p:nvPr/>
                </p:nvSpPr>
                <p:spPr bwMode="auto">
                  <a:xfrm>
                    <a:off x="4625" y="1008"/>
                    <a:ext cx="14" cy="19"/>
                  </a:xfrm>
                  <a:custGeom>
                    <a:avLst/>
                    <a:gdLst/>
                    <a:ahLst/>
                    <a:cxnLst>
                      <a:cxn ang="0">
                        <a:pos x="0" y="0"/>
                      </a:cxn>
                      <a:cxn ang="0">
                        <a:pos x="14" y="18"/>
                      </a:cxn>
                      <a:cxn ang="0">
                        <a:pos x="9" y="19"/>
                      </a:cxn>
                    </a:cxnLst>
                    <a:rect l="0" t="0" r="r" b="b"/>
                    <a:pathLst>
                      <a:path w="14" h="19">
                        <a:moveTo>
                          <a:pt x="0" y="0"/>
                        </a:moveTo>
                        <a:lnTo>
                          <a:pt x="14" y="18"/>
                        </a:lnTo>
                        <a:lnTo>
                          <a:pt x="9"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87" name="任意多边形 12481"/>
                  <p:cNvSpPr/>
                  <p:nvPr/>
                </p:nvSpPr>
                <p:spPr bwMode="auto">
                  <a:xfrm>
                    <a:off x="4282" y="1010"/>
                    <a:ext cx="12" cy="17"/>
                  </a:xfrm>
                  <a:custGeom>
                    <a:avLst/>
                    <a:gdLst/>
                    <a:ahLst/>
                    <a:cxnLst>
                      <a:cxn ang="0">
                        <a:pos x="12" y="0"/>
                      </a:cxn>
                      <a:cxn ang="0">
                        <a:pos x="0" y="14"/>
                      </a:cxn>
                      <a:cxn ang="0">
                        <a:pos x="7" y="17"/>
                      </a:cxn>
                    </a:cxnLst>
                    <a:rect l="0" t="0" r="r" b="b"/>
                    <a:pathLst>
                      <a:path w="12" h="17">
                        <a:moveTo>
                          <a:pt x="12" y="0"/>
                        </a:moveTo>
                        <a:lnTo>
                          <a:pt x="0" y="14"/>
                        </a:lnTo>
                        <a:lnTo>
                          <a:pt x="7"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86" name="任意多边形 12482"/>
                  <p:cNvSpPr/>
                  <p:nvPr/>
                </p:nvSpPr>
                <p:spPr bwMode="auto">
                  <a:xfrm>
                    <a:off x="4751" y="987"/>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85" name="矩形 12483"/>
                  <p:cNvSpPr>
                    <a:spLocks noChangeArrowheads="1"/>
                  </p:cNvSpPr>
                  <p:nvPr/>
                </p:nvSpPr>
                <p:spPr bwMode="auto">
                  <a:xfrm>
                    <a:off x="4754" y="982"/>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84" name="任意多边形 12484"/>
                  <p:cNvSpPr/>
                  <p:nvPr/>
                </p:nvSpPr>
                <p:spPr bwMode="auto">
                  <a:xfrm>
                    <a:off x="4747" y="980"/>
                    <a:ext cx="7" cy="21"/>
                  </a:xfrm>
                  <a:custGeom>
                    <a:avLst/>
                    <a:gdLst/>
                    <a:ahLst/>
                    <a:cxnLst>
                      <a:cxn ang="0">
                        <a:pos x="7" y="0"/>
                      </a:cxn>
                      <a:cxn ang="0">
                        <a:pos x="0" y="18"/>
                      </a:cxn>
                      <a:cxn ang="0">
                        <a:pos x="2" y="21"/>
                      </a:cxn>
                    </a:cxnLst>
                    <a:rect l="0" t="0" r="r" b="b"/>
                    <a:pathLst>
                      <a:path w="7" h="21">
                        <a:moveTo>
                          <a:pt x="7" y="0"/>
                        </a:moveTo>
                        <a:lnTo>
                          <a:pt x="0" y="18"/>
                        </a:lnTo>
                        <a:lnTo>
                          <a:pt x="2"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83" name="任意多边形 12485"/>
                  <p:cNvSpPr/>
                  <p:nvPr/>
                </p:nvSpPr>
                <p:spPr bwMode="auto">
                  <a:xfrm>
                    <a:off x="4769" y="980"/>
                    <a:ext cx="7" cy="21"/>
                  </a:xfrm>
                  <a:custGeom>
                    <a:avLst/>
                    <a:gdLst/>
                    <a:ahLst/>
                    <a:cxnLst>
                      <a:cxn ang="0">
                        <a:pos x="0" y="0"/>
                      </a:cxn>
                      <a:cxn ang="0">
                        <a:pos x="7" y="18"/>
                      </a:cxn>
                      <a:cxn ang="0">
                        <a:pos x="3" y="21"/>
                      </a:cxn>
                    </a:cxnLst>
                    <a:rect l="0" t="0" r="r" b="b"/>
                    <a:pathLst>
                      <a:path w="7" h="21">
                        <a:moveTo>
                          <a:pt x="0" y="0"/>
                        </a:moveTo>
                        <a:lnTo>
                          <a:pt x="7"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82" name="任意多边形 12486"/>
                  <p:cNvSpPr/>
                  <p:nvPr/>
                </p:nvSpPr>
                <p:spPr bwMode="auto">
                  <a:xfrm>
                    <a:off x="4786" y="987"/>
                    <a:ext cx="22" cy="14"/>
                  </a:xfrm>
                  <a:custGeom>
                    <a:avLst/>
                    <a:gdLst/>
                    <a:ahLst/>
                    <a:cxnLst>
                      <a:cxn ang="0">
                        <a:pos x="17" y="0"/>
                      </a:cxn>
                      <a:cxn ang="0">
                        <a:pos x="3" y="0"/>
                      </a:cxn>
                      <a:cxn ang="0">
                        <a:pos x="0" y="14"/>
                      </a:cxn>
                      <a:cxn ang="0">
                        <a:pos x="22" y="14"/>
                      </a:cxn>
                      <a:cxn ang="0">
                        <a:pos x="17" y="0"/>
                      </a:cxn>
                    </a:cxnLst>
                    <a:rect l="0" t="0" r="r" b="b"/>
                    <a:pathLst>
                      <a:path w="22" h="14">
                        <a:moveTo>
                          <a:pt x="17" y="0"/>
                        </a:moveTo>
                        <a:lnTo>
                          <a:pt x="3" y="0"/>
                        </a:lnTo>
                        <a:lnTo>
                          <a:pt x="0" y="14"/>
                        </a:lnTo>
                        <a:lnTo>
                          <a:pt x="22"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81" name="矩形 12487"/>
                  <p:cNvSpPr>
                    <a:spLocks noChangeArrowheads="1"/>
                  </p:cNvSpPr>
                  <p:nvPr/>
                </p:nvSpPr>
                <p:spPr bwMode="auto">
                  <a:xfrm>
                    <a:off x="4789" y="982"/>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80" name="任意多边形 12488"/>
                  <p:cNvSpPr/>
                  <p:nvPr/>
                </p:nvSpPr>
                <p:spPr bwMode="auto">
                  <a:xfrm>
                    <a:off x="4781" y="980"/>
                    <a:ext cx="6" cy="21"/>
                  </a:xfrm>
                  <a:custGeom>
                    <a:avLst/>
                    <a:gdLst/>
                    <a:ahLst/>
                    <a:cxnLst>
                      <a:cxn ang="0">
                        <a:pos x="6" y="0"/>
                      </a:cxn>
                      <a:cxn ang="0">
                        <a:pos x="0" y="18"/>
                      </a:cxn>
                      <a:cxn ang="0">
                        <a:pos x="3" y="21"/>
                      </a:cxn>
                    </a:cxnLst>
                    <a:rect l="0" t="0" r="r" b="b"/>
                    <a:pathLst>
                      <a:path w="6" h="21">
                        <a:moveTo>
                          <a:pt x="6" y="0"/>
                        </a:moveTo>
                        <a:lnTo>
                          <a:pt x="0"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79" name="任意多边形 12489"/>
                  <p:cNvSpPr/>
                  <p:nvPr/>
                </p:nvSpPr>
                <p:spPr bwMode="auto">
                  <a:xfrm>
                    <a:off x="4803" y="980"/>
                    <a:ext cx="8" cy="21"/>
                  </a:xfrm>
                  <a:custGeom>
                    <a:avLst/>
                    <a:gdLst/>
                    <a:ahLst/>
                    <a:cxnLst>
                      <a:cxn ang="0">
                        <a:pos x="0" y="0"/>
                      </a:cxn>
                      <a:cxn ang="0">
                        <a:pos x="8" y="18"/>
                      </a:cxn>
                      <a:cxn ang="0">
                        <a:pos x="5" y="21"/>
                      </a:cxn>
                    </a:cxnLst>
                    <a:rect l="0" t="0" r="r" b="b"/>
                    <a:pathLst>
                      <a:path w="8" h="21">
                        <a:moveTo>
                          <a:pt x="0" y="0"/>
                        </a:moveTo>
                        <a:lnTo>
                          <a:pt x="8"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78" name="任意多边形 12490"/>
                  <p:cNvSpPr/>
                  <p:nvPr/>
                </p:nvSpPr>
                <p:spPr bwMode="auto">
                  <a:xfrm>
                    <a:off x="4819" y="987"/>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77" name="矩形 12491"/>
                  <p:cNvSpPr>
                    <a:spLocks noChangeArrowheads="1"/>
                  </p:cNvSpPr>
                  <p:nvPr/>
                </p:nvSpPr>
                <p:spPr bwMode="auto">
                  <a:xfrm>
                    <a:off x="4823" y="982"/>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76" name="任意多边形 12492"/>
                  <p:cNvSpPr/>
                  <p:nvPr/>
                </p:nvSpPr>
                <p:spPr bwMode="auto">
                  <a:xfrm>
                    <a:off x="4816" y="980"/>
                    <a:ext cx="7" cy="21"/>
                  </a:xfrm>
                  <a:custGeom>
                    <a:avLst/>
                    <a:gdLst/>
                    <a:ahLst/>
                    <a:cxnLst>
                      <a:cxn ang="0">
                        <a:pos x="7" y="0"/>
                      </a:cxn>
                      <a:cxn ang="0">
                        <a:pos x="0" y="18"/>
                      </a:cxn>
                      <a:cxn ang="0">
                        <a:pos x="2" y="21"/>
                      </a:cxn>
                    </a:cxnLst>
                    <a:rect l="0" t="0" r="r" b="b"/>
                    <a:pathLst>
                      <a:path w="7" h="21">
                        <a:moveTo>
                          <a:pt x="7" y="0"/>
                        </a:moveTo>
                        <a:lnTo>
                          <a:pt x="0" y="18"/>
                        </a:lnTo>
                        <a:lnTo>
                          <a:pt x="2"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75" name="任意多边形 12493"/>
                  <p:cNvSpPr/>
                  <p:nvPr/>
                </p:nvSpPr>
                <p:spPr bwMode="auto">
                  <a:xfrm>
                    <a:off x="4838" y="980"/>
                    <a:ext cx="6" cy="21"/>
                  </a:xfrm>
                  <a:custGeom>
                    <a:avLst/>
                    <a:gdLst/>
                    <a:ahLst/>
                    <a:cxnLst>
                      <a:cxn ang="0">
                        <a:pos x="0" y="0"/>
                      </a:cxn>
                      <a:cxn ang="0">
                        <a:pos x="6" y="18"/>
                      </a:cxn>
                      <a:cxn ang="0">
                        <a:pos x="3" y="21"/>
                      </a:cxn>
                    </a:cxnLst>
                    <a:rect l="0" t="0" r="r" b="b"/>
                    <a:pathLst>
                      <a:path w="6" h="21">
                        <a:moveTo>
                          <a:pt x="0" y="0"/>
                        </a:moveTo>
                        <a:lnTo>
                          <a:pt x="6"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74" name="任意多边形 12494"/>
                  <p:cNvSpPr/>
                  <p:nvPr/>
                </p:nvSpPr>
                <p:spPr bwMode="auto">
                  <a:xfrm>
                    <a:off x="4885" y="909"/>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73" name="矩形 12495"/>
                  <p:cNvSpPr>
                    <a:spLocks noChangeArrowheads="1"/>
                  </p:cNvSpPr>
                  <p:nvPr/>
                </p:nvSpPr>
                <p:spPr bwMode="auto">
                  <a:xfrm>
                    <a:off x="4888" y="904"/>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72" name="任意多边形 12496"/>
                  <p:cNvSpPr/>
                  <p:nvPr/>
                </p:nvSpPr>
                <p:spPr bwMode="auto">
                  <a:xfrm>
                    <a:off x="4881" y="904"/>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71" name="任意多边形 12497"/>
                  <p:cNvSpPr/>
                  <p:nvPr/>
                </p:nvSpPr>
                <p:spPr bwMode="auto">
                  <a:xfrm>
                    <a:off x="4901" y="904"/>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70" name="任意多边形 12498"/>
                  <p:cNvSpPr/>
                  <p:nvPr/>
                </p:nvSpPr>
                <p:spPr bwMode="auto">
                  <a:xfrm>
                    <a:off x="4918" y="909"/>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69" name="矩形 12499"/>
                  <p:cNvSpPr>
                    <a:spLocks noChangeArrowheads="1"/>
                  </p:cNvSpPr>
                  <p:nvPr/>
                </p:nvSpPr>
                <p:spPr bwMode="auto">
                  <a:xfrm>
                    <a:off x="4921" y="904"/>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68" name="任意多边形 12500"/>
                  <p:cNvSpPr/>
                  <p:nvPr/>
                </p:nvSpPr>
                <p:spPr bwMode="auto">
                  <a:xfrm>
                    <a:off x="4915" y="904"/>
                    <a:ext cx="6" cy="19"/>
                  </a:xfrm>
                  <a:custGeom>
                    <a:avLst/>
                    <a:gdLst/>
                    <a:ahLst/>
                    <a:cxnLst>
                      <a:cxn ang="0">
                        <a:pos x="6" y="0"/>
                      </a:cxn>
                      <a:cxn ang="0">
                        <a:pos x="0" y="16"/>
                      </a:cxn>
                      <a:cxn ang="0">
                        <a:pos x="3" y="19"/>
                      </a:cxn>
                    </a:cxnLst>
                    <a:rect l="0" t="0" r="r" b="b"/>
                    <a:pathLst>
                      <a:path w="6" h="19">
                        <a:moveTo>
                          <a:pt x="6"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67" name="任意多边形 12501"/>
                  <p:cNvSpPr/>
                  <p:nvPr/>
                </p:nvSpPr>
                <p:spPr bwMode="auto">
                  <a:xfrm>
                    <a:off x="4936" y="904"/>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66" name="任意多边形 12502"/>
                  <p:cNvSpPr/>
                  <p:nvPr/>
                </p:nvSpPr>
                <p:spPr bwMode="auto">
                  <a:xfrm>
                    <a:off x="4953" y="909"/>
                    <a:ext cx="22" cy="14"/>
                  </a:xfrm>
                  <a:custGeom>
                    <a:avLst/>
                    <a:gdLst/>
                    <a:ahLst/>
                    <a:cxnLst>
                      <a:cxn ang="0">
                        <a:pos x="19" y="0"/>
                      </a:cxn>
                      <a:cxn ang="0">
                        <a:pos x="3" y="0"/>
                      </a:cxn>
                      <a:cxn ang="0">
                        <a:pos x="0" y="14"/>
                      </a:cxn>
                      <a:cxn ang="0">
                        <a:pos x="22" y="14"/>
                      </a:cxn>
                      <a:cxn ang="0">
                        <a:pos x="19" y="0"/>
                      </a:cxn>
                    </a:cxnLst>
                    <a:rect l="0" t="0" r="r" b="b"/>
                    <a:pathLst>
                      <a:path w="22" h="14">
                        <a:moveTo>
                          <a:pt x="19" y="0"/>
                        </a:moveTo>
                        <a:lnTo>
                          <a:pt x="3"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65" name="矩形 12503"/>
                  <p:cNvSpPr>
                    <a:spLocks noChangeArrowheads="1"/>
                  </p:cNvSpPr>
                  <p:nvPr/>
                </p:nvSpPr>
                <p:spPr bwMode="auto">
                  <a:xfrm>
                    <a:off x="4956" y="904"/>
                    <a:ext cx="16"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64" name="任意多边形 12504"/>
                  <p:cNvSpPr/>
                  <p:nvPr/>
                </p:nvSpPr>
                <p:spPr bwMode="auto">
                  <a:xfrm>
                    <a:off x="4950" y="904"/>
                    <a:ext cx="6" cy="19"/>
                  </a:xfrm>
                  <a:custGeom>
                    <a:avLst/>
                    <a:gdLst/>
                    <a:ahLst/>
                    <a:cxnLst>
                      <a:cxn ang="0">
                        <a:pos x="6" y="0"/>
                      </a:cxn>
                      <a:cxn ang="0">
                        <a:pos x="0" y="16"/>
                      </a:cxn>
                      <a:cxn ang="0">
                        <a:pos x="1" y="19"/>
                      </a:cxn>
                    </a:cxnLst>
                    <a:rect l="0" t="0" r="r" b="b"/>
                    <a:pathLst>
                      <a:path w="6" h="19">
                        <a:moveTo>
                          <a:pt x="6" y="0"/>
                        </a:moveTo>
                        <a:lnTo>
                          <a:pt x="0" y="16"/>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63" name="任意多边形 12505"/>
                  <p:cNvSpPr/>
                  <p:nvPr/>
                </p:nvSpPr>
                <p:spPr bwMode="auto">
                  <a:xfrm>
                    <a:off x="4972" y="904"/>
                    <a:ext cx="6" cy="19"/>
                  </a:xfrm>
                  <a:custGeom>
                    <a:avLst/>
                    <a:gdLst/>
                    <a:ahLst/>
                    <a:cxnLst>
                      <a:cxn ang="0">
                        <a:pos x="0" y="0"/>
                      </a:cxn>
                      <a:cxn ang="0">
                        <a:pos x="6" y="16"/>
                      </a:cxn>
                      <a:cxn ang="0">
                        <a:pos x="3" y="19"/>
                      </a:cxn>
                    </a:cxnLst>
                    <a:rect l="0" t="0" r="r" b="b"/>
                    <a:pathLst>
                      <a:path w="6" h="19">
                        <a:moveTo>
                          <a:pt x="0" y="0"/>
                        </a:moveTo>
                        <a:lnTo>
                          <a:pt x="6"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62" name="任意多边形 12506"/>
                  <p:cNvSpPr/>
                  <p:nvPr/>
                </p:nvSpPr>
                <p:spPr bwMode="auto">
                  <a:xfrm>
                    <a:off x="4988" y="909"/>
                    <a:ext cx="20" cy="14"/>
                  </a:xfrm>
                  <a:custGeom>
                    <a:avLst/>
                    <a:gdLst/>
                    <a:ahLst/>
                    <a:cxnLst>
                      <a:cxn ang="0">
                        <a:pos x="17" y="0"/>
                      </a:cxn>
                      <a:cxn ang="0">
                        <a:pos x="4" y="0"/>
                      </a:cxn>
                      <a:cxn ang="0">
                        <a:pos x="0" y="14"/>
                      </a:cxn>
                      <a:cxn ang="0">
                        <a:pos x="20" y="14"/>
                      </a:cxn>
                      <a:cxn ang="0">
                        <a:pos x="17" y="0"/>
                      </a:cxn>
                    </a:cxnLst>
                    <a:rect l="0" t="0" r="r" b="b"/>
                    <a:pathLst>
                      <a:path w="20" h="14">
                        <a:moveTo>
                          <a:pt x="17" y="0"/>
                        </a:moveTo>
                        <a:lnTo>
                          <a:pt x="4"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61" name="矩形 12507"/>
                  <p:cNvSpPr>
                    <a:spLocks noChangeArrowheads="1"/>
                  </p:cNvSpPr>
                  <p:nvPr/>
                </p:nvSpPr>
                <p:spPr bwMode="auto">
                  <a:xfrm>
                    <a:off x="4992" y="904"/>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60" name="任意多边形 12508"/>
                  <p:cNvSpPr/>
                  <p:nvPr/>
                </p:nvSpPr>
                <p:spPr bwMode="auto">
                  <a:xfrm>
                    <a:off x="4983" y="904"/>
                    <a:ext cx="9" cy="19"/>
                  </a:xfrm>
                  <a:custGeom>
                    <a:avLst/>
                    <a:gdLst/>
                    <a:ahLst/>
                    <a:cxnLst>
                      <a:cxn ang="0">
                        <a:pos x="9" y="0"/>
                      </a:cxn>
                      <a:cxn ang="0">
                        <a:pos x="0" y="16"/>
                      </a:cxn>
                      <a:cxn ang="0">
                        <a:pos x="4" y="19"/>
                      </a:cxn>
                    </a:cxnLst>
                    <a:rect l="0" t="0" r="r" b="b"/>
                    <a:pathLst>
                      <a:path w="9" h="19">
                        <a:moveTo>
                          <a:pt x="9"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59" name="任意多边形 12509"/>
                  <p:cNvSpPr/>
                  <p:nvPr/>
                </p:nvSpPr>
                <p:spPr bwMode="auto">
                  <a:xfrm>
                    <a:off x="5005" y="904"/>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58" name="任意多边形 12510"/>
                  <p:cNvSpPr/>
                  <p:nvPr/>
                </p:nvSpPr>
                <p:spPr bwMode="auto">
                  <a:xfrm>
                    <a:off x="4885" y="935"/>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57" name="矩形 12511"/>
                  <p:cNvSpPr>
                    <a:spLocks noChangeArrowheads="1"/>
                  </p:cNvSpPr>
                  <p:nvPr/>
                </p:nvSpPr>
                <p:spPr bwMode="auto">
                  <a:xfrm>
                    <a:off x="4888" y="930"/>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56" name="任意多边形 12512"/>
                  <p:cNvSpPr/>
                  <p:nvPr/>
                </p:nvSpPr>
                <p:spPr bwMode="auto">
                  <a:xfrm>
                    <a:off x="4881" y="928"/>
                    <a:ext cx="7" cy="20"/>
                  </a:xfrm>
                  <a:custGeom>
                    <a:avLst/>
                    <a:gdLst/>
                    <a:ahLst/>
                    <a:cxnLst>
                      <a:cxn ang="0">
                        <a:pos x="7" y="0"/>
                      </a:cxn>
                      <a:cxn ang="0">
                        <a:pos x="0" y="18"/>
                      </a:cxn>
                      <a:cxn ang="0">
                        <a:pos x="2" y="20"/>
                      </a:cxn>
                    </a:cxnLst>
                    <a:rect l="0" t="0" r="r" b="b"/>
                    <a:pathLst>
                      <a:path w="7" h="20">
                        <a:moveTo>
                          <a:pt x="7" y="0"/>
                        </a:moveTo>
                        <a:lnTo>
                          <a:pt x="0" y="18"/>
                        </a:lnTo>
                        <a:lnTo>
                          <a:pt x="2"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55" name="任意多边形 12513"/>
                  <p:cNvSpPr/>
                  <p:nvPr/>
                </p:nvSpPr>
                <p:spPr bwMode="auto">
                  <a:xfrm>
                    <a:off x="4901" y="928"/>
                    <a:ext cx="7" cy="20"/>
                  </a:xfrm>
                  <a:custGeom>
                    <a:avLst/>
                    <a:gdLst/>
                    <a:ahLst/>
                    <a:cxnLst>
                      <a:cxn ang="0">
                        <a:pos x="0" y="0"/>
                      </a:cxn>
                      <a:cxn ang="0">
                        <a:pos x="7" y="18"/>
                      </a:cxn>
                      <a:cxn ang="0">
                        <a:pos x="5" y="20"/>
                      </a:cxn>
                    </a:cxnLst>
                    <a:rect l="0" t="0" r="r" b="b"/>
                    <a:pathLst>
                      <a:path w="7" h="20">
                        <a:moveTo>
                          <a:pt x="0" y="0"/>
                        </a:moveTo>
                        <a:lnTo>
                          <a:pt x="7"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54" name="任意多边形 12514"/>
                  <p:cNvSpPr/>
                  <p:nvPr/>
                </p:nvSpPr>
                <p:spPr bwMode="auto">
                  <a:xfrm>
                    <a:off x="4918" y="935"/>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53" name="矩形 12515"/>
                  <p:cNvSpPr>
                    <a:spLocks noChangeArrowheads="1"/>
                  </p:cNvSpPr>
                  <p:nvPr/>
                </p:nvSpPr>
                <p:spPr bwMode="auto">
                  <a:xfrm>
                    <a:off x="4921" y="93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52" name="任意多边形 12516"/>
                  <p:cNvSpPr/>
                  <p:nvPr/>
                </p:nvSpPr>
                <p:spPr bwMode="auto">
                  <a:xfrm>
                    <a:off x="4915" y="928"/>
                    <a:ext cx="6" cy="20"/>
                  </a:xfrm>
                  <a:custGeom>
                    <a:avLst/>
                    <a:gdLst/>
                    <a:ahLst/>
                    <a:cxnLst>
                      <a:cxn ang="0">
                        <a:pos x="6" y="0"/>
                      </a:cxn>
                      <a:cxn ang="0">
                        <a:pos x="0" y="18"/>
                      </a:cxn>
                      <a:cxn ang="0">
                        <a:pos x="3" y="20"/>
                      </a:cxn>
                    </a:cxnLst>
                    <a:rect l="0" t="0" r="r" b="b"/>
                    <a:pathLst>
                      <a:path w="6" h="20">
                        <a:moveTo>
                          <a:pt x="6"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51" name="任意多边形 12517"/>
                  <p:cNvSpPr/>
                  <p:nvPr/>
                </p:nvSpPr>
                <p:spPr bwMode="auto">
                  <a:xfrm>
                    <a:off x="4936" y="928"/>
                    <a:ext cx="7" cy="20"/>
                  </a:xfrm>
                  <a:custGeom>
                    <a:avLst/>
                    <a:gdLst/>
                    <a:ahLst/>
                    <a:cxnLst>
                      <a:cxn ang="0">
                        <a:pos x="0" y="0"/>
                      </a:cxn>
                      <a:cxn ang="0">
                        <a:pos x="7" y="18"/>
                      </a:cxn>
                      <a:cxn ang="0">
                        <a:pos x="5" y="20"/>
                      </a:cxn>
                    </a:cxnLst>
                    <a:rect l="0" t="0" r="r" b="b"/>
                    <a:pathLst>
                      <a:path w="7" h="20">
                        <a:moveTo>
                          <a:pt x="0" y="0"/>
                        </a:moveTo>
                        <a:lnTo>
                          <a:pt x="7"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50" name="任意多边形 12518"/>
                  <p:cNvSpPr/>
                  <p:nvPr/>
                </p:nvSpPr>
                <p:spPr bwMode="auto">
                  <a:xfrm>
                    <a:off x="4953" y="935"/>
                    <a:ext cx="22" cy="14"/>
                  </a:xfrm>
                  <a:custGeom>
                    <a:avLst/>
                    <a:gdLst/>
                    <a:ahLst/>
                    <a:cxnLst>
                      <a:cxn ang="0">
                        <a:pos x="19" y="0"/>
                      </a:cxn>
                      <a:cxn ang="0">
                        <a:pos x="3" y="0"/>
                      </a:cxn>
                      <a:cxn ang="0">
                        <a:pos x="0" y="14"/>
                      </a:cxn>
                      <a:cxn ang="0">
                        <a:pos x="22" y="14"/>
                      </a:cxn>
                      <a:cxn ang="0">
                        <a:pos x="19" y="0"/>
                      </a:cxn>
                    </a:cxnLst>
                    <a:rect l="0" t="0" r="r" b="b"/>
                    <a:pathLst>
                      <a:path w="22" h="14">
                        <a:moveTo>
                          <a:pt x="19" y="0"/>
                        </a:moveTo>
                        <a:lnTo>
                          <a:pt x="3"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49" name="矩形 12519"/>
                  <p:cNvSpPr>
                    <a:spLocks noChangeArrowheads="1"/>
                  </p:cNvSpPr>
                  <p:nvPr/>
                </p:nvSpPr>
                <p:spPr bwMode="auto">
                  <a:xfrm>
                    <a:off x="4956" y="930"/>
                    <a:ext cx="16"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48" name="任意多边形 12520"/>
                  <p:cNvSpPr/>
                  <p:nvPr/>
                </p:nvSpPr>
                <p:spPr bwMode="auto">
                  <a:xfrm>
                    <a:off x="4950" y="928"/>
                    <a:ext cx="6" cy="20"/>
                  </a:xfrm>
                  <a:custGeom>
                    <a:avLst/>
                    <a:gdLst/>
                    <a:ahLst/>
                    <a:cxnLst>
                      <a:cxn ang="0">
                        <a:pos x="6" y="0"/>
                      </a:cxn>
                      <a:cxn ang="0">
                        <a:pos x="0" y="18"/>
                      </a:cxn>
                      <a:cxn ang="0">
                        <a:pos x="1" y="20"/>
                      </a:cxn>
                    </a:cxnLst>
                    <a:rect l="0" t="0" r="r" b="b"/>
                    <a:pathLst>
                      <a:path w="6" h="20">
                        <a:moveTo>
                          <a:pt x="6" y="0"/>
                        </a:moveTo>
                        <a:lnTo>
                          <a:pt x="0" y="18"/>
                        </a:lnTo>
                        <a:lnTo>
                          <a:pt x="1"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47" name="任意多边形 12521"/>
                  <p:cNvSpPr/>
                  <p:nvPr/>
                </p:nvSpPr>
                <p:spPr bwMode="auto">
                  <a:xfrm>
                    <a:off x="4972" y="928"/>
                    <a:ext cx="6" cy="20"/>
                  </a:xfrm>
                  <a:custGeom>
                    <a:avLst/>
                    <a:gdLst/>
                    <a:ahLst/>
                    <a:cxnLst>
                      <a:cxn ang="0">
                        <a:pos x="0" y="0"/>
                      </a:cxn>
                      <a:cxn ang="0">
                        <a:pos x="6" y="18"/>
                      </a:cxn>
                      <a:cxn ang="0">
                        <a:pos x="3" y="20"/>
                      </a:cxn>
                    </a:cxnLst>
                    <a:rect l="0" t="0" r="r" b="b"/>
                    <a:pathLst>
                      <a:path w="6" h="20">
                        <a:moveTo>
                          <a:pt x="0" y="0"/>
                        </a:moveTo>
                        <a:lnTo>
                          <a:pt x="6"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46" name="任意多边形 12522"/>
                  <p:cNvSpPr/>
                  <p:nvPr/>
                </p:nvSpPr>
                <p:spPr bwMode="auto">
                  <a:xfrm>
                    <a:off x="4885" y="961"/>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45" name="矩形 12523"/>
                  <p:cNvSpPr>
                    <a:spLocks noChangeArrowheads="1"/>
                  </p:cNvSpPr>
                  <p:nvPr/>
                </p:nvSpPr>
                <p:spPr bwMode="auto">
                  <a:xfrm>
                    <a:off x="4888" y="956"/>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44" name="任意多边形 12524"/>
                  <p:cNvSpPr/>
                  <p:nvPr/>
                </p:nvSpPr>
                <p:spPr bwMode="auto">
                  <a:xfrm>
                    <a:off x="4881" y="956"/>
                    <a:ext cx="7" cy="19"/>
                  </a:xfrm>
                  <a:custGeom>
                    <a:avLst/>
                    <a:gdLst/>
                    <a:ahLst/>
                    <a:cxnLst>
                      <a:cxn ang="0">
                        <a:pos x="7" y="0"/>
                      </a:cxn>
                      <a:cxn ang="0">
                        <a:pos x="0" y="18"/>
                      </a:cxn>
                      <a:cxn ang="0">
                        <a:pos x="2" y="19"/>
                      </a:cxn>
                    </a:cxnLst>
                    <a:rect l="0" t="0" r="r" b="b"/>
                    <a:pathLst>
                      <a:path w="7" h="19">
                        <a:moveTo>
                          <a:pt x="7" y="0"/>
                        </a:moveTo>
                        <a:lnTo>
                          <a:pt x="0" y="18"/>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43" name="任意多边形 12525"/>
                  <p:cNvSpPr/>
                  <p:nvPr/>
                </p:nvSpPr>
                <p:spPr bwMode="auto">
                  <a:xfrm>
                    <a:off x="4901" y="956"/>
                    <a:ext cx="7" cy="19"/>
                  </a:xfrm>
                  <a:custGeom>
                    <a:avLst/>
                    <a:gdLst/>
                    <a:ahLst/>
                    <a:cxnLst>
                      <a:cxn ang="0">
                        <a:pos x="0" y="0"/>
                      </a:cxn>
                      <a:cxn ang="0">
                        <a:pos x="7" y="18"/>
                      </a:cxn>
                      <a:cxn ang="0">
                        <a:pos x="5" y="19"/>
                      </a:cxn>
                    </a:cxnLst>
                    <a:rect l="0" t="0" r="r" b="b"/>
                    <a:pathLst>
                      <a:path w="7" h="19">
                        <a:moveTo>
                          <a:pt x="0" y="0"/>
                        </a:moveTo>
                        <a:lnTo>
                          <a:pt x="7"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42" name="任意多边形 12526"/>
                  <p:cNvSpPr/>
                  <p:nvPr/>
                </p:nvSpPr>
                <p:spPr bwMode="auto">
                  <a:xfrm>
                    <a:off x="4918" y="961"/>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41" name="矩形 12527"/>
                  <p:cNvSpPr>
                    <a:spLocks noChangeArrowheads="1"/>
                  </p:cNvSpPr>
                  <p:nvPr/>
                </p:nvSpPr>
                <p:spPr bwMode="auto">
                  <a:xfrm>
                    <a:off x="4921" y="956"/>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40" name="任意多边形 12528"/>
                  <p:cNvSpPr/>
                  <p:nvPr/>
                </p:nvSpPr>
                <p:spPr bwMode="auto">
                  <a:xfrm>
                    <a:off x="4915" y="956"/>
                    <a:ext cx="6" cy="19"/>
                  </a:xfrm>
                  <a:custGeom>
                    <a:avLst/>
                    <a:gdLst/>
                    <a:ahLst/>
                    <a:cxnLst>
                      <a:cxn ang="0">
                        <a:pos x="6" y="0"/>
                      </a:cxn>
                      <a:cxn ang="0">
                        <a:pos x="0" y="18"/>
                      </a:cxn>
                      <a:cxn ang="0">
                        <a:pos x="3" y="19"/>
                      </a:cxn>
                    </a:cxnLst>
                    <a:rect l="0" t="0" r="r" b="b"/>
                    <a:pathLst>
                      <a:path w="6" h="19">
                        <a:moveTo>
                          <a:pt x="6" y="0"/>
                        </a:moveTo>
                        <a:lnTo>
                          <a:pt x="0"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39" name="任意多边形 12529"/>
                  <p:cNvSpPr/>
                  <p:nvPr/>
                </p:nvSpPr>
                <p:spPr bwMode="auto">
                  <a:xfrm>
                    <a:off x="4936" y="956"/>
                    <a:ext cx="7" cy="19"/>
                  </a:xfrm>
                  <a:custGeom>
                    <a:avLst/>
                    <a:gdLst/>
                    <a:ahLst/>
                    <a:cxnLst>
                      <a:cxn ang="0">
                        <a:pos x="0" y="0"/>
                      </a:cxn>
                      <a:cxn ang="0">
                        <a:pos x="7" y="18"/>
                      </a:cxn>
                      <a:cxn ang="0">
                        <a:pos x="5" y="19"/>
                      </a:cxn>
                    </a:cxnLst>
                    <a:rect l="0" t="0" r="r" b="b"/>
                    <a:pathLst>
                      <a:path w="7" h="19">
                        <a:moveTo>
                          <a:pt x="0" y="0"/>
                        </a:moveTo>
                        <a:lnTo>
                          <a:pt x="7"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38" name="任意多边形 12530"/>
                  <p:cNvSpPr/>
                  <p:nvPr/>
                </p:nvSpPr>
                <p:spPr bwMode="auto">
                  <a:xfrm>
                    <a:off x="4953" y="961"/>
                    <a:ext cx="22" cy="14"/>
                  </a:xfrm>
                  <a:custGeom>
                    <a:avLst/>
                    <a:gdLst/>
                    <a:ahLst/>
                    <a:cxnLst>
                      <a:cxn ang="0">
                        <a:pos x="19" y="0"/>
                      </a:cxn>
                      <a:cxn ang="0">
                        <a:pos x="3" y="0"/>
                      </a:cxn>
                      <a:cxn ang="0">
                        <a:pos x="0" y="14"/>
                      </a:cxn>
                      <a:cxn ang="0">
                        <a:pos x="22" y="14"/>
                      </a:cxn>
                      <a:cxn ang="0">
                        <a:pos x="19" y="0"/>
                      </a:cxn>
                    </a:cxnLst>
                    <a:rect l="0" t="0" r="r" b="b"/>
                    <a:pathLst>
                      <a:path w="22" h="14">
                        <a:moveTo>
                          <a:pt x="19" y="0"/>
                        </a:moveTo>
                        <a:lnTo>
                          <a:pt x="3"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37" name="矩形 12531"/>
                  <p:cNvSpPr>
                    <a:spLocks noChangeArrowheads="1"/>
                  </p:cNvSpPr>
                  <p:nvPr/>
                </p:nvSpPr>
                <p:spPr bwMode="auto">
                  <a:xfrm>
                    <a:off x="4956" y="956"/>
                    <a:ext cx="16"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36" name="任意多边形 12532"/>
                  <p:cNvSpPr/>
                  <p:nvPr/>
                </p:nvSpPr>
                <p:spPr bwMode="auto">
                  <a:xfrm>
                    <a:off x="4950" y="956"/>
                    <a:ext cx="6" cy="19"/>
                  </a:xfrm>
                  <a:custGeom>
                    <a:avLst/>
                    <a:gdLst/>
                    <a:ahLst/>
                    <a:cxnLst>
                      <a:cxn ang="0">
                        <a:pos x="6" y="0"/>
                      </a:cxn>
                      <a:cxn ang="0">
                        <a:pos x="0" y="18"/>
                      </a:cxn>
                      <a:cxn ang="0">
                        <a:pos x="1" y="19"/>
                      </a:cxn>
                    </a:cxnLst>
                    <a:rect l="0" t="0" r="r" b="b"/>
                    <a:pathLst>
                      <a:path w="6" h="19">
                        <a:moveTo>
                          <a:pt x="6" y="0"/>
                        </a:moveTo>
                        <a:lnTo>
                          <a:pt x="0" y="18"/>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35" name="任意多边形 12533"/>
                  <p:cNvSpPr/>
                  <p:nvPr/>
                </p:nvSpPr>
                <p:spPr bwMode="auto">
                  <a:xfrm>
                    <a:off x="4972" y="956"/>
                    <a:ext cx="6" cy="19"/>
                  </a:xfrm>
                  <a:custGeom>
                    <a:avLst/>
                    <a:gdLst/>
                    <a:ahLst/>
                    <a:cxnLst>
                      <a:cxn ang="0">
                        <a:pos x="0" y="0"/>
                      </a:cxn>
                      <a:cxn ang="0">
                        <a:pos x="6" y="18"/>
                      </a:cxn>
                      <a:cxn ang="0">
                        <a:pos x="3" y="19"/>
                      </a:cxn>
                    </a:cxnLst>
                    <a:rect l="0" t="0" r="r" b="b"/>
                    <a:pathLst>
                      <a:path w="6" h="19">
                        <a:moveTo>
                          <a:pt x="0" y="0"/>
                        </a:moveTo>
                        <a:lnTo>
                          <a:pt x="6"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34" name="任意多边形 12534"/>
                  <p:cNvSpPr/>
                  <p:nvPr/>
                </p:nvSpPr>
                <p:spPr bwMode="auto">
                  <a:xfrm>
                    <a:off x="4953" y="987"/>
                    <a:ext cx="22" cy="14"/>
                  </a:xfrm>
                  <a:custGeom>
                    <a:avLst/>
                    <a:gdLst/>
                    <a:ahLst/>
                    <a:cxnLst>
                      <a:cxn ang="0">
                        <a:pos x="19" y="0"/>
                      </a:cxn>
                      <a:cxn ang="0">
                        <a:pos x="3" y="0"/>
                      </a:cxn>
                      <a:cxn ang="0">
                        <a:pos x="0" y="14"/>
                      </a:cxn>
                      <a:cxn ang="0">
                        <a:pos x="22" y="14"/>
                      </a:cxn>
                      <a:cxn ang="0">
                        <a:pos x="19" y="0"/>
                      </a:cxn>
                    </a:cxnLst>
                    <a:rect l="0" t="0" r="r" b="b"/>
                    <a:pathLst>
                      <a:path w="22" h="14">
                        <a:moveTo>
                          <a:pt x="19" y="0"/>
                        </a:moveTo>
                        <a:lnTo>
                          <a:pt x="3"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33" name="矩形 12535"/>
                  <p:cNvSpPr>
                    <a:spLocks noChangeArrowheads="1"/>
                  </p:cNvSpPr>
                  <p:nvPr/>
                </p:nvSpPr>
                <p:spPr bwMode="auto">
                  <a:xfrm>
                    <a:off x="4956" y="982"/>
                    <a:ext cx="16"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32" name="任意多边形 12536"/>
                  <p:cNvSpPr/>
                  <p:nvPr/>
                </p:nvSpPr>
                <p:spPr bwMode="auto">
                  <a:xfrm>
                    <a:off x="4950" y="980"/>
                    <a:ext cx="6" cy="21"/>
                  </a:xfrm>
                  <a:custGeom>
                    <a:avLst/>
                    <a:gdLst/>
                    <a:ahLst/>
                    <a:cxnLst>
                      <a:cxn ang="0">
                        <a:pos x="6" y="0"/>
                      </a:cxn>
                      <a:cxn ang="0">
                        <a:pos x="0" y="18"/>
                      </a:cxn>
                      <a:cxn ang="0">
                        <a:pos x="1" y="21"/>
                      </a:cxn>
                    </a:cxnLst>
                    <a:rect l="0" t="0" r="r" b="b"/>
                    <a:pathLst>
                      <a:path w="6" h="21">
                        <a:moveTo>
                          <a:pt x="6" y="0"/>
                        </a:moveTo>
                        <a:lnTo>
                          <a:pt x="0" y="18"/>
                        </a:lnTo>
                        <a:lnTo>
                          <a:pt x="1"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31" name="任意多边形 12537"/>
                  <p:cNvSpPr/>
                  <p:nvPr/>
                </p:nvSpPr>
                <p:spPr bwMode="auto">
                  <a:xfrm>
                    <a:off x="4972" y="980"/>
                    <a:ext cx="6" cy="21"/>
                  </a:xfrm>
                  <a:custGeom>
                    <a:avLst/>
                    <a:gdLst/>
                    <a:ahLst/>
                    <a:cxnLst>
                      <a:cxn ang="0">
                        <a:pos x="0" y="0"/>
                      </a:cxn>
                      <a:cxn ang="0">
                        <a:pos x="6" y="18"/>
                      </a:cxn>
                      <a:cxn ang="0">
                        <a:pos x="3" y="21"/>
                      </a:cxn>
                    </a:cxnLst>
                    <a:rect l="0" t="0" r="r" b="b"/>
                    <a:pathLst>
                      <a:path w="6" h="21">
                        <a:moveTo>
                          <a:pt x="0" y="0"/>
                        </a:moveTo>
                        <a:lnTo>
                          <a:pt x="6"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30" name="任意多边形 12538"/>
                  <p:cNvSpPr/>
                  <p:nvPr/>
                </p:nvSpPr>
                <p:spPr bwMode="auto">
                  <a:xfrm>
                    <a:off x="4888" y="987"/>
                    <a:ext cx="45" cy="14"/>
                  </a:xfrm>
                  <a:custGeom>
                    <a:avLst/>
                    <a:gdLst/>
                    <a:ahLst/>
                    <a:cxnLst>
                      <a:cxn ang="0">
                        <a:pos x="38" y="0"/>
                      </a:cxn>
                      <a:cxn ang="0">
                        <a:pos x="5" y="0"/>
                      </a:cxn>
                      <a:cxn ang="0">
                        <a:pos x="0" y="14"/>
                      </a:cxn>
                      <a:cxn ang="0">
                        <a:pos x="45" y="14"/>
                      </a:cxn>
                      <a:cxn ang="0">
                        <a:pos x="38" y="0"/>
                      </a:cxn>
                    </a:cxnLst>
                    <a:rect l="0" t="0" r="r" b="b"/>
                    <a:pathLst>
                      <a:path w="45" h="14">
                        <a:moveTo>
                          <a:pt x="38" y="0"/>
                        </a:moveTo>
                        <a:lnTo>
                          <a:pt x="5" y="0"/>
                        </a:lnTo>
                        <a:lnTo>
                          <a:pt x="0" y="14"/>
                        </a:lnTo>
                        <a:lnTo>
                          <a:pt x="45" y="14"/>
                        </a:lnTo>
                        <a:lnTo>
                          <a:pt x="3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29" name="矩形 12539"/>
                  <p:cNvSpPr>
                    <a:spLocks noChangeArrowheads="1"/>
                  </p:cNvSpPr>
                  <p:nvPr/>
                </p:nvSpPr>
                <p:spPr bwMode="auto">
                  <a:xfrm>
                    <a:off x="4893" y="982"/>
                    <a:ext cx="3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28" name="任意多边形 12540"/>
                  <p:cNvSpPr/>
                  <p:nvPr/>
                </p:nvSpPr>
                <p:spPr bwMode="auto">
                  <a:xfrm>
                    <a:off x="4881" y="984"/>
                    <a:ext cx="12" cy="17"/>
                  </a:xfrm>
                  <a:custGeom>
                    <a:avLst/>
                    <a:gdLst/>
                    <a:ahLst/>
                    <a:cxnLst>
                      <a:cxn ang="0">
                        <a:pos x="12" y="0"/>
                      </a:cxn>
                      <a:cxn ang="0">
                        <a:pos x="0" y="14"/>
                      </a:cxn>
                      <a:cxn ang="0">
                        <a:pos x="5" y="17"/>
                      </a:cxn>
                    </a:cxnLst>
                    <a:rect l="0" t="0" r="r" b="b"/>
                    <a:pathLst>
                      <a:path w="12" h="17">
                        <a:moveTo>
                          <a:pt x="12" y="0"/>
                        </a:moveTo>
                        <a:lnTo>
                          <a:pt x="0" y="14"/>
                        </a:lnTo>
                        <a:lnTo>
                          <a:pt x="5"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27" name="任意多边形 12541"/>
                  <p:cNvSpPr/>
                  <p:nvPr/>
                </p:nvSpPr>
                <p:spPr bwMode="auto">
                  <a:xfrm>
                    <a:off x="4928" y="984"/>
                    <a:ext cx="13" cy="17"/>
                  </a:xfrm>
                  <a:custGeom>
                    <a:avLst/>
                    <a:gdLst/>
                    <a:ahLst/>
                    <a:cxnLst>
                      <a:cxn ang="0">
                        <a:pos x="0" y="0"/>
                      </a:cxn>
                      <a:cxn ang="0">
                        <a:pos x="13" y="14"/>
                      </a:cxn>
                      <a:cxn ang="0">
                        <a:pos x="7" y="17"/>
                      </a:cxn>
                    </a:cxnLst>
                    <a:rect l="0" t="0" r="r" b="b"/>
                    <a:pathLst>
                      <a:path w="13" h="17">
                        <a:moveTo>
                          <a:pt x="0" y="0"/>
                        </a:moveTo>
                        <a:lnTo>
                          <a:pt x="13" y="14"/>
                        </a:lnTo>
                        <a:lnTo>
                          <a:pt x="7"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26" name="任意多边形 12542"/>
                  <p:cNvSpPr/>
                  <p:nvPr/>
                </p:nvSpPr>
                <p:spPr bwMode="auto">
                  <a:xfrm>
                    <a:off x="4988" y="993"/>
                    <a:ext cx="24" cy="8"/>
                  </a:xfrm>
                  <a:custGeom>
                    <a:avLst/>
                    <a:gdLst/>
                    <a:ahLst/>
                    <a:cxnLst>
                      <a:cxn ang="0">
                        <a:pos x="22" y="0"/>
                      </a:cxn>
                      <a:cxn ang="0">
                        <a:pos x="2" y="0"/>
                      </a:cxn>
                      <a:cxn ang="0">
                        <a:pos x="0" y="8"/>
                      </a:cxn>
                      <a:cxn ang="0">
                        <a:pos x="24" y="8"/>
                      </a:cxn>
                      <a:cxn ang="0">
                        <a:pos x="22" y="0"/>
                      </a:cxn>
                    </a:cxnLst>
                    <a:rect l="0" t="0" r="r" b="b"/>
                    <a:pathLst>
                      <a:path w="24" h="8">
                        <a:moveTo>
                          <a:pt x="22" y="0"/>
                        </a:moveTo>
                        <a:lnTo>
                          <a:pt x="2" y="0"/>
                        </a:lnTo>
                        <a:lnTo>
                          <a:pt x="0" y="8"/>
                        </a:lnTo>
                        <a:lnTo>
                          <a:pt x="24" y="8"/>
                        </a:lnTo>
                        <a:lnTo>
                          <a:pt x="22"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25" name="任意多边形 12543"/>
                  <p:cNvSpPr/>
                  <p:nvPr/>
                </p:nvSpPr>
                <p:spPr bwMode="auto">
                  <a:xfrm>
                    <a:off x="4983" y="954"/>
                    <a:ext cx="7" cy="47"/>
                  </a:xfrm>
                  <a:custGeom>
                    <a:avLst/>
                    <a:gdLst/>
                    <a:ahLst/>
                    <a:cxnLst>
                      <a:cxn ang="0">
                        <a:pos x="7" y="0"/>
                      </a:cxn>
                      <a:cxn ang="0">
                        <a:pos x="0" y="43"/>
                      </a:cxn>
                      <a:cxn ang="0">
                        <a:pos x="5" y="47"/>
                      </a:cxn>
                    </a:cxnLst>
                    <a:rect l="0" t="0" r="r" b="b"/>
                    <a:pathLst>
                      <a:path w="7" h="47">
                        <a:moveTo>
                          <a:pt x="7" y="0"/>
                        </a:moveTo>
                        <a:lnTo>
                          <a:pt x="0" y="43"/>
                        </a:lnTo>
                        <a:lnTo>
                          <a:pt x="5" y="4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24" name="矩形 12544"/>
                  <p:cNvSpPr>
                    <a:spLocks noChangeArrowheads="1"/>
                  </p:cNvSpPr>
                  <p:nvPr/>
                </p:nvSpPr>
                <p:spPr bwMode="auto">
                  <a:xfrm>
                    <a:off x="4990" y="954"/>
                    <a:ext cx="20" cy="39"/>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23" name="任意多边形 12545"/>
                  <p:cNvSpPr/>
                  <p:nvPr/>
                </p:nvSpPr>
                <p:spPr bwMode="auto">
                  <a:xfrm>
                    <a:off x="5010" y="954"/>
                    <a:ext cx="2" cy="47"/>
                  </a:xfrm>
                  <a:custGeom>
                    <a:avLst/>
                    <a:gdLst/>
                    <a:ahLst/>
                    <a:cxnLst>
                      <a:cxn ang="0">
                        <a:pos x="0" y="0"/>
                      </a:cxn>
                      <a:cxn ang="0">
                        <a:pos x="2" y="38"/>
                      </a:cxn>
                      <a:cxn ang="0">
                        <a:pos x="2" y="47"/>
                      </a:cxn>
                    </a:cxnLst>
                    <a:rect l="0" t="0" r="r" b="b"/>
                    <a:pathLst>
                      <a:path w="2" h="47">
                        <a:moveTo>
                          <a:pt x="0" y="0"/>
                        </a:moveTo>
                        <a:lnTo>
                          <a:pt x="2" y="38"/>
                        </a:lnTo>
                        <a:lnTo>
                          <a:pt x="2" y="4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22" name="任意多边形 12546"/>
                  <p:cNvSpPr/>
                  <p:nvPr/>
                </p:nvSpPr>
                <p:spPr bwMode="auto">
                  <a:xfrm>
                    <a:off x="4513" y="873"/>
                    <a:ext cx="22" cy="15"/>
                  </a:xfrm>
                  <a:custGeom>
                    <a:avLst/>
                    <a:gdLst/>
                    <a:ahLst/>
                    <a:cxnLst>
                      <a:cxn ang="0">
                        <a:pos x="18" y="0"/>
                      </a:cxn>
                      <a:cxn ang="0">
                        <a:pos x="3" y="0"/>
                      </a:cxn>
                      <a:cxn ang="0">
                        <a:pos x="0" y="15"/>
                      </a:cxn>
                      <a:cxn ang="0">
                        <a:pos x="22" y="15"/>
                      </a:cxn>
                      <a:cxn ang="0">
                        <a:pos x="18" y="0"/>
                      </a:cxn>
                    </a:cxnLst>
                    <a:rect l="0" t="0" r="r" b="b"/>
                    <a:pathLst>
                      <a:path w="22" h="15">
                        <a:moveTo>
                          <a:pt x="18" y="0"/>
                        </a:moveTo>
                        <a:lnTo>
                          <a:pt x="3" y="0"/>
                        </a:lnTo>
                        <a:lnTo>
                          <a:pt x="0" y="15"/>
                        </a:lnTo>
                        <a:lnTo>
                          <a:pt x="22"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21" name="矩形 12547"/>
                  <p:cNvSpPr>
                    <a:spLocks noChangeArrowheads="1"/>
                  </p:cNvSpPr>
                  <p:nvPr/>
                </p:nvSpPr>
                <p:spPr bwMode="auto">
                  <a:xfrm>
                    <a:off x="4516" y="87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20" name="任意多边形 12548"/>
                  <p:cNvSpPr/>
                  <p:nvPr/>
                </p:nvSpPr>
                <p:spPr bwMode="auto">
                  <a:xfrm>
                    <a:off x="4510" y="870"/>
                    <a:ext cx="6" cy="19"/>
                  </a:xfrm>
                  <a:custGeom>
                    <a:avLst/>
                    <a:gdLst/>
                    <a:ahLst/>
                    <a:cxnLst>
                      <a:cxn ang="0">
                        <a:pos x="6" y="0"/>
                      </a:cxn>
                      <a:cxn ang="0">
                        <a:pos x="0" y="16"/>
                      </a:cxn>
                      <a:cxn ang="0">
                        <a:pos x="3" y="19"/>
                      </a:cxn>
                    </a:cxnLst>
                    <a:rect l="0" t="0" r="r" b="b"/>
                    <a:pathLst>
                      <a:path w="6" h="19">
                        <a:moveTo>
                          <a:pt x="6"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19" name="任意多边形 12549"/>
                  <p:cNvSpPr/>
                  <p:nvPr/>
                </p:nvSpPr>
                <p:spPr bwMode="auto">
                  <a:xfrm>
                    <a:off x="4531" y="870"/>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18" name="任意多边形 12550"/>
                  <p:cNvSpPr/>
                  <p:nvPr/>
                </p:nvSpPr>
                <p:spPr bwMode="auto">
                  <a:xfrm>
                    <a:off x="4791" y="873"/>
                    <a:ext cx="47" cy="15"/>
                  </a:xfrm>
                  <a:custGeom>
                    <a:avLst/>
                    <a:gdLst/>
                    <a:ahLst/>
                    <a:cxnLst>
                      <a:cxn ang="0">
                        <a:pos x="38" y="0"/>
                      </a:cxn>
                      <a:cxn ang="0">
                        <a:pos x="6" y="0"/>
                      </a:cxn>
                      <a:cxn ang="0">
                        <a:pos x="0" y="15"/>
                      </a:cxn>
                      <a:cxn ang="0">
                        <a:pos x="47" y="15"/>
                      </a:cxn>
                      <a:cxn ang="0">
                        <a:pos x="38" y="0"/>
                      </a:cxn>
                    </a:cxnLst>
                    <a:rect l="0" t="0" r="r" b="b"/>
                    <a:pathLst>
                      <a:path w="47" h="15">
                        <a:moveTo>
                          <a:pt x="38" y="0"/>
                        </a:moveTo>
                        <a:lnTo>
                          <a:pt x="6" y="0"/>
                        </a:lnTo>
                        <a:lnTo>
                          <a:pt x="0" y="15"/>
                        </a:lnTo>
                        <a:lnTo>
                          <a:pt x="47" y="15"/>
                        </a:lnTo>
                        <a:lnTo>
                          <a:pt x="3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17" name="矩形 12551"/>
                  <p:cNvSpPr>
                    <a:spLocks noChangeArrowheads="1"/>
                  </p:cNvSpPr>
                  <p:nvPr/>
                </p:nvSpPr>
                <p:spPr bwMode="auto">
                  <a:xfrm>
                    <a:off x="4797" y="870"/>
                    <a:ext cx="3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16" name="任意多边形 12552"/>
                  <p:cNvSpPr/>
                  <p:nvPr/>
                </p:nvSpPr>
                <p:spPr bwMode="auto">
                  <a:xfrm>
                    <a:off x="4784" y="870"/>
                    <a:ext cx="13" cy="18"/>
                  </a:xfrm>
                  <a:custGeom>
                    <a:avLst/>
                    <a:gdLst/>
                    <a:ahLst/>
                    <a:cxnLst>
                      <a:cxn ang="0">
                        <a:pos x="13" y="0"/>
                      </a:cxn>
                      <a:cxn ang="0">
                        <a:pos x="0" y="14"/>
                      </a:cxn>
                      <a:cxn ang="0">
                        <a:pos x="7" y="18"/>
                      </a:cxn>
                    </a:cxnLst>
                    <a:rect l="0" t="0" r="r" b="b"/>
                    <a:pathLst>
                      <a:path w="13" h="18">
                        <a:moveTo>
                          <a:pt x="13" y="0"/>
                        </a:moveTo>
                        <a:lnTo>
                          <a:pt x="0" y="14"/>
                        </a:lnTo>
                        <a:lnTo>
                          <a:pt x="7" y="18"/>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15" name="任意多边形 12553"/>
                  <p:cNvSpPr/>
                  <p:nvPr/>
                </p:nvSpPr>
                <p:spPr bwMode="auto">
                  <a:xfrm>
                    <a:off x="4831" y="870"/>
                    <a:ext cx="13" cy="18"/>
                  </a:xfrm>
                  <a:custGeom>
                    <a:avLst/>
                    <a:gdLst/>
                    <a:ahLst/>
                    <a:cxnLst>
                      <a:cxn ang="0">
                        <a:pos x="0" y="0"/>
                      </a:cxn>
                      <a:cxn ang="0">
                        <a:pos x="13" y="14"/>
                      </a:cxn>
                      <a:cxn ang="0">
                        <a:pos x="8" y="18"/>
                      </a:cxn>
                    </a:cxnLst>
                    <a:rect l="0" t="0" r="r" b="b"/>
                    <a:pathLst>
                      <a:path w="13" h="18">
                        <a:moveTo>
                          <a:pt x="0" y="0"/>
                        </a:moveTo>
                        <a:lnTo>
                          <a:pt x="13" y="14"/>
                        </a:lnTo>
                        <a:lnTo>
                          <a:pt x="8" y="18"/>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14" name="任意多边形 12554"/>
                  <p:cNvSpPr/>
                  <p:nvPr/>
                </p:nvSpPr>
                <p:spPr bwMode="auto">
                  <a:xfrm>
                    <a:off x="4885" y="873"/>
                    <a:ext cx="20" cy="15"/>
                  </a:xfrm>
                  <a:custGeom>
                    <a:avLst/>
                    <a:gdLst/>
                    <a:ahLst/>
                    <a:cxnLst>
                      <a:cxn ang="0">
                        <a:pos x="16" y="0"/>
                      </a:cxn>
                      <a:cxn ang="0">
                        <a:pos x="3" y="0"/>
                      </a:cxn>
                      <a:cxn ang="0">
                        <a:pos x="0" y="15"/>
                      </a:cxn>
                      <a:cxn ang="0">
                        <a:pos x="20" y="15"/>
                      </a:cxn>
                      <a:cxn ang="0">
                        <a:pos x="16" y="0"/>
                      </a:cxn>
                    </a:cxnLst>
                    <a:rect l="0" t="0" r="r" b="b"/>
                    <a:pathLst>
                      <a:path w="20" h="15">
                        <a:moveTo>
                          <a:pt x="16" y="0"/>
                        </a:moveTo>
                        <a:lnTo>
                          <a:pt x="3" y="0"/>
                        </a:lnTo>
                        <a:lnTo>
                          <a:pt x="0" y="15"/>
                        </a:lnTo>
                        <a:lnTo>
                          <a:pt x="20" y="15"/>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13" name="矩形 12555"/>
                  <p:cNvSpPr>
                    <a:spLocks noChangeArrowheads="1"/>
                  </p:cNvSpPr>
                  <p:nvPr/>
                </p:nvSpPr>
                <p:spPr bwMode="auto">
                  <a:xfrm>
                    <a:off x="4888" y="870"/>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12" name="任意多边形 12556"/>
                  <p:cNvSpPr/>
                  <p:nvPr/>
                </p:nvSpPr>
                <p:spPr bwMode="auto">
                  <a:xfrm>
                    <a:off x="4881" y="870"/>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grpSp>
            <p:sp>
              <p:nvSpPr>
                <p:cNvPr id="237710" name="任意多边形 12557"/>
                <p:cNvSpPr/>
                <p:nvPr/>
              </p:nvSpPr>
              <p:spPr bwMode="auto">
                <a:xfrm>
                  <a:off x="4901" y="870"/>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09" name="任意多边形 12558"/>
                <p:cNvSpPr/>
                <p:nvPr/>
              </p:nvSpPr>
              <p:spPr bwMode="auto">
                <a:xfrm>
                  <a:off x="4918" y="873"/>
                  <a:ext cx="22" cy="15"/>
                </a:xfrm>
                <a:custGeom>
                  <a:avLst/>
                  <a:gdLst/>
                  <a:ahLst/>
                  <a:cxnLst>
                    <a:cxn ang="0">
                      <a:pos x="18" y="0"/>
                    </a:cxn>
                    <a:cxn ang="0">
                      <a:pos x="3" y="0"/>
                    </a:cxn>
                    <a:cxn ang="0">
                      <a:pos x="0" y="15"/>
                    </a:cxn>
                    <a:cxn ang="0">
                      <a:pos x="22" y="15"/>
                    </a:cxn>
                    <a:cxn ang="0">
                      <a:pos x="18" y="0"/>
                    </a:cxn>
                  </a:cxnLst>
                  <a:rect l="0" t="0" r="r" b="b"/>
                  <a:pathLst>
                    <a:path w="22" h="15">
                      <a:moveTo>
                        <a:pt x="18" y="0"/>
                      </a:moveTo>
                      <a:lnTo>
                        <a:pt x="3" y="0"/>
                      </a:lnTo>
                      <a:lnTo>
                        <a:pt x="0" y="15"/>
                      </a:lnTo>
                      <a:lnTo>
                        <a:pt x="22"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08" name="矩形 12559"/>
                <p:cNvSpPr>
                  <a:spLocks noChangeArrowheads="1"/>
                </p:cNvSpPr>
                <p:nvPr/>
              </p:nvSpPr>
              <p:spPr bwMode="auto">
                <a:xfrm>
                  <a:off x="4921" y="87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07" name="任意多边形 12560"/>
                <p:cNvSpPr/>
                <p:nvPr/>
              </p:nvSpPr>
              <p:spPr bwMode="auto">
                <a:xfrm>
                  <a:off x="4915" y="870"/>
                  <a:ext cx="6" cy="19"/>
                </a:xfrm>
                <a:custGeom>
                  <a:avLst/>
                  <a:gdLst/>
                  <a:ahLst/>
                  <a:cxnLst>
                    <a:cxn ang="0">
                      <a:pos x="6" y="0"/>
                    </a:cxn>
                    <a:cxn ang="0">
                      <a:pos x="0" y="16"/>
                    </a:cxn>
                    <a:cxn ang="0">
                      <a:pos x="3" y="19"/>
                    </a:cxn>
                  </a:cxnLst>
                  <a:rect l="0" t="0" r="r" b="b"/>
                  <a:pathLst>
                    <a:path w="6" h="19">
                      <a:moveTo>
                        <a:pt x="6"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06" name="任意多边形 12561"/>
                <p:cNvSpPr/>
                <p:nvPr/>
              </p:nvSpPr>
              <p:spPr bwMode="auto">
                <a:xfrm>
                  <a:off x="4936" y="870"/>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05" name="任意多边形 12562"/>
                <p:cNvSpPr/>
                <p:nvPr/>
              </p:nvSpPr>
              <p:spPr bwMode="auto">
                <a:xfrm>
                  <a:off x="4953" y="873"/>
                  <a:ext cx="22" cy="15"/>
                </a:xfrm>
                <a:custGeom>
                  <a:avLst/>
                  <a:gdLst/>
                  <a:ahLst/>
                  <a:cxnLst>
                    <a:cxn ang="0">
                      <a:pos x="19" y="0"/>
                    </a:cxn>
                    <a:cxn ang="0">
                      <a:pos x="3" y="0"/>
                    </a:cxn>
                    <a:cxn ang="0">
                      <a:pos x="0" y="15"/>
                    </a:cxn>
                    <a:cxn ang="0">
                      <a:pos x="22" y="15"/>
                    </a:cxn>
                    <a:cxn ang="0">
                      <a:pos x="19" y="0"/>
                    </a:cxn>
                  </a:cxnLst>
                  <a:rect l="0" t="0" r="r" b="b"/>
                  <a:pathLst>
                    <a:path w="22" h="15">
                      <a:moveTo>
                        <a:pt x="19" y="0"/>
                      </a:moveTo>
                      <a:lnTo>
                        <a:pt x="3" y="0"/>
                      </a:lnTo>
                      <a:lnTo>
                        <a:pt x="0" y="15"/>
                      </a:lnTo>
                      <a:lnTo>
                        <a:pt x="22" y="15"/>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04" name="矩形 12563"/>
                <p:cNvSpPr>
                  <a:spLocks noChangeArrowheads="1"/>
                </p:cNvSpPr>
                <p:nvPr/>
              </p:nvSpPr>
              <p:spPr bwMode="auto">
                <a:xfrm>
                  <a:off x="4956" y="870"/>
                  <a:ext cx="16"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03" name="任意多边形 12564"/>
                <p:cNvSpPr/>
                <p:nvPr/>
              </p:nvSpPr>
              <p:spPr bwMode="auto">
                <a:xfrm>
                  <a:off x="4950" y="870"/>
                  <a:ext cx="6" cy="19"/>
                </a:xfrm>
                <a:custGeom>
                  <a:avLst/>
                  <a:gdLst/>
                  <a:ahLst/>
                  <a:cxnLst>
                    <a:cxn ang="0">
                      <a:pos x="6" y="0"/>
                    </a:cxn>
                    <a:cxn ang="0">
                      <a:pos x="0" y="16"/>
                    </a:cxn>
                    <a:cxn ang="0">
                      <a:pos x="1" y="19"/>
                    </a:cxn>
                  </a:cxnLst>
                  <a:rect l="0" t="0" r="r" b="b"/>
                  <a:pathLst>
                    <a:path w="6" h="19">
                      <a:moveTo>
                        <a:pt x="6" y="0"/>
                      </a:moveTo>
                      <a:lnTo>
                        <a:pt x="0" y="16"/>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02" name="任意多边形 12565"/>
                <p:cNvSpPr/>
                <p:nvPr/>
              </p:nvSpPr>
              <p:spPr bwMode="auto">
                <a:xfrm>
                  <a:off x="4972" y="870"/>
                  <a:ext cx="6" cy="19"/>
                </a:xfrm>
                <a:custGeom>
                  <a:avLst/>
                  <a:gdLst/>
                  <a:ahLst/>
                  <a:cxnLst>
                    <a:cxn ang="0">
                      <a:pos x="0" y="0"/>
                    </a:cxn>
                    <a:cxn ang="0">
                      <a:pos x="6" y="16"/>
                    </a:cxn>
                    <a:cxn ang="0">
                      <a:pos x="3" y="19"/>
                    </a:cxn>
                  </a:cxnLst>
                  <a:rect l="0" t="0" r="r" b="b"/>
                  <a:pathLst>
                    <a:path w="6" h="19">
                      <a:moveTo>
                        <a:pt x="0" y="0"/>
                      </a:moveTo>
                      <a:lnTo>
                        <a:pt x="6"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01" name="任意多边形 12566"/>
                <p:cNvSpPr/>
                <p:nvPr/>
              </p:nvSpPr>
              <p:spPr bwMode="auto">
                <a:xfrm>
                  <a:off x="4988" y="873"/>
                  <a:ext cx="20" cy="15"/>
                </a:xfrm>
                <a:custGeom>
                  <a:avLst/>
                  <a:gdLst/>
                  <a:ahLst/>
                  <a:cxnLst>
                    <a:cxn ang="0">
                      <a:pos x="17" y="0"/>
                    </a:cxn>
                    <a:cxn ang="0">
                      <a:pos x="4" y="0"/>
                    </a:cxn>
                    <a:cxn ang="0">
                      <a:pos x="0" y="15"/>
                    </a:cxn>
                    <a:cxn ang="0">
                      <a:pos x="20" y="15"/>
                    </a:cxn>
                    <a:cxn ang="0">
                      <a:pos x="17" y="0"/>
                    </a:cxn>
                  </a:cxnLst>
                  <a:rect l="0" t="0" r="r" b="b"/>
                  <a:pathLst>
                    <a:path w="20" h="15">
                      <a:moveTo>
                        <a:pt x="17" y="0"/>
                      </a:moveTo>
                      <a:lnTo>
                        <a:pt x="4" y="0"/>
                      </a:lnTo>
                      <a:lnTo>
                        <a:pt x="0" y="15"/>
                      </a:lnTo>
                      <a:lnTo>
                        <a:pt x="20" y="15"/>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00" name="矩形 12567"/>
                <p:cNvSpPr>
                  <a:spLocks noChangeArrowheads="1"/>
                </p:cNvSpPr>
                <p:nvPr/>
              </p:nvSpPr>
              <p:spPr bwMode="auto">
                <a:xfrm>
                  <a:off x="4992" y="870"/>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99" name="任意多边形 12568"/>
                <p:cNvSpPr/>
                <p:nvPr/>
              </p:nvSpPr>
              <p:spPr bwMode="auto">
                <a:xfrm>
                  <a:off x="4983" y="870"/>
                  <a:ext cx="9" cy="19"/>
                </a:xfrm>
                <a:custGeom>
                  <a:avLst/>
                  <a:gdLst/>
                  <a:ahLst/>
                  <a:cxnLst>
                    <a:cxn ang="0">
                      <a:pos x="9" y="0"/>
                    </a:cxn>
                    <a:cxn ang="0">
                      <a:pos x="0" y="16"/>
                    </a:cxn>
                    <a:cxn ang="0">
                      <a:pos x="4" y="19"/>
                    </a:cxn>
                  </a:cxnLst>
                  <a:rect l="0" t="0" r="r" b="b"/>
                  <a:pathLst>
                    <a:path w="9" h="19">
                      <a:moveTo>
                        <a:pt x="9"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98" name="任意多边形 12569"/>
                <p:cNvSpPr/>
                <p:nvPr/>
              </p:nvSpPr>
              <p:spPr bwMode="auto">
                <a:xfrm>
                  <a:off x="5005" y="870"/>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97" name="任意多边形 12570"/>
                <p:cNvSpPr/>
                <p:nvPr/>
              </p:nvSpPr>
              <p:spPr bwMode="auto">
                <a:xfrm>
                  <a:off x="4988" y="935"/>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96" name="矩形 12571"/>
                <p:cNvSpPr>
                  <a:spLocks noChangeArrowheads="1"/>
                </p:cNvSpPr>
                <p:nvPr/>
              </p:nvSpPr>
              <p:spPr bwMode="auto">
                <a:xfrm>
                  <a:off x="4992" y="93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95" name="任意多边形 12572"/>
                <p:cNvSpPr/>
                <p:nvPr/>
              </p:nvSpPr>
              <p:spPr bwMode="auto">
                <a:xfrm>
                  <a:off x="4985" y="928"/>
                  <a:ext cx="7" cy="20"/>
                </a:xfrm>
                <a:custGeom>
                  <a:avLst/>
                  <a:gdLst/>
                  <a:ahLst/>
                  <a:cxnLst>
                    <a:cxn ang="0">
                      <a:pos x="7" y="0"/>
                    </a:cxn>
                    <a:cxn ang="0">
                      <a:pos x="0" y="18"/>
                    </a:cxn>
                    <a:cxn ang="0">
                      <a:pos x="3" y="20"/>
                    </a:cxn>
                  </a:cxnLst>
                  <a:rect l="0" t="0" r="r" b="b"/>
                  <a:pathLst>
                    <a:path w="7" h="20">
                      <a:moveTo>
                        <a:pt x="7"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94" name="任意多边形 12573"/>
                <p:cNvSpPr/>
                <p:nvPr/>
              </p:nvSpPr>
              <p:spPr bwMode="auto">
                <a:xfrm>
                  <a:off x="5007" y="928"/>
                  <a:ext cx="6" cy="20"/>
                </a:xfrm>
                <a:custGeom>
                  <a:avLst/>
                  <a:gdLst/>
                  <a:ahLst/>
                  <a:cxnLst>
                    <a:cxn ang="0">
                      <a:pos x="0" y="0"/>
                    </a:cxn>
                    <a:cxn ang="0">
                      <a:pos x="6" y="18"/>
                    </a:cxn>
                    <a:cxn ang="0">
                      <a:pos x="3" y="20"/>
                    </a:cxn>
                  </a:cxnLst>
                  <a:rect l="0" t="0" r="r" b="b"/>
                  <a:pathLst>
                    <a:path w="6" h="20">
                      <a:moveTo>
                        <a:pt x="0" y="0"/>
                      </a:moveTo>
                      <a:lnTo>
                        <a:pt x="6"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93" name="矩形 12574"/>
                <p:cNvSpPr>
                  <a:spLocks noChangeArrowheads="1"/>
                </p:cNvSpPr>
                <p:nvPr/>
              </p:nvSpPr>
              <p:spPr bwMode="auto">
                <a:xfrm>
                  <a:off x="4687" y="967"/>
                  <a:ext cx="22" cy="7"/>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92" name="任意多边形 12575"/>
                <p:cNvSpPr/>
                <p:nvPr/>
              </p:nvSpPr>
              <p:spPr bwMode="auto">
                <a:xfrm>
                  <a:off x="4682" y="928"/>
                  <a:ext cx="7" cy="46"/>
                </a:xfrm>
                <a:custGeom>
                  <a:avLst/>
                  <a:gdLst/>
                  <a:ahLst/>
                  <a:cxnLst>
                    <a:cxn ang="0">
                      <a:pos x="7" y="0"/>
                    </a:cxn>
                    <a:cxn ang="0">
                      <a:pos x="0" y="41"/>
                    </a:cxn>
                    <a:cxn ang="0">
                      <a:pos x="5" y="46"/>
                    </a:cxn>
                  </a:cxnLst>
                  <a:rect l="0" t="0" r="r" b="b"/>
                  <a:pathLst>
                    <a:path w="7" h="46">
                      <a:moveTo>
                        <a:pt x="7" y="0"/>
                      </a:moveTo>
                      <a:lnTo>
                        <a:pt x="0" y="41"/>
                      </a:lnTo>
                      <a:lnTo>
                        <a:pt x="5" y="46"/>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91" name="矩形 12576"/>
                <p:cNvSpPr>
                  <a:spLocks noChangeArrowheads="1"/>
                </p:cNvSpPr>
                <p:nvPr/>
              </p:nvSpPr>
              <p:spPr bwMode="auto">
                <a:xfrm>
                  <a:off x="4687" y="928"/>
                  <a:ext cx="22" cy="39"/>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90" name="任意多边形 12577"/>
                <p:cNvSpPr/>
                <p:nvPr/>
              </p:nvSpPr>
              <p:spPr bwMode="auto">
                <a:xfrm>
                  <a:off x="4709" y="928"/>
                  <a:ext cx="1" cy="46"/>
                </a:xfrm>
                <a:custGeom>
                  <a:avLst/>
                  <a:gdLst/>
                  <a:ahLst/>
                  <a:cxnLst>
                    <a:cxn ang="0">
                      <a:pos x="0" y="0"/>
                    </a:cxn>
                    <a:cxn ang="0">
                      <a:pos x="1" y="38"/>
                    </a:cxn>
                    <a:cxn ang="0">
                      <a:pos x="1" y="46"/>
                    </a:cxn>
                  </a:cxnLst>
                  <a:rect l="0" t="0" r="r" b="b"/>
                  <a:pathLst>
                    <a:path w="1" h="46">
                      <a:moveTo>
                        <a:pt x="0" y="0"/>
                      </a:moveTo>
                      <a:lnTo>
                        <a:pt x="1" y="38"/>
                      </a:lnTo>
                      <a:lnTo>
                        <a:pt x="1" y="46"/>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89" name="任意多边形 12578"/>
                <p:cNvSpPr/>
                <p:nvPr/>
              </p:nvSpPr>
              <p:spPr bwMode="auto">
                <a:xfrm>
                  <a:off x="4213" y="935"/>
                  <a:ext cx="46" cy="14"/>
                </a:xfrm>
                <a:custGeom>
                  <a:avLst/>
                  <a:gdLst/>
                  <a:ahLst/>
                  <a:cxnLst>
                    <a:cxn ang="0">
                      <a:pos x="39" y="0"/>
                    </a:cxn>
                    <a:cxn ang="0">
                      <a:pos x="7" y="0"/>
                    </a:cxn>
                    <a:cxn ang="0">
                      <a:pos x="0" y="14"/>
                    </a:cxn>
                    <a:cxn ang="0">
                      <a:pos x="46" y="14"/>
                    </a:cxn>
                    <a:cxn ang="0">
                      <a:pos x="39" y="0"/>
                    </a:cxn>
                  </a:cxnLst>
                  <a:rect l="0" t="0" r="r" b="b"/>
                  <a:pathLst>
                    <a:path w="46" h="14">
                      <a:moveTo>
                        <a:pt x="39" y="0"/>
                      </a:moveTo>
                      <a:lnTo>
                        <a:pt x="7" y="0"/>
                      </a:lnTo>
                      <a:lnTo>
                        <a:pt x="0" y="14"/>
                      </a:lnTo>
                      <a:lnTo>
                        <a:pt x="46" y="14"/>
                      </a:lnTo>
                      <a:lnTo>
                        <a:pt x="3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88" name="矩形 12579"/>
                <p:cNvSpPr>
                  <a:spLocks noChangeArrowheads="1"/>
                </p:cNvSpPr>
                <p:nvPr/>
              </p:nvSpPr>
              <p:spPr bwMode="auto">
                <a:xfrm>
                  <a:off x="4220" y="930"/>
                  <a:ext cx="3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87" name="任意多边形 12580"/>
                <p:cNvSpPr/>
                <p:nvPr/>
              </p:nvSpPr>
              <p:spPr bwMode="auto">
                <a:xfrm>
                  <a:off x="4207" y="930"/>
                  <a:ext cx="13" cy="18"/>
                </a:xfrm>
                <a:custGeom>
                  <a:avLst/>
                  <a:gdLst/>
                  <a:ahLst/>
                  <a:cxnLst>
                    <a:cxn ang="0">
                      <a:pos x="13" y="0"/>
                    </a:cxn>
                    <a:cxn ang="0">
                      <a:pos x="0" y="16"/>
                    </a:cxn>
                    <a:cxn ang="0">
                      <a:pos x="5" y="18"/>
                    </a:cxn>
                  </a:cxnLst>
                  <a:rect l="0" t="0" r="r" b="b"/>
                  <a:pathLst>
                    <a:path w="13" h="18">
                      <a:moveTo>
                        <a:pt x="13" y="0"/>
                      </a:moveTo>
                      <a:lnTo>
                        <a:pt x="0" y="16"/>
                      </a:lnTo>
                      <a:lnTo>
                        <a:pt x="5" y="18"/>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86" name="任意多边形 12581"/>
                <p:cNvSpPr/>
                <p:nvPr/>
              </p:nvSpPr>
              <p:spPr bwMode="auto">
                <a:xfrm>
                  <a:off x="4254" y="930"/>
                  <a:ext cx="13" cy="18"/>
                </a:xfrm>
                <a:custGeom>
                  <a:avLst/>
                  <a:gdLst/>
                  <a:ahLst/>
                  <a:cxnLst>
                    <a:cxn ang="0">
                      <a:pos x="0" y="0"/>
                    </a:cxn>
                    <a:cxn ang="0">
                      <a:pos x="13" y="16"/>
                    </a:cxn>
                    <a:cxn ang="0">
                      <a:pos x="6" y="18"/>
                    </a:cxn>
                  </a:cxnLst>
                  <a:rect l="0" t="0" r="r" b="b"/>
                  <a:pathLst>
                    <a:path w="13" h="18">
                      <a:moveTo>
                        <a:pt x="0" y="0"/>
                      </a:moveTo>
                      <a:lnTo>
                        <a:pt x="13" y="16"/>
                      </a:lnTo>
                      <a:lnTo>
                        <a:pt x="6" y="18"/>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85" name="任意多边形 12582"/>
                <p:cNvSpPr/>
                <p:nvPr/>
              </p:nvSpPr>
              <p:spPr bwMode="auto">
                <a:xfrm>
                  <a:off x="4173" y="987"/>
                  <a:ext cx="47" cy="14"/>
                </a:xfrm>
                <a:custGeom>
                  <a:avLst/>
                  <a:gdLst/>
                  <a:ahLst/>
                  <a:cxnLst>
                    <a:cxn ang="0">
                      <a:pos x="39" y="0"/>
                    </a:cxn>
                    <a:cxn ang="0">
                      <a:pos x="7" y="0"/>
                    </a:cxn>
                    <a:cxn ang="0">
                      <a:pos x="0" y="14"/>
                    </a:cxn>
                    <a:cxn ang="0">
                      <a:pos x="47" y="14"/>
                    </a:cxn>
                    <a:cxn ang="0">
                      <a:pos x="39" y="0"/>
                    </a:cxn>
                  </a:cxnLst>
                  <a:rect l="0" t="0" r="r" b="b"/>
                  <a:pathLst>
                    <a:path w="47" h="14">
                      <a:moveTo>
                        <a:pt x="39" y="0"/>
                      </a:moveTo>
                      <a:lnTo>
                        <a:pt x="7" y="0"/>
                      </a:lnTo>
                      <a:lnTo>
                        <a:pt x="0" y="14"/>
                      </a:lnTo>
                      <a:lnTo>
                        <a:pt x="47" y="14"/>
                      </a:lnTo>
                      <a:lnTo>
                        <a:pt x="3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84" name="矩形 12583"/>
                <p:cNvSpPr>
                  <a:spLocks noChangeArrowheads="1"/>
                </p:cNvSpPr>
                <p:nvPr/>
              </p:nvSpPr>
              <p:spPr bwMode="auto">
                <a:xfrm>
                  <a:off x="4180" y="982"/>
                  <a:ext cx="3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83" name="任意多边形 12584"/>
                <p:cNvSpPr/>
                <p:nvPr/>
              </p:nvSpPr>
              <p:spPr bwMode="auto">
                <a:xfrm>
                  <a:off x="4167" y="984"/>
                  <a:ext cx="11" cy="17"/>
                </a:xfrm>
                <a:custGeom>
                  <a:avLst/>
                  <a:gdLst/>
                  <a:ahLst/>
                  <a:cxnLst>
                    <a:cxn ang="0">
                      <a:pos x="11" y="0"/>
                    </a:cxn>
                    <a:cxn ang="0">
                      <a:pos x="0" y="14"/>
                    </a:cxn>
                    <a:cxn ang="0">
                      <a:pos x="5" y="17"/>
                    </a:cxn>
                  </a:cxnLst>
                  <a:rect l="0" t="0" r="r" b="b"/>
                  <a:pathLst>
                    <a:path w="11" h="17">
                      <a:moveTo>
                        <a:pt x="11" y="0"/>
                      </a:moveTo>
                      <a:lnTo>
                        <a:pt x="0" y="14"/>
                      </a:lnTo>
                      <a:lnTo>
                        <a:pt x="5"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82" name="任意多边形 12585"/>
                <p:cNvSpPr/>
                <p:nvPr/>
              </p:nvSpPr>
              <p:spPr bwMode="auto">
                <a:xfrm>
                  <a:off x="4213" y="984"/>
                  <a:ext cx="14" cy="17"/>
                </a:xfrm>
                <a:custGeom>
                  <a:avLst/>
                  <a:gdLst/>
                  <a:ahLst/>
                  <a:cxnLst>
                    <a:cxn ang="0">
                      <a:pos x="0" y="0"/>
                    </a:cxn>
                    <a:cxn ang="0">
                      <a:pos x="14" y="14"/>
                    </a:cxn>
                    <a:cxn ang="0">
                      <a:pos x="9" y="17"/>
                    </a:cxn>
                  </a:cxnLst>
                  <a:rect l="0" t="0" r="r" b="b"/>
                  <a:pathLst>
                    <a:path w="14" h="17">
                      <a:moveTo>
                        <a:pt x="0" y="0"/>
                      </a:moveTo>
                      <a:lnTo>
                        <a:pt x="14" y="14"/>
                      </a:lnTo>
                      <a:lnTo>
                        <a:pt x="9"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81" name="任意多边形 12586"/>
                <p:cNvSpPr/>
                <p:nvPr/>
              </p:nvSpPr>
              <p:spPr bwMode="auto">
                <a:xfrm>
                  <a:off x="4137" y="987"/>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80" name="矩形 12587"/>
                <p:cNvSpPr>
                  <a:spLocks noChangeArrowheads="1"/>
                </p:cNvSpPr>
                <p:nvPr/>
              </p:nvSpPr>
              <p:spPr bwMode="auto">
                <a:xfrm>
                  <a:off x="4140" y="982"/>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79" name="任意多边形 12588"/>
                <p:cNvSpPr/>
                <p:nvPr/>
              </p:nvSpPr>
              <p:spPr bwMode="auto">
                <a:xfrm>
                  <a:off x="4133" y="980"/>
                  <a:ext cx="7" cy="21"/>
                </a:xfrm>
                <a:custGeom>
                  <a:avLst/>
                  <a:gdLst/>
                  <a:ahLst/>
                  <a:cxnLst>
                    <a:cxn ang="0">
                      <a:pos x="7" y="0"/>
                    </a:cxn>
                    <a:cxn ang="0">
                      <a:pos x="0" y="18"/>
                    </a:cxn>
                    <a:cxn ang="0">
                      <a:pos x="2" y="21"/>
                    </a:cxn>
                  </a:cxnLst>
                  <a:rect l="0" t="0" r="r" b="b"/>
                  <a:pathLst>
                    <a:path w="7" h="21">
                      <a:moveTo>
                        <a:pt x="7" y="0"/>
                      </a:moveTo>
                      <a:lnTo>
                        <a:pt x="0" y="18"/>
                      </a:lnTo>
                      <a:lnTo>
                        <a:pt x="2"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78" name="任意多边形 12589"/>
                <p:cNvSpPr/>
                <p:nvPr/>
              </p:nvSpPr>
              <p:spPr bwMode="auto">
                <a:xfrm>
                  <a:off x="4153" y="980"/>
                  <a:ext cx="9" cy="21"/>
                </a:xfrm>
                <a:custGeom>
                  <a:avLst/>
                  <a:gdLst/>
                  <a:ahLst/>
                  <a:cxnLst>
                    <a:cxn ang="0">
                      <a:pos x="0" y="0"/>
                    </a:cxn>
                    <a:cxn ang="0">
                      <a:pos x="9" y="18"/>
                    </a:cxn>
                    <a:cxn ang="0">
                      <a:pos x="5" y="21"/>
                    </a:cxn>
                  </a:cxnLst>
                  <a:rect l="0" t="0" r="r" b="b"/>
                  <a:pathLst>
                    <a:path w="9" h="21">
                      <a:moveTo>
                        <a:pt x="0" y="0"/>
                      </a:moveTo>
                      <a:lnTo>
                        <a:pt x="9"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77" name="任意多边形 12590"/>
                <p:cNvSpPr/>
                <p:nvPr/>
              </p:nvSpPr>
              <p:spPr bwMode="auto">
                <a:xfrm>
                  <a:off x="4215" y="1014"/>
                  <a:ext cx="45" cy="13"/>
                </a:xfrm>
                <a:custGeom>
                  <a:avLst/>
                  <a:gdLst/>
                  <a:ahLst/>
                  <a:cxnLst>
                    <a:cxn ang="0">
                      <a:pos x="39" y="0"/>
                    </a:cxn>
                    <a:cxn ang="0">
                      <a:pos x="7" y="0"/>
                    </a:cxn>
                    <a:cxn ang="0">
                      <a:pos x="0" y="13"/>
                    </a:cxn>
                    <a:cxn ang="0">
                      <a:pos x="45" y="13"/>
                    </a:cxn>
                    <a:cxn ang="0">
                      <a:pos x="39" y="0"/>
                    </a:cxn>
                  </a:cxnLst>
                  <a:rect l="0" t="0" r="r" b="b"/>
                  <a:pathLst>
                    <a:path w="45" h="13">
                      <a:moveTo>
                        <a:pt x="39" y="0"/>
                      </a:moveTo>
                      <a:lnTo>
                        <a:pt x="7" y="0"/>
                      </a:lnTo>
                      <a:lnTo>
                        <a:pt x="0" y="13"/>
                      </a:lnTo>
                      <a:lnTo>
                        <a:pt x="45" y="13"/>
                      </a:lnTo>
                      <a:lnTo>
                        <a:pt x="3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76" name="矩形 12591"/>
                <p:cNvSpPr>
                  <a:spLocks noChangeArrowheads="1"/>
                </p:cNvSpPr>
                <p:nvPr/>
              </p:nvSpPr>
              <p:spPr bwMode="auto">
                <a:xfrm>
                  <a:off x="4220" y="1008"/>
                  <a:ext cx="34" cy="6"/>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75" name="任意多边形 12592"/>
                <p:cNvSpPr/>
                <p:nvPr/>
              </p:nvSpPr>
              <p:spPr bwMode="auto">
                <a:xfrm>
                  <a:off x="4208" y="1010"/>
                  <a:ext cx="12" cy="17"/>
                </a:xfrm>
                <a:custGeom>
                  <a:avLst/>
                  <a:gdLst/>
                  <a:ahLst/>
                  <a:cxnLst>
                    <a:cxn ang="0">
                      <a:pos x="12" y="0"/>
                    </a:cxn>
                    <a:cxn ang="0">
                      <a:pos x="0" y="14"/>
                    </a:cxn>
                    <a:cxn ang="0">
                      <a:pos x="5" y="17"/>
                    </a:cxn>
                  </a:cxnLst>
                  <a:rect l="0" t="0" r="r" b="b"/>
                  <a:pathLst>
                    <a:path w="12" h="17">
                      <a:moveTo>
                        <a:pt x="12" y="0"/>
                      </a:moveTo>
                      <a:lnTo>
                        <a:pt x="0" y="14"/>
                      </a:lnTo>
                      <a:lnTo>
                        <a:pt x="5"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74" name="任意多边形 12593"/>
                <p:cNvSpPr/>
                <p:nvPr/>
              </p:nvSpPr>
              <p:spPr bwMode="auto">
                <a:xfrm>
                  <a:off x="4255" y="1010"/>
                  <a:ext cx="12" cy="17"/>
                </a:xfrm>
                <a:custGeom>
                  <a:avLst/>
                  <a:gdLst/>
                  <a:ahLst/>
                  <a:cxnLst>
                    <a:cxn ang="0">
                      <a:pos x="0" y="0"/>
                    </a:cxn>
                    <a:cxn ang="0">
                      <a:pos x="12" y="14"/>
                    </a:cxn>
                    <a:cxn ang="0">
                      <a:pos x="7" y="17"/>
                    </a:cxn>
                  </a:cxnLst>
                  <a:rect l="0" t="0" r="r" b="b"/>
                  <a:pathLst>
                    <a:path w="12" h="17">
                      <a:moveTo>
                        <a:pt x="0" y="0"/>
                      </a:moveTo>
                      <a:lnTo>
                        <a:pt x="12" y="14"/>
                      </a:lnTo>
                      <a:lnTo>
                        <a:pt x="7"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73" name="任意多边形 12594"/>
                <p:cNvSpPr/>
                <p:nvPr/>
              </p:nvSpPr>
              <p:spPr bwMode="auto">
                <a:xfrm>
                  <a:off x="4235" y="987"/>
                  <a:ext cx="20" cy="14"/>
                </a:xfrm>
                <a:custGeom>
                  <a:avLst/>
                  <a:gdLst/>
                  <a:ahLst/>
                  <a:cxnLst>
                    <a:cxn ang="0">
                      <a:pos x="17" y="0"/>
                    </a:cxn>
                    <a:cxn ang="0">
                      <a:pos x="4" y="0"/>
                    </a:cxn>
                    <a:cxn ang="0">
                      <a:pos x="0" y="14"/>
                    </a:cxn>
                    <a:cxn ang="0">
                      <a:pos x="20" y="14"/>
                    </a:cxn>
                    <a:cxn ang="0">
                      <a:pos x="17" y="0"/>
                    </a:cxn>
                  </a:cxnLst>
                  <a:rect l="0" t="0" r="r" b="b"/>
                  <a:pathLst>
                    <a:path w="20" h="14">
                      <a:moveTo>
                        <a:pt x="17" y="0"/>
                      </a:moveTo>
                      <a:lnTo>
                        <a:pt x="4"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72" name="矩形 12595"/>
                <p:cNvSpPr>
                  <a:spLocks noChangeArrowheads="1"/>
                </p:cNvSpPr>
                <p:nvPr/>
              </p:nvSpPr>
              <p:spPr bwMode="auto">
                <a:xfrm>
                  <a:off x="4239" y="982"/>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71" name="任意多边形 12596"/>
                <p:cNvSpPr/>
                <p:nvPr/>
              </p:nvSpPr>
              <p:spPr bwMode="auto">
                <a:xfrm>
                  <a:off x="4230" y="980"/>
                  <a:ext cx="9" cy="21"/>
                </a:xfrm>
                <a:custGeom>
                  <a:avLst/>
                  <a:gdLst/>
                  <a:ahLst/>
                  <a:cxnLst>
                    <a:cxn ang="0">
                      <a:pos x="9" y="0"/>
                    </a:cxn>
                    <a:cxn ang="0">
                      <a:pos x="0" y="18"/>
                    </a:cxn>
                    <a:cxn ang="0">
                      <a:pos x="4" y="21"/>
                    </a:cxn>
                  </a:cxnLst>
                  <a:rect l="0" t="0" r="r" b="b"/>
                  <a:pathLst>
                    <a:path w="9" h="21">
                      <a:moveTo>
                        <a:pt x="9" y="0"/>
                      </a:moveTo>
                      <a:lnTo>
                        <a:pt x="0" y="18"/>
                      </a:lnTo>
                      <a:lnTo>
                        <a:pt x="4"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70" name="任意多边形 12597"/>
                <p:cNvSpPr/>
                <p:nvPr/>
              </p:nvSpPr>
              <p:spPr bwMode="auto">
                <a:xfrm>
                  <a:off x="4252" y="980"/>
                  <a:ext cx="7" cy="21"/>
                </a:xfrm>
                <a:custGeom>
                  <a:avLst/>
                  <a:gdLst/>
                  <a:ahLst/>
                  <a:cxnLst>
                    <a:cxn ang="0">
                      <a:pos x="0" y="0"/>
                    </a:cxn>
                    <a:cxn ang="0">
                      <a:pos x="7" y="18"/>
                    </a:cxn>
                    <a:cxn ang="0">
                      <a:pos x="5" y="21"/>
                    </a:cxn>
                  </a:cxnLst>
                  <a:rect l="0" t="0" r="r" b="b"/>
                  <a:pathLst>
                    <a:path w="7" h="21">
                      <a:moveTo>
                        <a:pt x="0" y="0"/>
                      </a:moveTo>
                      <a:lnTo>
                        <a:pt x="7"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69" name="任意多边形 12598"/>
                <p:cNvSpPr/>
                <p:nvPr/>
              </p:nvSpPr>
              <p:spPr bwMode="auto">
                <a:xfrm>
                  <a:off x="4274" y="961"/>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68" name="矩形 12599"/>
                <p:cNvSpPr>
                  <a:spLocks noChangeArrowheads="1"/>
                </p:cNvSpPr>
                <p:nvPr/>
              </p:nvSpPr>
              <p:spPr bwMode="auto">
                <a:xfrm>
                  <a:off x="4277" y="956"/>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67" name="任意多边形 12600"/>
                <p:cNvSpPr/>
                <p:nvPr/>
              </p:nvSpPr>
              <p:spPr bwMode="auto">
                <a:xfrm>
                  <a:off x="4270" y="956"/>
                  <a:ext cx="7" cy="19"/>
                </a:xfrm>
                <a:custGeom>
                  <a:avLst/>
                  <a:gdLst/>
                  <a:ahLst/>
                  <a:cxnLst>
                    <a:cxn ang="0">
                      <a:pos x="7" y="0"/>
                    </a:cxn>
                    <a:cxn ang="0">
                      <a:pos x="0" y="18"/>
                    </a:cxn>
                    <a:cxn ang="0">
                      <a:pos x="4" y="19"/>
                    </a:cxn>
                  </a:cxnLst>
                  <a:rect l="0" t="0" r="r" b="b"/>
                  <a:pathLst>
                    <a:path w="7" h="19">
                      <a:moveTo>
                        <a:pt x="7" y="0"/>
                      </a:moveTo>
                      <a:lnTo>
                        <a:pt x="0" y="18"/>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66" name="任意多边形 12601"/>
                <p:cNvSpPr/>
                <p:nvPr/>
              </p:nvSpPr>
              <p:spPr bwMode="auto">
                <a:xfrm>
                  <a:off x="4292" y="956"/>
                  <a:ext cx="7" cy="19"/>
                </a:xfrm>
                <a:custGeom>
                  <a:avLst/>
                  <a:gdLst/>
                  <a:ahLst/>
                  <a:cxnLst>
                    <a:cxn ang="0">
                      <a:pos x="0" y="0"/>
                    </a:cxn>
                    <a:cxn ang="0">
                      <a:pos x="7" y="18"/>
                    </a:cxn>
                    <a:cxn ang="0">
                      <a:pos x="5" y="19"/>
                    </a:cxn>
                  </a:cxnLst>
                  <a:rect l="0" t="0" r="r" b="b"/>
                  <a:pathLst>
                    <a:path w="7" h="19">
                      <a:moveTo>
                        <a:pt x="0" y="0"/>
                      </a:moveTo>
                      <a:lnTo>
                        <a:pt x="7"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65" name="任意多边形 12602"/>
                <p:cNvSpPr/>
                <p:nvPr/>
              </p:nvSpPr>
              <p:spPr bwMode="auto">
                <a:xfrm>
                  <a:off x="4612" y="987"/>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64" name="矩形 12603"/>
                <p:cNvSpPr>
                  <a:spLocks noChangeArrowheads="1"/>
                </p:cNvSpPr>
                <p:nvPr/>
              </p:nvSpPr>
              <p:spPr bwMode="auto">
                <a:xfrm>
                  <a:off x="4615" y="982"/>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63" name="任意多边形 12604"/>
                <p:cNvSpPr/>
                <p:nvPr/>
              </p:nvSpPr>
              <p:spPr bwMode="auto">
                <a:xfrm>
                  <a:off x="4607" y="980"/>
                  <a:ext cx="8" cy="21"/>
                </a:xfrm>
                <a:custGeom>
                  <a:avLst/>
                  <a:gdLst/>
                  <a:ahLst/>
                  <a:cxnLst>
                    <a:cxn ang="0">
                      <a:pos x="8" y="0"/>
                    </a:cxn>
                    <a:cxn ang="0">
                      <a:pos x="0" y="18"/>
                    </a:cxn>
                    <a:cxn ang="0">
                      <a:pos x="3" y="21"/>
                    </a:cxn>
                  </a:cxnLst>
                  <a:rect l="0" t="0" r="r" b="b"/>
                  <a:pathLst>
                    <a:path w="8" h="21">
                      <a:moveTo>
                        <a:pt x="8" y="0"/>
                      </a:moveTo>
                      <a:lnTo>
                        <a:pt x="0"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62" name="任意多边形 12605"/>
                <p:cNvSpPr/>
                <p:nvPr/>
              </p:nvSpPr>
              <p:spPr bwMode="auto">
                <a:xfrm>
                  <a:off x="4628" y="980"/>
                  <a:ext cx="7" cy="21"/>
                </a:xfrm>
                <a:custGeom>
                  <a:avLst/>
                  <a:gdLst/>
                  <a:ahLst/>
                  <a:cxnLst>
                    <a:cxn ang="0">
                      <a:pos x="0" y="0"/>
                    </a:cxn>
                    <a:cxn ang="0">
                      <a:pos x="7" y="18"/>
                    </a:cxn>
                    <a:cxn ang="0">
                      <a:pos x="6" y="21"/>
                    </a:cxn>
                  </a:cxnLst>
                  <a:rect l="0" t="0" r="r" b="b"/>
                  <a:pathLst>
                    <a:path w="7" h="21">
                      <a:moveTo>
                        <a:pt x="0" y="0"/>
                      </a:moveTo>
                      <a:lnTo>
                        <a:pt x="7" y="18"/>
                      </a:lnTo>
                      <a:lnTo>
                        <a:pt x="6"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61" name="直线 12606"/>
                <p:cNvSpPr>
                  <a:spLocks noChangeShapeType="1"/>
                </p:cNvSpPr>
                <p:nvPr/>
              </p:nvSpPr>
              <p:spPr bwMode="auto">
                <a:xfrm>
                  <a:off x="4148" y="857"/>
                  <a:ext cx="864" cy="1"/>
                </a:xfrm>
                <a:prstGeom prst="line">
                  <a:avLst/>
                </a:pr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60" name="任意多边形 12607"/>
                <p:cNvSpPr/>
                <p:nvPr/>
              </p:nvSpPr>
              <p:spPr bwMode="auto">
                <a:xfrm>
                  <a:off x="4319" y="284"/>
                  <a:ext cx="534" cy="448"/>
                </a:xfrm>
                <a:custGeom>
                  <a:avLst/>
                  <a:gdLst/>
                  <a:ahLst/>
                  <a:cxnLst>
                    <a:cxn ang="0">
                      <a:pos x="534" y="20"/>
                    </a:cxn>
                    <a:cxn ang="0">
                      <a:pos x="532" y="17"/>
                    </a:cxn>
                    <a:cxn ang="0">
                      <a:pos x="530" y="12"/>
                    </a:cxn>
                    <a:cxn ang="0">
                      <a:pos x="529" y="9"/>
                    </a:cxn>
                    <a:cxn ang="0">
                      <a:pos x="525" y="5"/>
                    </a:cxn>
                    <a:cxn ang="0">
                      <a:pos x="522" y="2"/>
                    </a:cxn>
                    <a:cxn ang="0">
                      <a:pos x="517" y="0"/>
                    </a:cxn>
                    <a:cxn ang="0">
                      <a:pos x="514" y="0"/>
                    </a:cxn>
                    <a:cxn ang="0">
                      <a:pos x="22" y="0"/>
                    </a:cxn>
                    <a:cxn ang="0">
                      <a:pos x="18" y="0"/>
                    </a:cxn>
                    <a:cxn ang="0">
                      <a:pos x="13" y="2"/>
                    </a:cxn>
                    <a:cxn ang="0">
                      <a:pos x="10" y="4"/>
                    </a:cxn>
                    <a:cxn ang="0">
                      <a:pos x="7" y="7"/>
                    </a:cxn>
                    <a:cxn ang="0">
                      <a:pos x="3" y="10"/>
                    </a:cxn>
                    <a:cxn ang="0">
                      <a:pos x="2" y="13"/>
                    </a:cxn>
                    <a:cxn ang="0">
                      <a:pos x="0" y="18"/>
                    </a:cxn>
                    <a:cxn ang="0">
                      <a:pos x="0" y="23"/>
                    </a:cxn>
                    <a:cxn ang="0">
                      <a:pos x="0" y="426"/>
                    </a:cxn>
                    <a:cxn ang="0">
                      <a:pos x="0" y="431"/>
                    </a:cxn>
                    <a:cxn ang="0">
                      <a:pos x="2" y="436"/>
                    </a:cxn>
                    <a:cxn ang="0">
                      <a:pos x="5" y="439"/>
                    </a:cxn>
                    <a:cxn ang="0">
                      <a:pos x="8" y="443"/>
                    </a:cxn>
                    <a:cxn ang="0">
                      <a:pos x="12" y="444"/>
                    </a:cxn>
                    <a:cxn ang="0">
                      <a:pos x="15" y="446"/>
                    </a:cxn>
                    <a:cxn ang="0">
                      <a:pos x="20" y="448"/>
                    </a:cxn>
                    <a:cxn ang="0">
                      <a:pos x="510" y="448"/>
                    </a:cxn>
                    <a:cxn ang="0">
                      <a:pos x="515" y="448"/>
                    </a:cxn>
                    <a:cxn ang="0">
                      <a:pos x="520" y="446"/>
                    </a:cxn>
                    <a:cxn ang="0">
                      <a:pos x="524" y="444"/>
                    </a:cxn>
                    <a:cxn ang="0">
                      <a:pos x="527" y="441"/>
                    </a:cxn>
                    <a:cxn ang="0">
                      <a:pos x="530" y="438"/>
                    </a:cxn>
                    <a:cxn ang="0">
                      <a:pos x="532" y="433"/>
                    </a:cxn>
                    <a:cxn ang="0">
                      <a:pos x="534" y="430"/>
                    </a:cxn>
                    <a:cxn ang="0">
                      <a:pos x="534" y="425"/>
                    </a:cxn>
                  </a:cxnLst>
                  <a:rect l="0" t="0" r="r" b="b"/>
                  <a:pathLst>
                    <a:path w="534" h="448">
                      <a:moveTo>
                        <a:pt x="534" y="23"/>
                      </a:moveTo>
                      <a:lnTo>
                        <a:pt x="534" y="20"/>
                      </a:lnTo>
                      <a:lnTo>
                        <a:pt x="534" y="18"/>
                      </a:lnTo>
                      <a:lnTo>
                        <a:pt x="532" y="17"/>
                      </a:lnTo>
                      <a:lnTo>
                        <a:pt x="532" y="13"/>
                      </a:lnTo>
                      <a:lnTo>
                        <a:pt x="530" y="12"/>
                      </a:lnTo>
                      <a:lnTo>
                        <a:pt x="530" y="10"/>
                      </a:lnTo>
                      <a:lnTo>
                        <a:pt x="529" y="9"/>
                      </a:lnTo>
                      <a:lnTo>
                        <a:pt x="527" y="7"/>
                      </a:lnTo>
                      <a:lnTo>
                        <a:pt x="525" y="5"/>
                      </a:lnTo>
                      <a:lnTo>
                        <a:pt x="524" y="4"/>
                      </a:lnTo>
                      <a:lnTo>
                        <a:pt x="522" y="2"/>
                      </a:lnTo>
                      <a:lnTo>
                        <a:pt x="520" y="2"/>
                      </a:lnTo>
                      <a:lnTo>
                        <a:pt x="517" y="0"/>
                      </a:lnTo>
                      <a:lnTo>
                        <a:pt x="515" y="0"/>
                      </a:lnTo>
                      <a:lnTo>
                        <a:pt x="514" y="0"/>
                      </a:lnTo>
                      <a:lnTo>
                        <a:pt x="510" y="0"/>
                      </a:lnTo>
                      <a:lnTo>
                        <a:pt x="22" y="0"/>
                      </a:lnTo>
                      <a:lnTo>
                        <a:pt x="20" y="0"/>
                      </a:lnTo>
                      <a:lnTo>
                        <a:pt x="18" y="0"/>
                      </a:lnTo>
                      <a:lnTo>
                        <a:pt x="15" y="0"/>
                      </a:lnTo>
                      <a:lnTo>
                        <a:pt x="13" y="2"/>
                      </a:lnTo>
                      <a:lnTo>
                        <a:pt x="12" y="2"/>
                      </a:lnTo>
                      <a:lnTo>
                        <a:pt x="10" y="4"/>
                      </a:lnTo>
                      <a:lnTo>
                        <a:pt x="8" y="5"/>
                      </a:lnTo>
                      <a:lnTo>
                        <a:pt x="7" y="7"/>
                      </a:lnTo>
                      <a:lnTo>
                        <a:pt x="5" y="9"/>
                      </a:lnTo>
                      <a:lnTo>
                        <a:pt x="3" y="10"/>
                      </a:lnTo>
                      <a:lnTo>
                        <a:pt x="2" y="12"/>
                      </a:lnTo>
                      <a:lnTo>
                        <a:pt x="2" y="13"/>
                      </a:lnTo>
                      <a:lnTo>
                        <a:pt x="0" y="17"/>
                      </a:lnTo>
                      <a:lnTo>
                        <a:pt x="0" y="18"/>
                      </a:lnTo>
                      <a:lnTo>
                        <a:pt x="0" y="20"/>
                      </a:lnTo>
                      <a:lnTo>
                        <a:pt x="0" y="23"/>
                      </a:lnTo>
                      <a:lnTo>
                        <a:pt x="0" y="425"/>
                      </a:lnTo>
                      <a:lnTo>
                        <a:pt x="0" y="426"/>
                      </a:lnTo>
                      <a:lnTo>
                        <a:pt x="0" y="430"/>
                      </a:lnTo>
                      <a:lnTo>
                        <a:pt x="0" y="431"/>
                      </a:lnTo>
                      <a:lnTo>
                        <a:pt x="2" y="433"/>
                      </a:lnTo>
                      <a:lnTo>
                        <a:pt x="2" y="436"/>
                      </a:lnTo>
                      <a:lnTo>
                        <a:pt x="3" y="438"/>
                      </a:lnTo>
                      <a:lnTo>
                        <a:pt x="5" y="439"/>
                      </a:lnTo>
                      <a:lnTo>
                        <a:pt x="7" y="441"/>
                      </a:lnTo>
                      <a:lnTo>
                        <a:pt x="8" y="443"/>
                      </a:lnTo>
                      <a:lnTo>
                        <a:pt x="10" y="444"/>
                      </a:lnTo>
                      <a:lnTo>
                        <a:pt x="12" y="444"/>
                      </a:lnTo>
                      <a:lnTo>
                        <a:pt x="13" y="446"/>
                      </a:lnTo>
                      <a:lnTo>
                        <a:pt x="15" y="446"/>
                      </a:lnTo>
                      <a:lnTo>
                        <a:pt x="18" y="448"/>
                      </a:lnTo>
                      <a:lnTo>
                        <a:pt x="20" y="448"/>
                      </a:lnTo>
                      <a:lnTo>
                        <a:pt x="22" y="448"/>
                      </a:lnTo>
                      <a:lnTo>
                        <a:pt x="510" y="448"/>
                      </a:lnTo>
                      <a:lnTo>
                        <a:pt x="514" y="448"/>
                      </a:lnTo>
                      <a:lnTo>
                        <a:pt x="515" y="448"/>
                      </a:lnTo>
                      <a:lnTo>
                        <a:pt x="517" y="446"/>
                      </a:lnTo>
                      <a:lnTo>
                        <a:pt x="520" y="446"/>
                      </a:lnTo>
                      <a:lnTo>
                        <a:pt x="522" y="444"/>
                      </a:lnTo>
                      <a:lnTo>
                        <a:pt x="524" y="444"/>
                      </a:lnTo>
                      <a:lnTo>
                        <a:pt x="525" y="443"/>
                      </a:lnTo>
                      <a:lnTo>
                        <a:pt x="527" y="441"/>
                      </a:lnTo>
                      <a:lnTo>
                        <a:pt x="529" y="439"/>
                      </a:lnTo>
                      <a:lnTo>
                        <a:pt x="530" y="438"/>
                      </a:lnTo>
                      <a:lnTo>
                        <a:pt x="530" y="436"/>
                      </a:lnTo>
                      <a:lnTo>
                        <a:pt x="532" y="433"/>
                      </a:lnTo>
                      <a:lnTo>
                        <a:pt x="532" y="431"/>
                      </a:lnTo>
                      <a:lnTo>
                        <a:pt x="534" y="430"/>
                      </a:lnTo>
                      <a:lnTo>
                        <a:pt x="534" y="426"/>
                      </a:lnTo>
                      <a:lnTo>
                        <a:pt x="534" y="425"/>
                      </a:lnTo>
                      <a:lnTo>
                        <a:pt x="534" y="23"/>
                      </a:lnTo>
                      <a:close/>
                    </a:path>
                  </a:pathLst>
                </a:custGeom>
                <a:solidFill>
                  <a:srgbClr val="E5E5E5"/>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237659" name="任意多边形 12608"/>
                <p:cNvSpPr/>
                <p:nvPr/>
              </p:nvSpPr>
              <p:spPr bwMode="auto">
                <a:xfrm>
                  <a:off x="4319" y="284"/>
                  <a:ext cx="534" cy="448"/>
                </a:xfrm>
                <a:custGeom>
                  <a:avLst/>
                  <a:gdLst/>
                  <a:ahLst/>
                  <a:cxnLst>
                    <a:cxn ang="0">
                      <a:pos x="534" y="20"/>
                    </a:cxn>
                    <a:cxn ang="0">
                      <a:pos x="532" y="17"/>
                    </a:cxn>
                    <a:cxn ang="0">
                      <a:pos x="530" y="12"/>
                    </a:cxn>
                    <a:cxn ang="0">
                      <a:pos x="529" y="9"/>
                    </a:cxn>
                    <a:cxn ang="0">
                      <a:pos x="525" y="5"/>
                    </a:cxn>
                    <a:cxn ang="0">
                      <a:pos x="522" y="2"/>
                    </a:cxn>
                    <a:cxn ang="0">
                      <a:pos x="517" y="0"/>
                    </a:cxn>
                    <a:cxn ang="0">
                      <a:pos x="514" y="0"/>
                    </a:cxn>
                    <a:cxn ang="0">
                      <a:pos x="22" y="0"/>
                    </a:cxn>
                    <a:cxn ang="0">
                      <a:pos x="18" y="0"/>
                    </a:cxn>
                    <a:cxn ang="0">
                      <a:pos x="13" y="2"/>
                    </a:cxn>
                    <a:cxn ang="0">
                      <a:pos x="10" y="4"/>
                    </a:cxn>
                    <a:cxn ang="0">
                      <a:pos x="7" y="7"/>
                    </a:cxn>
                    <a:cxn ang="0">
                      <a:pos x="3" y="10"/>
                    </a:cxn>
                    <a:cxn ang="0">
                      <a:pos x="2" y="13"/>
                    </a:cxn>
                    <a:cxn ang="0">
                      <a:pos x="0" y="18"/>
                    </a:cxn>
                    <a:cxn ang="0">
                      <a:pos x="0" y="23"/>
                    </a:cxn>
                    <a:cxn ang="0">
                      <a:pos x="0" y="426"/>
                    </a:cxn>
                    <a:cxn ang="0">
                      <a:pos x="0" y="431"/>
                    </a:cxn>
                    <a:cxn ang="0">
                      <a:pos x="2" y="436"/>
                    </a:cxn>
                    <a:cxn ang="0">
                      <a:pos x="5" y="439"/>
                    </a:cxn>
                    <a:cxn ang="0">
                      <a:pos x="8" y="443"/>
                    </a:cxn>
                    <a:cxn ang="0">
                      <a:pos x="12" y="444"/>
                    </a:cxn>
                    <a:cxn ang="0">
                      <a:pos x="15" y="446"/>
                    </a:cxn>
                    <a:cxn ang="0">
                      <a:pos x="20" y="448"/>
                    </a:cxn>
                    <a:cxn ang="0">
                      <a:pos x="510" y="448"/>
                    </a:cxn>
                    <a:cxn ang="0">
                      <a:pos x="515" y="448"/>
                    </a:cxn>
                    <a:cxn ang="0">
                      <a:pos x="520" y="446"/>
                    </a:cxn>
                    <a:cxn ang="0">
                      <a:pos x="524" y="444"/>
                    </a:cxn>
                    <a:cxn ang="0">
                      <a:pos x="527" y="441"/>
                    </a:cxn>
                    <a:cxn ang="0">
                      <a:pos x="530" y="438"/>
                    </a:cxn>
                    <a:cxn ang="0">
                      <a:pos x="532" y="433"/>
                    </a:cxn>
                    <a:cxn ang="0">
                      <a:pos x="534" y="430"/>
                    </a:cxn>
                    <a:cxn ang="0">
                      <a:pos x="534" y="425"/>
                    </a:cxn>
                  </a:cxnLst>
                  <a:rect l="0" t="0" r="r" b="b"/>
                  <a:pathLst>
                    <a:path w="534" h="448">
                      <a:moveTo>
                        <a:pt x="534" y="23"/>
                      </a:moveTo>
                      <a:lnTo>
                        <a:pt x="534" y="20"/>
                      </a:lnTo>
                      <a:lnTo>
                        <a:pt x="534" y="18"/>
                      </a:lnTo>
                      <a:lnTo>
                        <a:pt x="532" y="17"/>
                      </a:lnTo>
                      <a:lnTo>
                        <a:pt x="532" y="13"/>
                      </a:lnTo>
                      <a:lnTo>
                        <a:pt x="530" y="12"/>
                      </a:lnTo>
                      <a:lnTo>
                        <a:pt x="530" y="10"/>
                      </a:lnTo>
                      <a:lnTo>
                        <a:pt x="529" y="9"/>
                      </a:lnTo>
                      <a:lnTo>
                        <a:pt x="527" y="7"/>
                      </a:lnTo>
                      <a:lnTo>
                        <a:pt x="525" y="5"/>
                      </a:lnTo>
                      <a:lnTo>
                        <a:pt x="524" y="4"/>
                      </a:lnTo>
                      <a:lnTo>
                        <a:pt x="522" y="2"/>
                      </a:lnTo>
                      <a:lnTo>
                        <a:pt x="520" y="2"/>
                      </a:lnTo>
                      <a:lnTo>
                        <a:pt x="517" y="0"/>
                      </a:lnTo>
                      <a:lnTo>
                        <a:pt x="515" y="0"/>
                      </a:lnTo>
                      <a:lnTo>
                        <a:pt x="514" y="0"/>
                      </a:lnTo>
                      <a:lnTo>
                        <a:pt x="510" y="0"/>
                      </a:lnTo>
                      <a:lnTo>
                        <a:pt x="22" y="0"/>
                      </a:lnTo>
                      <a:lnTo>
                        <a:pt x="20" y="0"/>
                      </a:lnTo>
                      <a:lnTo>
                        <a:pt x="18" y="0"/>
                      </a:lnTo>
                      <a:lnTo>
                        <a:pt x="15" y="0"/>
                      </a:lnTo>
                      <a:lnTo>
                        <a:pt x="13" y="2"/>
                      </a:lnTo>
                      <a:lnTo>
                        <a:pt x="12" y="2"/>
                      </a:lnTo>
                      <a:lnTo>
                        <a:pt x="10" y="4"/>
                      </a:lnTo>
                      <a:lnTo>
                        <a:pt x="8" y="5"/>
                      </a:lnTo>
                      <a:lnTo>
                        <a:pt x="7" y="7"/>
                      </a:lnTo>
                      <a:lnTo>
                        <a:pt x="5" y="9"/>
                      </a:lnTo>
                      <a:lnTo>
                        <a:pt x="3" y="10"/>
                      </a:lnTo>
                      <a:lnTo>
                        <a:pt x="2" y="12"/>
                      </a:lnTo>
                      <a:lnTo>
                        <a:pt x="2" y="13"/>
                      </a:lnTo>
                      <a:lnTo>
                        <a:pt x="0" y="17"/>
                      </a:lnTo>
                      <a:lnTo>
                        <a:pt x="0" y="18"/>
                      </a:lnTo>
                      <a:lnTo>
                        <a:pt x="0" y="20"/>
                      </a:lnTo>
                      <a:lnTo>
                        <a:pt x="0" y="23"/>
                      </a:lnTo>
                      <a:lnTo>
                        <a:pt x="0" y="425"/>
                      </a:lnTo>
                      <a:lnTo>
                        <a:pt x="0" y="426"/>
                      </a:lnTo>
                      <a:lnTo>
                        <a:pt x="0" y="430"/>
                      </a:lnTo>
                      <a:lnTo>
                        <a:pt x="0" y="431"/>
                      </a:lnTo>
                      <a:lnTo>
                        <a:pt x="2" y="433"/>
                      </a:lnTo>
                      <a:lnTo>
                        <a:pt x="2" y="436"/>
                      </a:lnTo>
                      <a:lnTo>
                        <a:pt x="3" y="438"/>
                      </a:lnTo>
                      <a:lnTo>
                        <a:pt x="5" y="439"/>
                      </a:lnTo>
                      <a:lnTo>
                        <a:pt x="7" y="441"/>
                      </a:lnTo>
                      <a:lnTo>
                        <a:pt x="8" y="443"/>
                      </a:lnTo>
                      <a:lnTo>
                        <a:pt x="10" y="444"/>
                      </a:lnTo>
                      <a:lnTo>
                        <a:pt x="12" y="444"/>
                      </a:lnTo>
                      <a:lnTo>
                        <a:pt x="13" y="446"/>
                      </a:lnTo>
                      <a:lnTo>
                        <a:pt x="15" y="446"/>
                      </a:lnTo>
                      <a:lnTo>
                        <a:pt x="18" y="448"/>
                      </a:lnTo>
                      <a:lnTo>
                        <a:pt x="20" y="448"/>
                      </a:lnTo>
                      <a:lnTo>
                        <a:pt x="22" y="448"/>
                      </a:lnTo>
                      <a:lnTo>
                        <a:pt x="510" y="448"/>
                      </a:lnTo>
                      <a:lnTo>
                        <a:pt x="514" y="448"/>
                      </a:lnTo>
                      <a:lnTo>
                        <a:pt x="515" y="448"/>
                      </a:lnTo>
                      <a:lnTo>
                        <a:pt x="517" y="446"/>
                      </a:lnTo>
                      <a:lnTo>
                        <a:pt x="520" y="446"/>
                      </a:lnTo>
                      <a:lnTo>
                        <a:pt x="522" y="444"/>
                      </a:lnTo>
                      <a:lnTo>
                        <a:pt x="524" y="444"/>
                      </a:lnTo>
                      <a:lnTo>
                        <a:pt x="525" y="443"/>
                      </a:lnTo>
                      <a:lnTo>
                        <a:pt x="527" y="441"/>
                      </a:lnTo>
                      <a:lnTo>
                        <a:pt x="529" y="439"/>
                      </a:lnTo>
                      <a:lnTo>
                        <a:pt x="530" y="438"/>
                      </a:lnTo>
                      <a:lnTo>
                        <a:pt x="530" y="436"/>
                      </a:lnTo>
                      <a:lnTo>
                        <a:pt x="532" y="433"/>
                      </a:lnTo>
                      <a:lnTo>
                        <a:pt x="532" y="431"/>
                      </a:lnTo>
                      <a:lnTo>
                        <a:pt x="534" y="430"/>
                      </a:lnTo>
                      <a:lnTo>
                        <a:pt x="534" y="426"/>
                      </a:lnTo>
                      <a:lnTo>
                        <a:pt x="534" y="425"/>
                      </a:lnTo>
                      <a:lnTo>
                        <a:pt x="534" y="23"/>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7658" name="任意多边形 12609"/>
                <p:cNvSpPr/>
                <p:nvPr/>
              </p:nvSpPr>
              <p:spPr bwMode="auto">
                <a:xfrm>
                  <a:off x="4362" y="345"/>
                  <a:ext cx="446" cy="326"/>
                </a:xfrm>
                <a:custGeom>
                  <a:avLst/>
                  <a:gdLst/>
                  <a:ahLst/>
                  <a:cxnLst>
                    <a:cxn ang="0">
                      <a:pos x="446" y="19"/>
                    </a:cxn>
                    <a:cxn ang="0">
                      <a:pos x="446" y="16"/>
                    </a:cxn>
                    <a:cxn ang="0">
                      <a:pos x="444" y="11"/>
                    </a:cxn>
                    <a:cxn ang="0">
                      <a:pos x="441" y="8"/>
                    </a:cxn>
                    <a:cxn ang="0">
                      <a:pos x="437" y="5"/>
                    </a:cxn>
                    <a:cxn ang="0">
                      <a:pos x="434" y="1"/>
                    </a:cxn>
                    <a:cxn ang="0">
                      <a:pos x="430" y="0"/>
                    </a:cxn>
                    <a:cxn ang="0">
                      <a:pos x="425" y="0"/>
                    </a:cxn>
                    <a:cxn ang="0">
                      <a:pos x="24" y="0"/>
                    </a:cxn>
                    <a:cxn ang="0">
                      <a:pos x="19" y="0"/>
                    </a:cxn>
                    <a:cxn ang="0">
                      <a:pos x="14" y="1"/>
                    </a:cxn>
                    <a:cxn ang="0">
                      <a:pos x="10" y="3"/>
                    </a:cxn>
                    <a:cxn ang="0">
                      <a:pos x="7" y="6"/>
                    </a:cxn>
                    <a:cxn ang="0">
                      <a:pos x="4" y="9"/>
                    </a:cxn>
                    <a:cxn ang="0">
                      <a:pos x="2" y="13"/>
                    </a:cxn>
                    <a:cxn ang="0">
                      <a:pos x="0" y="18"/>
                    </a:cxn>
                    <a:cxn ang="0">
                      <a:pos x="0" y="22"/>
                    </a:cxn>
                    <a:cxn ang="0">
                      <a:pos x="0" y="305"/>
                    </a:cxn>
                    <a:cxn ang="0">
                      <a:pos x="2" y="310"/>
                    </a:cxn>
                    <a:cxn ang="0">
                      <a:pos x="4" y="315"/>
                    </a:cxn>
                    <a:cxn ang="0">
                      <a:pos x="5" y="318"/>
                    </a:cxn>
                    <a:cxn ang="0">
                      <a:pos x="9" y="322"/>
                    </a:cxn>
                    <a:cxn ang="0">
                      <a:pos x="12" y="323"/>
                    </a:cxn>
                    <a:cxn ang="0">
                      <a:pos x="17" y="325"/>
                    </a:cxn>
                    <a:cxn ang="0">
                      <a:pos x="21" y="326"/>
                    </a:cxn>
                    <a:cxn ang="0">
                      <a:pos x="424" y="326"/>
                    </a:cxn>
                    <a:cxn ang="0">
                      <a:pos x="427" y="326"/>
                    </a:cxn>
                    <a:cxn ang="0">
                      <a:pos x="432" y="325"/>
                    </a:cxn>
                    <a:cxn ang="0">
                      <a:pos x="435" y="323"/>
                    </a:cxn>
                    <a:cxn ang="0">
                      <a:pos x="439" y="320"/>
                    </a:cxn>
                    <a:cxn ang="0">
                      <a:pos x="442" y="317"/>
                    </a:cxn>
                    <a:cxn ang="0">
                      <a:pos x="444" y="313"/>
                    </a:cxn>
                    <a:cxn ang="0">
                      <a:pos x="446" y="309"/>
                    </a:cxn>
                    <a:cxn ang="0">
                      <a:pos x="446" y="304"/>
                    </a:cxn>
                  </a:cxnLst>
                  <a:rect l="0" t="0" r="r" b="b"/>
                  <a:pathLst>
                    <a:path w="446" h="326">
                      <a:moveTo>
                        <a:pt x="446" y="22"/>
                      </a:moveTo>
                      <a:lnTo>
                        <a:pt x="446" y="19"/>
                      </a:lnTo>
                      <a:lnTo>
                        <a:pt x="446" y="18"/>
                      </a:lnTo>
                      <a:lnTo>
                        <a:pt x="446" y="16"/>
                      </a:lnTo>
                      <a:lnTo>
                        <a:pt x="444" y="13"/>
                      </a:lnTo>
                      <a:lnTo>
                        <a:pt x="444" y="11"/>
                      </a:lnTo>
                      <a:lnTo>
                        <a:pt x="442" y="9"/>
                      </a:lnTo>
                      <a:lnTo>
                        <a:pt x="441" y="8"/>
                      </a:lnTo>
                      <a:lnTo>
                        <a:pt x="439" y="6"/>
                      </a:lnTo>
                      <a:lnTo>
                        <a:pt x="437" y="5"/>
                      </a:lnTo>
                      <a:lnTo>
                        <a:pt x="435" y="3"/>
                      </a:lnTo>
                      <a:lnTo>
                        <a:pt x="434" y="1"/>
                      </a:lnTo>
                      <a:lnTo>
                        <a:pt x="432" y="1"/>
                      </a:lnTo>
                      <a:lnTo>
                        <a:pt x="430" y="0"/>
                      </a:lnTo>
                      <a:lnTo>
                        <a:pt x="427" y="0"/>
                      </a:lnTo>
                      <a:lnTo>
                        <a:pt x="425" y="0"/>
                      </a:lnTo>
                      <a:lnTo>
                        <a:pt x="424" y="0"/>
                      </a:lnTo>
                      <a:lnTo>
                        <a:pt x="24" y="0"/>
                      </a:lnTo>
                      <a:lnTo>
                        <a:pt x="21" y="0"/>
                      </a:lnTo>
                      <a:lnTo>
                        <a:pt x="19" y="0"/>
                      </a:lnTo>
                      <a:lnTo>
                        <a:pt x="17" y="0"/>
                      </a:lnTo>
                      <a:lnTo>
                        <a:pt x="14" y="1"/>
                      </a:lnTo>
                      <a:lnTo>
                        <a:pt x="12" y="1"/>
                      </a:lnTo>
                      <a:lnTo>
                        <a:pt x="10" y="3"/>
                      </a:lnTo>
                      <a:lnTo>
                        <a:pt x="9" y="5"/>
                      </a:lnTo>
                      <a:lnTo>
                        <a:pt x="7" y="6"/>
                      </a:lnTo>
                      <a:lnTo>
                        <a:pt x="5" y="8"/>
                      </a:lnTo>
                      <a:lnTo>
                        <a:pt x="4" y="9"/>
                      </a:lnTo>
                      <a:lnTo>
                        <a:pt x="4" y="11"/>
                      </a:lnTo>
                      <a:lnTo>
                        <a:pt x="2" y="13"/>
                      </a:lnTo>
                      <a:lnTo>
                        <a:pt x="2" y="16"/>
                      </a:lnTo>
                      <a:lnTo>
                        <a:pt x="0" y="18"/>
                      </a:lnTo>
                      <a:lnTo>
                        <a:pt x="0" y="19"/>
                      </a:lnTo>
                      <a:lnTo>
                        <a:pt x="0" y="22"/>
                      </a:lnTo>
                      <a:lnTo>
                        <a:pt x="0" y="304"/>
                      </a:lnTo>
                      <a:lnTo>
                        <a:pt x="0" y="305"/>
                      </a:lnTo>
                      <a:lnTo>
                        <a:pt x="0" y="309"/>
                      </a:lnTo>
                      <a:lnTo>
                        <a:pt x="2" y="310"/>
                      </a:lnTo>
                      <a:lnTo>
                        <a:pt x="2" y="313"/>
                      </a:lnTo>
                      <a:lnTo>
                        <a:pt x="4" y="315"/>
                      </a:lnTo>
                      <a:lnTo>
                        <a:pt x="4" y="317"/>
                      </a:lnTo>
                      <a:lnTo>
                        <a:pt x="5" y="318"/>
                      </a:lnTo>
                      <a:lnTo>
                        <a:pt x="7" y="320"/>
                      </a:lnTo>
                      <a:lnTo>
                        <a:pt x="9" y="322"/>
                      </a:lnTo>
                      <a:lnTo>
                        <a:pt x="10" y="323"/>
                      </a:lnTo>
                      <a:lnTo>
                        <a:pt x="12" y="323"/>
                      </a:lnTo>
                      <a:lnTo>
                        <a:pt x="14" y="325"/>
                      </a:lnTo>
                      <a:lnTo>
                        <a:pt x="17" y="325"/>
                      </a:lnTo>
                      <a:lnTo>
                        <a:pt x="19" y="326"/>
                      </a:lnTo>
                      <a:lnTo>
                        <a:pt x="21" y="326"/>
                      </a:lnTo>
                      <a:lnTo>
                        <a:pt x="24" y="326"/>
                      </a:lnTo>
                      <a:lnTo>
                        <a:pt x="424" y="326"/>
                      </a:lnTo>
                      <a:lnTo>
                        <a:pt x="425" y="326"/>
                      </a:lnTo>
                      <a:lnTo>
                        <a:pt x="427" y="326"/>
                      </a:lnTo>
                      <a:lnTo>
                        <a:pt x="430" y="325"/>
                      </a:lnTo>
                      <a:lnTo>
                        <a:pt x="432" y="325"/>
                      </a:lnTo>
                      <a:lnTo>
                        <a:pt x="434" y="323"/>
                      </a:lnTo>
                      <a:lnTo>
                        <a:pt x="435" y="323"/>
                      </a:lnTo>
                      <a:lnTo>
                        <a:pt x="437" y="322"/>
                      </a:lnTo>
                      <a:lnTo>
                        <a:pt x="439" y="320"/>
                      </a:lnTo>
                      <a:lnTo>
                        <a:pt x="441" y="318"/>
                      </a:lnTo>
                      <a:lnTo>
                        <a:pt x="442" y="317"/>
                      </a:lnTo>
                      <a:lnTo>
                        <a:pt x="444" y="315"/>
                      </a:lnTo>
                      <a:lnTo>
                        <a:pt x="444" y="313"/>
                      </a:lnTo>
                      <a:lnTo>
                        <a:pt x="446" y="310"/>
                      </a:lnTo>
                      <a:lnTo>
                        <a:pt x="446" y="309"/>
                      </a:lnTo>
                      <a:lnTo>
                        <a:pt x="446" y="305"/>
                      </a:lnTo>
                      <a:lnTo>
                        <a:pt x="446" y="304"/>
                      </a:lnTo>
                      <a:lnTo>
                        <a:pt x="446" y="22"/>
                      </a:lnTo>
                      <a:close/>
                    </a:path>
                  </a:pathLst>
                </a:custGeom>
                <a:solidFill>
                  <a:srgbClr val="FFFFF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57" name="任意多边形 12610"/>
                <p:cNvSpPr/>
                <p:nvPr/>
              </p:nvSpPr>
              <p:spPr bwMode="auto">
                <a:xfrm>
                  <a:off x="4362" y="345"/>
                  <a:ext cx="446" cy="326"/>
                </a:xfrm>
                <a:custGeom>
                  <a:avLst/>
                  <a:gdLst/>
                  <a:ahLst/>
                  <a:cxnLst>
                    <a:cxn ang="0">
                      <a:pos x="446" y="19"/>
                    </a:cxn>
                    <a:cxn ang="0">
                      <a:pos x="446" y="16"/>
                    </a:cxn>
                    <a:cxn ang="0">
                      <a:pos x="444" y="11"/>
                    </a:cxn>
                    <a:cxn ang="0">
                      <a:pos x="441" y="8"/>
                    </a:cxn>
                    <a:cxn ang="0">
                      <a:pos x="437" y="5"/>
                    </a:cxn>
                    <a:cxn ang="0">
                      <a:pos x="434" y="1"/>
                    </a:cxn>
                    <a:cxn ang="0">
                      <a:pos x="430" y="0"/>
                    </a:cxn>
                    <a:cxn ang="0">
                      <a:pos x="425" y="0"/>
                    </a:cxn>
                    <a:cxn ang="0">
                      <a:pos x="24" y="0"/>
                    </a:cxn>
                    <a:cxn ang="0">
                      <a:pos x="19" y="0"/>
                    </a:cxn>
                    <a:cxn ang="0">
                      <a:pos x="14" y="1"/>
                    </a:cxn>
                    <a:cxn ang="0">
                      <a:pos x="10" y="3"/>
                    </a:cxn>
                    <a:cxn ang="0">
                      <a:pos x="7" y="6"/>
                    </a:cxn>
                    <a:cxn ang="0">
                      <a:pos x="4" y="9"/>
                    </a:cxn>
                    <a:cxn ang="0">
                      <a:pos x="2" y="13"/>
                    </a:cxn>
                    <a:cxn ang="0">
                      <a:pos x="0" y="18"/>
                    </a:cxn>
                    <a:cxn ang="0">
                      <a:pos x="0" y="22"/>
                    </a:cxn>
                    <a:cxn ang="0">
                      <a:pos x="0" y="305"/>
                    </a:cxn>
                    <a:cxn ang="0">
                      <a:pos x="2" y="310"/>
                    </a:cxn>
                    <a:cxn ang="0">
                      <a:pos x="4" y="315"/>
                    </a:cxn>
                    <a:cxn ang="0">
                      <a:pos x="5" y="318"/>
                    </a:cxn>
                    <a:cxn ang="0">
                      <a:pos x="9" y="322"/>
                    </a:cxn>
                    <a:cxn ang="0">
                      <a:pos x="12" y="323"/>
                    </a:cxn>
                    <a:cxn ang="0">
                      <a:pos x="17" y="325"/>
                    </a:cxn>
                    <a:cxn ang="0">
                      <a:pos x="21" y="326"/>
                    </a:cxn>
                    <a:cxn ang="0">
                      <a:pos x="424" y="326"/>
                    </a:cxn>
                    <a:cxn ang="0">
                      <a:pos x="427" y="326"/>
                    </a:cxn>
                    <a:cxn ang="0">
                      <a:pos x="432" y="325"/>
                    </a:cxn>
                    <a:cxn ang="0">
                      <a:pos x="435" y="323"/>
                    </a:cxn>
                    <a:cxn ang="0">
                      <a:pos x="439" y="320"/>
                    </a:cxn>
                    <a:cxn ang="0">
                      <a:pos x="442" y="317"/>
                    </a:cxn>
                    <a:cxn ang="0">
                      <a:pos x="444" y="313"/>
                    </a:cxn>
                    <a:cxn ang="0">
                      <a:pos x="446" y="309"/>
                    </a:cxn>
                    <a:cxn ang="0">
                      <a:pos x="446" y="304"/>
                    </a:cxn>
                  </a:cxnLst>
                  <a:rect l="0" t="0" r="r" b="b"/>
                  <a:pathLst>
                    <a:path w="446" h="326">
                      <a:moveTo>
                        <a:pt x="446" y="22"/>
                      </a:moveTo>
                      <a:lnTo>
                        <a:pt x="446" y="19"/>
                      </a:lnTo>
                      <a:lnTo>
                        <a:pt x="446" y="18"/>
                      </a:lnTo>
                      <a:lnTo>
                        <a:pt x="446" y="16"/>
                      </a:lnTo>
                      <a:lnTo>
                        <a:pt x="444" y="13"/>
                      </a:lnTo>
                      <a:lnTo>
                        <a:pt x="444" y="11"/>
                      </a:lnTo>
                      <a:lnTo>
                        <a:pt x="442" y="9"/>
                      </a:lnTo>
                      <a:lnTo>
                        <a:pt x="441" y="8"/>
                      </a:lnTo>
                      <a:lnTo>
                        <a:pt x="439" y="6"/>
                      </a:lnTo>
                      <a:lnTo>
                        <a:pt x="437" y="5"/>
                      </a:lnTo>
                      <a:lnTo>
                        <a:pt x="435" y="3"/>
                      </a:lnTo>
                      <a:lnTo>
                        <a:pt x="434" y="1"/>
                      </a:lnTo>
                      <a:lnTo>
                        <a:pt x="432" y="1"/>
                      </a:lnTo>
                      <a:lnTo>
                        <a:pt x="430" y="0"/>
                      </a:lnTo>
                      <a:lnTo>
                        <a:pt x="427" y="0"/>
                      </a:lnTo>
                      <a:lnTo>
                        <a:pt x="425" y="0"/>
                      </a:lnTo>
                      <a:lnTo>
                        <a:pt x="424" y="0"/>
                      </a:lnTo>
                      <a:lnTo>
                        <a:pt x="24" y="0"/>
                      </a:lnTo>
                      <a:lnTo>
                        <a:pt x="21" y="0"/>
                      </a:lnTo>
                      <a:lnTo>
                        <a:pt x="19" y="0"/>
                      </a:lnTo>
                      <a:lnTo>
                        <a:pt x="17" y="0"/>
                      </a:lnTo>
                      <a:lnTo>
                        <a:pt x="14" y="1"/>
                      </a:lnTo>
                      <a:lnTo>
                        <a:pt x="12" y="1"/>
                      </a:lnTo>
                      <a:lnTo>
                        <a:pt x="10" y="3"/>
                      </a:lnTo>
                      <a:lnTo>
                        <a:pt x="9" y="5"/>
                      </a:lnTo>
                      <a:lnTo>
                        <a:pt x="7" y="6"/>
                      </a:lnTo>
                      <a:lnTo>
                        <a:pt x="5" y="8"/>
                      </a:lnTo>
                      <a:lnTo>
                        <a:pt x="4" y="9"/>
                      </a:lnTo>
                      <a:lnTo>
                        <a:pt x="4" y="11"/>
                      </a:lnTo>
                      <a:lnTo>
                        <a:pt x="2" y="13"/>
                      </a:lnTo>
                      <a:lnTo>
                        <a:pt x="2" y="16"/>
                      </a:lnTo>
                      <a:lnTo>
                        <a:pt x="0" y="18"/>
                      </a:lnTo>
                      <a:lnTo>
                        <a:pt x="0" y="19"/>
                      </a:lnTo>
                      <a:lnTo>
                        <a:pt x="0" y="22"/>
                      </a:lnTo>
                      <a:lnTo>
                        <a:pt x="0" y="304"/>
                      </a:lnTo>
                      <a:lnTo>
                        <a:pt x="0" y="305"/>
                      </a:lnTo>
                      <a:lnTo>
                        <a:pt x="0" y="309"/>
                      </a:lnTo>
                      <a:lnTo>
                        <a:pt x="2" y="310"/>
                      </a:lnTo>
                      <a:lnTo>
                        <a:pt x="2" y="313"/>
                      </a:lnTo>
                      <a:lnTo>
                        <a:pt x="4" y="315"/>
                      </a:lnTo>
                      <a:lnTo>
                        <a:pt x="4" y="317"/>
                      </a:lnTo>
                      <a:lnTo>
                        <a:pt x="5" y="318"/>
                      </a:lnTo>
                      <a:lnTo>
                        <a:pt x="7" y="320"/>
                      </a:lnTo>
                      <a:lnTo>
                        <a:pt x="9" y="322"/>
                      </a:lnTo>
                      <a:lnTo>
                        <a:pt x="10" y="323"/>
                      </a:lnTo>
                      <a:lnTo>
                        <a:pt x="12" y="323"/>
                      </a:lnTo>
                      <a:lnTo>
                        <a:pt x="14" y="325"/>
                      </a:lnTo>
                      <a:lnTo>
                        <a:pt x="17" y="325"/>
                      </a:lnTo>
                      <a:lnTo>
                        <a:pt x="19" y="326"/>
                      </a:lnTo>
                      <a:lnTo>
                        <a:pt x="21" y="326"/>
                      </a:lnTo>
                      <a:lnTo>
                        <a:pt x="24" y="326"/>
                      </a:lnTo>
                      <a:lnTo>
                        <a:pt x="424" y="326"/>
                      </a:lnTo>
                      <a:lnTo>
                        <a:pt x="425" y="326"/>
                      </a:lnTo>
                      <a:lnTo>
                        <a:pt x="427" y="326"/>
                      </a:lnTo>
                      <a:lnTo>
                        <a:pt x="430" y="325"/>
                      </a:lnTo>
                      <a:lnTo>
                        <a:pt x="432" y="325"/>
                      </a:lnTo>
                      <a:lnTo>
                        <a:pt x="434" y="323"/>
                      </a:lnTo>
                      <a:lnTo>
                        <a:pt x="435" y="323"/>
                      </a:lnTo>
                      <a:lnTo>
                        <a:pt x="437" y="322"/>
                      </a:lnTo>
                      <a:lnTo>
                        <a:pt x="439" y="320"/>
                      </a:lnTo>
                      <a:lnTo>
                        <a:pt x="441" y="318"/>
                      </a:lnTo>
                      <a:lnTo>
                        <a:pt x="442" y="317"/>
                      </a:lnTo>
                      <a:lnTo>
                        <a:pt x="444" y="315"/>
                      </a:lnTo>
                      <a:lnTo>
                        <a:pt x="444" y="313"/>
                      </a:lnTo>
                      <a:lnTo>
                        <a:pt x="446" y="310"/>
                      </a:lnTo>
                      <a:lnTo>
                        <a:pt x="446" y="309"/>
                      </a:lnTo>
                      <a:lnTo>
                        <a:pt x="446" y="305"/>
                      </a:lnTo>
                      <a:lnTo>
                        <a:pt x="446" y="304"/>
                      </a:lnTo>
                      <a:lnTo>
                        <a:pt x="446" y="22"/>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56" name="任意多边形 12611"/>
                <p:cNvSpPr/>
                <p:nvPr/>
              </p:nvSpPr>
              <p:spPr bwMode="auto">
                <a:xfrm>
                  <a:off x="4352" y="332"/>
                  <a:ext cx="466" cy="351"/>
                </a:xfrm>
                <a:custGeom>
                  <a:avLst/>
                  <a:gdLst/>
                  <a:ahLst/>
                  <a:cxnLst>
                    <a:cxn ang="0">
                      <a:pos x="466" y="21"/>
                    </a:cxn>
                    <a:cxn ang="0">
                      <a:pos x="464" y="16"/>
                    </a:cxn>
                    <a:cxn ang="0">
                      <a:pos x="462" y="13"/>
                    </a:cxn>
                    <a:cxn ang="0">
                      <a:pos x="461" y="8"/>
                    </a:cxn>
                    <a:cxn ang="0">
                      <a:pos x="457" y="5"/>
                    </a:cxn>
                    <a:cxn ang="0">
                      <a:pos x="454" y="3"/>
                    </a:cxn>
                    <a:cxn ang="0">
                      <a:pos x="449" y="1"/>
                    </a:cxn>
                    <a:cxn ang="0">
                      <a:pos x="445" y="0"/>
                    </a:cxn>
                    <a:cxn ang="0">
                      <a:pos x="24" y="0"/>
                    </a:cxn>
                    <a:cxn ang="0">
                      <a:pos x="19" y="0"/>
                    </a:cxn>
                    <a:cxn ang="0">
                      <a:pos x="15" y="1"/>
                    </a:cxn>
                    <a:cxn ang="0">
                      <a:pos x="12" y="5"/>
                    </a:cxn>
                    <a:cxn ang="0">
                      <a:pos x="7" y="6"/>
                    </a:cxn>
                    <a:cxn ang="0">
                      <a:pos x="5" y="9"/>
                    </a:cxn>
                    <a:cxn ang="0">
                      <a:pos x="4" y="14"/>
                    </a:cxn>
                    <a:cxn ang="0">
                      <a:pos x="2" y="19"/>
                    </a:cxn>
                    <a:cxn ang="0">
                      <a:pos x="0" y="22"/>
                    </a:cxn>
                    <a:cxn ang="0">
                      <a:pos x="2" y="331"/>
                    </a:cxn>
                    <a:cxn ang="0">
                      <a:pos x="2" y="336"/>
                    </a:cxn>
                    <a:cxn ang="0">
                      <a:pos x="4" y="339"/>
                    </a:cxn>
                    <a:cxn ang="0">
                      <a:pos x="7" y="343"/>
                    </a:cxn>
                    <a:cxn ang="0">
                      <a:pos x="9" y="346"/>
                    </a:cxn>
                    <a:cxn ang="0">
                      <a:pos x="14" y="349"/>
                    </a:cxn>
                    <a:cxn ang="0">
                      <a:pos x="17" y="351"/>
                    </a:cxn>
                    <a:cxn ang="0">
                      <a:pos x="22" y="351"/>
                    </a:cxn>
                    <a:cxn ang="0">
                      <a:pos x="442" y="351"/>
                    </a:cxn>
                    <a:cxn ang="0">
                      <a:pos x="447" y="351"/>
                    </a:cxn>
                    <a:cxn ang="0">
                      <a:pos x="452" y="349"/>
                    </a:cxn>
                    <a:cxn ang="0">
                      <a:pos x="456" y="348"/>
                    </a:cxn>
                    <a:cxn ang="0">
                      <a:pos x="459" y="344"/>
                    </a:cxn>
                    <a:cxn ang="0">
                      <a:pos x="462" y="341"/>
                    </a:cxn>
                    <a:cxn ang="0">
                      <a:pos x="464" y="338"/>
                    </a:cxn>
                    <a:cxn ang="0">
                      <a:pos x="466" y="333"/>
                    </a:cxn>
                    <a:cxn ang="0">
                      <a:pos x="466" y="328"/>
                    </a:cxn>
                  </a:cxnLst>
                  <a:rect l="0" t="0" r="r" b="b"/>
                  <a:pathLst>
                    <a:path w="466" h="351">
                      <a:moveTo>
                        <a:pt x="466" y="22"/>
                      </a:moveTo>
                      <a:lnTo>
                        <a:pt x="466" y="21"/>
                      </a:lnTo>
                      <a:lnTo>
                        <a:pt x="466" y="19"/>
                      </a:lnTo>
                      <a:lnTo>
                        <a:pt x="464" y="16"/>
                      </a:lnTo>
                      <a:lnTo>
                        <a:pt x="464" y="14"/>
                      </a:lnTo>
                      <a:lnTo>
                        <a:pt x="462" y="13"/>
                      </a:lnTo>
                      <a:lnTo>
                        <a:pt x="462" y="9"/>
                      </a:lnTo>
                      <a:lnTo>
                        <a:pt x="461" y="8"/>
                      </a:lnTo>
                      <a:lnTo>
                        <a:pt x="459" y="6"/>
                      </a:lnTo>
                      <a:lnTo>
                        <a:pt x="457" y="5"/>
                      </a:lnTo>
                      <a:lnTo>
                        <a:pt x="456" y="5"/>
                      </a:lnTo>
                      <a:lnTo>
                        <a:pt x="454" y="3"/>
                      </a:lnTo>
                      <a:lnTo>
                        <a:pt x="452" y="1"/>
                      </a:lnTo>
                      <a:lnTo>
                        <a:pt x="449" y="1"/>
                      </a:lnTo>
                      <a:lnTo>
                        <a:pt x="447" y="0"/>
                      </a:lnTo>
                      <a:lnTo>
                        <a:pt x="445" y="0"/>
                      </a:lnTo>
                      <a:lnTo>
                        <a:pt x="442" y="0"/>
                      </a:lnTo>
                      <a:lnTo>
                        <a:pt x="24" y="0"/>
                      </a:lnTo>
                      <a:lnTo>
                        <a:pt x="22" y="0"/>
                      </a:lnTo>
                      <a:lnTo>
                        <a:pt x="19" y="0"/>
                      </a:lnTo>
                      <a:lnTo>
                        <a:pt x="17" y="1"/>
                      </a:lnTo>
                      <a:lnTo>
                        <a:pt x="15" y="1"/>
                      </a:lnTo>
                      <a:lnTo>
                        <a:pt x="14" y="3"/>
                      </a:lnTo>
                      <a:lnTo>
                        <a:pt x="12" y="5"/>
                      </a:lnTo>
                      <a:lnTo>
                        <a:pt x="9" y="5"/>
                      </a:lnTo>
                      <a:lnTo>
                        <a:pt x="7" y="6"/>
                      </a:lnTo>
                      <a:lnTo>
                        <a:pt x="7" y="8"/>
                      </a:lnTo>
                      <a:lnTo>
                        <a:pt x="5" y="9"/>
                      </a:lnTo>
                      <a:lnTo>
                        <a:pt x="4" y="13"/>
                      </a:lnTo>
                      <a:lnTo>
                        <a:pt x="4" y="14"/>
                      </a:lnTo>
                      <a:lnTo>
                        <a:pt x="2" y="16"/>
                      </a:lnTo>
                      <a:lnTo>
                        <a:pt x="2" y="19"/>
                      </a:lnTo>
                      <a:lnTo>
                        <a:pt x="2" y="21"/>
                      </a:lnTo>
                      <a:lnTo>
                        <a:pt x="0" y="22"/>
                      </a:lnTo>
                      <a:lnTo>
                        <a:pt x="0" y="328"/>
                      </a:lnTo>
                      <a:lnTo>
                        <a:pt x="2" y="331"/>
                      </a:lnTo>
                      <a:lnTo>
                        <a:pt x="2" y="333"/>
                      </a:lnTo>
                      <a:lnTo>
                        <a:pt x="2" y="336"/>
                      </a:lnTo>
                      <a:lnTo>
                        <a:pt x="4" y="338"/>
                      </a:lnTo>
                      <a:lnTo>
                        <a:pt x="4" y="339"/>
                      </a:lnTo>
                      <a:lnTo>
                        <a:pt x="5" y="341"/>
                      </a:lnTo>
                      <a:lnTo>
                        <a:pt x="7" y="343"/>
                      </a:lnTo>
                      <a:lnTo>
                        <a:pt x="7" y="344"/>
                      </a:lnTo>
                      <a:lnTo>
                        <a:pt x="9" y="346"/>
                      </a:lnTo>
                      <a:lnTo>
                        <a:pt x="12" y="348"/>
                      </a:lnTo>
                      <a:lnTo>
                        <a:pt x="14" y="349"/>
                      </a:lnTo>
                      <a:lnTo>
                        <a:pt x="15" y="349"/>
                      </a:lnTo>
                      <a:lnTo>
                        <a:pt x="17" y="351"/>
                      </a:lnTo>
                      <a:lnTo>
                        <a:pt x="19" y="351"/>
                      </a:lnTo>
                      <a:lnTo>
                        <a:pt x="22" y="351"/>
                      </a:lnTo>
                      <a:lnTo>
                        <a:pt x="24" y="351"/>
                      </a:lnTo>
                      <a:lnTo>
                        <a:pt x="442" y="351"/>
                      </a:lnTo>
                      <a:lnTo>
                        <a:pt x="445" y="351"/>
                      </a:lnTo>
                      <a:lnTo>
                        <a:pt x="447" y="351"/>
                      </a:lnTo>
                      <a:lnTo>
                        <a:pt x="449" y="351"/>
                      </a:lnTo>
                      <a:lnTo>
                        <a:pt x="452" y="349"/>
                      </a:lnTo>
                      <a:lnTo>
                        <a:pt x="454" y="349"/>
                      </a:lnTo>
                      <a:lnTo>
                        <a:pt x="456" y="348"/>
                      </a:lnTo>
                      <a:lnTo>
                        <a:pt x="457" y="346"/>
                      </a:lnTo>
                      <a:lnTo>
                        <a:pt x="459" y="344"/>
                      </a:lnTo>
                      <a:lnTo>
                        <a:pt x="461" y="343"/>
                      </a:lnTo>
                      <a:lnTo>
                        <a:pt x="462" y="341"/>
                      </a:lnTo>
                      <a:lnTo>
                        <a:pt x="462" y="339"/>
                      </a:lnTo>
                      <a:lnTo>
                        <a:pt x="464" y="338"/>
                      </a:lnTo>
                      <a:lnTo>
                        <a:pt x="464" y="336"/>
                      </a:lnTo>
                      <a:lnTo>
                        <a:pt x="466" y="333"/>
                      </a:lnTo>
                      <a:lnTo>
                        <a:pt x="466" y="331"/>
                      </a:lnTo>
                      <a:lnTo>
                        <a:pt x="466" y="328"/>
                      </a:lnTo>
                      <a:lnTo>
                        <a:pt x="466" y="22"/>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55" name="任意多边形 12612"/>
                <p:cNvSpPr/>
                <p:nvPr/>
              </p:nvSpPr>
              <p:spPr bwMode="auto">
                <a:xfrm>
                  <a:off x="4404" y="764"/>
                  <a:ext cx="362" cy="70"/>
                </a:xfrm>
                <a:custGeom>
                  <a:avLst/>
                  <a:gdLst/>
                  <a:ahLst/>
                  <a:cxnLst>
                    <a:cxn ang="0">
                      <a:pos x="322" y="0"/>
                    </a:cxn>
                    <a:cxn ang="0">
                      <a:pos x="37" y="0"/>
                    </a:cxn>
                    <a:cxn ang="0">
                      <a:pos x="0" y="70"/>
                    </a:cxn>
                    <a:cxn ang="0">
                      <a:pos x="362" y="70"/>
                    </a:cxn>
                    <a:cxn ang="0">
                      <a:pos x="322" y="0"/>
                    </a:cxn>
                  </a:cxnLst>
                  <a:rect l="0" t="0" r="r" b="b"/>
                  <a:pathLst>
                    <a:path w="362" h="70">
                      <a:moveTo>
                        <a:pt x="322" y="0"/>
                      </a:moveTo>
                      <a:lnTo>
                        <a:pt x="37" y="0"/>
                      </a:lnTo>
                      <a:lnTo>
                        <a:pt x="0" y="70"/>
                      </a:lnTo>
                      <a:lnTo>
                        <a:pt x="362" y="70"/>
                      </a:lnTo>
                      <a:lnTo>
                        <a:pt x="322" y="0"/>
                      </a:lnTo>
                      <a:close/>
                    </a:path>
                  </a:pathLst>
                </a:custGeom>
                <a:solidFill>
                  <a:srgbClr val="E5E5E5"/>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237654" name="任意多边形 12613"/>
                <p:cNvSpPr/>
                <p:nvPr/>
              </p:nvSpPr>
              <p:spPr bwMode="auto">
                <a:xfrm>
                  <a:off x="4404" y="764"/>
                  <a:ext cx="362" cy="70"/>
                </a:xfrm>
                <a:custGeom>
                  <a:avLst/>
                  <a:gdLst/>
                  <a:ahLst/>
                  <a:cxnLst>
                    <a:cxn ang="0">
                      <a:pos x="322" y="0"/>
                    </a:cxn>
                    <a:cxn ang="0">
                      <a:pos x="37" y="0"/>
                    </a:cxn>
                    <a:cxn ang="0">
                      <a:pos x="0" y="70"/>
                    </a:cxn>
                    <a:cxn ang="0">
                      <a:pos x="362" y="70"/>
                    </a:cxn>
                    <a:cxn ang="0">
                      <a:pos x="322" y="0"/>
                    </a:cxn>
                  </a:cxnLst>
                  <a:rect l="0" t="0" r="r" b="b"/>
                  <a:pathLst>
                    <a:path w="362" h="70">
                      <a:moveTo>
                        <a:pt x="322" y="0"/>
                      </a:moveTo>
                      <a:lnTo>
                        <a:pt x="37" y="0"/>
                      </a:lnTo>
                      <a:lnTo>
                        <a:pt x="0" y="70"/>
                      </a:lnTo>
                      <a:lnTo>
                        <a:pt x="362" y="70"/>
                      </a:lnTo>
                      <a:lnTo>
                        <a:pt x="322" y="0"/>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7653" name="直线 12614"/>
                <p:cNvSpPr>
                  <a:spLocks noChangeShapeType="1"/>
                </p:cNvSpPr>
                <p:nvPr/>
              </p:nvSpPr>
              <p:spPr bwMode="auto">
                <a:xfrm>
                  <a:off x="4414" y="819"/>
                  <a:ext cx="340" cy="1"/>
                </a:xfrm>
                <a:prstGeom prst="line">
                  <a:avLst/>
                </a:pr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52" name="矩形 12615"/>
                <p:cNvSpPr>
                  <a:spLocks noChangeArrowheads="1"/>
                </p:cNvSpPr>
                <p:nvPr/>
              </p:nvSpPr>
              <p:spPr bwMode="auto">
                <a:xfrm>
                  <a:off x="4510" y="764"/>
                  <a:ext cx="142" cy="21"/>
                </a:xfrm>
                <a:prstGeom prst="rect">
                  <a:avLst/>
                </a:prstGeom>
                <a:solidFill>
                  <a:srgbClr val="000000"/>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51" name="矩形 12616"/>
                <p:cNvSpPr>
                  <a:spLocks noChangeArrowheads="1"/>
                </p:cNvSpPr>
                <p:nvPr/>
              </p:nvSpPr>
              <p:spPr bwMode="auto">
                <a:xfrm>
                  <a:off x="4510" y="764"/>
                  <a:ext cx="142" cy="21"/>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50" name="任意多边形 12617"/>
                <p:cNvSpPr/>
                <p:nvPr/>
              </p:nvSpPr>
              <p:spPr bwMode="auto">
                <a:xfrm>
                  <a:off x="4404" y="736"/>
                  <a:ext cx="363" cy="25"/>
                </a:xfrm>
                <a:custGeom>
                  <a:avLst/>
                  <a:gdLst/>
                  <a:ahLst/>
                  <a:cxnLst>
                    <a:cxn ang="0">
                      <a:pos x="363" y="0"/>
                    </a:cxn>
                    <a:cxn ang="0">
                      <a:pos x="0" y="0"/>
                    </a:cxn>
                    <a:cxn ang="0">
                      <a:pos x="9" y="25"/>
                    </a:cxn>
                    <a:cxn ang="0">
                      <a:pos x="353" y="25"/>
                    </a:cxn>
                    <a:cxn ang="0">
                      <a:pos x="363" y="0"/>
                    </a:cxn>
                  </a:cxnLst>
                  <a:rect l="0" t="0" r="r" b="b"/>
                  <a:pathLst>
                    <a:path w="363" h="25">
                      <a:moveTo>
                        <a:pt x="363" y="0"/>
                      </a:moveTo>
                      <a:lnTo>
                        <a:pt x="0" y="0"/>
                      </a:lnTo>
                      <a:lnTo>
                        <a:pt x="9" y="25"/>
                      </a:lnTo>
                      <a:lnTo>
                        <a:pt x="353" y="25"/>
                      </a:lnTo>
                      <a:lnTo>
                        <a:pt x="363"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grpSp>
          <p:sp>
            <p:nvSpPr>
              <p:cNvPr id="237648" name="矩形 12618"/>
              <p:cNvSpPr>
                <a:spLocks noChangeArrowheads="1"/>
              </p:cNvSpPr>
              <p:nvPr/>
            </p:nvSpPr>
            <p:spPr bwMode="auto">
              <a:xfrm>
                <a:off x="3136" y="1223"/>
                <a:ext cx="1867" cy="288"/>
              </a:xfrm>
              <a:prstGeom prst="rect">
                <a:avLst/>
              </a:prstGeom>
              <a:noFill/>
              <a:ln w="9525">
                <a:noFill/>
                <a:miter lim="800000"/>
              </a:ln>
            </p:spPr>
            <p:txBody>
              <a:bodyPr vert="horz" wrap="square" lIns="0" tIns="0" rIns="0" bIns="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数据库服务器</a:t>
                </a:r>
                <a:r>
                  <a:rPr kumimoji="0" lang="en-US" alt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2</a:t>
                </a:r>
                <a:endParaRPr kumimoji="0" lang="en-US" alt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7647" name="矩形 12619"/>
              <p:cNvSpPr>
                <a:spLocks noChangeArrowheads="1"/>
              </p:cNvSpPr>
              <p:nvPr/>
            </p:nvSpPr>
            <p:spPr bwMode="auto">
              <a:xfrm>
                <a:off x="2102" y="688"/>
                <a:ext cx="490" cy="1030"/>
              </a:xfrm>
              <a:prstGeom prst="rect">
                <a:avLst/>
              </a:prstGeom>
              <a:solidFill>
                <a:srgbClr val="F2F2F2"/>
              </a:solidFill>
              <a:ln w="4">
                <a:solidFill>
                  <a:srgbClr val="000000"/>
                </a:solidFill>
                <a:miter lim="800000"/>
              </a:ln>
            </p:spPr>
            <p:txBody>
              <a:bodyPr vert="horz" wrap="square" lIns="91440" tIns="45720" rIns="91440" bIns="45720" numCol="1" anchor="t" anchorCtr="0" compatLnSpc="1"/>
              <a:lstStyle/>
              <a:p>
                <a:endParaRPr lang="zh-CN" altLang="en-US" sz="1400"/>
              </a:p>
            </p:txBody>
          </p:sp>
          <p:sp>
            <p:nvSpPr>
              <p:cNvPr id="237646" name="矩形 12620"/>
              <p:cNvSpPr>
                <a:spLocks noChangeArrowheads="1"/>
              </p:cNvSpPr>
              <p:nvPr/>
            </p:nvSpPr>
            <p:spPr bwMode="auto">
              <a:xfrm>
                <a:off x="2102" y="688"/>
                <a:ext cx="490" cy="1030"/>
              </a:xfrm>
              <a:prstGeom prst="rect">
                <a:avLst/>
              </a:prstGeom>
              <a:noFill/>
              <a:ln w="4">
                <a:solidFill>
                  <a:srgbClr val="000000"/>
                </a:solidFill>
                <a:miter lim="800000"/>
              </a:ln>
            </p:spPr>
            <p:txBody>
              <a:bodyPr vert="horz" wrap="square" lIns="91440" tIns="45720" rIns="91440" bIns="45720" numCol="1" anchor="t" anchorCtr="0" compatLnSpc="1"/>
              <a:lstStyle/>
              <a:p>
                <a:endParaRPr lang="zh-CN" altLang="en-US" sz="1400"/>
              </a:p>
            </p:txBody>
          </p:sp>
          <p:sp>
            <p:nvSpPr>
              <p:cNvPr id="237645" name="矩形 12621"/>
              <p:cNvSpPr>
                <a:spLocks noChangeArrowheads="1"/>
              </p:cNvSpPr>
              <p:nvPr/>
            </p:nvSpPr>
            <p:spPr bwMode="auto">
              <a:xfrm>
                <a:off x="2128" y="1209"/>
                <a:ext cx="387" cy="418"/>
              </a:xfrm>
              <a:prstGeom prst="rect">
                <a:avLst/>
              </a:prstGeom>
              <a:noFill/>
              <a:ln w="4">
                <a:solidFill>
                  <a:srgbClr val="7F7F7F"/>
                </a:solidFill>
                <a:miter lim="800000"/>
              </a:ln>
            </p:spPr>
            <p:txBody>
              <a:bodyPr vert="horz" wrap="square" lIns="91440" tIns="45720" rIns="91440" bIns="45720" numCol="1" anchor="t" anchorCtr="0" compatLnSpc="1"/>
              <a:lstStyle/>
              <a:p>
                <a:endParaRPr lang="zh-CN" altLang="en-US" sz="1400"/>
              </a:p>
            </p:txBody>
          </p:sp>
          <p:sp>
            <p:nvSpPr>
              <p:cNvPr id="237644" name="任意多边形 12622"/>
              <p:cNvSpPr/>
              <p:nvPr/>
            </p:nvSpPr>
            <p:spPr bwMode="auto">
              <a:xfrm>
                <a:off x="2132" y="738"/>
                <a:ext cx="380" cy="363"/>
              </a:xfrm>
              <a:custGeom>
                <a:avLst/>
                <a:gdLst/>
                <a:ahLst/>
                <a:cxnLst>
                  <a:cxn ang="0">
                    <a:pos x="0" y="0"/>
                  </a:cxn>
                  <a:cxn ang="0">
                    <a:pos x="380" y="0"/>
                  </a:cxn>
                  <a:cxn ang="0">
                    <a:pos x="380" y="363"/>
                  </a:cxn>
                  <a:cxn ang="0">
                    <a:pos x="0" y="363"/>
                  </a:cxn>
                  <a:cxn ang="0">
                    <a:pos x="0" y="2"/>
                  </a:cxn>
                  <a:cxn ang="0">
                    <a:pos x="0" y="363"/>
                  </a:cxn>
                  <a:cxn ang="0">
                    <a:pos x="321" y="363"/>
                  </a:cxn>
                </a:cxnLst>
                <a:rect l="0" t="0" r="r" b="b"/>
                <a:pathLst>
                  <a:path w="380" h="363">
                    <a:moveTo>
                      <a:pt x="0" y="0"/>
                    </a:moveTo>
                    <a:lnTo>
                      <a:pt x="380" y="0"/>
                    </a:lnTo>
                    <a:lnTo>
                      <a:pt x="380" y="363"/>
                    </a:lnTo>
                    <a:lnTo>
                      <a:pt x="0" y="363"/>
                    </a:lnTo>
                    <a:lnTo>
                      <a:pt x="0" y="2"/>
                    </a:lnTo>
                    <a:lnTo>
                      <a:pt x="0" y="363"/>
                    </a:lnTo>
                    <a:lnTo>
                      <a:pt x="321" y="363"/>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7643" name="直线 12623"/>
              <p:cNvSpPr>
                <a:spLocks noChangeShapeType="1"/>
              </p:cNvSpPr>
              <p:nvPr/>
            </p:nvSpPr>
            <p:spPr bwMode="auto">
              <a:xfrm>
                <a:off x="2128" y="984"/>
                <a:ext cx="384" cy="1"/>
              </a:xfrm>
              <a:prstGeom prst="line">
                <a:avLst/>
              </a:pr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7642" name="椭圆 12624"/>
              <p:cNvSpPr>
                <a:spLocks noChangeArrowheads="1"/>
              </p:cNvSpPr>
              <p:nvPr/>
            </p:nvSpPr>
            <p:spPr bwMode="auto">
              <a:xfrm>
                <a:off x="2251" y="1543"/>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41" name="椭圆 12625"/>
              <p:cNvSpPr>
                <a:spLocks noChangeArrowheads="1"/>
              </p:cNvSpPr>
              <p:nvPr/>
            </p:nvSpPr>
            <p:spPr bwMode="auto">
              <a:xfrm>
                <a:off x="2251" y="1543"/>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40" name="椭圆 12626"/>
              <p:cNvSpPr>
                <a:spLocks noChangeArrowheads="1"/>
              </p:cNvSpPr>
              <p:nvPr/>
            </p:nvSpPr>
            <p:spPr bwMode="auto">
              <a:xfrm>
                <a:off x="2284" y="1543"/>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39" name="椭圆 12627"/>
              <p:cNvSpPr>
                <a:spLocks noChangeArrowheads="1"/>
              </p:cNvSpPr>
              <p:nvPr/>
            </p:nvSpPr>
            <p:spPr bwMode="auto">
              <a:xfrm>
                <a:off x="2284" y="1543"/>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38" name="椭圆 12628"/>
              <p:cNvSpPr>
                <a:spLocks noChangeArrowheads="1"/>
              </p:cNvSpPr>
              <p:nvPr/>
            </p:nvSpPr>
            <p:spPr bwMode="auto">
              <a:xfrm>
                <a:off x="2318" y="1543"/>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37" name="椭圆 12629"/>
              <p:cNvSpPr>
                <a:spLocks noChangeArrowheads="1"/>
              </p:cNvSpPr>
              <p:nvPr/>
            </p:nvSpPr>
            <p:spPr bwMode="auto">
              <a:xfrm>
                <a:off x="2318" y="1543"/>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36" name="椭圆 12630"/>
              <p:cNvSpPr>
                <a:spLocks noChangeArrowheads="1"/>
              </p:cNvSpPr>
              <p:nvPr/>
            </p:nvSpPr>
            <p:spPr bwMode="auto">
              <a:xfrm>
                <a:off x="2354" y="1543"/>
                <a:ext cx="4"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35" name="椭圆 12631"/>
              <p:cNvSpPr>
                <a:spLocks noChangeArrowheads="1"/>
              </p:cNvSpPr>
              <p:nvPr/>
            </p:nvSpPr>
            <p:spPr bwMode="auto">
              <a:xfrm>
                <a:off x="2354" y="1543"/>
                <a:ext cx="4"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34" name="椭圆 12632"/>
              <p:cNvSpPr>
                <a:spLocks noChangeArrowheads="1"/>
              </p:cNvSpPr>
              <p:nvPr/>
            </p:nvSpPr>
            <p:spPr bwMode="auto">
              <a:xfrm>
                <a:off x="2251" y="1570"/>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33" name="椭圆 12633"/>
              <p:cNvSpPr>
                <a:spLocks noChangeArrowheads="1"/>
              </p:cNvSpPr>
              <p:nvPr/>
            </p:nvSpPr>
            <p:spPr bwMode="auto">
              <a:xfrm>
                <a:off x="2251" y="1570"/>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32" name="椭圆 12634"/>
              <p:cNvSpPr>
                <a:spLocks noChangeArrowheads="1"/>
              </p:cNvSpPr>
              <p:nvPr/>
            </p:nvSpPr>
            <p:spPr bwMode="auto">
              <a:xfrm>
                <a:off x="2284" y="1570"/>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31" name="椭圆 12635"/>
              <p:cNvSpPr>
                <a:spLocks noChangeArrowheads="1"/>
              </p:cNvSpPr>
              <p:nvPr/>
            </p:nvSpPr>
            <p:spPr bwMode="auto">
              <a:xfrm>
                <a:off x="2284" y="1570"/>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30" name="椭圆 12636"/>
              <p:cNvSpPr>
                <a:spLocks noChangeArrowheads="1"/>
              </p:cNvSpPr>
              <p:nvPr/>
            </p:nvSpPr>
            <p:spPr bwMode="auto">
              <a:xfrm>
                <a:off x="2318" y="1570"/>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29" name="椭圆 12637"/>
              <p:cNvSpPr>
                <a:spLocks noChangeArrowheads="1"/>
              </p:cNvSpPr>
              <p:nvPr/>
            </p:nvSpPr>
            <p:spPr bwMode="auto">
              <a:xfrm>
                <a:off x="2318" y="1570"/>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28" name="椭圆 12638"/>
              <p:cNvSpPr>
                <a:spLocks noChangeArrowheads="1"/>
              </p:cNvSpPr>
              <p:nvPr/>
            </p:nvSpPr>
            <p:spPr bwMode="auto">
              <a:xfrm>
                <a:off x="2354" y="1570"/>
                <a:ext cx="4"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27" name="椭圆 12639"/>
              <p:cNvSpPr>
                <a:spLocks noChangeArrowheads="1"/>
              </p:cNvSpPr>
              <p:nvPr/>
            </p:nvSpPr>
            <p:spPr bwMode="auto">
              <a:xfrm>
                <a:off x="2354" y="1570"/>
                <a:ext cx="4"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26" name="椭圆 12640"/>
              <p:cNvSpPr>
                <a:spLocks noChangeArrowheads="1"/>
              </p:cNvSpPr>
              <p:nvPr/>
            </p:nvSpPr>
            <p:spPr bwMode="auto">
              <a:xfrm>
                <a:off x="2251" y="1600"/>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25" name="椭圆 12641"/>
              <p:cNvSpPr>
                <a:spLocks noChangeArrowheads="1"/>
              </p:cNvSpPr>
              <p:nvPr/>
            </p:nvSpPr>
            <p:spPr bwMode="auto">
              <a:xfrm>
                <a:off x="2251" y="1600"/>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24" name="椭圆 12642"/>
              <p:cNvSpPr>
                <a:spLocks noChangeArrowheads="1"/>
              </p:cNvSpPr>
              <p:nvPr/>
            </p:nvSpPr>
            <p:spPr bwMode="auto">
              <a:xfrm>
                <a:off x="2284" y="1600"/>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23" name="椭圆 12643"/>
              <p:cNvSpPr>
                <a:spLocks noChangeArrowheads="1"/>
              </p:cNvSpPr>
              <p:nvPr/>
            </p:nvSpPr>
            <p:spPr bwMode="auto">
              <a:xfrm>
                <a:off x="2284" y="1600"/>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22" name="椭圆 12644"/>
              <p:cNvSpPr>
                <a:spLocks noChangeArrowheads="1"/>
              </p:cNvSpPr>
              <p:nvPr/>
            </p:nvSpPr>
            <p:spPr bwMode="auto">
              <a:xfrm>
                <a:off x="2319" y="1600"/>
                <a:ext cx="4"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21" name="椭圆 12645"/>
              <p:cNvSpPr>
                <a:spLocks noChangeArrowheads="1"/>
              </p:cNvSpPr>
              <p:nvPr/>
            </p:nvSpPr>
            <p:spPr bwMode="auto">
              <a:xfrm>
                <a:off x="2319" y="1600"/>
                <a:ext cx="4"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20" name="椭圆 12646"/>
              <p:cNvSpPr>
                <a:spLocks noChangeArrowheads="1"/>
              </p:cNvSpPr>
              <p:nvPr/>
            </p:nvSpPr>
            <p:spPr bwMode="auto">
              <a:xfrm>
                <a:off x="2354" y="1600"/>
                <a:ext cx="4"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19" name="椭圆 12647"/>
              <p:cNvSpPr>
                <a:spLocks noChangeArrowheads="1"/>
              </p:cNvSpPr>
              <p:nvPr/>
            </p:nvSpPr>
            <p:spPr bwMode="auto">
              <a:xfrm>
                <a:off x="2354" y="1600"/>
                <a:ext cx="4"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18" name="椭圆 12648"/>
              <p:cNvSpPr>
                <a:spLocks noChangeArrowheads="1"/>
              </p:cNvSpPr>
              <p:nvPr/>
            </p:nvSpPr>
            <p:spPr bwMode="auto">
              <a:xfrm>
                <a:off x="2385" y="1543"/>
                <a:ext cx="5"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17" name="椭圆 12649"/>
              <p:cNvSpPr>
                <a:spLocks noChangeArrowheads="1"/>
              </p:cNvSpPr>
              <p:nvPr/>
            </p:nvSpPr>
            <p:spPr bwMode="auto">
              <a:xfrm>
                <a:off x="2385" y="1543"/>
                <a:ext cx="5"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16" name="椭圆 12650"/>
              <p:cNvSpPr>
                <a:spLocks noChangeArrowheads="1"/>
              </p:cNvSpPr>
              <p:nvPr/>
            </p:nvSpPr>
            <p:spPr bwMode="auto">
              <a:xfrm>
                <a:off x="2385" y="1570"/>
                <a:ext cx="5"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15" name="椭圆 12651"/>
              <p:cNvSpPr>
                <a:spLocks noChangeArrowheads="1"/>
              </p:cNvSpPr>
              <p:nvPr/>
            </p:nvSpPr>
            <p:spPr bwMode="auto">
              <a:xfrm>
                <a:off x="2385" y="1570"/>
                <a:ext cx="5"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14" name="椭圆 12652"/>
              <p:cNvSpPr>
                <a:spLocks noChangeArrowheads="1"/>
              </p:cNvSpPr>
              <p:nvPr/>
            </p:nvSpPr>
            <p:spPr bwMode="auto">
              <a:xfrm>
                <a:off x="2385" y="1600"/>
                <a:ext cx="5"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13" name="椭圆 12653"/>
              <p:cNvSpPr>
                <a:spLocks noChangeArrowheads="1"/>
              </p:cNvSpPr>
              <p:nvPr/>
            </p:nvSpPr>
            <p:spPr bwMode="auto">
              <a:xfrm>
                <a:off x="2385" y="1600"/>
                <a:ext cx="5"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12" name="直线 12654"/>
              <p:cNvSpPr>
                <a:spLocks noChangeShapeType="1"/>
              </p:cNvSpPr>
              <p:nvPr/>
            </p:nvSpPr>
            <p:spPr bwMode="auto">
              <a:xfrm>
                <a:off x="2192" y="1627"/>
                <a:ext cx="1" cy="90"/>
              </a:xfrm>
              <a:prstGeom prst="line">
                <a:avLst/>
              </a:prstGeom>
              <a:noFill/>
              <a:ln w="7">
                <a:solidFill>
                  <a:srgbClr val="7F7F7F"/>
                </a:solidFill>
                <a:round/>
              </a:ln>
            </p:spPr>
            <p:txBody>
              <a:bodyPr vert="horz" wrap="square" lIns="91440" tIns="45720" rIns="91440" bIns="45720" numCol="1" anchor="t" anchorCtr="0" compatLnSpc="1"/>
              <a:lstStyle/>
              <a:p>
                <a:endParaRPr lang="zh-CN" altLang="en-US" sz="1400"/>
              </a:p>
            </p:txBody>
          </p:sp>
          <p:sp>
            <p:nvSpPr>
              <p:cNvPr id="237611" name="矩形 12655"/>
              <p:cNvSpPr>
                <a:spLocks noChangeArrowheads="1"/>
              </p:cNvSpPr>
              <p:nvPr/>
            </p:nvSpPr>
            <p:spPr bwMode="auto">
              <a:xfrm>
                <a:off x="2128" y="1117"/>
                <a:ext cx="387" cy="57"/>
              </a:xfrm>
              <a:prstGeom prst="rect">
                <a:avLst/>
              </a:prstGeom>
              <a:solidFill>
                <a:srgbClr val="E5E5E5"/>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10" name="矩形 12656"/>
              <p:cNvSpPr>
                <a:spLocks noChangeArrowheads="1"/>
              </p:cNvSpPr>
              <p:nvPr/>
            </p:nvSpPr>
            <p:spPr bwMode="auto">
              <a:xfrm>
                <a:off x="2128" y="1117"/>
                <a:ext cx="387" cy="57"/>
              </a:xfrm>
              <a:prstGeom prst="rect">
                <a:avLst/>
              </a:prstGeom>
              <a:noFill/>
              <a:ln w="2">
                <a:solidFill>
                  <a:srgbClr val="7F7F7F"/>
                </a:solidFill>
                <a:miter lim="800000"/>
              </a:ln>
            </p:spPr>
            <p:txBody>
              <a:bodyPr vert="horz" wrap="square" lIns="91440" tIns="45720" rIns="91440" bIns="45720" numCol="1" anchor="t" anchorCtr="0" compatLnSpc="1"/>
              <a:lstStyle/>
              <a:p>
                <a:endParaRPr lang="zh-CN" altLang="en-US" sz="1400"/>
              </a:p>
            </p:txBody>
          </p:sp>
          <p:sp>
            <p:nvSpPr>
              <p:cNvPr id="237609" name="矩形 12657"/>
              <p:cNvSpPr>
                <a:spLocks noChangeArrowheads="1"/>
              </p:cNvSpPr>
              <p:nvPr/>
            </p:nvSpPr>
            <p:spPr bwMode="auto">
              <a:xfrm>
                <a:off x="2130" y="1118"/>
                <a:ext cx="198" cy="54"/>
              </a:xfrm>
              <a:prstGeom prst="rect">
                <a:avLst/>
              </a:prstGeom>
              <a:solidFill>
                <a:srgbClr val="E5E5E5"/>
              </a:solidFill>
              <a:ln w="3">
                <a:solidFill>
                  <a:srgbClr val="000000"/>
                </a:solidFill>
                <a:miter lim="800000"/>
              </a:ln>
            </p:spPr>
            <p:txBody>
              <a:bodyPr vert="horz" wrap="square" lIns="91440" tIns="45720" rIns="91440" bIns="45720" numCol="1" anchor="t" anchorCtr="0" compatLnSpc="1"/>
              <a:lstStyle/>
              <a:p>
                <a:endParaRPr lang="zh-CN" altLang="en-US" sz="1400"/>
              </a:p>
            </p:txBody>
          </p:sp>
          <p:sp>
            <p:nvSpPr>
              <p:cNvPr id="237608" name="矩形 12658"/>
              <p:cNvSpPr>
                <a:spLocks noChangeArrowheads="1"/>
              </p:cNvSpPr>
              <p:nvPr/>
            </p:nvSpPr>
            <p:spPr bwMode="auto">
              <a:xfrm>
                <a:off x="2130" y="1118"/>
                <a:ext cx="198" cy="54"/>
              </a:xfrm>
              <a:prstGeom prst="rect">
                <a:avLst/>
              </a:prstGeom>
              <a:noFill/>
              <a:ln w="3">
                <a:solidFill>
                  <a:srgbClr val="7F7F7F"/>
                </a:solidFill>
                <a:miter lim="800000"/>
              </a:ln>
            </p:spPr>
            <p:txBody>
              <a:bodyPr vert="horz" wrap="square" lIns="91440" tIns="45720" rIns="91440" bIns="45720" numCol="1" anchor="t" anchorCtr="0" compatLnSpc="1"/>
              <a:lstStyle/>
              <a:p>
                <a:endParaRPr lang="zh-CN" altLang="en-US" sz="1400"/>
              </a:p>
            </p:txBody>
          </p:sp>
          <p:sp>
            <p:nvSpPr>
              <p:cNvPr id="237607" name="矩形 12659"/>
              <p:cNvSpPr>
                <a:spLocks noChangeArrowheads="1"/>
              </p:cNvSpPr>
              <p:nvPr/>
            </p:nvSpPr>
            <p:spPr bwMode="auto">
              <a:xfrm>
                <a:off x="2139" y="1136"/>
                <a:ext cx="180" cy="7"/>
              </a:xfrm>
              <a:prstGeom prst="rect">
                <a:avLst/>
              </a:prstGeom>
              <a:solidFill>
                <a:srgbClr val="D8D8D8"/>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06" name="矩形 12660"/>
              <p:cNvSpPr>
                <a:spLocks noChangeArrowheads="1"/>
              </p:cNvSpPr>
              <p:nvPr/>
            </p:nvSpPr>
            <p:spPr bwMode="auto">
              <a:xfrm>
                <a:off x="2139" y="1136"/>
                <a:ext cx="180" cy="7"/>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05" name="矩形 12661"/>
              <p:cNvSpPr>
                <a:spLocks noChangeArrowheads="1"/>
              </p:cNvSpPr>
              <p:nvPr/>
            </p:nvSpPr>
            <p:spPr bwMode="auto">
              <a:xfrm>
                <a:off x="2199" y="1141"/>
                <a:ext cx="58" cy="10"/>
              </a:xfrm>
              <a:prstGeom prst="rect">
                <a:avLst/>
              </a:prstGeom>
              <a:solidFill>
                <a:srgbClr val="F2F2F2"/>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04" name="矩形 12662"/>
              <p:cNvSpPr>
                <a:spLocks noChangeArrowheads="1"/>
              </p:cNvSpPr>
              <p:nvPr/>
            </p:nvSpPr>
            <p:spPr bwMode="auto">
              <a:xfrm>
                <a:off x="2199" y="1141"/>
                <a:ext cx="58" cy="10"/>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03" name="任意多边形 12663"/>
              <p:cNvSpPr/>
              <p:nvPr/>
            </p:nvSpPr>
            <p:spPr bwMode="auto">
              <a:xfrm>
                <a:off x="2197" y="1131"/>
                <a:ext cx="64" cy="4"/>
              </a:xfrm>
              <a:custGeom>
                <a:avLst/>
                <a:gdLst/>
                <a:ahLst/>
                <a:cxnLst>
                  <a:cxn ang="0">
                    <a:pos x="60" y="0"/>
                  </a:cxn>
                  <a:cxn ang="0">
                    <a:pos x="2" y="0"/>
                  </a:cxn>
                  <a:cxn ang="0">
                    <a:pos x="0" y="4"/>
                  </a:cxn>
                  <a:cxn ang="0">
                    <a:pos x="64" y="4"/>
                  </a:cxn>
                  <a:cxn ang="0">
                    <a:pos x="60" y="0"/>
                  </a:cxn>
                </a:cxnLst>
                <a:rect l="0" t="0" r="r" b="b"/>
                <a:pathLst>
                  <a:path w="64" h="4">
                    <a:moveTo>
                      <a:pt x="60" y="0"/>
                    </a:moveTo>
                    <a:lnTo>
                      <a:pt x="2" y="0"/>
                    </a:lnTo>
                    <a:lnTo>
                      <a:pt x="0" y="4"/>
                    </a:lnTo>
                    <a:lnTo>
                      <a:pt x="64" y="4"/>
                    </a:lnTo>
                    <a:lnTo>
                      <a:pt x="60" y="0"/>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02" name="任意多边形 12664"/>
              <p:cNvSpPr/>
              <p:nvPr/>
            </p:nvSpPr>
            <p:spPr bwMode="auto">
              <a:xfrm>
                <a:off x="2197" y="1131"/>
                <a:ext cx="64" cy="4"/>
              </a:xfrm>
              <a:custGeom>
                <a:avLst/>
                <a:gdLst/>
                <a:ahLst/>
                <a:cxnLst>
                  <a:cxn ang="0">
                    <a:pos x="60" y="0"/>
                  </a:cxn>
                  <a:cxn ang="0">
                    <a:pos x="2" y="0"/>
                  </a:cxn>
                  <a:cxn ang="0">
                    <a:pos x="0" y="4"/>
                  </a:cxn>
                  <a:cxn ang="0">
                    <a:pos x="64" y="4"/>
                  </a:cxn>
                  <a:cxn ang="0">
                    <a:pos x="60" y="0"/>
                  </a:cxn>
                </a:cxnLst>
                <a:rect l="0" t="0" r="r" b="b"/>
                <a:pathLst>
                  <a:path w="64" h="4">
                    <a:moveTo>
                      <a:pt x="60" y="0"/>
                    </a:moveTo>
                    <a:lnTo>
                      <a:pt x="2" y="0"/>
                    </a:lnTo>
                    <a:lnTo>
                      <a:pt x="0" y="4"/>
                    </a:lnTo>
                    <a:lnTo>
                      <a:pt x="64" y="4"/>
                    </a:lnTo>
                    <a:lnTo>
                      <a:pt x="60"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01" name="任意多边形 12665"/>
              <p:cNvSpPr/>
              <p:nvPr/>
            </p:nvSpPr>
            <p:spPr bwMode="auto">
              <a:xfrm>
                <a:off x="2257" y="1138"/>
                <a:ext cx="62" cy="3"/>
              </a:xfrm>
              <a:custGeom>
                <a:avLst/>
                <a:gdLst/>
                <a:ahLst/>
                <a:cxnLst>
                  <a:cxn ang="0">
                    <a:pos x="61" y="0"/>
                  </a:cxn>
                  <a:cxn ang="0">
                    <a:pos x="2" y="0"/>
                  </a:cxn>
                  <a:cxn ang="0">
                    <a:pos x="0" y="3"/>
                  </a:cxn>
                  <a:cxn ang="0">
                    <a:pos x="62" y="3"/>
                  </a:cxn>
                  <a:cxn ang="0">
                    <a:pos x="61" y="0"/>
                  </a:cxn>
                </a:cxnLst>
                <a:rect l="0" t="0" r="r" b="b"/>
                <a:pathLst>
                  <a:path w="62" h="3">
                    <a:moveTo>
                      <a:pt x="61" y="0"/>
                    </a:moveTo>
                    <a:lnTo>
                      <a:pt x="2" y="0"/>
                    </a:lnTo>
                    <a:lnTo>
                      <a:pt x="0" y="3"/>
                    </a:lnTo>
                    <a:lnTo>
                      <a:pt x="62" y="3"/>
                    </a:lnTo>
                    <a:lnTo>
                      <a:pt x="61" y="0"/>
                    </a:lnTo>
                    <a:close/>
                  </a:path>
                </a:pathLst>
              </a:custGeom>
              <a:solidFill>
                <a:srgbClr val="CCCCCC"/>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00" name="任意多边形 12666"/>
              <p:cNvSpPr/>
              <p:nvPr/>
            </p:nvSpPr>
            <p:spPr bwMode="auto">
              <a:xfrm>
                <a:off x="2257" y="1138"/>
                <a:ext cx="62" cy="3"/>
              </a:xfrm>
              <a:custGeom>
                <a:avLst/>
                <a:gdLst/>
                <a:ahLst/>
                <a:cxnLst>
                  <a:cxn ang="0">
                    <a:pos x="61" y="0"/>
                  </a:cxn>
                  <a:cxn ang="0">
                    <a:pos x="2" y="0"/>
                  </a:cxn>
                  <a:cxn ang="0">
                    <a:pos x="0" y="3"/>
                  </a:cxn>
                  <a:cxn ang="0">
                    <a:pos x="62" y="3"/>
                  </a:cxn>
                  <a:cxn ang="0">
                    <a:pos x="61" y="0"/>
                  </a:cxn>
                </a:cxnLst>
                <a:rect l="0" t="0" r="r" b="b"/>
                <a:pathLst>
                  <a:path w="62" h="3">
                    <a:moveTo>
                      <a:pt x="61" y="0"/>
                    </a:moveTo>
                    <a:lnTo>
                      <a:pt x="2" y="0"/>
                    </a:lnTo>
                    <a:lnTo>
                      <a:pt x="0" y="3"/>
                    </a:lnTo>
                    <a:lnTo>
                      <a:pt x="62" y="3"/>
                    </a:lnTo>
                    <a:lnTo>
                      <a:pt x="61"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599" name="任意多边形 12667"/>
              <p:cNvSpPr/>
              <p:nvPr/>
            </p:nvSpPr>
            <p:spPr bwMode="auto">
              <a:xfrm>
                <a:off x="2199" y="1143"/>
                <a:ext cx="3" cy="8"/>
              </a:xfrm>
              <a:custGeom>
                <a:avLst/>
                <a:gdLst/>
                <a:ahLst/>
                <a:cxnLst>
                  <a:cxn ang="0">
                    <a:pos x="0" y="0"/>
                  </a:cxn>
                  <a:cxn ang="0">
                    <a:pos x="0" y="0"/>
                  </a:cxn>
                  <a:cxn ang="0">
                    <a:pos x="0" y="8"/>
                  </a:cxn>
                  <a:cxn ang="0">
                    <a:pos x="3" y="0"/>
                  </a:cxn>
                  <a:cxn ang="0">
                    <a:pos x="0" y="0"/>
                  </a:cxn>
                </a:cxnLst>
                <a:rect l="0" t="0" r="r" b="b"/>
                <a:pathLst>
                  <a:path w="3" h="8">
                    <a:moveTo>
                      <a:pt x="0" y="0"/>
                    </a:moveTo>
                    <a:lnTo>
                      <a:pt x="0" y="0"/>
                    </a:lnTo>
                    <a:lnTo>
                      <a:pt x="0" y="8"/>
                    </a:lnTo>
                    <a:lnTo>
                      <a:pt x="3" y="0"/>
                    </a:lnTo>
                    <a:lnTo>
                      <a:pt x="0" y="0"/>
                    </a:lnTo>
                    <a:close/>
                  </a:path>
                </a:pathLst>
              </a:custGeom>
              <a:solidFill>
                <a:srgbClr val="000000"/>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598" name="任意多边形 12668"/>
              <p:cNvSpPr/>
              <p:nvPr/>
            </p:nvSpPr>
            <p:spPr bwMode="auto">
              <a:xfrm>
                <a:off x="2199" y="1143"/>
                <a:ext cx="3" cy="8"/>
              </a:xfrm>
              <a:custGeom>
                <a:avLst/>
                <a:gdLst/>
                <a:ahLst/>
                <a:cxnLst>
                  <a:cxn ang="0">
                    <a:pos x="0" y="0"/>
                  </a:cxn>
                  <a:cxn ang="0">
                    <a:pos x="0" y="0"/>
                  </a:cxn>
                  <a:cxn ang="0">
                    <a:pos x="0" y="8"/>
                  </a:cxn>
                  <a:cxn ang="0">
                    <a:pos x="3" y="0"/>
                  </a:cxn>
                  <a:cxn ang="0">
                    <a:pos x="0" y="0"/>
                  </a:cxn>
                </a:cxnLst>
                <a:rect l="0" t="0" r="r" b="b"/>
                <a:pathLst>
                  <a:path w="3" h="8">
                    <a:moveTo>
                      <a:pt x="0" y="0"/>
                    </a:moveTo>
                    <a:lnTo>
                      <a:pt x="0" y="0"/>
                    </a:lnTo>
                    <a:lnTo>
                      <a:pt x="0" y="8"/>
                    </a:lnTo>
                    <a:lnTo>
                      <a:pt x="3" y="0"/>
                    </a:lnTo>
                    <a:lnTo>
                      <a:pt x="0"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597" name="任意多边形 12669"/>
              <p:cNvSpPr/>
              <p:nvPr/>
            </p:nvSpPr>
            <p:spPr bwMode="auto">
              <a:xfrm>
                <a:off x="2254" y="1143"/>
                <a:ext cx="3" cy="8"/>
              </a:xfrm>
              <a:custGeom>
                <a:avLst/>
                <a:gdLst/>
                <a:ahLst/>
                <a:cxnLst>
                  <a:cxn ang="0">
                    <a:pos x="3" y="0"/>
                  </a:cxn>
                  <a:cxn ang="0">
                    <a:pos x="3" y="0"/>
                  </a:cxn>
                  <a:cxn ang="0">
                    <a:pos x="3" y="8"/>
                  </a:cxn>
                  <a:cxn ang="0">
                    <a:pos x="0" y="0"/>
                  </a:cxn>
                  <a:cxn ang="0">
                    <a:pos x="3" y="0"/>
                  </a:cxn>
                </a:cxnLst>
                <a:rect l="0" t="0" r="r" b="b"/>
                <a:pathLst>
                  <a:path w="3" h="8">
                    <a:moveTo>
                      <a:pt x="3" y="0"/>
                    </a:moveTo>
                    <a:lnTo>
                      <a:pt x="3" y="0"/>
                    </a:lnTo>
                    <a:lnTo>
                      <a:pt x="3" y="8"/>
                    </a:lnTo>
                    <a:lnTo>
                      <a:pt x="0" y="0"/>
                    </a:lnTo>
                    <a:lnTo>
                      <a:pt x="3" y="0"/>
                    </a:lnTo>
                    <a:close/>
                  </a:path>
                </a:pathLst>
              </a:custGeom>
              <a:solidFill>
                <a:srgbClr val="000000"/>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596" name="任意多边形 12670"/>
              <p:cNvSpPr/>
              <p:nvPr/>
            </p:nvSpPr>
            <p:spPr bwMode="auto">
              <a:xfrm>
                <a:off x="2254" y="1143"/>
                <a:ext cx="3" cy="8"/>
              </a:xfrm>
              <a:custGeom>
                <a:avLst/>
                <a:gdLst/>
                <a:ahLst/>
                <a:cxnLst>
                  <a:cxn ang="0">
                    <a:pos x="3" y="0"/>
                  </a:cxn>
                  <a:cxn ang="0">
                    <a:pos x="3" y="0"/>
                  </a:cxn>
                  <a:cxn ang="0">
                    <a:pos x="3" y="8"/>
                  </a:cxn>
                  <a:cxn ang="0">
                    <a:pos x="0" y="0"/>
                  </a:cxn>
                  <a:cxn ang="0">
                    <a:pos x="3" y="0"/>
                  </a:cxn>
                </a:cxnLst>
                <a:rect l="0" t="0" r="r" b="b"/>
                <a:pathLst>
                  <a:path w="3" h="8">
                    <a:moveTo>
                      <a:pt x="3" y="0"/>
                    </a:moveTo>
                    <a:lnTo>
                      <a:pt x="3" y="0"/>
                    </a:lnTo>
                    <a:lnTo>
                      <a:pt x="3" y="8"/>
                    </a:lnTo>
                    <a:lnTo>
                      <a:pt x="0" y="0"/>
                    </a:lnTo>
                    <a:lnTo>
                      <a:pt x="3"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595" name="矩形 12671"/>
              <p:cNvSpPr>
                <a:spLocks noChangeArrowheads="1"/>
              </p:cNvSpPr>
              <p:nvPr/>
            </p:nvSpPr>
            <p:spPr bwMode="auto">
              <a:xfrm>
                <a:off x="2177" y="1156"/>
                <a:ext cx="12" cy="3"/>
              </a:xfrm>
              <a:prstGeom prst="rect">
                <a:avLst/>
              </a:prstGeom>
              <a:solidFill>
                <a:srgbClr val="83FF00"/>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594" name="矩形 12672"/>
              <p:cNvSpPr>
                <a:spLocks noChangeArrowheads="1"/>
              </p:cNvSpPr>
              <p:nvPr/>
            </p:nvSpPr>
            <p:spPr bwMode="auto">
              <a:xfrm>
                <a:off x="2177" y="1156"/>
                <a:ext cx="12" cy="3"/>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593" name="任意多边形 12673"/>
              <p:cNvSpPr/>
              <p:nvPr/>
            </p:nvSpPr>
            <p:spPr bwMode="auto">
              <a:xfrm>
                <a:off x="2135" y="1138"/>
                <a:ext cx="62" cy="3"/>
              </a:xfrm>
              <a:custGeom>
                <a:avLst/>
                <a:gdLst/>
                <a:ahLst/>
                <a:cxnLst>
                  <a:cxn ang="0">
                    <a:pos x="60" y="0"/>
                  </a:cxn>
                  <a:cxn ang="0">
                    <a:pos x="2" y="0"/>
                  </a:cxn>
                  <a:cxn ang="0">
                    <a:pos x="0" y="3"/>
                  </a:cxn>
                  <a:cxn ang="0">
                    <a:pos x="62" y="3"/>
                  </a:cxn>
                  <a:cxn ang="0">
                    <a:pos x="60" y="0"/>
                  </a:cxn>
                </a:cxnLst>
                <a:rect l="0" t="0" r="r" b="b"/>
                <a:pathLst>
                  <a:path w="62" h="3">
                    <a:moveTo>
                      <a:pt x="60" y="0"/>
                    </a:moveTo>
                    <a:lnTo>
                      <a:pt x="2" y="0"/>
                    </a:lnTo>
                    <a:lnTo>
                      <a:pt x="0" y="3"/>
                    </a:lnTo>
                    <a:lnTo>
                      <a:pt x="62" y="3"/>
                    </a:lnTo>
                    <a:lnTo>
                      <a:pt x="60" y="0"/>
                    </a:lnTo>
                    <a:close/>
                  </a:path>
                </a:pathLst>
              </a:custGeom>
              <a:solidFill>
                <a:srgbClr val="CCCCCC"/>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592" name="任意多边形 12674"/>
              <p:cNvSpPr/>
              <p:nvPr/>
            </p:nvSpPr>
            <p:spPr bwMode="auto">
              <a:xfrm>
                <a:off x="2135" y="1138"/>
                <a:ext cx="62" cy="3"/>
              </a:xfrm>
              <a:custGeom>
                <a:avLst/>
                <a:gdLst/>
                <a:ahLst/>
                <a:cxnLst>
                  <a:cxn ang="0">
                    <a:pos x="60" y="0"/>
                  </a:cxn>
                  <a:cxn ang="0">
                    <a:pos x="2" y="0"/>
                  </a:cxn>
                  <a:cxn ang="0">
                    <a:pos x="0" y="3"/>
                  </a:cxn>
                  <a:cxn ang="0">
                    <a:pos x="62" y="3"/>
                  </a:cxn>
                  <a:cxn ang="0">
                    <a:pos x="60" y="0"/>
                  </a:cxn>
                </a:cxnLst>
                <a:rect l="0" t="0" r="r" b="b"/>
                <a:pathLst>
                  <a:path w="62" h="3">
                    <a:moveTo>
                      <a:pt x="60" y="0"/>
                    </a:moveTo>
                    <a:lnTo>
                      <a:pt x="2" y="0"/>
                    </a:lnTo>
                    <a:lnTo>
                      <a:pt x="0" y="3"/>
                    </a:lnTo>
                    <a:lnTo>
                      <a:pt x="62" y="3"/>
                    </a:lnTo>
                    <a:lnTo>
                      <a:pt x="60"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591" name="任意多边形 12675"/>
              <p:cNvSpPr/>
              <p:nvPr/>
            </p:nvSpPr>
            <p:spPr bwMode="auto">
              <a:xfrm>
                <a:off x="2267" y="1154"/>
                <a:ext cx="20" cy="7"/>
              </a:xfrm>
              <a:custGeom>
                <a:avLst/>
                <a:gdLst/>
                <a:ahLst/>
                <a:cxnLst>
                  <a:cxn ang="0">
                    <a:pos x="20" y="3"/>
                  </a:cxn>
                  <a:cxn ang="0">
                    <a:pos x="20" y="2"/>
                  </a:cxn>
                  <a:cxn ang="0">
                    <a:pos x="20" y="2"/>
                  </a:cxn>
                  <a:cxn ang="0">
                    <a:pos x="20" y="2"/>
                  </a:cxn>
                  <a:cxn ang="0">
                    <a:pos x="20" y="0"/>
                  </a:cxn>
                  <a:cxn ang="0">
                    <a:pos x="19" y="0"/>
                  </a:cxn>
                  <a:cxn ang="0">
                    <a:pos x="19" y="0"/>
                  </a:cxn>
                  <a:cxn ang="0">
                    <a:pos x="19" y="0"/>
                  </a:cxn>
                  <a:cxn ang="0">
                    <a:pos x="17" y="0"/>
                  </a:cxn>
                  <a:cxn ang="0">
                    <a:pos x="4" y="0"/>
                  </a:cxn>
                  <a:cxn ang="0">
                    <a:pos x="4" y="0"/>
                  </a:cxn>
                  <a:cxn ang="0">
                    <a:pos x="2" y="0"/>
                  </a:cxn>
                  <a:cxn ang="0">
                    <a:pos x="2" y="0"/>
                  </a:cxn>
                  <a:cxn ang="0">
                    <a:pos x="2" y="0"/>
                  </a:cxn>
                  <a:cxn ang="0">
                    <a:pos x="2" y="2"/>
                  </a:cxn>
                  <a:cxn ang="0">
                    <a:pos x="2" y="2"/>
                  </a:cxn>
                  <a:cxn ang="0">
                    <a:pos x="0" y="2"/>
                  </a:cxn>
                  <a:cxn ang="0">
                    <a:pos x="0" y="3"/>
                  </a:cxn>
                  <a:cxn ang="0">
                    <a:pos x="0" y="3"/>
                  </a:cxn>
                  <a:cxn ang="0">
                    <a:pos x="0" y="3"/>
                  </a:cxn>
                  <a:cxn ang="0">
                    <a:pos x="2" y="5"/>
                  </a:cxn>
                  <a:cxn ang="0">
                    <a:pos x="2" y="5"/>
                  </a:cxn>
                  <a:cxn ang="0">
                    <a:pos x="2" y="5"/>
                  </a:cxn>
                  <a:cxn ang="0">
                    <a:pos x="2" y="7"/>
                  </a:cxn>
                  <a:cxn ang="0">
                    <a:pos x="2" y="7"/>
                  </a:cxn>
                  <a:cxn ang="0">
                    <a:pos x="4" y="7"/>
                  </a:cxn>
                  <a:cxn ang="0">
                    <a:pos x="4" y="7"/>
                  </a:cxn>
                  <a:cxn ang="0">
                    <a:pos x="17" y="7"/>
                  </a:cxn>
                  <a:cxn ang="0">
                    <a:pos x="19" y="7"/>
                  </a:cxn>
                  <a:cxn ang="0">
                    <a:pos x="19" y="7"/>
                  </a:cxn>
                  <a:cxn ang="0">
                    <a:pos x="19" y="7"/>
                  </a:cxn>
                  <a:cxn ang="0">
                    <a:pos x="20" y="5"/>
                  </a:cxn>
                  <a:cxn ang="0">
                    <a:pos x="20" y="5"/>
                  </a:cxn>
                  <a:cxn ang="0">
                    <a:pos x="20" y="5"/>
                  </a:cxn>
                  <a:cxn ang="0">
                    <a:pos x="20" y="3"/>
                  </a:cxn>
                  <a:cxn ang="0">
                    <a:pos x="20" y="3"/>
                  </a:cxn>
                  <a:cxn ang="0">
                    <a:pos x="20" y="3"/>
                  </a:cxn>
                </a:cxnLst>
                <a:rect l="0" t="0" r="r" b="b"/>
                <a:pathLst>
                  <a:path w="20" h="7">
                    <a:moveTo>
                      <a:pt x="20" y="3"/>
                    </a:moveTo>
                    <a:lnTo>
                      <a:pt x="20" y="2"/>
                    </a:lnTo>
                    <a:lnTo>
                      <a:pt x="20" y="0"/>
                    </a:lnTo>
                    <a:lnTo>
                      <a:pt x="19" y="0"/>
                    </a:lnTo>
                    <a:lnTo>
                      <a:pt x="17" y="0"/>
                    </a:lnTo>
                    <a:lnTo>
                      <a:pt x="4" y="0"/>
                    </a:lnTo>
                    <a:lnTo>
                      <a:pt x="2" y="0"/>
                    </a:lnTo>
                    <a:lnTo>
                      <a:pt x="2" y="2"/>
                    </a:lnTo>
                    <a:lnTo>
                      <a:pt x="0" y="2"/>
                    </a:lnTo>
                    <a:lnTo>
                      <a:pt x="0" y="3"/>
                    </a:lnTo>
                    <a:lnTo>
                      <a:pt x="2" y="5"/>
                    </a:lnTo>
                    <a:lnTo>
                      <a:pt x="2" y="7"/>
                    </a:lnTo>
                    <a:lnTo>
                      <a:pt x="4" y="7"/>
                    </a:lnTo>
                    <a:lnTo>
                      <a:pt x="17" y="7"/>
                    </a:lnTo>
                    <a:lnTo>
                      <a:pt x="19" y="7"/>
                    </a:lnTo>
                    <a:lnTo>
                      <a:pt x="20" y="5"/>
                    </a:lnTo>
                    <a:lnTo>
                      <a:pt x="20" y="3"/>
                    </a:lnTo>
                    <a:close/>
                  </a:path>
                </a:pathLst>
              </a:custGeom>
              <a:solidFill>
                <a:srgbClr val="D8D8D8"/>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590" name="任意多边形 12676"/>
              <p:cNvSpPr/>
              <p:nvPr/>
            </p:nvSpPr>
            <p:spPr bwMode="auto">
              <a:xfrm>
                <a:off x="2267" y="1154"/>
                <a:ext cx="20" cy="7"/>
              </a:xfrm>
              <a:custGeom>
                <a:avLst/>
                <a:gdLst/>
                <a:ahLst/>
                <a:cxnLst>
                  <a:cxn ang="0">
                    <a:pos x="20" y="3"/>
                  </a:cxn>
                  <a:cxn ang="0">
                    <a:pos x="20" y="2"/>
                  </a:cxn>
                  <a:cxn ang="0">
                    <a:pos x="20" y="2"/>
                  </a:cxn>
                  <a:cxn ang="0">
                    <a:pos x="20" y="2"/>
                  </a:cxn>
                  <a:cxn ang="0">
                    <a:pos x="20" y="0"/>
                  </a:cxn>
                  <a:cxn ang="0">
                    <a:pos x="19" y="0"/>
                  </a:cxn>
                  <a:cxn ang="0">
                    <a:pos x="19" y="0"/>
                  </a:cxn>
                  <a:cxn ang="0">
                    <a:pos x="19" y="0"/>
                  </a:cxn>
                  <a:cxn ang="0">
                    <a:pos x="17" y="0"/>
                  </a:cxn>
                  <a:cxn ang="0">
                    <a:pos x="4" y="0"/>
                  </a:cxn>
                  <a:cxn ang="0">
                    <a:pos x="4" y="0"/>
                  </a:cxn>
                  <a:cxn ang="0">
                    <a:pos x="2" y="0"/>
                  </a:cxn>
                  <a:cxn ang="0">
                    <a:pos x="2" y="0"/>
                  </a:cxn>
                  <a:cxn ang="0">
                    <a:pos x="2" y="0"/>
                  </a:cxn>
                  <a:cxn ang="0">
                    <a:pos x="2" y="2"/>
                  </a:cxn>
                  <a:cxn ang="0">
                    <a:pos x="2" y="2"/>
                  </a:cxn>
                  <a:cxn ang="0">
                    <a:pos x="0" y="2"/>
                  </a:cxn>
                  <a:cxn ang="0">
                    <a:pos x="0" y="3"/>
                  </a:cxn>
                  <a:cxn ang="0">
                    <a:pos x="0" y="3"/>
                  </a:cxn>
                  <a:cxn ang="0">
                    <a:pos x="0" y="3"/>
                  </a:cxn>
                  <a:cxn ang="0">
                    <a:pos x="2" y="5"/>
                  </a:cxn>
                  <a:cxn ang="0">
                    <a:pos x="2" y="5"/>
                  </a:cxn>
                  <a:cxn ang="0">
                    <a:pos x="2" y="5"/>
                  </a:cxn>
                  <a:cxn ang="0">
                    <a:pos x="2" y="7"/>
                  </a:cxn>
                  <a:cxn ang="0">
                    <a:pos x="2" y="7"/>
                  </a:cxn>
                  <a:cxn ang="0">
                    <a:pos x="4" y="7"/>
                  </a:cxn>
                  <a:cxn ang="0">
                    <a:pos x="4" y="7"/>
                  </a:cxn>
                  <a:cxn ang="0">
                    <a:pos x="17" y="7"/>
                  </a:cxn>
                  <a:cxn ang="0">
                    <a:pos x="19" y="7"/>
                  </a:cxn>
                  <a:cxn ang="0">
                    <a:pos x="19" y="7"/>
                  </a:cxn>
                  <a:cxn ang="0">
                    <a:pos x="19" y="7"/>
                  </a:cxn>
                  <a:cxn ang="0">
                    <a:pos x="20" y="5"/>
                  </a:cxn>
                  <a:cxn ang="0">
                    <a:pos x="20" y="5"/>
                  </a:cxn>
                  <a:cxn ang="0">
                    <a:pos x="20" y="5"/>
                  </a:cxn>
                  <a:cxn ang="0">
                    <a:pos x="20" y="3"/>
                  </a:cxn>
                  <a:cxn ang="0">
                    <a:pos x="20" y="3"/>
                  </a:cxn>
                  <a:cxn ang="0">
                    <a:pos x="20" y="3"/>
                  </a:cxn>
                </a:cxnLst>
                <a:rect l="0" t="0" r="r" b="b"/>
                <a:pathLst>
                  <a:path w="20" h="7">
                    <a:moveTo>
                      <a:pt x="20" y="3"/>
                    </a:moveTo>
                    <a:lnTo>
                      <a:pt x="20" y="2"/>
                    </a:lnTo>
                    <a:lnTo>
                      <a:pt x="20" y="0"/>
                    </a:lnTo>
                    <a:lnTo>
                      <a:pt x="19" y="0"/>
                    </a:lnTo>
                    <a:lnTo>
                      <a:pt x="17" y="0"/>
                    </a:lnTo>
                    <a:lnTo>
                      <a:pt x="4" y="0"/>
                    </a:lnTo>
                    <a:lnTo>
                      <a:pt x="2" y="0"/>
                    </a:lnTo>
                    <a:lnTo>
                      <a:pt x="2" y="2"/>
                    </a:lnTo>
                    <a:lnTo>
                      <a:pt x="0" y="2"/>
                    </a:lnTo>
                    <a:lnTo>
                      <a:pt x="0" y="3"/>
                    </a:lnTo>
                    <a:lnTo>
                      <a:pt x="2" y="5"/>
                    </a:lnTo>
                    <a:lnTo>
                      <a:pt x="2" y="7"/>
                    </a:lnTo>
                    <a:lnTo>
                      <a:pt x="4" y="7"/>
                    </a:lnTo>
                    <a:lnTo>
                      <a:pt x="17" y="7"/>
                    </a:lnTo>
                    <a:lnTo>
                      <a:pt x="19" y="7"/>
                    </a:lnTo>
                    <a:lnTo>
                      <a:pt x="20" y="5"/>
                    </a:lnTo>
                    <a:lnTo>
                      <a:pt x="20" y="3"/>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589" name="直线 12677"/>
              <p:cNvSpPr>
                <a:spLocks noChangeShapeType="1"/>
              </p:cNvSpPr>
              <p:nvPr/>
            </p:nvSpPr>
            <p:spPr bwMode="auto">
              <a:xfrm>
                <a:off x="2128" y="860"/>
                <a:ext cx="384" cy="1"/>
              </a:xfrm>
              <a:prstGeom prst="line">
                <a:avLst/>
              </a:pr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7588" name="矩形 12678"/>
              <p:cNvSpPr>
                <a:spLocks noChangeArrowheads="1"/>
              </p:cNvSpPr>
              <p:nvPr/>
            </p:nvSpPr>
            <p:spPr bwMode="auto">
              <a:xfrm>
                <a:off x="2216" y="772"/>
                <a:ext cx="212" cy="51"/>
              </a:xfrm>
              <a:prstGeom prst="rect">
                <a:avLst/>
              </a:prstGeom>
              <a:solidFill>
                <a:srgbClr val="E5E5E5"/>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587" name="矩形 12679"/>
              <p:cNvSpPr>
                <a:spLocks noChangeArrowheads="1"/>
              </p:cNvSpPr>
              <p:nvPr/>
            </p:nvSpPr>
            <p:spPr bwMode="auto">
              <a:xfrm>
                <a:off x="2216" y="772"/>
                <a:ext cx="212" cy="51"/>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586" name="矩形 12680"/>
              <p:cNvSpPr>
                <a:spLocks noChangeArrowheads="1"/>
              </p:cNvSpPr>
              <p:nvPr/>
            </p:nvSpPr>
            <p:spPr bwMode="auto">
              <a:xfrm>
                <a:off x="2231" y="774"/>
                <a:ext cx="184" cy="37"/>
              </a:xfrm>
              <a:prstGeom prst="rect">
                <a:avLst/>
              </a:prstGeom>
              <a:solidFill>
                <a:srgbClr val="000000"/>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585" name="矩形 12681"/>
              <p:cNvSpPr>
                <a:spLocks noChangeArrowheads="1"/>
              </p:cNvSpPr>
              <p:nvPr/>
            </p:nvSpPr>
            <p:spPr bwMode="auto">
              <a:xfrm>
                <a:off x="2231" y="774"/>
                <a:ext cx="184" cy="37"/>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584" name="任意多边形 12682"/>
              <p:cNvSpPr/>
              <p:nvPr/>
            </p:nvSpPr>
            <p:spPr bwMode="auto">
              <a:xfrm>
                <a:off x="2231" y="772"/>
                <a:ext cx="184" cy="38"/>
              </a:xfrm>
              <a:custGeom>
                <a:avLst/>
                <a:gdLst/>
                <a:ahLst/>
                <a:cxnLst>
                  <a:cxn ang="0">
                    <a:pos x="0" y="0"/>
                  </a:cxn>
                  <a:cxn ang="0">
                    <a:pos x="0" y="36"/>
                  </a:cxn>
                  <a:cxn ang="0">
                    <a:pos x="8" y="36"/>
                  </a:cxn>
                  <a:cxn ang="0">
                    <a:pos x="8" y="38"/>
                  </a:cxn>
                  <a:cxn ang="0">
                    <a:pos x="174" y="38"/>
                  </a:cxn>
                  <a:cxn ang="0">
                    <a:pos x="174" y="36"/>
                  </a:cxn>
                  <a:cxn ang="0">
                    <a:pos x="184" y="36"/>
                  </a:cxn>
                  <a:cxn ang="0">
                    <a:pos x="184" y="0"/>
                  </a:cxn>
                  <a:cxn ang="0">
                    <a:pos x="0" y="0"/>
                  </a:cxn>
                </a:cxnLst>
                <a:rect l="0" t="0" r="r" b="b"/>
                <a:pathLst>
                  <a:path w="184" h="38">
                    <a:moveTo>
                      <a:pt x="0" y="0"/>
                    </a:moveTo>
                    <a:lnTo>
                      <a:pt x="0" y="36"/>
                    </a:lnTo>
                    <a:lnTo>
                      <a:pt x="8" y="36"/>
                    </a:lnTo>
                    <a:lnTo>
                      <a:pt x="8" y="38"/>
                    </a:lnTo>
                    <a:lnTo>
                      <a:pt x="174" y="38"/>
                    </a:lnTo>
                    <a:lnTo>
                      <a:pt x="174" y="36"/>
                    </a:lnTo>
                    <a:lnTo>
                      <a:pt x="184" y="36"/>
                    </a:lnTo>
                    <a:lnTo>
                      <a:pt x="184" y="0"/>
                    </a:lnTo>
                    <a:lnTo>
                      <a:pt x="0" y="0"/>
                    </a:lnTo>
                    <a:close/>
                  </a:path>
                </a:pathLst>
              </a:custGeom>
              <a:solidFill>
                <a:srgbClr val="F2F2F2"/>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583" name="任意多边形 12683"/>
              <p:cNvSpPr/>
              <p:nvPr/>
            </p:nvSpPr>
            <p:spPr bwMode="auto">
              <a:xfrm>
                <a:off x="2231" y="772"/>
                <a:ext cx="184" cy="38"/>
              </a:xfrm>
              <a:custGeom>
                <a:avLst/>
                <a:gdLst/>
                <a:ahLst/>
                <a:cxnLst>
                  <a:cxn ang="0">
                    <a:pos x="0" y="0"/>
                  </a:cxn>
                  <a:cxn ang="0">
                    <a:pos x="0" y="36"/>
                  </a:cxn>
                  <a:cxn ang="0">
                    <a:pos x="8" y="36"/>
                  </a:cxn>
                  <a:cxn ang="0">
                    <a:pos x="8" y="38"/>
                  </a:cxn>
                  <a:cxn ang="0">
                    <a:pos x="174" y="38"/>
                  </a:cxn>
                  <a:cxn ang="0">
                    <a:pos x="174" y="36"/>
                  </a:cxn>
                  <a:cxn ang="0">
                    <a:pos x="184" y="36"/>
                  </a:cxn>
                  <a:cxn ang="0">
                    <a:pos x="184" y="0"/>
                  </a:cxn>
                  <a:cxn ang="0">
                    <a:pos x="0" y="0"/>
                  </a:cxn>
                </a:cxnLst>
                <a:rect l="0" t="0" r="r" b="b"/>
                <a:pathLst>
                  <a:path w="184" h="38">
                    <a:moveTo>
                      <a:pt x="0" y="0"/>
                    </a:moveTo>
                    <a:lnTo>
                      <a:pt x="0" y="36"/>
                    </a:lnTo>
                    <a:lnTo>
                      <a:pt x="8" y="36"/>
                    </a:lnTo>
                    <a:lnTo>
                      <a:pt x="8" y="38"/>
                    </a:lnTo>
                    <a:lnTo>
                      <a:pt x="174" y="38"/>
                    </a:lnTo>
                    <a:lnTo>
                      <a:pt x="174" y="36"/>
                    </a:lnTo>
                    <a:lnTo>
                      <a:pt x="184" y="36"/>
                    </a:lnTo>
                    <a:lnTo>
                      <a:pt x="184" y="0"/>
                    </a:lnTo>
                    <a:lnTo>
                      <a:pt x="0"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582" name="任意多边形 12684"/>
              <p:cNvSpPr/>
              <p:nvPr/>
            </p:nvSpPr>
            <p:spPr bwMode="auto">
              <a:xfrm>
                <a:off x="2396" y="775"/>
                <a:ext cx="5" cy="31"/>
              </a:xfrm>
              <a:custGeom>
                <a:avLst/>
                <a:gdLst/>
                <a:ahLst/>
                <a:cxnLst>
                  <a:cxn ang="0">
                    <a:pos x="5" y="2"/>
                  </a:cxn>
                  <a:cxn ang="0">
                    <a:pos x="5" y="2"/>
                  </a:cxn>
                  <a:cxn ang="0">
                    <a:pos x="4" y="2"/>
                  </a:cxn>
                  <a:cxn ang="0">
                    <a:pos x="4" y="2"/>
                  </a:cxn>
                  <a:cxn ang="0">
                    <a:pos x="4" y="0"/>
                  </a:cxn>
                  <a:cxn ang="0">
                    <a:pos x="4" y="0"/>
                  </a:cxn>
                  <a:cxn ang="0">
                    <a:pos x="2" y="2"/>
                  </a:cxn>
                  <a:cxn ang="0">
                    <a:pos x="2" y="2"/>
                  </a:cxn>
                  <a:cxn ang="0">
                    <a:pos x="2" y="2"/>
                  </a:cxn>
                  <a:cxn ang="0">
                    <a:pos x="0" y="2"/>
                  </a:cxn>
                  <a:cxn ang="0">
                    <a:pos x="0" y="30"/>
                  </a:cxn>
                  <a:cxn ang="0">
                    <a:pos x="2" y="31"/>
                  </a:cxn>
                  <a:cxn ang="0">
                    <a:pos x="2" y="31"/>
                  </a:cxn>
                  <a:cxn ang="0">
                    <a:pos x="2" y="31"/>
                  </a:cxn>
                  <a:cxn ang="0">
                    <a:pos x="4" y="31"/>
                  </a:cxn>
                  <a:cxn ang="0">
                    <a:pos x="4" y="31"/>
                  </a:cxn>
                  <a:cxn ang="0">
                    <a:pos x="4" y="31"/>
                  </a:cxn>
                  <a:cxn ang="0">
                    <a:pos x="4" y="31"/>
                  </a:cxn>
                  <a:cxn ang="0">
                    <a:pos x="5" y="31"/>
                  </a:cxn>
                  <a:cxn ang="0">
                    <a:pos x="5" y="30"/>
                  </a:cxn>
                  <a:cxn ang="0">
                    <a:pos x="5" y="2"/>
                  </a:cxn>
                </a:cxnLst>
                <a:rect l="0" t="0" r="r" b="b"/>
                <a:pathLst>
                  <a:path w="5" h="31">
                    <a:moveTo>
                      <a:pt x="5" y="2"/>
                    </a:moveTo>
                    <a:lnTo>
                      <a:pt x="5" y="2"/>
                    </a:lnTo>
                    <a:lnTo>
                      <a:pt x="4" y="2"/>
                    </a:lnTo>
                    <a:lnTo>
                      <a:pt x="4" y="0"/>
                    </a:lnTo>
                    <a:lnTo>
                      <a:pt x="2" y="2"/>
                    </a:lnTo>
                    <a:lnTo>
                      <a:pt x="0" y="2"/>
                    </a:lnTo>
                    <a:lnTo>
                      <a:pt x="0" y="30"/>
                    </a:lnTo>
                    <a:lnTo>
                      <a:pt x="2" y="31"/>
                    </a:lnTo>
                    <a:lnTo>
                      <a:pt x="4" y="31"/>
                    </a:lnTo>
                    <a:lnTo>
                      <a:pt x="5" y="31"/>
                    </a:lnTo>
                    <a:lnTo>
                      <a:pt x="5" y="30"/>
                    </a:lnTo>
                    <a:lnTo>
                      <a:pt x="5" y="2"/>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581" name="任意多边形 12685"/>
              <p:cNvSpPr/>
              <p:nvPr/>
            </p:nvSpPr>
            <p:spPr bwMode="auto">
              <a:xfrm>
                <a:off x="2396" y="775"/>
                <a:ext cx="5" cy="31"/>
              </a:xfrm>
              <a:custGeom>
                <a:avLst/>
                <a:gdLst/>
                <a:ahLst/>
                <a:cxnLst>
                  <a:cxn ang="0">
                    <a:pos x="5" y="2"/>
                  </a:cxn>
                  <a:cxn ang="0">
                    <a:pos x="5" y="2"/>
                  </a:cxn>
                  <a:cxn ang="0">
                    <a:pos x="4" y="2"/>
                  </a:cxn>
                  <a:cxn ang="0">
                    <a:pos x="4" y="2"/>
                  </a:cxn>
                  <a:cxn ang="0">
                    <a:pos x="4" y="0"/>
                  </a:cxn>
                  <a:cxn ang="0">
                    <a:pos x="4" y="0"/>
                  </a:cxn>
                  <a:cxn ang="0">
                    <a:pos x="2" y="2"/>
                  </a:cxn>
                  <a:cxn ang="0">
                    <a:pos x="2" y="2"/>
                  </a:cxn>
                  <a:cxn ang="0">
                    <a:pos x="2" y="2"/>
                  </a:cxn>
                  <a:cxn ang="0">
                    <a:pos x="0" y="2"/>
                  </a:cxn>
                  <a:cxn ang="0">
                    <a:pos x="0" y="30"/>
                  </a:cxn>
                  <a:cxn ang="0">
                    <a:pos x="2" y="31"/>
                  </a:cxn>
                  <a:cxn ang="0">
                    <a:pos x="2" y="31"/>
                  </a:cxn>
                  <a:cxn ang="0">
                    <a:pos x="2" y="31"/>
                  </a:cxn>
                  <a:cxn ang="0">
                    <a:pos x="4" y="31"/>
                  </a:cxn>
                  <a:cxn ang="0">
                    <a:pos x="4" y="31"/>
                  </a:cxn>
                  <a:cxn ang="0">
                    <a:pos x="4" y="31"/>
                  </a:cxn>
                  <a:cxn ang="0">
                    <a:pos x="4" y="31"/>
                  </a:cxn>
                  <a:cxn ang="0">
                    <a:pos x="5" y="31"/>
                  </a:cxn>
                  <a:cxn ang="0">
                    <a:pos x="5" y="30"/>
                  </a:cxn>
                  <a:cxn ang="0">
                    <a:pos x="5" y="2"/>
                  </a:cxn>
                </a:cxnLst>
                <a:rect l="0" t="0" r="r" b="b"/>
                <a:pathLst>
                  <a:path w="5" h="31">
                    <a:moveTo>
                      <a:pt x="5" y="2"/>
                    </a:moveTo>
                    <a:lnTo>
                      <a:pt x="5" y="2"/>
                    </a:lnTo>
                    <a:lnTo>
                      <a:pt x="4" y="2"/>
                    </a:lnTo>
                    <a:lnTo>
                      <a:pt x="4" y="0"/>
                    </a:lnTo>
                    <a:lnTo>
                      <a:pt x="2" y="2"/>
                    </a:lnTo>
                    <a:lnTo>
                      <a:pt x="0" y="2"/>
                    </a:lnTo>
                    <a:lnTo>
                      <a:pt x="0" y="30"/>
                    </a:lnTo>
                    <a:lnTo>
                      <a:pt x="2" y="31"/>
                    </a:lnTo>
                    <a:lnTo>
                      <a:pt x="4" y="31"/>
                    </a:lnTo>
                    <a:lnTo>
                      <a:pt x="5" y="31"/>
                    </a:lnTo>
                    <a:lnTo>
                      <a:pt x="5" y="30"/>
                    </a:lnTo>
                    <a:lnTo>
                      <a:pt x="5" y="2"/>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580" name="任意多边形 12686"/>
              <p:cNvSpPr/>
              <p:nvPr/>
            </p:nvSpPr>
            <p:spPr bwMode="auto">
              <a:xfrm>
                <a:off x="2242" y="775"/>
                <a:ext cx="5" cy="31"/>
              </a:xfrm>
              <a:custGeom>
                <a:avLst/>
                <a:gdLst/>
                <a:ahLst/>
                <a:cxnLst>
                  <a:cxn ang="0">
                    <a:pos x="5" y="2"/>
                  </a:cxn>
                  <a:cxn ang="0">
                    <a:pos x="4" y="2"/>
                  </a:cxn>
                  <a:cxn ang="0">
                    <a:pos x="4" y="2"/>
                  </a:cxn>
                  <a:cxn ang="0">
                    <a:pos x="4" y="2"/>
                  </a:cxn>
                  <a:cxn ang="0">
                    <a:pos x="4" y="0"/>
                  </a:cxn>
                  <a:cxn ang="0">
                    <a:pos x="2" y="0"/>
                  </a:cxn>
                  <a:cxn ang="0">
                    <a:pos x="2" y="2"/>
                  </a:cxn>
                  <a:cxn ang="0">
                    <a:pos x="2" y="2"/>
                  </a:cxn>
                  <a:cxn ang="0">
                    <a:pos x="0" y="2"/>
                  </a:cxn>
                  <a:cxn ang="0">
                    <a:pos x="0" y="2"/>
                  </a:cxn>
                  <a:cxn ang="0">
                    <a:pos x="0" y="30"/>
                  </a:cxn>
                  <a:cxn ang="0">
                    <a:pos x="0" y="31"/>
                  </a:cxn>
                  <a:cxn ang="0">
                    <a:pos x="2" y="31"/>
                  </a:cxn>
                  <a:cxn ang="0">
                    <a:pos x="2" y="31"/>
                  </a:cxn>
                  <a:cxn ang="0">
                    <a:pos x="2" y="31"/>
                  </a:cxn>
                  <a:cxn ang="0">
                    <a:pos x="4" y="31"/>
                  </a:cxn>
                  <a:cxn ang="0">
                    <a:pos x="4" y="31"/>
                  </a:cxn>
                  <a:cxn ang="0">
                    <a:pos x="4" y="31"/>
                  </a:cxn>
                  <a:cxn ang="0">
                    <a:pos x="4" y="31"/>
                  </a:cxn>
                  <a:cxn ang="0">
                    <a:pos x="5" y="30"/>
                  </a:cxn>
                  <a:cxn ang="0">
                    <a:pos x="5" y="2"/>
                  </a:cxn>
                </a:cxnLst>
                <a:rect l="0" t="0" r="r" b="b"/>
                <a:pathLst>
                  <a:path w="5" h="31">
                    <a:moveTo>
                      <a:pt x="5" y="2"/>
                    </a:moveTo>
                    <a:lnTo>
                      <a:pt x="4" y="2"/>
                    </a:lnTo>
                    <a:lnTo>
                      <a:pt x="4" y="0"/>
                    </a:lnTo>
                    <a:lnTo>
                      <a:pt x="2" y="0"/>
                    </a:lnTo>
                    <a:lnTo>
                      <a:pt x="2" y="2"/>
                    </a:lnTo>
                    <a:lnTo>
                      <a:pt x="0" y="2"/>
                    </a:lnTo>
                    <a:lnTo>
                      <a:pt x="0" y="30"/>
                    </a:lnTo>
                    <a:lnTo>
                      <a:pt x="0" y="31"/>
                    </a:lnTo>
                    <a:lnTo>
                      <a:pt x="2" y="31"/>
                    </a:lnTo>
                    <a:lnTo>
                      <a:pt x="4" y="31"/>
                    </a:lnTo>
                    <a:lnTo>
                      <a:pt x="5" y="30"/>
                    </a:lnTo>
                    <a:lnTo>
                      <a:pt x="5" y="2"/>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579" name="任意多边形 12687"/>
              <p:cNvSpPr/>
              <p:nvPr/>
            </p:nvSpPr>
            <p:spPr bwMode="auto">
              <a:xfrm>
                <a:off x="2242" y="775"/>
                <a:ext cx="5" cy="31"/>
              </a:xfrm>
              <a:custGeom>
                <a:avLst/>
                <a:gdLst/>
                <a:ahLst/>
                <a:cxnLst>
                  <a:cxn ang="0">
                    <a:pos x="5" y="2"/>
                  </a:cxn>
                  <a:cxn ang="0">
                    <a:pos x="4" y="2"/>
                  </a:cxn>
                  <a:cxn ang="0">
                    <a:pos x="4" y="2"/>
                  </a:cxn>
                  <a:cxn ang="0">
                    <a:pos x="4" y="2"/>
                  </a:cxn>
                  <a:cxn ang="0">
                    <a:pos x="4" y="0"/>
                  </a:cxn>
                  <a:cxn ang="0">
                    <a:pos x="2" y="0"/>
                  </a:cxn>
                  <a:cxn ang="0">
                    <a:pos x="2" y="2"/>
                  </a:cxn>
                  <a:cxn ang="0">
                    <a:pos x="2" y="2"/>
                  </a:cxn>
                  <a:cxn ang="0">
                    <a:pos x="0" y="2"/>
                  </a:cxn>
                  <a:cxn ang="0">
                    <a:pos x="0" y="2"/>
                  </a:cxn>
                  <a:cxn ang="0">
                    <a:pos x="0" y="30"/>
                  </a:cxn>
                  <a:cxn ang="0">
                    <a:pos x="0" y="31"/>
                  </a:cxn>
                  <a:cxn ang="0">
                    <a:pos x="2" y="31"/>
                  </a:cxn>
                  <a:cxn ang="0">
                    <a:pos x="2" y="31"/>
                  </a:cxn>
                  <a:cxn ang="0">
                    <a:pos x="2" y="31"/>
                  </a:cxn>
                  <a:cxn ang="0">
                    <a:pos x="4" y="31"/>
                  </a:cxn>
                  <a:cxn ang="0">
                    <a:pos x="4" y="31"/>
                  </a:cxn>
                  <a:cxn ang="0">
                    <a:pos x="4" y="31"/>
                  </a:cxn>
                  <a:cxn ang="0">
                    <a:pos x="4" y="31"/>
                  </a:cxn>
                  <a:cxn ang="0">
                    <a:pos x="5" y="30"/>
                  </a:cxn>
                  <a:cxn ang="0">
                    <a:pos x="5" y="2"/>
                  </a:cxn>
                </a:cxnLst>
                <a:rect l="0" t="0" r="r" b="b"/>
                <a:pathLst>
                  <a:path w="5" h="31">
                    <a:moveTo>
                      <a:pt x="5" y="2"/>
                    </a:moveTo>
                    <a:lnTo>
                      <a:pt x="4" y="2"/>
                    </a:lnTo>
                    <a:lnTo>
                      <a:pt x="4" y="0"/>
                    </a:lnTo>
                    <a:lnTo>
                      <a:pt x="2" y="0"/>
                    </a:lnTo>
                    <a:lnTo>
                      <a:pt x="2" y="2"/>
                    </a:lnTo>
                    <a:lnTo>
                      <a:pt x="0" y="2"/>
                    </a:lnTo>
                    <a:lnTo>
                      <a:pt x="0" y="30"/>
                    </a:lnTo>
                    <a:lnTo>
                      <a:pt x="0" y="31"/>
                    </a:lnTo>
                    <a:lnTo>
                      <a:pt x="2" y="31"/>
                    </a:lnTo>
                    <a:lnTo>
                      <a:pt x="4" y="31"/>
                    </a:lnTo>
                    <a:lnTo>
                      <a:pt x="5" y="30"/>
                    </a:lnTo>
                    <a:lnTo>
                      <a:pt x="5" y="2"/>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578" name="直线 12688"/>
              <p:cNvSpPr>
                <a:spLocks noChangeShapeType="1"/>
              </p:cNvSpPr>
              <p:nvPr/>
            </p:nvSpPr>
            <p:spPr bwMode="auto">
              <a:xfrm>
                <a:off x="2446" y="1627"/>
                <a:ext cx="1" cy="90"/>
              </a:xfrm>
              <a:prstGeom prst="line">
                <a:avLst/>
              </a:prstGeom>
              <a:noFill/>
              <a:ln w="7">
                <a:solidFill>
                  <a:srgbClr val="7F7F7F"/>
                </a:solidFill>
                <a:round/>
              </a:ln>
            </p:spPr>
            <p:txBody>
              <a:bodyPr vert="horz" wrap="square" lIns="91440" tIns="45720" rIns="91440" bIns="45720" numCol="1" anchor="t" anchorCtr="0" compatLnSpc="1"/>
              <a:lstStyle/>
              <a:p>
                <a:endParaRPr lang="zh-CN" altLang="en-US" sz="1400"/>
              </a:p>
            </p:txBody>
          </p:sp>
          <p:sp>
            <p:nvSpPr>
              <p:cNvPr id="237577" name="矩形 12689"/>
              <p:cNvSpPr>
                <a:spLocks noChangeArrowheads="1"/>
              </p:cNvSpPr>
              <p:nvPr/>
            </p:nvSpPr>
            <p:spPr bwMode="auto">
              <a:xfrm>
                <a:off x="2259" y="1218"/>
                <a:ext cx="139" cy="21"/>
              </a:xfrm>
              <a:prstGeom prst="rect">
                <a:avLst/>
              </a:prstGeom>
              <a:solidFill>
                <a:srgbClr val="003F7F"/>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576" name="矩形 12690"/>
              <p:cNvSpPr>
                <a:spLocks noChangeArrowheads="1"/>
              </p:cNvSpPr>
              <p:nvPr/>
            </p:nvSpPr>
            <p:spPr bwMode="auto">
              <a:xfrm>
                <a:off x="2259" y="1218"/>
                <a:ext cx="139" cy="21"/>
              </a:xfrm>
              <a:prstGeom prst="rect">
                <a:avLst/>
              </a:prstGeom>
              <a:noFill/>
              <a:ln w="2">
                <a:solidFill>
                  <a:srgbClr val="003F7F"/>
                </a:solidFill>
                <a:miter lim="800000"/>
              </a:ln>
            </p:spPr>
            <p:txBody>
              <a:bodyPr vert="horz" wrap="square" lIns="91440" tIns="45720" rIns="91440" bIns="45720" numCol="1" anchor="t" anchorCtr="0" compatLnSpc="1"/>
              <a:lstStyle/>
              <a:p>
                <a:endParaRPr lang="zh-CN" altLang="en-US" sz="1400"/>
              </a:p>
            </p:txBody>
          </p:sp>
          <p:sp>
            <p:nvSpPr>
              <p:cNvPr id="237575" name="直线 12691"/>
              <p:cNvSpPr>
                <a:spLocks noChangeShapeType="1"/>
              </p:cNvSpPr>
              <p:nvPr/>
            </p:nvSpPr>
            <p:spPr bwMode="auto">
              <a:xfrm flipH="1">
                <a:off x="2592" y="415"/>
                <a:ext cx="1064" cy="272"/>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7574" name="直线 12692"/>
              <p:cNvSpPr>
                <a:spLocks noChangeShapeType="1"/>
              </p:cNvSpPr>
              <p:nvPr/>
            </p:nvSpPr>
            <p:spPr bwMode="auto">
              <a:xfrm>
                <a:off x="1218" y="424"/>
                <a:ext cx="882" cy="263"/>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7573" name="直线 12693"/>
              <p:cNvSpPr>
                <a:spLocks noChangeShapeType="1"/>
              </p:cNvSpPr>
              <p:nvPr/>
            </p:nvSpPr>
            <p:spPr bwMode="auto">
              <a:xfrm>
                <a:off x="2356" y="1724"/>
                <a:ext cx="1" cy="244"/>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7572" name="矩形 12694"/>
              <p:cNvSpPr>
                <a:spLocks noChangeArrowheads="1"/>
              </p:cNvSpPr>
              <p:nvPr/>
            </p:nvSpPr>
            <p:spPr bwMode="auto">
              <a:xfrm>
                <a:off x="1927" y="318"/>
                <a:ext cx="1202" cy="288"/>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应用服务器</a:t>
                </a:r>
                <a:endParaRPr kumimoji="0" 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7571" name="矩形 12695"/>
              <p:cNvSpPr>
                <a:spLocks noChangeArrowheads="1"/>
              </p:cNvSpPr>
              <p:nvPr/>
            </p:nvSpPr>
            <p:spPr bwMode="auto">
              <a:xfrm>
                <a:off x="1637" y="3737"/>
                <a:ext cx="785" cy="240"/>
              </a:xfrm>
              <a:prstGeom prst="rect">
                <a:avLst/>
              </a:prstGeom>
              <a:no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用户</a:t>
                </a:r>
                <a:r>
                  <a:rPr kumimoji="0" lang="en-US" alt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2</a:t>
                </a:r>
                <a:endParaRPr kumimoji="0" lang="en-US" alt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grpSp>
      <p:sp>
        <p:nvSpPr>
          <p:cNvPr id="2363" name="MH_SubTitle_1"/>
          <p:cNvSpPr/>
          <p:nvPr>
            <p:custDataLst>
              <p:tags r:id="rId3"/>
            </p:custDataLst>
          </p:nvPr>
        </p:nvSpPr>
        <p:spPr>
          <a:xfrm>
            <a:off x="-13153" y="2152650"/>
            <a:ext cx="2961043" cy="73152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smtClean="0"/>
              <a:t>客户机</a:t>
            </a:r>
            <a:r>
              <a:rPr lang="en-US" sz="2400" b="1" dirty="0" smtClean="0"/>
              <a:t>/</a:t>
            </a:r>
            <a:r>
              <a:rPr lang="zh-CN" altLang="en-US" sz="2400" b="1" dirty="0" smtClean="0"/>
              <a:t>服务器（</a:t>
            </a:r>
            <a:r>
              <a:rPr lang="en-US" sz="2400" b="1" dirty="0" smtClean="0"/>
              <a:t>C/S</a:t>
            </a:r>
            <a:r>
              <a:rPr lang="zh-CN" altLang="en-US" sz="2400" b="1" dirty="0" smtClean="0"/>
              <a:t>）风格</a:t>
            </a:r>
            <a:endParaRPr lang="zh-CN" altLang="en-US" sz="2400" b="1" dirty="0">
              <a:solidFill>
                <a:schemeClr val="bg1"/>
              </a:solidFill>
              <a:latin typeface="微软雅黑" panose="020B0503020204020204" charset="-122"/>
              <a:ea typeface="微软雅黑" panose="020B0503020204020204" charset="-122"/>
            </a:endParaRPr>
          </a:p>
        </p:txBody>
      </p:sp>
      <p:sp>
        <p:nvSpPr>
          <p:cNvPr id="2364" name="文本框 17"/>
          <p:cNvSpPr txBox="1"/>
          <p:nvPr/>
        </p:nvSpPr>
        <p:spPr>
          <a:xfrm>
            <a:off x="2913085" y="2320584"/>
            <a:ext cx="2832621" cy="400110"/>
          </a:xfrm>
          <a:prstGeom prst="rect">
            <a:avLst/>
          </a:prstGeom>
          <a:noFill/>
        </p:spPr>
        <p:txBody>
          <a:bodyPr wrap="square" rtlCol="0" anchor="t">
            <a:spAutoFit/>
          </a:bodyPr>
          <a:lstStyle/>
          <a:p>
            <a:r>
              <a:rPr lang="zh-CN" altLang="en-US" sz="2000" dirty="0" smtClean="0"/>
              <a:t>三层客户机</a:t>
            </a:r>
            <a:r>
              <a:rPr lang="en-US" sz="2000" dirty="0" smtClean="0"/>
              <a:t>/</a:t>
            </a:r>
            <a:r>
              <a:rPr lang="zh-CN" altLang="en-US" sz="2000" dirty="0" smtClean="0"/>
              <a:t>服务器风格</a:t>
            </a:r>
            <a:endParaRPr lang="zh-CN" altLang="en-US" sz="2000" b="1" dirty="0">
              <a:solidFill>
                <a:schemeClr val="accent4">
                  <a:lumMod val="75000"/>
                </a:schemeClr>
              </a:solidFill>
            </a:endParaRPr>
          </a:p>
        </p:txBody>
      </p:sp>
      <p:sp>
        <p:nvSpPr>
          <p:cNvPr id="2365" name="矩形 2364"/>
          <p:cNvSpPr/>
          <p:nvPr/>
        </p:nvSpPr>
        <p:spPr>
          <a:xfrm>
            <a:off x="782471" y="3566623"/>
            <a:ext cx="4690281" cy="1421928"/>
          </a:xfrm>
          <a:prstGeom prst="rect">
            <a:avLst/>
          </a:prstGeom>
        </p:spPr>
        <p:txBody>
          <a:bodyPr wrap="square">
            <a:spAutoFit/>
          </a:bodyPr>
          <a:lstStyle/>
          <a:p>
            <a:pPr indent="457200">
              <a:lnSpc>
                <a:spcPct val="120000"/>
              </a:lnSpc>
            </a:pPr>
            <a:r>
              <a:rPr lang="zh-CN" altLang="en-US" dirty="0" smtClean="0">
                <a:latin typeface="微软雅黑" panose="020B0503020204020204" charset="-122"/>
                <a:ea typeface="微软雅黑" panose="020B0503020204020204" charset="-122"/>
              </a:rPr>
              <a:t>三层</a:t>
            </a:r>
            <a:r>
              <a:rPr lang="en-US" altLang="zh-CN" dirty="0" smtClean="0">
                <a:latin typeface="微软雅黑" panose="020B0503020204020204" charset="-122"/>
                <a:ea typeface="微软雅黑" panose="020B0503020204020204" charset="-122"/>
              </a:rPr>
              <a:t>C/S</a:t>
            </a:r>
            <a:r>
              <a:rPr lang="zh-CN" altLang="en-US" dirty="0" smtClean="0">
                <a:latin typeface="微软雅黑" panose="020B0503020204020204" charset="-122"/>
                <a:ea typeface="微软雅黑" panose="020B0503020204020204" charset="-122"/>
              </a:rPr>
              <a:t>结构增加了应用服务器面向客户的应用要求，从而避免了客户直接访问数据库，保障了数据的安全性。三层</a:t>
            </a:r>
            <a:r>
              <a:rPr lang="en-US" altLang="zh-CN" dirty="0" smtClean="0">
                <a:latin typeface="微软雅黑" panose="020B0503020204020204" charset="-122"/>
                <a:ea typeface="微软雅黑" panose="020B0503020204020204" charset="-122"/>
              </a:rPr>
              <a:t>C/S</a:t>
            </a:r>
            <a:r>
              <a:rPr lang="zh-CN" altLang="en-US" dirty="0" smtClean="0">
                <a:latin typeface="微软雅黑" panose="020B0503020204020204" charset="-122"/>
                <a:ea typeface="微软雅黑" panose="020B0503020204020204" charset="-122"/>
              </a:rPr>
              <a:t>结构示意图，如图</a:t>
            </a:r>
            <a:r>
              <a:rPr lang="en-US" altLang="zh-CN" dirty="0" smtClean="0">
                <a:latin typeface="微软雅黑" panose="020B0503020204020204" charset="-122"/>
                <a:ea typeface="微软雅黑" panose="020B0503020204020204" charset="-122"/>
              </a:rPr>
              <a:t>7-13</a:t>
            </a:r>
            <a:r>
              <a:rPr lang="zh-CN" altLang="en-US" dirty="0" smtClean="0">
                <a:latin typeface="微软雅黑" panose="020B0503020204020204" charset="-122"/>
                <a:ea typeface="微软雅黑" panose="020B0503020204020204" charset="-122"/>
              </a:rPr>
              <a:t>所示。</a:t>
            </a:r>
          </a:p>
        </p:txBody>
      </p:sp>
    </p:spTree>
    <p:custDataLst>
      <p:tags r:id="rId1"/>
    </p:custDataLst>
  </p:cSld>
  <p:clrMapOvr>
    <a:masterClrMapping/>
  </p:clrMapOvr>
  <p:transition>
    <p:pull dir="ru"/>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7.2 </a:t>
            </a:r>
            <a:r>
              <a:rPr lang="zh-CN" altLang="en-US" dirty="0" smtClean="0">
                <a:solidFill>
                  <a:srgbClr val="FF0000"/>
                </a:solidFill>
                <a:sym typeface="+mn-ea"/>
              </a:rPr>
              <a:t>软件架构设计和对象设计</a:t>
            </a:r>
            <a:endParaRPr 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7.2.2 </a:t>
            </a:r>
            <a:r>
              <a:rPr lang="zh-CN" altLang="en-US" sz="2400" dirty="0" smtClean="0">
                <a:solidFill>
                  <a:schemeClr val="tx1"/>
                </a:solidFill>
              </a:rPr>
              <a:t>软件架构风格</a:t>
            </a:r>
          </a:p>
        </p:txBody>
      </p:sp>
      <p:sp>
        <p:nvSpPr>
          <p:cNvPr id="12" name="MH_Desc_1"/>
          <p:cNvSpPr/>
          <p:nvPr>
            <p:custDataLst>
              <p:tags r:id="rId2"/>
            </p:custDataLst>
          </p:nvPr>
        </p:nvSpPr>
        <p:spPr>
          <a:xfrm>
            <a:off x="5736043" y="2142787"/>
            <a:ext cx="5628005" cy="4094240"/>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endParaRPr dirty="0" smtClean="0">
              <a:solidFill>
                <a:schemeClr val="tx1"/>
              </a:solidFill>
              <a:latin typeface="微软雅黑" panose="020B0503020204020204" charset="-122"/>
              <a:ea typeface="微软雅黑" panose="020B0503020204020204" charset="-122"/>
            </a:endParaRPr>
          </a:p>
        </p:txBody>
      </p:sp>
      <p:sp>
        <p:nvSpPr>
          <p:cNvPr id="235577" name="Rectangle 57"/>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35656" name="Rectangle 136"/>
          <p:cNvSpPr>
            <a:spLocks noChangeArrowheads="1"/>
          </p:cNvSpPr>
          <p:nvPr/>
        </p:nvSpPr>
        <p:spPr bwMode="auto">
          <a:xfrm>
            <a:off x="0" y="0"/>
            <a:ext cx="12192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35600" name="画布 10288"/>
          <p:cNvGrpSpPr>
            <a:grpSpLocks noChangeAspect="1"/>
          </p:cNvGrpSpPr>
          <p:nvPr/>
        </p:nvGrpSpPr>
        <p:grpSpPr bwMode="auto">
          <a:xfrm>
            <a:off x="5909480" y="2442951"/>
            <a:ext cx="5691116" cy="3456457"/>
            <a:chOff x="-77" y="-86"/>
            <a:chExt cx="7192" cy="5497"/>
          </a:xfrm>
        </p:grpSpPr>
        <p:sp>
          <p:nvSpPr>
            <p:cNvPr id="235655" name="AutoShape 135"/>
            <p:cNvSpPr>
              <a:spLocks noRot="1" noChangeAspect="1" noChangeArrowheads="1" noTextEdit="1"/>
            </p:cNvSpPr>
            <p:nvPr/>
          </p:nvSpPr>
          <p:spPr bwMode="auto">
            <a:xfrm>
              <a:off x="-77" y="-86"/>
              <a:ext cx="7192" cy="5459"/>
            </a:xfrm>
            <a:prstGeom prst="rect">
              <a:avLst/>
            </a:prstGeom>
            <a:solidFill>
              <a:srgbClr val="FFFFFF"/>
            </a:solidFill>
          </p:spPr>
          <p:txBody>
            <a:bodyPr vert="horz" wrap="square" lIns="91440" tIns="45720" rIns="91440" bIns="45720" numCol="1" anchor="t" anchorCtr="0" compatLnSpc="1"/>
            <a:lstStyle/>
            <a:p>
              <a:endParaRPr lang="zh-CN" altLang="en-US" sz="1400"/>
            </a:p>
          </p:txBody>
        </p:sp>
        <p:grpSp>
          <p:nvGrpSpPr>
            <p:cNvPr id="235601" name="组合 10290"/>
            <p:cNvGrpSpPr/>
            <p:nvPr/>
          </p:nvGrpSpPr>
          <p:grpSpPr bwMode="auto">
            <a:xfrm>
              <a:off x="25" y="1"/>
              <a:ext cx="6993" cy="5410"/>
              <a:chOff x="25" y="1"/>
              <a:chExt cx="6993" cy="5410"/>
            </a:xfrm>
          </p:grpSpPr>
          <p:sp>
            <p:nvSpPr>
              <p:cNvPr id="235654" name="矩形 10291"/>
              <p:cNvSpPr>
                <a:spLocks noChangeArrowheads="1"/>
              </p:cNvSpPr>
              <p:nvPr/>
            </p:nvSpPr>
            <p:spPr bwMode="auto">
              <a:xfrm>
                <a:off x="164" y="248"/>
                <a:ext cx="1188" cy="396"/>
              </a:xfrm>
              <a:prstGeom prst="rect">
                <a:avLst/>
              </a:prstGeom>
              <a:noFill/>
              <a:ln w="9525">
                <a:solidFill>
                  <a:srgbClr val="000000"/>
                </a:solidFill>
                <a:miter lim="800000"/>
              </a:ln>
            </p:spPr>
            <p:txBody>
              <a:bodyPr vert="horz" wrap="none" lIns="18000" tIns="18000" rIns="18000" bIns="1800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输入数据</a:t>
                </a:r>
                <a:endParaRPr kumimoji="0" 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5653" name="矩形 10292"/>
              <p:cNvSpPr>
                <a:spLocks noChangeArrowheads="1"/>
              </p:cNvSpPr>
              <p:nvPr/>
            </p:nvSpPr>
            <p:spPr bwMode="auto">
              <a:xfrm>
                <a:off x="831" y="2000"/>
                <a:ext cx="848" cy="339"/>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表示层</a:t>
                </a:r>
                <a:endParaRPr kumimoji="0" 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5652" name="矩形 10293"/>
              <p:cNvSpPr>
                <a:spLocks noChangeArrowheads="1"/>
              </p:cNvSpPr>
              <p:nvPr/>
            </p:nvSpPr>
            <p:spPr bwMode="auto">
              <a:xfrm>
                <a:off x="5142" y="1876"/>
                <a:ext cx="1696" cy="339"/>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业务处理程序</a:t>
                </a:r>
                <a:endParaRPr kumimoji="0" 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5651" name="直线 10294"/>
              <p:cNvSpPr>
                <a:spLocks noChangeShapeType="1"/>
              </p:cNvSpPr>
              <p:nvPr/>
            </p:nvSpPr>
            <p:spPr bwMode="auto">
              <a:xfrm>
                <a:off x="2619" y="427"/>
                <a:ext cx="2424" cy="4"/>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sz="1400"/>
              </a:p>
            </p:txBody>
          </p:sp>
          <p:sp>
            <p:nvSpPr>
              <p:cNvPr id="235650" name="矩形 10295"/>
              <p:cNvSpPr>
                <a:spLocks noChangeArrowheads="1"/>
              </p:cNvSpPr>
              <p:nvPr/>
            </p:nvSpPr>
            <p:spPr bwMode="auto">
              <a:xfrm>
                <a:off x="2769" y="453"/>
                <a:ext cx="1673" cy="1028"/>
              </a:xfrm>
              <a:prstGeom prst="rect">
                <a:avLst/>
              </a:prstGeom>
              <a:noFill/>
              <a:ln w="9525">
                <a:noFill/>
                <a:miter lim="800000"/>
              </a:ln>
            </p:spPr>
            <p:txBody>
              <a:bodyPr vert="horz" wrap="squar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业务处理请求和业务处理所需的全部输入数据</a:t>
                </a:r>
                <a:endParaRPr kumimoji="0" 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5649" name="直线 10296"/>
              <p:cNvSpPr>
                <a:spLocks noChangeShapeType="1"/>
              </p:cNvSpPr>
              <p:nvPr/>
            </p:nvSpPr>
            <p:spPr bwMode="auto">
              <a:xfrm flipH="1">
                <a:off x="1458" y="1560"/>
                <a:ext cx="3582" cy="73"/>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sz="1400"/>
              </a:p>
            </p:txBody>
          </p:sp>
          <p:sp>
            <p:nvSpPr>
              <p:cNvPr id="235648" name="矩形 10297"/>
              <p:cNvSpPr>
                <a:spLocks noChangeArrowheads="1"/>
              </p:cNvSpPr>
              <p:nvPr/>
            </p:nvSpPr>
            <p:spPr bwMode="auto">
              <a:xfrm>
                <a:off x="2870" y="1796"/>
                <a:ext cx="1417" cy="343"/>
              </a:xfrm>
              <a:prstGeom prst="rect">
                <a:avLst/>
              </a:prstGeom>
              <a:noFill/>
              <a:ln w="9525">
                <a:noFill/>
                <a:miter lim="800000"/>
              </a:ln>
            </p:spPr>
            <p:txBody>
              <a:bodyPr vert="horz" wrap="squar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全部处理结束</a:t>
                </a:r>
                <a:endParaRPr kumimoji="0" 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5647" name="矩形 10298"/>
              <p:cNvSpPr>
                <a:spLocks noChangeArrowheads="1"/>
              </p:cNvSpPr>
              <p:nvPr/>
            </p:nvSpPr>
            <p:spPr bwMode="auto">
              <a:xfrm>
                <a:off x="764" y="4921"/>
                <a:ext cx="1414" cy="339"/>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数据存储层</a:t>
                </a:r>
                <a:endParaRPr kumimoji="0" 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5646" name="矩形 10299"/>
              <p:cNvSpPr>
                <a:spLocks noChangeArrowheads="1"/>
              </p:cNvSpPr>
              <p:nvPr/>
            </p:nvSpPr>
            <p:spPr bwMode="auto">
              <a:xfrm>
                <a:off x="5142" y="4609"/>
                <a:ext cx="1696" cy="339"/>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数据存取程序</a:t>
                </a:r>
                <a:endParaRPr kumimoji="0" 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5645" name="直线 10300"/>
              <p:cNvSpPr>
                <a:spLocks noChangeShapeType="1"/>
              </p:cNvSpPr>
              <p:nvPr/>
            </p:nvSpPr>
            <p:spPr bwMode="auto">
              <a:xfrm flipV="1">
                <a:off x="1958" y="4456"/>
                <a:ext cx="1871" cy="73"/>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44" name="直线 10301"/>
              <p:cNvSpPr>
                <a:spLocks noChangeShapeType="1"/>
              </p:cNvSpPr>
              <p:nvPr/>
            </p:nvSpPr>
            <p:spPr bwMode="auto">
              <a:xfrm flipH="1">
                <a:off x="3829" y="3758"/>
                <a:ext cx="2" cy="697"/>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43" name="直线 10302"/>
              <p:cNvSpPr>
                <a:spLocks noChangeShapeType="1"/>
              </p:cNvSpPr>
              <p:nvPr/>
            </p:nvSpPr>
            <p:spPr bwMode="auto">
              <a:xfrm flipH="1">
                <a:off x="3832" y="3631"/>
                <a:ext cx="1211" cy="1"/>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42" name="直线 10303"/>
              <p:cNvSpPr>
                <a:spLocks noChangeShapeType="1"/>
              </p:cNvSpPr>
              <p:nvPr/>
            </p:nvSpPr>
            <p:spPr bwMode="auto">
              <a:xfrm flipH="1">
                <a:off x="3832" y="3757"/>
                <a:ext cx="1211" cy="1"/>
              </a:xfrm>
              <a:prstGeom prst="line">
                <a:avLst/>
              </a:prstGeom>
              <a:noFill/>
              <a:ln w="9525">
                <a:solidFill>
                  <a:srgbClr val="000000"/>
                </a:solidFill>
                <a:round/>
                <a:headEnd type="triangle" w="med" len="med"/>
              </a:ln>
            </p:spPr>
            <p:txBody>
              <a:bodyPr vert="horz" wrap="square" lIns="91440" tIns="45720" rIns="91440" bIns="45720" numCol="1" anchor="t" anchorCtr="0" compatLnSpc="1"/>
              <a:lstStyle/>
              <a:p>
                <a:endParaRPr lang="zh-CN" altLang="en-US" sz="1400"/>
              </a:p>
            </p:txBody>
          </p:sp>
          <p:sp>
            <p:nvSpPr>
              <p:cNvPr id="235641" name="直线 10304"/>
              <p:cNvSpPr>
                <a:spLocks noChangeShapeType="1"/>
              </p:cNvSpPr>
              <p:nvPr/>
            </p:nvSpPr>
            <p:spPr bwMode="auto">
              <a:xfrm>
                <a:off x="3829" y="2886"/>
                <a:ext cx="1" cy="748"/>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40" name="直线 10305"/>
              <p:cNvSpPr>
                <a:spLocks noChangeShapeType="1"/>
              </p:cNvSpPr>
              <p:nvPr/>
            </p:nvSpPr>
            <p:spPr bwMode="auto">
              <a:xfrm flipH="1">
                <a:off x="1889" y="2886"/>
                <a:ext cx="1940" cy="73"/>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sz="1400"/>
              </a:p>
            </p:txBody>
          </p:sp>
          <p:sp>
            <p:nvSpPr>
              <p:cNvPr id="235639" name="矩形 10306"/>
              <p:cNvSpPr>
                <a:spLocks noChangeArrowheads="1"/>
              </p:cNvSpPr>
              <p:nvPr/>
            </p:nvSpPr>
            <p:spPr bwMode="auto">
              <a:xfrm>
                <a:off x="2338" y="2991"/>
                <a:ext cx="1449" cy="685"/>
              </a:xfrm>
              <a:prstGeom prst="rect">
                <a:avLst/>
              </a:prstGeom>
              <a:noFill/>
              <a:ln w="9525">
                <a:noFill/>
                <a:miter lim="800000"/>
              </a:ln>
            </p:spPr>
            <p:txBody>
              <a:bodyPr vert="horz" wrap="squar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数据登录</a:t>
                </a:r>
                <a:r>
                  <a:rPr kumimoji="0" lang="en-US" alt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a:t>
                </a:r>
                <a:r>
                  <a:rPr kumimoji="0" lang="zh-CN" altLang="en-US"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更新</a:t>
                </a:r>
                <a:r>
                  <a:rPr kumimoji="0" lang="en-US" alt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a:t>
                </a:r>
                <a:r>
                  <a:rPr kumimoji="0" lang="zh-CN" altLang="en-US"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读取的请求</a:t>
                </a:r>
                <a:endParaRPr kumimoji="0" lang="zh-CN" altLang="en-US"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5638" name="矩形 10307"/>
              <p:cNvSpPr>
                <a:spLocks noChangeArrowheads="1"/>
              </p:cNvSpPr>
              <p:nvPr/>
            </p:nvSpPr>
            <p:spPr bwMode="auto">
              <a:xfrm>
                <a:off x="2355" y="4630"/>
                <a:ext cx="1466" cy="685"/>
              </a:xfrm>
              <a:prstGeom prst="rect">
                <a:avLst/>
              </a:prstGeom>
              <a:noFill/>
              <a:ln w="9525">
                <a:noFill/>
                <a:miter lim="800000"/>
              </a:ln>
            </p:spPr>
            <p:txBody>
              <a:bodyPr vert="horz" wrap="squar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数据登录</a:t>
                </a:r>
                <a:r>
                  <a:rPr kumimoji="0" lang="en-US" alt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a:t>
                </a:r>
                <a:r>
                  <a:rPr kumimoji="0" lang="zh-CN" altLang="en-US"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更新</a:t>
                </a:r>
                <a:r>
                  <a:rPr kumimoji="0" lang="en-US" alt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a:t>
                </a:r>
                <a:r>
                  <a:rPr kumimoji="0" lang="zh-CN" altLang="en-US"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读取的结果</a:t>
                </a:r>
                <a:endParaRPr kumimoji="0" lang="zh-CN" altLang="en-US"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5637" name="直线 10308"/>
              <p:cNvSpPr>
                <a:spLocks noChangeShapeType="1"/>
              </p:cNvSpPr>
              <p:nvPr/>
            </p:nvSpPr>
            <p:spPr bwMode="auto">
              <a:xfrm>
                <a:off x="6580" y="917"/>
                <a:ext cx="212" cy="73"/>
              </a:xfrm>
              <a:prstGeom prst="line">
                <a:avLst/>
              </a:prstGeom>
              <a:noFill/>
              <a:ln w="9525">
                <a:solidFill>
                  <a:srgbClr val="000000"/>
                </a:solidFill>
                <a:round/>
                <a:headEnd type="triangle" w="med" len="med"/>
              </a:ln>
            </p:spPr>
            <p:txBody>
              <a:bodyPr vert="horz" wrap="square" lIns="91440" tIns="45720" rIns="91440" bIns="45720" numCol="1" anchor="t" anchorCtr="0" compatLnSpc="1"/>
              <a:lstStyle/>
              <a:p>
                <a:endParaRPr lang="zh-CN" altLang="en-US" sz="1400"/>
              </a:p>
            </p:txBody>
          </p:sp>
          <p:sp>
            <p:nvSpPr>
              <p:cNvPr id="235636" name="直线 10309"/>
              <p:cNvSpPr>
                <a:spLocks noChangeShapeType="1"/>
              </p:cNvSpPr>
              <p:nvPr/>
            </p:nvSpPr>
            <p:spPr bwMode="auto">
              <a:xfrm>
                <a:off x="6793" y="991"/>
                <a:ext cx="1" cy="3265"/>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35" name="直线 10310"/>
              <p:cNvSpPr>
                <a:spLocks noChangeShapeType="1"/>
              </p:cNvSpPr>
              <p:nvPr/>
            </p:nvSpPr>
            <p:spPr bwMode="auto">
              <a:xfrm flipV="1">
                <a:off x="6511" y="4257"/>
                <a:ext cx="281" cy="73"/>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34" name="直线 10311"/>
              <p:cNvSpPr>
                <a:spLocks noChangeShapeType="1"/>
              </p:cNvSpPr>
              <p:nvPr/>
            </p:nvSpPr>
            <p:spPr bwMode="auto">
              <a:xfrm flipV="1">
                <a:off x="4500" y="984"/>
                <a:ext cx="543" cy="1"/>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33" name="直线 10312"/>
              <p:cNvSpPr>
                <a:spLocks noChangeShapeType="1"/>
              </p:cNvSpPr>
              <p:nvPr/>
            </p:nvSpPr>
            <p:spPr bwMode="auto">
              <a:xfrm>
                <a:off x="4500" y="985"/>
                <a:ext cx="1" cy="214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32" name="直线 10313"/>
              <p:cNvSpPr>
                <a:spLocks noChangeShapeType="1"/>
              </p:cNvSpPr>
              <p:nvPr/>
            </p:nvSpPr>
            <p:spPr bwMode="auto">
              <a:xfrm>
                <a:off x="4499" y="3125"/>
                <a:ext cx="544" cy="1"/>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sz="1400"/>
              </a:p>
            </p:txBody>
          </p:sp>
          <p:sp>
            <p:nvSpPr>
              <p:cNvPr id="235631" name="矩形 10314"/>
              <p:cNvSpPr>
                <a:spLocks noChangeArrowheads="1"/>
              </p:cNvSpPr>
              <p:nvPr/>
            </p:nvSpPr>
            <p:spPr bwMode="auto">
              <a:xfrm>
                <a:off x="4749" y="140"/>
                <a:ext cx="1846" cy="1688"/>
              </a:xfrm>
              <a:prstGeom prst="rect">
                <a:avLst/>
              </a:prstGeom>
              <a:noFill/>
              <a:ln w="9525">
                <a:solidFill>
                  <a:srgbClr val="000000"/>
                </a:solidFill>
                <a:miter lim="800000"/>
              </a:ln>
            </p:spPr>
            <p:txBody>
              <a:bodyPr vert="horz" wrap="square" lIns="91440" tIns="45720" rIns="91440" bIns="45720" numCol="1" anchor="t" anchorCtr="0" compatLnSpc="1"/>
              <a:lstStyle/>
              <a:p>
                <a:endParaRPr lang="zh-CN" altLang="en-US" sz="1400"/>
              </a:p>
            </p:txBody>
          </p:sp>
          <p:sp>
            <p:nvSpPr>
              <p:cNvPr id="235630" name="矩形 10315"/>
              <p:cNvSpPr>
                <a:spLocks noChangeArrowheads="1"/>
              </p:cNvSpPr>
              <p:nvPr/>
            </p:nvSpPr>
            <p:spPr bwMode="auto">
              <a:xfrm>
                <a:off x="4667" y="2827"/>
                <a:ext cx="1875" cy="1725"/>
              </a:xfrm>
              <a:prstGeom prst="rect">
                <a:avLst/>
              </a:prstGeom>
              <a:noFill/>
              <a:ln w="9525">
                <a:solidFill>
                  <a:srgbClr val="000000"/>
                </a:solidFill>
                <a:miter lim="800000"/>
              </a:ln>
            </p:spPr>
            <p:txBody>
              <a:bodyPr vert="horz" wrap="square" lIns="91440" tIns="45720" rIns="91440" bIns="45720" numCol="1" anchor="t" anchorCtr="0" compatLnSpc="1"/>
              <a:lstStyle/>
              <a:p>
                <a:endParaRPr lang="zh-CN" altLang="en-US" sz="1400"/>
              </a:p>
            </p:txBody>
          </p:sp>
          <p:sp>
            <p:nvSpPr>
              <p:cNvPr id="235629" name="任意多边形 10316"/>
              <p:cNvSpPr/>
              <p:nvPr/>
            </p:nvSpPr>
            <p:spPr bwMode="auto">
              <a:xfrm>
                <a:off x="4407" y="1"/>
                <a:ext cx="2611" cy="4985"/>
              </a:xfrm>
              <a:custGeom>
                <a:avLst/>
                <a:gdLst/>
                <a:ahLst/>
                <a:cxnLst>
                  <a:cxn ang="0">
                    <a:pos x="2433" y="5176"/>
                  </a:cxn>
                  <a:cxn ang="0">
                    <a:pos x="2475" y="5169"/>
                  </a:cxn>
                  <a:cxn ang="0">
                    <a:pos x="2515" y="5156"/>
                  </a:cxn>
                  <a:cxn ang="0">
                    <a:pos x="2551" y="5136"/>
                  </a:cxn>
                  <a:cxn ang="0">
                    <a:pos x="2583" y="5113"/>
                  </a:cxn>
                  <a:cxn ang="0">
                    <a:pos x="2612" y="5084"/>
                  </a:cxn>
                  <a:cxn ang="0">
                    <a:pos x="2637" y="5052"/>
                  </a:cxn>
                  <a:cxn ang="0">
                    <a:pos x="2657" y="5016"/>
                  </a:cxn>
                  <a:cxn ang="0">
                    <a:pos x="2673" y="4976"/>
                  </a:cxn>
                  <a:cxn ang="0">
                    <a:pos x="2682" y="4935"/>
                  </a:cxn>
                  <a:cxn ang="0">
                    <a:pos x="2686" y="4890"/>
                  </a:cxn>
                  <a:cxn ang="0">
                    <a:pos x="2684" y="259"/>
                  </a:cxn>
                  <a:cxn ang="0">
                    <a:pos x="2677" y="216"/>
                  </a:cxn>
                  <a:cxn ang="0">
                    <a:pos x="2662" y="176"/>
                  </a:cxn>
                  <a:cxn ang="0">
                    <a:pos x="2644" y="139"/>
                  </a:cxn>
                  <a:cxn ang="0">
                    <a:pos x="2621" y="104"/>
                  </a:cxn>
                  <a:cxn ang="0">
                    <a:pos x="2594" y="76"/>
                  </a:cxn>
                  <a:cxn ang="0">
                    <a:pos x="2561" y="49"/>
                  </a:cxn>
                  <a:cxn ang="0">
                    <a:pos x="2527" y="29"/>
                  </a:cxn>
                  <a:cxn ang="0">
                    <a:pos x="2487" y="13"/>
                  </a:cxn>
                  <a:cxn ang="0">
                    <a:pos x="2448" y="4"/>
                  </a:cxn>
                  <a:cxn ang="0">
                    <a:pos x="2405" y="0"/>
                  </a:cxn>
                  <a:cxn ang="0">
                    <a:pos x="265" y="0"/>
                  </a:cxn>
                  <a:cxn ang="0">
                    <a:pos x="223" y="6"/>
                  </a:cxn>
                  <a:cxn ang="0">
                    <a:pos x="184" y="18"/>
                  </a:cxn>
                  <a:cxn ang="0">
                    <a:pos x="146" y="34"/>
                  </a:cxn>
                  <a:cxn ang="0">
                    <a:pos x="112" y="58"/>
                  </a:cxn>
                  <a:cxn ang="0">
                    <a:pos x="81" y="85"/>
                  </a:cxn>
                  <a:cxn ang="0">
                    <a:pos x="56" y="115"/>
                  </a:cxn>
                  <a:cxn ang="0">
                    <a:pos x="34" y="151"/>
                  </a:cxn>
                  <a:cxn ang="0">
                    <a:pos x="16" y="189"/>
                  </a:cxn>
                  <a:cxn ang="0">
                    <a:pos x="5" y="230"/>
                  </a:cxn>
                  <a:cxn ang="0">
                    <a:pos x="0" y="273"/>
                  </a:cxn>
                  <a:cxn ang="0">
                    <a:pos x="0" y="4890"/>
                  </a:cxn>
                  <a:cxn ang="0">
                    <a:pos x="3" y="4935"/>
                  </a:cxn>
                  <a:cxn ang="0">
                    <a:pos x="12" y="4976"/>
                  </a:cxn>
                  <a:cxn ang="0">
                    <a:pos x="27" y="5016"/>
                  </a:cxn>
                  <a:cxn ang="0">
                    <a:pos x="48" y="5052"/>
                  </a:cxn>
                  <a:cxn ang="0">
                    <a:pos x="72" y="5084"/>
                  </a:cxn>
                  <a:cxn ang="0">
                    <a:pos x="101" y="5113"/>
                  </a:cxn>
                  <a:cxn ang="0">
                    <a:pos x="135" y="5136"/>
                  </a:cxn>
                  <a:cxn ang="0">
                    <a:pos x="171" y="5156"/>
                  </a:cxn>
                  <a:cxn ang="0">
                    <a:pos x="209" y="5169"/>
                  </a:cxn>
                  <a:cxn ang="0">
                    <a:pos x="250" y="5176"/>
                  </a:cxn>
                  <a:cxn ang="0">
                    <a:pos x="279" y="5178"/>
                  </a:cxn>
                </a:cxnLst>
                <a:rect l="0" t="0" r="r" b="b"/>
                <a:pathLst>
                  <a:path w="2686" h="5178">
                    <a:moveTo>
                      <a:pt x="2405" y="5178"/>
                    </a:moveTo>
                    <a:lnTo>
                      <a:pt x="2419" y="5178"/>
                    </a:lnTo>
                    <a:lnTo>
                      <a:pt x="2433" y="5176"/>
                    </a:lnTo>
                    <a:lnTo>
                      <a:pt x="2448" y="5174"/>
                    </a:lnTo>
                    <a:lnTo>
                      <a:pt x="2462" y="5172"/>
                    </a:lnTo>
                    <a:lnTo>
                      <a:pt x="2475" y="5169"/>
                    </a:lnTo>
                    <a:lnTo>
                      <a:pt x="2489" y="5165"/>
                    </a:lnTo>
                    <a:lnTo>
                      <a:pt x="2502" y="5160"/>
                    </a:lnTo>
                    <a:lnTo>
                      <a:pt x="2515" y="5156"/>
                    </a:lnTo>
                    <a:lnTo>
                      <a:pt x="2527" y="5149"/>
                    </a:lnTo>
                    <a:lnTo>
                      <a:pt x="2538" y="5143"/>
                    </a:lnTo>
                    <a:lnTo>
                      <a:pt x="2551" y="5136"/>
                    </a:lnTo>
                    <a:lnTo>
                      <a:pt x="2561" y="5129"/>
                    </a:lnTo>
                    <a:lnTo>
                      <a:pt x="2572" y="5120"/>
                    </a:lnTo>
                    <a:lnTo>
                      <a:pt x="2583" y="5113"/>
                    </a:lnTo>
                    <a:lnTo>
                      <a:pt x="2594" y="5104"/>
                    </a:lnTo>
                    <a:lnTo>
                      <a:pt x="2603" y="5093"/>
                    </a:lnTo>
                    <a:lnTo>
                      <a:pt x="2612" y="5084"/>
                    </a:lnTo>
                    <a:lnTo>
                      <a:pt x="2621" y="5073"/>
                    </a:lnTo>
                    <a:lnTo>
                      <a:pt x="2630" y="5062"/>
                    </a:lnTo>
                    <a:lnTo>
                      <a:pt x="2637" y="5052"/>
                    </a:lnTo>
                    <a:lnTo>
                      <a:pt x="2644" y="5039"/>
                    </a:lnTo>
                    <a:lnTo>
                      <a:pt x="2652" y="5027"/>
                    </a:lnTo>
                    <a:lnTo>
                      <a:pt x="2657" y="5016"/>
                    </a:lnTo>
                    <a:lnTo>
                      <a:pt x="2662" y="5001"/>
                    </a:lnTo>
                    <a:lnTo>
                      <a:pt x="2668" y="4989"/>
                    </a:lnTo>
                    <a:lnTo>
                      <a:pt x="2673" y="4976"/>
                    </a:lnTo>
                    <a:lnTo>
                      <a:pt x="2677" y="4962"/>
                    </a:lnTo>
                    <a:lnTo>
                      <a:pt x="2679" y="4947"/>
                    </a:lnTo>
                    <a:lnTo>
                      <a:pt x="2682" y="4935"/>
                    </a:lnTo>
                    <a:lnTo>
                      <a:pt x="2684" y="4919"/>
                    </a:lnTo>
                    <a:lnTo>
                      <a:pt x="2684" y="4904"/>
                    </a:lnTo>
                    <a:lnTo>
                      <a:pt x="2686" y="4890"/>
                    </a:lnTo>
                    <a:lnTo>
                      <a:pt x="2686" y="288"/>
                    </a:lnTo>
                    <a:lnTo>
                      <a:pt x="2684" y="273"/>
                    </a:lnTo>
                    <a:lnTo>
                      <a:pt x="2684" y="259"/>
                    </a:lnTo>
                    <a:lnTo>
                      <a:pt x="2682" y="245"/>
                    </a:lnTo>
                    <a:lnTo>
                      <a:pt x="2679" y="230"/>
                    </a:lnTo>
                    <a:lnTo>
                      <a:pt x="2677" y="216"/>
                    </a:lnTo>
                    <a:lnTo>
                      <a:pt x="2673" y="203"/>
                    </a:lnTo>
                    <a:lnTo>
                      <a:pt x="2668" y="189"/>
                    </a:lnTo>
                    <a:lnTo>
                      <a:pt x="2662" y="176"/>
                    </a:lnTo>
                    <a:lnTo>
                      <a:pt x="2657" y="164"/>
                    </a:lnTo>
                    <a:lnTo>
                      <a:pt x="2652" y="151"/>
                    </a:lnTo>
                    <a:lnTo>
                      <a:pt x="2644" y="139"/>
                    </a:lnTo>
                    <a:lnTo>
                      <a:pt x="2637" y="128"/>
                    </a:lnTo>
                    <a:lnTo>
                      <a:pt x="2630" y="115"/>
                    </a:lnTo>
                    <a:lnTo>
                      <a:pt x="2621" y="104"/>
                    </a:lnTo>
                    <a:lnTo>
                      <a:pt x="2612" y="95"/>
                    </a:lnTo>
                    <a:lnTo>
                      <a:pt x="2603" y="85"/>
                    </a:lnTo>
                    <a:lnTo>
                      <a:pt x="2594" y="76"/>
                    </a:lnTo>
                    <a:lnTo>
                      <a:pt x="2583" y="67"/>
                    </a:lnTo>
                    <a:lnTo>
                      <a:pt x="2572" y="58"/>
                    </a:lnTo>
                    <a:lnTo>
                      <a:pt x="2561" y="49"/>
                    </a:lnTo>
                    <a:lnTo>
                      <a:pt x="2551" y="42"/>
                    </a:lnTo>
                    <a:lnTo>
                      <a:pt x="2538" y="34"/>
                    </a:lnTo>
                    <a:lnTo>
                      <a:pt x="2527" y="29"/>
                    </a:lnTo>
                    <a:lnTo>
                      <a:pt x="2515" y="24"/>
                    </a:lnTo>
                    <a:lnTo>
                      <a:pt x="2502" y="18"/>
                    </a:lnTo>
                    <a:lnTo>
                      <a:pt x="2487" y="13"/>
                    </a:lnTo>
                    <a:lnTo>
                      <a:pt x="2475" y="9"/>
                    </a:lnTo>
                    <a:lnTo>
                      <a:pt x="2462" y="6"/>
                    </a:lnTo>
                    <a:lnTo>
                      <a:pt x="2448" y="4"/>
                    </a:lnTo>
                    <a:lnTo>
                      <a:pt x="2433" y="2"/>
                    </a:lnTo>
                    <a:lnTo>
                      <a:pt x="2419" y="0"/>
                    </a:lnTo>
                    <a:lnTo>
                      <a:pt x="2405" y="0"/>
                    </a:lnTo>
                    <a:lnTo>
                      <a:pt x="279" y="0"/>
                    </a:lnTo>
                    <a:lnTo>
                      <a:pt x="265" y="0"/>
                    </a:lnTo>
                    <a:lnTo>
                      <a:pt x="250" y="2"/>
                    </a:lnTo>
                    <a:lnTo>
                      <a:pt x="238" y="4"/>
                    </a:lnTo>
                    <a:lnTo>
                      <a:pt x="223" y="6"/>
                    </a:lnTo>
                    <a:lnTo>
                      <a:pt x="209" y="9"/>
                    </a:lnTo>
                    <a:lnTo>
                      <a:pt x="196" y="13"/>
                    </a:lnTo>
                    <a:lnTo>
                      <a:pt x="184" y="18"/>
                    </a:lnTo>
                    <a:lnTo>
                      <a:pt x="171" y="24"/>
                    </a:lnTo>
                    <a:lnTo>
                      <a:pt x="158" y="29"/>
                    </a:lnTo>
                    <a:lnTo>
                      <a:pt x="146" y="34"/>
                    </a:lnTo>
                    <a:lnTo>
                      <a:pt x="135" y="42"/>
                    </a:lnTo>
                    <a:lnTo>
                      <a:pt x="122" y="49"/>
                    </a:lnTo>
                    <a:lnTo>
                      <a:pt x="112" y="58"/>
                    </a:lnTo>
                    <a:lnTo>
                      <a:pt x="101" y="67"/>
                    </a:lnTo>
                    <a:lnTo>
                      <a:pt x="92" y="76"/>
                    </a:lnTo>
                    <a:lnTo>
                      <a:pt x="81" y="85"/>
                    </a:lnTo>
                    <a:lnTo>
                      <a:pt x="72" y="95"/>
                    </a:lnTo>
                    <a:lnTo>
                      <a:pt x="63" y="104"/>
                    </a:lnTo>
                    <a:lnTo>
                      <a:pt x="56" y="115"/>
                    </a:lnTo>
                    <a:lnTo>
                      <a:pt x="48" y="128"/>
                    </a:lnTo>
                    <a:lnTo>
                      <a:pt x="39" y="139"/>
                    </a:lnTo>
                    <a:lnTo>
                      <a:pt x="34" y="151"/>
                    </a:lnTo>
                    <a:lnTo>
                      <a:pt x="27" y="164"/>
                    </a:lnTo>
                    <a:lnTo>
                      <a:pt x="21" y="176"/>
                    </a:lnTo>
                    <a:lnTo>
                      <a:pt x="16" y="189"/>
                    </a:lnTo>
                    <a:lnTo>
                      <a:pt x="12" y="203"/>
                    </a:lnTo>
                    <a:lnTo>
                      <a:pt x="9" y="216"/>
                    </a:lnTo>
                    <a:lnTo>
                      <a:pt x="5" y="230"/>
                    </a:lnTo>
                    <a:lnTo>
                      <a:pt x="3" y="245"/>
                    </a:lnTo>
                    <a:lnTo>
                      <a:pt x="2" y="259"/>
                    </a:lnTo>
                    <a:lnTo>
                      <a:pt x="0" y="273"/>
                    </a:lnTo>
                    <a:lnTo>
                      <a:pt x="0" y="288"/>
                    </a:lnTo>
                    <a:lnTo>
                      <a:pt x="0" y="4890"/>
                    </a:lnTo>
                    <a:lnTo>
                      <a:pt x="0" y="4904"/>
                    </a:lnTo>
                    <a:lnTo>
                      <a:pt x="2" y="4920"/>
                    </a:lnTo>
                    <a:lnTo>
                      <a:pt x="3" y="4935"/>
                    </a:lnTo>
                    <a:lnTo>
                      <a:pt x="5" y="4947"/>
                    </a:lnTo>
                    <a:lnTo>
                      <a:pt x="9" y="4962"/>
                    </a:lnTo>
                    <a:lnTo>
                      <a:pt x="12" y="4976"/>
                    </a:lnTo>
                    <a:lnTo>
                      <a:pt x="16" y="4989"/>
                    </a:lnTo>
                    <a:lnTo>
                      <a:pt x="21" y="5001"/>
                    </a:lnTo>
                    <a:lnTo>
                      <a:pt x="27" y="5016"/>
                    </a:lnTo>
                    <a:lnTo>
                      <a:pt x="34" y="5027"/>
                    </a:lnTo>
                    <a:lnTo>
                      <a:pt x="39" y="5039"/>
                    </a:lnTo>
                    <a:lnTo>
                      <a:pt x="48" y="5052"/>
                    </a:lnTo>
                    <a:lnTo>
                      <a:pt x="56" y="5062"/>
                    </a:lnTo>
                    <a:lnTo>
                      <a:pt x="63" y="5073"/>
                    </a:lnTo>
                    <a:lnTo>
                      <a:pt x="72" y="5084"/>
                    </a:lnTo>
                    <a:lnTo>
                      <a:pt x="81" y="5093"/>
                    </a:lnTo>
                    <a:lnTo>
                      <a:pt x="92" y="5104"/>
                    </a:lnTo>
                    <a:lnTo>
                      <a:pt x="101" y="5113"/>
                    </a:lnTo>
                    <a:lnTo>
                      <a:pt x="112" y="5120"/>
                    </a:lnTo>
                    <a:lnTo>
                      <a:pt x="122" y="5129"/>
                    </a:lnTo>
                    <a:lnTo>
                      <a:pt x="135" y="5136"/>
                    </a:lnTo>
                    <a:lnTo>
                      <a:pt x="146" y="5143"/>
                    </a:lnTo>
                    <a:lnTo>
                      <a:pt x="158" y="5149"/>
                    </a:lnTo>
                    <a:lnTo>
                      <a:pt x="171" y="5156"/>
                    </a:lnTo>
                    <a:lnTo>
                      <a:pt x="184" y="5160"/>
                    </a:lnTo>
                    <a:lnTo>
                      <a:pt x="196" y="5165"/>
                    </a:lnTo>
                    <a:lnTo>
                      <a:pt x="209" y="5169"/>
                    </a:lnTo>
                    <a:lnTo>
                      <a:pt x="223" y="5172"/>
                    </a:lnTo>
                    <a:lnTo>
                      <a:pt x="238" y="5174"/>
                    </a:lnTo>
                    <a:lnTo>
                      <a:pt x="250" y="5176"/>
                    </a:lnTo>
                    <a:lnTo>
                      <a:pt x="265" y="5178"/>
                    </a:lnTo>
                    <a:lnTo>
                      <a:pt x="279" y="5178"/>
                    </a:lnTo>
                    <a:lnTo>
                      <a:pt x="2405" y="5178"/>
                    </a:lnTo>
                  </a:path>
                </a:pathLst>
              </a:cu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28" name="任意多边形 10317"/>
              <p:cNvSpPr/>
              <p:nvPr/>
            </p:nvSpPr>
            <p:spPr bwMode="auto">
              <a:xfrm>
                <a:off x="25" y="25"/>
                <a:ext cx="2709" cy="1899"/>
              </a:xfrm>
              <a:custGeom>
                <a:avLst/>
                <a:gdLst/>
                <a:ahLst/>
                <a:cxnLst>
                  <a:cxn ang="0">
                    <a:pos x="2601" y="1897"/>
                  </a:cxn>
                  <a:cxn ang="0">
                    <a:pos x="2643" y="1890"/>
                  </a:cxn>
                  <a:cxn ang="0">
                    <a:pos x="2681" y="1877"/>
                  </a:cxn>
                  <a:cxn ang="0">
                    <a:pos x="2719" y="1857"/>
                  </a:cxn>
                  <a:cxn ang="0">
                    <a:pos x="2751" y="1834"/>
                  </a:cxn>
                  <a:cxn ang="0">
                    <a:pos x="2780" y="1805"/>
                  </a:cxn>
                  <a:cxn ang="0">
                    <a:pos x="2805" y="1773"/>
                  </a:cxn>
                  <a:cxn ang="0">
                    <a:pos x="2825" y="1735"/>
                  </a:cxn>
                  <a:cxn ang="0">
                    <a:pos x="2839" y="1697"/>
                  </a:cxn>
                  <a:cxn ang="0">
                    <a:pos x="2848" y="1654"/>
                  </a:cxn>
                  <a:cxn ang="0">
                    <a:pos x="2852" y="1611"/>
                  </a:cxn>
                  <a:cxn ang="0">
                    <a:pos x="2852" y="273"/>
                  </a:cxn>
                  <a:cxn ang="0">
                    <a:pos x="2847" y="230"/>
                  </a:cxn>
                  <a:cxn ang="0">
                    <a:pos x="2836" y="189"/>
                  </a:cxn>
                  <a:cxn ang="0">
                    <a:pos x="2820" y="151"/>
                  </a:cxn>
                  <a:cxn ang="0">
                    <a:pos x="2796" y="115"/>
                  </a:cxn>
                  <a:cxn ang="0">
                    <a:pos x="2771" y="85"/>
                  </a:cxn>
                  <a:cxn ang="0">
                    <a:pos x="2740" y="58"/>
                  </a:cxn>
                  <a:cxn ang="0">
                    <a:pos x="2706" y="34"/>
                  </a:cxn>
                  <a:cxn ang="0">
                    <a:pos x="2668" y="18"/>
                  </a:cxn>
                  <a:cxn ang="0">
                    <a:pos x="2629" y="6"/>
                  </a:cxn>
                  <a:cxn ang="0">
                    <a:pos x="2587" y="0"/>
                  </a:cxn>
                  <a:cxn ang="0">
                    <a:pos x="280" y="0"/>
                  </a:cxn>
                  <a:cxn ang="0">
                    <a:pos x="236" y="4"/>
                  </a:cxn>
                  <a:cxn ang="0">
                    <a:pos x="197" y="13"/>
                  </a:cxn>
                  <a:cxn ang="0">
                    <a:pos x="159" y="29"/>
                  </a:cxn>
                  <a:cxn ang="0">
                    <a:pos x="123" y="49"/>
                  </a:cxn>
                  <a:cxn ang="0">
                    <a:pos x="92" y="76"/>
                  </a:cxn>
                  <a:cxn ang="0">
                    <a:pos x="63" y="104"/>
                  </a:cxn>
                  <a:cxn ang="0">
                    <a:pos x="40" y="139"/>
                  </a:cxn>
                  <a:cxn ang="0">
                    <a:pos x="22" y="176"/>
                  </a:cxn>
                  <a:cxn ang="0">
                    <a:pos x="9" y="216"/>
                  </a:cxn>
                  <a:cxn ang="0">
                    <a:pos x="2" y="259"/>
                  </a:cxn>
                  <a:cxn ang="0">
                    <a:pos x="0" y="288"/>
                  </a:cxn>
                  <a:cxn ang="0">
                    <a:pos x="2" y="1640"/>
                  </a:cxn>
                  <a:cxn ang="0">
                    <a:pos x="9" y="1683"/>
                  </a:cxn>
                  <a:cxn ang="0">
                    <a:pos x="22" y="1722"/>
                  </a:cxn>
                  <a:cxn ang="0">
                    <a:pos x="40" y="1760"/>
                  </a:cxn>
                  <a:cxn ang="0">
                    <a:pos x="63" y="1794"/>
                  </a:cxn>
                  <a:cxn ang="0">
                    <a:pos x="92" y="1825"/>
                  </a:cxn>
                  <a:cxn ang="0">
                    <a:pos x="123" y="1850"/>
                  </a:cxn>
                  <a:cxn ang="0">
                    <a:pos x="159" y="1870"/>
                  </a:cxn>
                  <a:cxn ang="0">
                    <a:pos x="197" y="1886"/>
                  </a:cxn>
                  <a:cxn ang="0">
                    <a:pos x="236" y="1895"/>
                  </a:cxn>
                  <a:cxn ang="0">
                    <a:pos x="280" y="1899"/>
                  </a:cxn>
                </a:cxnLst>
                <a:rect l="0" t="0" r="r" b="b"/>
                <a:pathLst>
                  <a:path w="2852" h="1899">
                    <a:moveTo>
                      <a:pt x="2573" y="1899"/>
                    </a:moveTo>
                    <a:lnTo>
                      <a:pt x="2587" y="1899"/>
                    </a:lnTo>
                    <a:lnTo>
                      <a:pt x="2601" y="1897"/>
                    </a:lnTo>
                    <a:lnTo>
                      <a:pt x="2616" y="1895"/>
                    </a:lnTo>
                    <a:lnTo>
                      <a:pt x="2629" y="1893"/>
                    </a:lnTo>
                    <a:lnTo>
                      <a:pt x="2643" y="1890"/>
                    </a:lnTo>
                    <a:lnTo>
                      <a:pt x="2656" y="1886"/>
                    </a:lnTo>
                    <a:lnTo>
                      <a:pt x="2668" y="1881"/>
                    </a:lnTo>
                    <a:lnTo>
                      <a:pt x="2681" y="1877"/>
                    </a:lnTo>
                    <a:lnTo>
                      <a:pt x="2693" y="1870"/>
                    </a:lnTo>
                    <a:lnTo>
                      <a:pt x="2706" y="1864"/>
                    </a:lnTo>
                    <a:lnTo>
                      <a:pt x="2719" y="1857"/>
                    </a:lnTo>
                    <a:lnTo>
                      <a:pt x="2729" y="1850"/>
                    </a:lnTo>
                    <a:lnTo>
                      <a:pt x="2740" y="1841"/>
                    </a:lnTo>
                    <a:lnTo>
                      <a:pt x="2751" y="1834"/>
                    </a:lnTo>
                    <a:lnTo>
                      <a:pt x="2760" y="1825"/>
                    </a:lnTo>
                    <a:lnTo>
                      <a:pt x="2771" y="1814"/>
                    </a:lnTo>
                    <a:lnTo>
                      <a:pt x="2780" y="1805"/>
                    </a:lnTo>
                    <a:lnTo>
                      <a:pt x="2789" y="1794"/>
                    </a:lnTo>
                    <a:lnTo>
                      <a:pt x="2796" y="1783"/>
                    </a:lnTo>
                    <a:lnTo>
                      <a:pt x="2805" y="1773"/>
                    </a:lnTo>
                    <a:lnTo>
                      <a:pt x="2812" y="1760"/>
                    </a:lnTo>
                    <a:lnTo>
                      <a:pt x="2820" y="1748"/>
                    </a:lnTo>
                    <a:lnTo>
                      <a:pt x="2825" y="1735"/>
                    </a:lnTo>
                    <a:lnTo>
                      <a:pt x="2830" y="1722"/>
                    </a:lnTo>
                    <a:lnTo>
                      <a:pt x="2836" y="1710"/>
                    </a:lnTo>
                    <a:lnTo>
                      <a:pt x="2839" y="1697"/>
                    </a:lnTo>
                    <a:lnTo>
                      <a:pt x="2843" y="1683"/>
                    </a:lnTo>
                    <a:lnTo>
                      <a:pt x="2847" y="1668"/>
                    </a:lnTo>
                    <a:lnTo>
                      <a:pt x="2848" y="1654"/>
                    </a:lnTo>
                    <a:lnTo>
                      <a:pt x="2850" y="1640"/>
                    </a:lnTo>
                    <a:lnTo>
                      <a:pt x="2852" y="1625"/>
                    </a:lnTo>
                    <a:lnTo>
                      <a:pt x="2852" y="1611"/>
                    </a:lnTo>
                    <a:lnTo>
                      <a:pt x="2852" y="288"/>
                    </a:lnTo>
                    <a:lnTo>
                      <a:pt x="2852" y="273"/>
                    </a:lnTo>
                    <a:lnTo>
                      <a:pt x="2850" y="259"/>
                    </a:lnTo>
                    <a:lnTo>
                      <a:pt x="2848" y="245"/>
                    </a:lnTo>
                    <a:lnTo>
                      <a:pt x="2847" y="230"/>
                    </a:lnTo>
                    <a:lnTo>
                      <a:pt x="2843" y="216"/>
                    </a:lnTo>
                    <a:lnTo>
                      <a:pt x="2839" y="203"/>
                    </a:lnTo>
                    <a:lnTo>
                      <a:pt x="2836" y="189"/>
                    </a:lnTo>
                    <a:lnTo>
                      <a:pt x="2830" y="176"/>
                    </a:lnTo>
                    <a:lnTo>
                      <a:pt x="2825" y="164"/>
                    </a:lnTo>
                    <a:lnTo>
                      <a:pt x="2820" y="151"/>
                    </a:lnTo>
                    <a:lnTo>
                      <a:pt x="2812" y="139"/>
                    </a:lnTo>
                    <a:lnTo>
                      <a:pt x="2805" y="128"/>
                    </a:lnTo>
                    <a:lnTo>
                      <a:pt x="2796" y="115"/>
                    </a:lnTo>
                    <a:lnTo>
                      <a:pt x="2789" y="104"/>
                    </a:lnTo>
                    <a:lnTo>
                      <a:pt x="2780" y="95"/>
                    </a:lnTo>
                    <a:lnTo>
                      <a:pt x="2771" y="85"/>
                    </a:lnTo>
                    <a:lnTo>
                      <a:pt x="2760" y="76"/>
                    </a:lnTo>
                    <a:lnTo>
                      <a:pt x="2751" y="67"/>
                    </a:lnTo>
                    <a:lnTo>
                      <a:pt x="2740" y="58"/>
                    </a:lnTo>
                    <a:lnTo>
                      <a:pt x="2729" y="49"/>
                    </a:lnTo>
                    <a:lnTo>
                      <a:pt x="2719" y="42"/>
                    </a:lnTo>
                    <a:lnTo>
                      <a:pt x="2706" y="34"/>
                    </a:lnTo>
                    <a:lnTo>
                      <a:pt x="2693" y="29"/>
                    </a:lnTo>
                    <a:lnTo>
                      <a:pt x="2681" y="24"/>
                    </a:lnTo>
                    <a:lnTo>
                      <a:pt x="2668" y="18"/>
                    </a:lnTo>
                    <a:lnTo>
                      <a:pt x="2656" y="13"/>
                    </a:lnTo>
                    <a:lnTo>
                      <a:pt x="2643" y="9"/>
                    </a:lnTo>
                    <a:lnTo>
                      <a:pt x="2629" y="6"/>
                    </a:lnTo>
                    <a:lnTo>
                      <a:pt x="2616" y="4"/>
                    </a:lnTo>
                    <a:lnTo>
                      <a:pt x="2601" y="2"/>
                    </a:lnTo>
                    <a:lnTo>
                      <a:pt x="2587" y="0"/>
                    </a:lnTo>
                    <a:lnTo>
                      <a:pt x="2573" y="0"/>
                    </a:lnTo>
                    <a:lnTo>
                      <a:pt x="280" y="0"/>
                    </a:lnTo>
                    <a:lnTo>
                      <a:pt x="265" y="0"/>
                    </a:lnTo>
                    <a:lnTo>
                      <a:pt x="251" y="2"/>
                    </a:lnTo>
                    <a:lnTo>
                      <a:pt x="236" y="4"/>
                    </a:lnTo>
                    <a:lnTo>
                      <a:pt x="224" y="6"/>
                    </a:lnTo>
                    <a:lnTo>
                      <a:pt x="209" y="9"/>
                    </a:lnTo>
                    <a:lnTo>
                      <a:pt x="197" y="13"/>
                    </a:lnTo>
                    <a:lnTo>
                      <a:pt x="184" y="18"/>
                    </a:lnTo>
                    <a:lnTo>
                      <a:pt x="170" y="24"/>
                    </a:lnTo>
                    <a:lnTo>
                      <a:pt x="159" y="29"/>
                    </a:lnTo>
                    <a:lnTo>
                      <a:pt x="146" y="34"/>
                    </a:lnTo>
                    <a:lnTo>
                      <a:pt x="134" y="42"/>
                    </a:lnTo>
                    <a:lnTo>
                      <a:pt x="123" y="49"/>
                    </a:lnTo>
                    <a:lnTo>
                      <a:pt x="112" y="58"/>
                    </a:lnTo>
                    <a:lnTo>
                      <a:pt x="101" y="67"/>
                    </a:lnTo>
                    <a:lnTo>
                      <a:pt x="92" y="76"/>
                    </a:lnTo>
                    <a:lnTo>
                      <a:pt x="81" y="85"/>
                    </a:lnTo>
                    <a:lnTo>
                      <a:pt x="72" y="95"/>
                    </a:lnTo>
                    <a:lnTo>
                      <a:pt x="63" y="104"/>
                    </a:lnTo>
                    <a:lnTo>
                      <a:pt x="56" y="115"/>
                    </a:lnTo>
                    <a:lnTo>
                      <a:pt x="47" y="128"/>
                    </a:lnTo>
                    <a:lnTo>
                      <a:pt x="40" y="139"/>
                    </a:lnTo>
                    <a:lnTo>
                      <a:pt x="33" y="151"/>
                    </a:lnTo>
                    <a:lnTo>
                      <a:pt x="27" y="164"/>
                    </a:lnTo>
                    <a:lnTo>
                      <a:pt x="22" y="176"/>
                    </a:lnTo>
                    <a:lnTo>
                      <a:pt x="16" y="189"/>
                    </a:lnTo>
                    <a:lnTo>
                      <a:pt x="13" y="203"/>
                    </a:lnTo>
                    <a:lnTo>
                      <a:pt x="9" y="216"/>
                    </a:lnTo>
                    <a:lnTo>
                      <a:pt x="6" y="230"/>
                    </a:lnTo>
                    <a:lnTo>
                      <a:pt x="4" y="245"/>
                    </a:lnTo>
                    <a:lnTo>
                      <a:pt x="2" y="259"/>
                    </a:lnTo>
                    <a:lnTo>
                      <a:pt x="0" y="273"/>
                    </a:lnTo>
                    <a:lnTo>
                      <a:pt x="0" y="288"/>
                    </a:lnTo>
                    <a:lnTo>
                      <a:pt x="0" y="1611"/>
                    </a:lnTo>
                    <a:lnTo>
                      <a:pt x="0" y="1625"/>
                    </a:lnTo>
                    <a:lnTo>
                      <a:pt x="2" y="1640"/>
                    </a:lnTo>
                    <a:lnTo>
                      <a:pt x="4" y="1654"/>
                    </a:lnTo>
                    <a:lnTo>
                      <a:pt x="6" y="1668"/>
                    </a:lnTo>
                    <a:lnTo>
                      <a:pt x="9" y="1683"/>
                    </a:lnTo>
                    <a:lnTo>
                      <a:pt x="13" y="1697"/>
                    </a:lnTo>
                    <a:lnTo>
                      <a:pt x="16" y="1710"/>
                    </a:lnTo>
                    <a:lnTo>
                      <a:pt x="22" y="1722"/>
                    </a:lnTo>
                    <a:lnTo>
                      <a:pt x="27" y="1735"/>
                    </a:lnTo>
                    <a:lnTo>
                      <a:pt x="33" y="1748"/>
                    </a:lnTo>
                    <a:lnTo>
                      <a:pt x="40" y="1760"/>
                    </a:lnTo>
                    <a:lnTo>
                      <a:pt x="47" y="1773"/>
                    </a:lnTo>
                    <a:lnTo>
                      <a:pt x="56" y="1783"/>
                    </a:lnTo>
                    <a:lnTo>
                      <a:pt x="63" y="1794"/>
                    </a:lnTo>
                    <a:lnTo>
                      <a:pt x="72" y="1805"/>
                    </a:lnTo>
                    <a:lnTo>
                      <a:pt x="81" y="1814"/>
                    </a:lnTo>
                    <a:lnTo>
                      <a:pt x="92" y="1825"/>
                    </a:lnTo>
                    <a:lnTo>
                      <a:pt x="101" y="1834"/>
                    </a:lnTo>
                    <a:lnTo>
                      <a:pt x="112" y="1841"/>
                    </a:lnTo>
                    <a:lnTo>
                      <a:pt x="123" y="1850"/>
                    </a:lnTo>
                    <a:lnTo>
                      <a:pt x="134" y="1857"/>
                    </a:lnTo>
                    <a:lnTo>
                      <a:pt x="146" y="1864"/>
                    </a:lnTo>
                    <a:lnTo>
                      <a:pt x="159" y="1870"/>
                    </a:lnTo>
                    <a:lnTo>
                      <a:pt x="170" y="1877"/>
                    </a:lnTo>
                    <a:lnTo>
                      <a:pt x="182" y="1881"/>
                    </a:lnTo>
                    <a:lnTo>
                      <a:pt x="197" y="1886"/>
                    </a:lnTo>
                    <a:lnTo>
                      <a:pt x="209" y="1890"/>
                    </a:lnTo>
                    <a:lnTo>
                      <a:pt x="224" y="1893"/>
                    </a:lnTo>
                    <a:lnTo>
                      <a:pt x="236" y="1895"/>
                    </a:lnTo>
                    <a:lnTo>
                      <a:pt x="251" y="1897"/>
                    </a:lnTo>
                    <a:lnTo>
                      <a:pt x="265" y="1899"/>
                    </a:lnTo>
                    <a:lnTo>
                      <a:pt x="280" y="1899"/>
                    </a:lnTo>
                    <a:lnTo>
                      <a:pt x="2573" y="1899"/>
                    </a:lnTo>
                  </a:path>
                </a:pathLst>
              </a:cu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27" name="任意多边形 10318"/>
              <p:cNvSpPr/>
              <p:nvPr/>
            </p:nvSpPr>
            <p:spPr bwMode="auto">
              <a:xfrm>
                <a:off x="25" y="2614"/>
                <a:ext cx="2237" cy="2186"/>
              </a:xfrm>
              <a:custGeom>
                <a:avLst/>
                <a:gdLst/>
                <a:ahLst/>
                <a:cxnLst>
                  <a:cxn ang="0">
                    <a:pos x="1987" y="2184"/>
                  </a:cxn>
                  <a:cxn ang="0">
                    <a:pos x="2028" y="2177"/>
                  </a:cxn>
                  <a:cxn ang="0">
                    <a:pos x="2066" y="2164"/>
                  </a:cxn>
                  <a:cxn ang="0">
                    <a:pos x="2102" y="2145"/>
                  </a:cxn>
                  <a:cxn ang="0">
                    <a:pos x="2135" y="2121"/>
                  </a:cxn>
                  <a:cxn ang="0">
                    <a:pos x="2165" y="2092"/>
                  </a:cxn>
                  <a:cxn ang="0">
                    <a:pos x="2189" y="2060"/>
                  </a:cxn>
                  <a:cxn ang="0">
                    <a:pos x="2210" y="2024"/>
                  </a:cxn>
                  <a:cxn ang="0">
                    <a:pos x="2225" y="1985"/>
                  </a:cxn>
                  <a:cxn ang="0">
                    <a:pos x="2234" y="1943"/>
                  </a:cxn>
                  <a:cxn ang="0">
                    <a:pos x="2237" y="1898"/>
                  </a:cxn>
                  <a:cxn ang="0">
                    <a:pos x="2237" y="273"/>
                  </a:cxn>
                  <a:cxn ang="0">
                    <a:pos x="2232" y="230"/>
                  </a:cxn>
                  <a:cxn ang="0">
                    <a:pos x="2219" y="189"/>
                  </a:cxn>
                  <a:cxn ang="0">
                    <a:pos x="2203" y="151"/>
                  </a:cxn>
                  <a:cxn ang="0">
                    <a:pos x="2181" y="115"/>
                  </a:cxn>
                  <a:cxn ang="0">
                    <a:pos x="2154" y="84"/>
                  </a:cxn>
                  <a:cxn ang="0">
                    <a:pos x="2126" y="57"/>
                  </a:cxn>
                  <a:cxn ang="0">
                    <a:pos x="2091" y="34"/>
                  </a:cxn>
                  <a:cxn ang="0">
                    <a:pos x="2053" y="18"/>
                  </a:cxn>
                  <a:cxn ang="0">
                    <a:pos x="2014" y="5"/>
                  </a:cxn>
                  <a:cxn ang="0">
                    <a:pos x="1972" y="0"/>
                  </a:cxn>
                  <a:cxn ang="0">
                    <a:pos x="265" y="0"/>
                  </a:cxn>
                  <a:cxn ang="0">
                    <a:pos x="224" y="5"/>
                  </a:cxn>
                  <a:cxn ang="0">
                    <a:pos x="184" y="18"/>
                  </a:cxn>
                  <a:cxn ang="0">
                    <a:pos x="146" y="34"/>
                  </a:cxn>
                  <a:cxn ang="0">
                    <a:pos x="112" y="57"/>
                  </a:cxn>
                  <a:cxn ang="0">
                    <a:pos x="81" y="84"/>
                  </a:cxn>
                  <a:cxn ang="0">
                    <a:pos x="56" y="115"/>
                  </a:cxn>
                  <a:cxn ang="0">
                    <a:pos x="33" y="151"/>
                  </a:cxn>
                  <a:cxn ang="0">
                    <a:pos x="16" y="189"/>
                  </a:cxn>
                  <a:cxn ang="0">
                    <a:pos x="6" y="230"/>
                  </a:cxn>
                  <a:cxn ang="0">
                    <a:pos x="0" y="273"/>
                  </a:cxn>
                  <a:cxn ang="0">
                    <a:pos x="0" y="1898"/>
                  </a:cxn>
                  <a:cxn ang="0">
                    <a:pos x="2" y="1943"/>
                  </a:cxn>
                  <a:cxn ang="0">
                    <a:pos x="13" y="1985"/>
                  </a:cxn>
                  <a:cxn ang="0">
                    <a:pos x="27" y="2024"/>
                  </a:cxn>
                  <a:cxn ang="0">
                    <a:pos x="47" y="2060"/>
                  </a:cxn>
                  <a:cxn ang="0">
                    <a:pos x="72" y="2092"/>
                  </a:cxn>
                  <a:cxn ang="0">
                    <a:pos x="101" y="2121"/>
                  </a:cxn>
                  <a:cxn ang="0">
                    <a:pos x="134" y="2145"/>
                  </a:cxn>
                  <a:cxn ang="0">
                    <a:pos x="170" y="2164"/>
                  </a:cxn>
                  <a:cxn ang="0">
                    <a:pos x="209" y="2177"/>
                  </a:cxn>
                  <a:cxn ang="0">
                    <a:pos x="251" y="2184"/>
                  </a:cxn>
                  <a:cxn ang="0">
                    <a:pos x="280" y="2186"/>
                  </a:cxn>
                </a:cxnLst>
                <a:rect l="0" t="0" r="r" b="b"/>
                <a:pathLst>
                  <a:path w="2237" h="2186">
                    <a:moveTo>
                      <a:pt x="1958" y="2186"/>
                    </a:moveTo>
                    <a:lnTo>
                      <a:pt x="1972" y="2186"/>
                    </a:lnTo>
                    <a:lnTo>
                      <a:pt x="1987" y="2184"/>
                    </a:lnTo>
                    <a:lnTo>
                      <a:pt x="1999" y="2182"/>
                    </a:lnTo>
                    <a:lnTo>
                      <a:pt x="2014" y="2180"/>
                    </a:lnTo>
                    <a:lnTo>
                      <a:pt x="2028" y="2177"/>
                    </a:lnTo>
                    <a:lnTo>
                      <a:pt x="2041" y="2173"/>
                    </a:lnTo>
                    <a:lnTo>
                      <a:pt x="2053" y="2168"/>
                    </a:lnTo>
                    <a:lnTo>
                      <a:pt x="2066" y="2164"/>
                    </a:lnTo>
                    <a:lnTo>
                      <a:pt x="2079" y="2157"/>
                    </a:lnTo>
                    <a:lnTo>
                      <a:pt x="2091" y="2152"/>
                    </a:lnTo>
                    <a:lnTo>
                      <a:pt x="2102" y="2145"/>
                    </a:lnTo>
                    <a:lnTo>
                      <a:pt x="2113" y="2137"/>
                    </a:lnTo>
                    <a:lnTo>
                      <a:pt x="2126" y="2128"/>
                    </a:lnTo>
                    <a:lnTo>
                      <a:pt x="2135" y="2121"/>
                    </a:lnTo>
                    <a:lnTo>
                      <a:pt x="2145" y="2112"/>
                    </a:lnTo>
                    <a:lnTo>
                      <a:pt x="2154" y="2101"/>
                    </a:lnTo>
                    <a:lnTo>
                      <a:pt x="2165" y="2092"/>
                    </a:lnTo>
                    <a:lnTo>
                      <a:pt x="2172" y="2082"/>
                    </a:lnTo>
                    <a:lnTo>
                      <a:pt x="2181" y="2071"/>
                    </a:lnTo>
                    <a:lnTo>
                      <a:pt x="2189" y="2060"/>
                    </a:lnTo>
                    <a:lnTo>
                      <a:pt x="2196" y="2047"/>
                    </a:lnTo>
                    <a:lnTo>
                      <a:pt x="2203" y="2035"/>
                    </a:lnTo>
                    <a:lnTo>
                      <a:pt x="2210" y="2024"/>
                    </a:lnTo>
                    <a:lnTo>
                      <a:pt x="2216" y="2010"/>
                    </a:lnTo>
                    <a:lnTo>
                      <a:pt x="2219" y="1997"/>
                    </a:lnTo>
                    <a:lnTo>
                      <a:pt x="2225" y="1985"/>
                    </a:lnTo>
                    <a:lnTo>
                      <a:pt x="2228" y="1970"/>
                    </a:lnTo>
                    <a:lnTo>
                      <a:pt x="2232" y="1956"/>
                    </a:lnTo>
                    <a:lnTo>
                      <a:pt x="2234" y="1943"/>
                    </a:lnTo>
                    <a:lnTo>
                      <a:pt x="2236" y="1927"/>
                    </a:lnTo>
                    <a:lnTo>
                      <a:pt x="2237" y="1913"/>
                    </a:lnTo>
                    <a:lnTo>
                      <a:pt x="2237" y="1898"/>
                    </a:lnTo>
                    <a:lnTo>
                      <a:pt x="2237" y="287"/>
                    </a:lnTo>
                    <a:lnTo>
                      <a:pt x="2237" y="273"/>
                    </a:lnTo>
                    <a:lnTo>
                      <a:pt x="2236" y="259"/>
                    </a:lnTo>
                    <a:lnTo>
                      <a:pt x="2234" y="244"/>
                    </a:lnTo>
                    <a:lnTo>
                      <a:pt x="2232" y="230"/>
                    </a:lnTo>
                    <a:lnTo>
                      <a:pt x="2228" y="216"/>
                    </a:lnTo>
                    <a:lnTo>
                      <a:pt x="2225" y="203"/>
                    </a:lnTo>
                    <a:lnTo>
                      <a:pt x="2219" y="189"/>
                    </a:lnTo>
                    <a:lnTo>
                      <a:pt x="2216" y="176"/>
                    </a:lnTo>
                    <a:lnTo>
                      <a:pt x="2210" y="163"/>
                    </a:lnTo>
                    <a:lnTo>
                      <a:pt x="2203" y="151"/>
                    </a:lnTo>
                    <a:lnTo>
                      <a:pt x="2196" y="138"/>
                    </a:lnTo>
                    <a:lnTo>
                      <a:pt x="2189" y="127"/>
                    </a:lnTo>
                    <a:lnTo>
                      <a:pt x="2181" y="115"/>
                    </a:lnTo>
                    <a:lnTo>
                      <a:pt x="2172" y="104"/>
                    </a:lnTo>
                    <a:lnTo>
                      <a:pt x="2165" y="95"/>
                    </a:lnTo>
                    <a:lnTo>
                      <a:pt x="2154" y="84"/>
                    </a:lnTo>
                    <a:lnTo>
                      <a:pt x="2145" y="75"/>
                    </a:lnTo>
                    <a:lnTo>
                      <a:pt x="2135" y="66"/>
                    </a:lnTo>
                    <a:lnTo>
                      <a:pt x="2126" y="57"/>
                    </a:lnTo>
                    <a:lnTo>
                      <a:pt x="2113" y="48"/>
                    </a:lnTo>
                    <a:lnTo>
                      <a:pt x="2102" y="41"/>
                    </a:lnTo>
                    <a:lnTo>
                      <a:pt x="2091" y="34"/>
                    </a:lnTo>
                    <a:lnTo>
                      <a:pt x="2079" y="29"/>
                    </a:lnTo>
                    <a:lnTo>
                      <a:pt x="2066" y="23"/>
                    </a:lnTo>
                    <a:lnTo>
                      <a:pt x="2053" y="18"/>
                    </a:lnTo>
                    <a:lnTo>
                      <a:pt x="2041" y="12"/>
                    </a:lnTo>
                    <a:lnTo>
                      <a:pt x="2028" y="9"/>
                    </a:lnTo>
                    <a:lnTo>
                      <a:pt x="2014" y="5"/>
                    </a:lnTo>
                    <a:lnTo>
                      <a:pt x="1999" y="3"/>
                    </a:lnTo>
                    <a:lnTo>
                      <a:pt x="1987" y="2"/>
                    </a:lnTo>
                    <a:lnTo>
                      <a:pt x="1972" y="0"/>
                    </a:lnTo>
                    <a:lnTo>
                      <a:pt x="1958" y="0"/>
                    </a:lnTo>
                    <a:lnTo>
                      <a:pt x="280" y="0"/>
                    </a:lnTo>
                    <a:lnTo>
                      <a:pt x="265" y="0"/>
                    </a:lnTo>
                    <a:lnTo>
                      <a:pt x="251" y="2"/>
                    </a:lnTo>
                    <a:lnTo>
                      <a:pt x="236" y="3"/>
                    </a:lnTo>
                    <a:lnTo>
                      <a:pt x="224" y="5"/>
                    </a:lnTo>
                    <a:lnTo>
                      <a:pt x="209" y="9"/>
                    </a:lnTo>
                    <a:lnTo>
                      <a:pt x="197" y="12"/>
                    </a:lnTo>
                    <a:lnTo>
                      <a:pt x="184" y="18"/>
                    </a:lnTo>
                    <a:lnTo>
                      <a:pt x="170" y="23"/>
                    </a:lnTo>
                    <a:lnTo>
                      <a:pt x="159" y="29"/>
                    </a:lnTo>
                    <a:lnTo>
                      <a:pt x="146" y="34"/>
                    </a:lnTo>
                    <a:lnTo>
                      <a:pt x="134" y="41"/>
                    </a:lnTo>
                    <a:lnTo>
                      <a:pt x="123" y="48"/>
                    </a:lnTo>
                    <a:lnTo>
                      <a:pt x="112" y="57"/>
                    </a:lnTo>
                    <a:lnTo>
                      <a:pt x="101" y="66"/>
                    </a:lnTo>
                    <a:lnTo>
                      <a:pt x="92" y="75"/>
                    </a:lnTo>
                    <a:lnTo>
                      <a:pt x="81" y="84"/>
                    </a:lnTo>
                    <a:lnTo>
                      <a:pt x="72" y="95"/>
                    </a:lnTo>
                    <a:lnTo>
                      <a:pt x="63" y="104"/>
                    </a:lnTo>
                    <a:lnTo>
                      <a:pt x="56" y="115"/>
                    </a:lnTo>
                    <a:lnTo>
                      <a:pt x="47" y="127"/>
                    </a:lnTo>
                    <a:lnTo>
                      <a:pt x="40" y="138"/>
                    </a:lnTo>
                    <a:lnTo>
                      <a:pt x="33" y="151"/>
                    </a:lnTo>
                    <a:lnTo>
                      <a:pt x="27" y="163"/>
                    </a:lnTo>
                    <a:lnTo>
                      <a:pt x="22" y="176"/>
                    </a:lnTo>
                    <a:lnTo>
                      <a:pt x="16" y="189"/>
                    </a:lnTo>
                    <a:lnTo>
                      <a:pt x="13" y="203"/>
                    </a:lnTo>
                    <a:lnTo>
                      <a:pt x="9" y="216"/>
                    </a:lnTo>
                    <a:lnTo>
                      <a:pt x="6" y="230"/>
                    </a:lnTo>
                    <a:lnTo>
                      <a:pt x="2" y="244"/>
                    </a:lnTo>
                    <a:lnTo>
                      <a:pt x="0" y="259"/>
                    </a:lnTo>
                    <a:lnTo>
                      <a:pt x="0" y="273"/>
                    </a:lnTo>
                    <a:lnTo>
                      <a:pt x="0" y="287"/>
                    </a:lnTo>
                    <a:lnTo>
                      <a:pt x="0" y="1898"/>
                    </a:lnTo>
                    <a:lnTo>
                      <a:pt x="0" y="1913"/>
                    </a:lnTo>
                    <a:lnTo>
                      <a:pt x="0" y="1929"/>
                    </a:lnTo>
                    <a:lnTo>
                      <a:pt x="2" y="1943"/>
                    </a:lnTo>
                    <a:lnTo>
                      <a:pt x="6" y="1956"/>
                    </a:lnTo>
                    <a:lnTo>
                      <a:pt x="9" y="1970"/>
                    </a:lnTo>
                    <a:lnTo>
                      <a:pt x="13" y="1985"/>
                    </a:lnTo>
                    <a:lnTo>
                      <a:pt x="16" y="1997"/>
                    </a:lnTo>
                    <a:lnTo>
                      <a:pt x="22" y="2010"/>
                    </a:lnTo>
                    <a:lnTo>
                      <a:pt x="27" y="2024"/>
                    </a:lnTo>
                    <a:lnTo>
                      <a:pt x="33" y="2035"/>
                    </a:lnTo>
                    <a:lnTo>
                      <a:pt x="40" y="2047"/>
                    </a:lnTo>
                    <a:lnTo>
                      <a:pt x="47" y="2060"/>
                    </a:lnTo>
                    <a:lnTo>
                      <a:pt x="56" y="2071"/>
                    </a:lnTo>
                    <a:lnTo>
                      <a:pt x="63" y="2082"/>
                    </a:lnTo>
                    <a:lnTo>
                      <a:pt x="72" y="2092"/>
                    </a:lnTo>
                    <a:lnTo>
                      <a:pt x="81" y="2101"/>
                    </a:lnTo>
                    <a:lnTo>
                      <a:pt x="92" y="2112"/>
                    </a:lnTo>
                    <a:lnTo>
                      <a:pt x="101" y="2121"/>
                    </a:lnTo>
                    <a:lnTo>
                      <a:pt x="112" y="2128"/>
                    </a:lnTo>
                    <a:lnTo>
                      <a:pt x="123" y="2137"/>
                    </a:lnTo>
                    <a:lnTo>
                      <a:pt x="134" y="2145"/>
                    </a:lnTo>
                    <a:lnTo>
                      <a:pt x="146" y="2152"/>
                    </a:lnTo>
                    <a:lnTo>
                      <a:pt x="159" y="2157"/>
                    </a:lnTo>
                    <a:lnTo>
                      <a:pt x="170" y="2164"/>
                    </a:lnTo>
                    <a:lnTo>
                      <a:pt x="184" y="2168"/>
                    </a:lnTo>
                    <a:lnTo>
                      <a:pt x="197" y="2173"/>
                    </a:lnTo>
                    <a:lnTo>
                      <a:pt x="209" y="2177"/>
                    </a:lnTo>
                    <a:lnTo>
                      <a:pt x="224" y="2180"/>
                    </a:lnTo>
                    <a:lnTo>
                      <a:pt x="236" y="2182"/>
                    </a:lnTo>
                    <a:lnTo>
                      <a:pt x="251" y="2184"/>
                    </a:lnTo>
                    <a:lnTo>
                      <a:pt x="265" y="2186"/>
                    </a:lnTo>
                    <a:lnTo>
                      <a:pt x="280" y="2186"/>
                    </a:lnTo>
                    <a:lnTo>
                      <a:pt x="1958" y="2186"/>
                    </a:lnTo>
                  </a:path>
                </a:pathLst>
              </a:cu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26" name="矩形 10319"/>
              <p:cNvSpPr>
                <a:spLocks noChangeArrowheads="1"/>
              </p:cNvSpPr>
              <p:nvPr/>
            </p:nvSpPr>
            <p:spPr bwMode="auto">
              <a:xfrm>
                <a:off x="4511" y="5068"/>
                <a:ext cx="2340" cy="343"/>
              </a:xfrm>
              <a:prstGeom prst="rect">
                <a:avLst/>
              </a:prstGeom>
              <a:noFill/>
              <a:ln w="9525">
                <a:noFill/>
                <a:miter lim="800000"/>
              </a:ln>
            </p:spPr>
            <p:txBody>
              <a:bodyPr vert="horz" wrap="square" lIns="0" tIns="0" rIns="0" bIns="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应用逻辑层（功能层）</a:t>
                </a:r>
                <a:endParaRPr kumimoji="0" 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5625" name="矩形 10320"/>
              <p:cNvSpPr>
                <a:spLocks noChangeArrowheads="1"/>
              </p:cNvSpPr>
              <p:nvPr/>
            </p:nvSpPr>
            <p:spPr bwMode="auto">
              <a:xfrm>
                <a:off x="1445" y="270"/>
                <a:ext cx="1188" cy="396"/>
              </a:xfrm>
              <a:prstGeom prst="rect">
                <a:avLst/>
              </a:prstGeom>
              <a:noFill/>
              <a:ln w="9525">
                <a:solidFill>
                  <a:srgbClr val="000000"/>
                </a:solidFill>
                <a:miter lim="800000"/>
              </a:ln>
            </p:spPr>
            <p:txBody>
              <a:bodyPr vert="horz" wrap="none" lIns="18000" tIns="18000" rIns="18000" bIns="1800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请求按钮</a:t>
                </a:r>
                <a:endParaRPr kumimoji="0" 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5624" name="矩形 10321"/>
              <p:cNvSpPr>
                <a:spLocks noChangeArrowheads="1"/>
              </p:cNvSpPr>
              <p:nvPr/>
            </p:nvSpPr>
            <p:spPr bwMode="auto">
              <a:xfrm>
                <a:off x="147" y="1399"/>
                <a:ext cx="1188" cy="396"/>
              </a:xfrm>
              <a:prstGeom prst="rect">
                <a:avLst/>
              </a:prstGeom>
              <a:noFill/>
              <a:ln w="9525">
                <a:solidFill>
                  <a:srgbClr val="000000"/>
                </a:solidFill>
                <a:miter lim="800000"/>
              </a:ln>
            </p:spPr>
            <p:txBody>
              <a:bodyPr vert="horz" wrap="none" lIns="18000" tIns="18000" rIns="18000" bIns="1800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输出数据</a:t>
                </a:r>
                <a:endParaRPr kumimoji="0" 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nvGrpSpPr>
              <p:cNvPr id="235618" name="组合 10322"/>
              <p:cNvGrpSpPr/>
              <p:nvPr/>
            </p:nvGrpSpPr>
            <p:grpSpPr bwMode="auto">
              <a:xfrm>
                <a:off x="5043" y="274"/>
                <a:ext cx="1451" cy="1525"/>
                <a:chOff x="5043" y="274"/>
                <a:chExt cx="1451" cy="1525"/>
              </a:xfrm>
            </p:grpSpPr>
            <p:sp>
              <p:nvSpPr>
                <p:cNvPr id="235623" name="直线 10323"/>
                <p:cNvSpPr>
                  <a:spLocks noChangeShapeType="1"/>
                </p:cNvSpPr>
                <p:nvPr/>
              </p:nvSpPr>
              <p:spPr bwMode="auto">
                <a:xfrm>
                  <a:off x="5621" y="1151"/>
                  <a:ext cx="1" cy="249"/>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sz="1400"/>
                </a:p>
              </p:txBody>
            </p:sp>
            <p:sp>
              <p:nvSpPr>
                <p:cNvPr id="235622" name="矩形 10324"/>
                <p:cNvSpPr>
                  <a:spLocks noChangeArrowheads="1"/>
                </p:cNvSpPr>
                <p:nvPr/>
              </p:nvSpPr>
              <p:spPr bwMode="auto">
                <a:xfrm>
                  <a:off x="5043" y="274"/>
                  <a:ext cx="1434" cy="400"/>
                </a:xfrm>
                <a:prstGeom prst="rect">
                  <a:avLst/>
                </a:prstGeom>
                <a:noFill/>
                <a:ln w="9525">
                  <a:solidFill>
                    <a:srgbClr val="000000"/>
                  </a:solidFill>
                  <a:miter lim="800000"/>
                </a:ln>
              </p:spPr>
              <p:txBody>
                <a:bodyPr vert="horz" wrap="square" lIns="18000" tIns="18000" rIns="18000" bIns="1800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业务处理开始</a:t>
                  </a:r>
                  <a:endParaRPr kumimoji="0" 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5621" name="矩形 10325"/>
                <p:cNvSpPr>
                  <a:spLocks noChangeArrowheads="1"/>
                </p:cNvSpPr>
                <p:nvPr/>
              </p:nvSpPr>
              <p:spPr bwMode="auto">
                <a:xfrm>
                  <a:off x="5043" y="836"/>
                  <a:ext cx="1434" cy="400"/>
                </a:xfrm>
                <a:prstGeom prst="rect">
                  <a:avLst/>
                </a:prstGeom>
                <a:noFill/>
                <a:ln w="9525">
                  <a:solidFill>
                    <a:srgbClr val="000000"/>
                  </a:solidFill>
                  <a:miter lim="800000"/>
                </a:ln>
              </p:spPr>
              <p:txBody>
                <a:bodyPr vert="horz" wrap="square" lIns="18000" tIns="18000" rIns="18000" bIns="1800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数据存取请求</a:t>
                  </a:r>
                  <a:endParaRPr kumimoji="0" 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5620" name="矩形 10326"/>
                <p:cNvSpPr>
                  <a:spLocks noChangeArrowheads="1"/>
                </p:cNvSpPr>
                <p:nvPr/>
              </p:nvSpPr>
              <p:spPr bwMode="auto">
                <a:xfrm>
                  <a:off x="5043" y="1399"/>
                  <a:ext cx="1451" cy="400"/>
                </a:xfrm>
                <a:prstGeom prst="rect">
                  <a:avLst/>
                </a:prstGeom>
                <a:noFill/>
                <a:ln w="9525">
                  <a:solidFill>
                    <a:srgbClr val="000000"/>
                  </a:solidFill>
                  <a:miter lim="800000"/>
                </a:ln>
              </p:spPr>
              <p:txBody>
                <a:bodyPr vert="horz" wrap="square" lIns="18000" tIns="18000" rIns="18000" bIns="1800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业务处理结束</a:t>
                  </a:r>
                  <a:endParaRPr kumimoji="0" 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5619" name="直线 10327"/>
                <p:cNvSpPr>
                  <a:spLocks noChangeShapeType="1"/>
                </p:cNvSpPr>
                <p:nvPr/>
              </p:nvSpPr>
              <p:spPr bwMode="auto">
                <a:xfrm>
                  <a:off x="5621" y="590"/>
                  <a:ext cx="1" cy="249"/>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sz="1400"/>
                </a:p>
              </p:txBody>
            </p:sp>
          </p:grpSp>
          <p:grpSp>
            <p:nvGrpSpPr>
              <p:cNvPr id="235612" name="组合 10328"/>
              <p:cNvGrpSpPr/>
              <p:nvPr/>
            </p:nvGrpSpPr>
            <p:grpSpPr bwMode="auto">
              <a:xfrm>
                <a:off x="4942" y="2976"/>
                <a:ext cx="1535" cy="1525"/>
                <a:chOff x="4942" y="274"/>
                <a:chExt cx="1535" cy="1525"/>
              </a:xfrm>
            </p:grpSpPr>
            <p:sp>
              <p:nvSpPr>
                <p:cNvPr id="235617" name="直线 10329"/>
                <p:cNvSpPr>
                  <a:spLocks noChangeShapeType="1"/>
                </p:cNvSpPr>
                <p:nvPr/>
              </p:nvSpPr>
              <p:spPr bwMode="auto">
                <a:xfrm>
                  <a:off x="5621" y="1151"/>
                  <a:ext cx="1" cy="249"/>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sz="1400"/>
                </a:p>
              </p:txBody>
            </p:sp>
            <p:sp>
              <p:nvSpPr>
                <p:cNvPr id="235616" name="矩形 10330"/>
                <p:cNvSpPr>
                  <a:spLocks noChangeArrowheads="1"/>
                </p:cNvSpPr>
                <p:nvPr/>
              </p:nvSpPr>
              <p:spPr bwMode="auto">
                <a:xfrm>
                  <a:off x="4942" y="274"/>
                  <a:ext cx="1518" cy="411"/>
                </a:xfrm>
                <a:prstGeom prst="rect">
                  <a:avLst/>
                </a:prstGeom>
                <a:noFill/>
                <a:ln w="9525">
                  <a:solidFill>
                    <a:srgbClr val="000000"/>
                  </a:solidFill>
                  <a:miter lim="800000"/>
                </a:ln>
              </p:spPr>
              <p:txBody>
                <a:bodyPr vert="horz" wrap="square" lIns="18000" tIns="18000" rIns="18000" bIns="1800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业务处理开始</a:t>
                  </a:r>
                  <a:endParaRPr kumimoji="0" 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5615" name="矩形 10331"/>
                <p:cNvSpPr>
                  <a:spLocks noChangeArrowheads="1"/>
                </p:cNvSpPr>
                <p:nvPr/>
              </p:nvSpPr>
              <p:spPr bwMode="auto">
                <a:xfrm>
                  <a:off x="4959" y="836"/>
                  <a:ext cx="1466" cy="400"/>
                </a:xfrm>
                <a:prstGeom prst="rect">
                  <a:avLst/>
                </a:prstGeom>
                <a:noFill/>
                <a:ln w="9525">
                  <a:solidFill>
                    <a:srgbClr val="000000"/>
                  </a:solidFill>
                  <a:miter lim="800000"/>
                </a:ln>
              </p:spPr>
              <p:txBody>
                <a:bodyPr vert="horz" wrap="square" lIns="18000" tIns="18000" rIns="18000" bIns="1800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数据存取请求</a:t>
                  </a:r>
                  <a:endParaRPr kumimoji="0" 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5614" name="矩形 10332"/>
                <p:cNvSpPr>
                  <a:spLocks noChangeArrowheads="1"/>
                </p:cNvSpPr>
                <p:nvPr/>
              </p:nvSpPr>
              <p:spPr bwMode="auto">
                <a:xfrm>
                  <a:off x="4942" y="1399"/>
                  <a:ext cx="1535" cy="400"/>
                </a:xfrm>
                <a:prstGeom prst="rect">
                  <a:avLst/>
                </a:prstGeom>
                <a:noFill/>
                <a:ln w="9525">
                  <a:solidFill>
                    <a:srgbClr val="000000"/>
                  </a:solidFill>
                  <a:miter lim="800000"/>
                </a:ln>
              </p:spPr>
              <p:txBody>
                <a:bodyPr vert="horz" wrap="square" lIns="18000" tIns="18000" rIns="18000" bIns="1800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业务处理结束</a:t>
                  </a:r>
                  <a:endParaRPr kumimoji="0" 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5613" name="直线 10333"/>
                <p:cNvSpPr>
                  <a:spLocks noChangeShapeType="1"/>
                </p:cNvSpPr>
                <p:nvPr/>
              </p:nvSpPr>
              <p:spPr bwMode="auto">
                <a:xfrm>
                  <a:off x="5621" y="590"/>
                  <a:ext cx="1" cy="249"/>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sz="1400"/>
                </a:p>
              </p:txBody>
            </p:sp>
          </p:grpSp>
          <p:grpSp>
            <p:nvGrpSpPr>
              <p:cNvPr id="235602" name="组合 10334"/>
              <p:cNvGrpSpPr/>
              <p:nvPr/>
            </p:nvGrpSpPr>
            <p:grpSpPr bwMode="auto">
              <a:xfrm>
                <a:off x="423" y="2728"/>
                <a:ext cx="1972" cy="1978"/>
                <a:chOff x="312" y="2728"/>
                <a:chExt cx="1972" cy="1978"/>
              </a:xfrm>
            </p:grpSpPr>
            <p:sp>
              <p:nvSpPr>
                <p:cNvPr id="235611" name="直线 10335"/>
                <p:cNvSpPr>
                  <a:spLocks noChangeShapeType="1"/>
                </p:cNvSpPr>
                <p:nvPr/>
              </p:nvSpPr>
              <p:spPr bwMode="auto">
                <a:xfrm>
                  <a:off x="1031" y="3051"/>
                  <a:ext cx="1" cy="259"/>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sz="1400"/>
                </a:p>
              </p:txBody>
            </p:sp>
            <p:sp>
              <p:nvSpPr>
                <p:cNvPr id="235610" name="矩形 10336"/>
                <p:cNvSpPr>
                  <a:spLocks noChangeArrowheads="1"/>
                </p:cNvSpPr>
                <p:nvPr/>
              </p:nvSpPr>
              <p:spPr bwMode="auto">
                <a:xfrm>
                  <a:off x="312" y="2728"/>
                  <a:ext cx="1483" cy="400"/>
                </a:xfrm>
                <a:prstGeom prst="rect">
                  <a:avLst/>
                </a:prstGeom>
                <a:noFill/>
                <a:ln w="9525">
                  <a:solidFill>
                    <a:srgbClr val="000000"/>
                  </a:solidFill>
                  <a:miter lim="800000"/>
                </a:ln>
              </p:spPr>
              <p:txBody>
                <a:bodyPr vert="horz" wrap="square" lIns="18000" tIns="18000" rIns="18000" bIns="1800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SQL</a:t>
                  </a:r>
                  <a:r>
                    <a:rPr kumimoji="0" lang="zh-CN" altLang="en-US" sz="1400"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请求开始</a:t>
                  </a:r>
                  <a:endPar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nvGrpSpPr>
                <p:cNvPr id="235605" name="组合 10337"/>
                <p:cNvGrpSpPr/>
                <p:nvPr/>
              </p:nvGrpSpPr>
              <p:grpSpPr bwMode="auto">
                <a:xfrm>
                  <a:off x="347" y="3319"/>
                  <a:ext cx="1937" cy="719"/>
                  <a:chOff x="458" y="3304"/>
                  <a:chExt cx="1937" cy="719"/>
                </a:xfrm>
              </p:grpSpPr>
              <p:sp>
                <p:nvSpPr>
                  <p:cNvPr id="235609" name="任意多边形 10338"/>
                  <p:cNvSpPr/>
                  <p:nvPr/>
                </p:nvSpPr>
                <p:spPr bwMode="auto">
                  <a:xfrm>
                    <a:off x="458" y="3304"/>
                    <a:ext cx="1366" cy="719"/>
                  </a:xfrm>
                  <a:custGeom>
                    <a:avLst/>
                    <a:gdLst/>
                    <a:ahLst/>
                    <a:cxnLst>
                      <a:cxn ang="0">
                        <a:pos x="2" y="608"/>
                      </a:cxn>
                      <a:cxn ang="0">
                        <a:pos x="12" y="626"/>
                      </a:cxn>
                      <a:cxn ang="0">
                        <a:pos x="34" y="642"/>
                      </a:cxn>
                      <a:cxn ang="0">
                        <a:pos x="70" y="658"/>
                      </a:cxn>
                      <a:cxn ang="0">
                        <a:pos x="113" y="673"/>
                      </a:cxn>
                      <a:cxn ang="0">
                        <a:pos x="168" y="685"/>
                      </a:cxn>
                      <a:cxn ang="0">
                        <a:pos x="231" y="696"/>
                      </a:cxn>
                      <a:cxn ang="0">
                        <a:pos x="301" y="705"/>
                      </a:cxn>
                      <a:cxn ang="0">
                        <a:pos x="377" y="712"/>
                      </a:cxn>
                      <a:cxn ang="0">
                        <a:pos x="458" y="717"/>
                      </a:cxn>
                      <a:cxn ang="0">
                        <a:pos x="573" y="719"/>
                      </a:cxn>
                      <a:cxn ang="0">
                        <a:pos x="688" y="717"/>
                      </a:cxn>
                      <a:cxn ang="0">
                        <a:pos x="771" y="712"/>
                      </a:cxn>
                      <a:cxn ang="0">
                        <a:pos x="847" y="705"/>
                      </a:cxn>
                      <a:cxn ang="0">
                        <a:pos x="917" y="696"/>
                      </a:cxn>
                      <a:cxn ang="0">
                        <a:pos x="979" y="685"/>
                      </a:cxn>
                      <a:cxn ang="0">
                        <a:pos x="1033" y="673"/>
                      </a:cxn>
                      <a:cxn ang="0">
                        <a:pos x="1078" y="658"/>
                      </a:cxn>
                      <a:cxn ang="0">
                        <a:pos x="1112" y="642"/>
                      </a:cxn>
                      <a:cxn ang="0">
                        <a:pos x="1136" y="626"/>
                      </a:cxn>
                      <a:cxn ang="0">
                        <a:pos x="1146" y="608"/>
                      </a:cxn>
                      <a:cxn ang="0">
                        <a:pos x="1146" y="602"/>
                      </a:cxn>
                      <a:cxn ang="0">
                        <a:pos x="1145" y="106"/>
                      </a:cxn>
                      <a:cxn ang="0">
                        <a:pos x="1128" y="88"/>
                      </a:cxn>
                      <a:cxn ang="0">
                        <a:pos x="1101" y="72"/>
                      </a:cxn>
                      <a:cxn ang="0">
                        <a:pos x="1063" y="58"/>
                      </a:cxn>
                      <a:cxn ang="0">
                        <a:pos x="1017" y="43"/>
                      </a:cxn>
                      <a:cxn ang="0">
                        <a:pos x="959" y="31"/>
                      </a:cxn>
                      <a:cxn ang="0">
                        <a:pos x="894" y="20"/>
                      </a:cxn>
                      <a:cxn ang="0">
                        <a:pos x="822" y="13"/>
                      </a:cxn>
                      <a:cxn ang="0">
                        <a:pos x="744" y="6"/>
                      </a:cxn>
                      <a:cxn ang="0">
                        <a:pos x="661" y="2"/>
                      </a:cxn>
                      <a:cxn ang="0">
                        <a:pos x="515" y="0"/>
                      </a:cxn>
                      <a:cxn ang="0">
                        <a:pos x="431" y="4"/>
                      </a:cxn>
                      <a:cxn ang="0">
                        <a:pos x="350" y="9"/>
                      </a:cxn>
                      <a:cxn ang="0">
                        <a:pos x="276" y="18"/>
                      </a:cxn>
                      <a:cxn ang="0">
                        <a:pos x="209" y="27"/>
                      </a:cxn>
                      <a:cxn ang="0">
                        <a:pos x="149" y="40"/>
                      </a:cxn>
                      <a:cxn ang="0">
                        <a:pos x="97" y="52"/>
                      </a:cxn>
                      <a:cxn ang="0">
                        <a:pos x="58" y="67"/>
                      </a:cxn>
                      <a:cxn ang="0">
                        <a:pos x="25" y="83"/>
                      </a:cxn>
                      <a:cxn ang="0">
                        <a:pos x="7" y="101"/>
                      </a:cxn>
                      <a:cxn ang="0">
                        <a:pos x="0" y="119"/>
                      </a:cxn>
                    </a:cxnLst>
                    <a:rect l="0" t="0" r="r" b="b"/>
                    <a:pathLst>
                      <a:path w="1146" h="719">
                        <a:moveTo>
                          <a:pt x="0" y="119"/>
                        </a:moveTo>
                        <a:lnTo>
                          <a:pt x="0" y="602"/>
                        </a:lnTo>
                        <a:lnTo>
                          <a:pt x="2" y="608"/>
                        </a:lnTo>
                        <a:lnTo>
                          <a:pt x="3" y="613"/>
                        </a:lnTo>
                        <a:lnTo>
                          <a:pt x="7" y="620"/>
                        </a:lnTo>
                        <a:lnTo>
                          <a:pt x="12" y="626"/>
                        </a:lnTo>
                        <a:lnTo>
                          <a:pt x="18" y="631"/>
                        </a:lnTo>
                        <a:lnTo>
                          <a:pt x="25" y="637"/>
                        </a:lnTo>
                        <a:lnTo>
                          <a:pt x="34" y="642"/>
                        </a:lnTo>
                        <a:lnTo>
                          <a:pt x="45" y="647"/>
                        </a:lnTo>
                        <a:lnTo>
                          <a:pt x="58" y="653"/>
                        </a:lnTo>
                        <a:lnTo>
                          <a:pt x="70" y="658"/>
                        </a:lnTo>
                        <a:lnTo>
                          <a:pt x="83" y="664"/>
                        </a:lnTo>
                        <a:lnTo>
                          <a:pt x="97" y="667"/>
                        </a:lnTo>
                        <a:lnTo>
                          <a:pt x="113" y="673"/>
                        </a:lnTo>
                        <a:lnTo>
                          <a:pt x="131" y="676"/>
                        </a:lnTo>
                        <a:lnTo>
                          <a:pt x="149" y="681"/>
                        </a:lnTo>
                        <a:lnTo>
                          <a:pt x="168" y="685"/>
                        </a:lnTo>
                        <a:lnTo>
                          <a:pt x="187" y="689"/>
                        </a:lnTo>
                        <a:lnTo>
                          <a:pt x="209" y="692"/>
                        </a:lnTo>
                        <a:lnTo>
                          <a:pt x="231" y="696"/>
                        </a:lnTo>
                        <a:lnTo>
                          <a:pt x="252" y="699"/>
                        </a:lnTo>
                        <a:lnTo>
                          <a:pt x="276" y="703"/>
                        </a:lnTo>
                        <a:lnTo>
                          <a:pt x="301" y="705"/>
                        </a:lnTo>
                        <a:lnTo>
                          <a:pt x="324" y="708"/>
                        </a:lnTo>
                        <a:lnTo>
                          <a:pt x="350" y="710"/>
                        </a:lnTo>
                        <a:lnTo>
                          <a:pt x="377" y="712"/>
                        </a:lnTo>
                        <a:lnTo>
                          <a:pt x="404" y="714"/>
                        </a:lnTo>
                        <a:lnTo>
                          <a:pt x="431" y="716"/>
                        </a:lnTo>
                        <a:lnTo>
                          <a:pt x="458" y="717"/>
                        </a:lnTo>
                        <a:lnTo>
                          <a:pt x="487" y="717"/>
                        </a:lnTo>
                        <a:lnTo>
                          <a:pt x="515" y="719"/>
                        </a:lnTo>
                        <a:lnTo>
                          <a:pt x="573" y="719"/>
                        </a:lnTo>
                        <a:lnTo>
                          <a:pt x="633" y="719"/>
                        </a:lnTo>
                        <a:lnTo>
                          <a:pt x="661" y="717"/>
                        </a:lnTo>
                        <a:lnTo>
                          <a:pt x="688" y="717"/>
                        </a:lnTo>
                        <a:lnTo>
                          <a:pt x="717" y="716"/>
                        </a:lnTo>
                        <a:lnTo>
                          <a:pt x="744" y="714"/>
                        </a:lnTo>
                        <a:lnTo>
                          <a:pt x="771" y="712"/>
                        </a:lnTo>
                        <a:lnTo>
                          <a:pt x="797" y="710"/>
                        </a:lnTo>
                        <a:lnTo>
                          <a:pt x="822" y="708"/>
                        </a:lnTo>
                        <a:lnTo>
                          <a:pt x="847" y="705"/>
                        </a:lnTo>
                        <a:lnTo>
                          <a:pt x="871" y="703"/>
                        </a:lnTo>
                        <a:lnTo>
                          <a:pt x="894" y="699"/>
                        </a:lnTo>
                        <a:lnTo>
                          <a:pt x="917" y="696"/>
                        </a:lnTo>
                        <a:lnTo>
                          <a:pt x="939" y="692"/>
                        </a:lnTo>
                        <a:lnTo>
                          <a:pt x="959" y="689"/>
                        </a:lnTo>
                        <a:lnTo>
                          <a:pt x="979" y="685"/>
                        </a:lnTo>
                        <a:lnTo>
                          <a:pt x="999" y="681"/>
                        </a:lnTo>
                        <a:lnTo>
                          <a:pt x="1017" y="676"/>
                        </a:lnTo>
                        <a:lnTo>
                          <a:pt x="1033" y="673"/>
                        </a:lnTo>
                        <a:lnTo>
                          <a:pt x="1049" y="667"/>
                        </a:lnTo>
                        <a:lnTo>
                          <a:pt x="1063" y="664"/>
                        </a:lnTo>
                        <a:lnTo>
                          <a:pt x="1078" y="658"/>
                        </a:lnTo>
                        <a:lnTo>
                          <a:pt x="1090" y="653"/>
                        </a:lnTo>
                        <a:lnTo>
                          <a:pt x="1101" y="647"/>
                        </a:lnTo>
                        <a:lnTo>
                          <a:pt x="1112" y="642"/>
                        </a:lnTo>
                        <a:lnTo>
                          <a:pt x="1121" y="637"/>
                        </a:lnTo>
                        <a:lnTo>
                          <a:pt x="1128" y="631"/>
                        </a:lnTo>
                        <a:lnTo>
                          <a:pt x="1136" y="626"/>
                        </a:lnTo>
                        <a:lnTo>
                          <a:pt x="1141" y="620"/>
                        </a:lnTo>
                        <a:lnTo>
                          <a:pt x="1145" y="613"/>
                        </a:lnTo>
                        <a:lnTo>
                          <a:pt x="1146" y="608"/>
                        </a:lnTo>
                        <a:lnTo>
                          <a:pt x="1146" y="602"/>
                        </a:lnTo>
                        <a:lnTo>
                          <a:pt x="1146" y="119"/>
                        </a:lnTo>
                        <a:lnTo>
                          <a:pt x="1146" y="112"/>
                        </a:lnTo>
                        <a:lnTo>
                          <a:pt x="1145" y="106"/>
                        </a:lnTo>
                        <a:lnTo>
                          <a:pt x="1141" y="101"/>
                        </a:lnTo>
                        <a:lnTo>
                          <a:pt x="1136" y="95"/>
                        </a:lnTo>
                        <a:lnTo>
                          <a:pt x="1128" y="88"/>
                        </a:lnTo>
                        <a:lnTo>
                          <a:pt x="1121" y="83"/>
                        </a:lnTo>
                        <a:lnTo>
                          <a:pt x="1112" y="77"/>
                        </a:lnTo>
                        <a:lnTo>
                          <a:pt x="1101" y="72"/>
                        </a:lnTo>
                        <a:lnTo>
                          <a:pt x="1090" y="67"/>
                        </a:lnTo>
                        <a:lnTo>
                          <a:pt x="1078" y="61"/>
                        </a:lnTo>
                        <a:lnTo>
                          <a:pt x="1063" y="58"/>
                        </a:lnTo>
                        <a:lnTo>
                          <a:pt x="1049" y="52"/>
                        </a:lnTo>
                        <a:lnTo>
                          <a:pt x="1033" y="49"/>
                        </a:lnTo>
                        <a:lnTo>
                          <a:pt x="1017" y="43"/>
                        </a:lnTo>
                        <a:lnTo>
                          <a:pt x="999" y="40"/>
                        </a:lnTo>
                        <a:lnTo>
                          <a:pt x="979" y="34"/>
                        </a:lnTo>
                        <a:lnTo>
                          <a:pt x="959" y="31"/>
                        </a:lnTo>
                        <a:lnTo>
                          <a:pt x="939" y="27"/>
                        </a:lnTo>
                        <a:lnTo>
                          <a:pt x="917" y="24"/>
                        </a:lnTo>
                        <a:lnTo>
                          <a:pt x="894" y="20"/>
                        </a:lnTo>
                        <a:lnTo>
                          <a:pt x="871" y="18"/>
                        </a:lnTo>
                        <a:lnTo>
                          <a:pt x="847" y="15"/>
                        </a:lnTo>
                        <a:lnTo>
                          <a:pt x="822" y="13"/>
                        </a:lnTo>
                        <a:lnTo>
                          <a:pt x="797" y="9"/>
                        </a:lnTo>
                        <a:lnTo>
                          <a:pt x="771" y="7"/>
                        </a:lnTo>
                        <a:lnTo>
                          <a:pt x="744" y="6"/>
                        </a:lnTo>
                        <a:lnTo>
                          <a:pt x="717" y="4"/>
                        </a:lnTo>
                        <a:lnTo>
                          <a:pt x="688" y="2"/>
                        </a:lnTo>
                        <a:lnTo>
                          <a:pt x="661" y="2"/>
                        </a:lnTo>
                        <a:lnTo>
                          <a:pt x="633" y="0"/>
                        </a:lnTo>
                        <a:lnTo>
                          <a:pt x="573" y="0"/>
                        </a:lnTo>
                        <a:lnTo>
                          <a:pt x="515" y="0"/>
                        </a:lnTo>
                        <a:lnTo>
                          <a:pt x="487" y="2"/>
                        </a:lnTo>
                        <a:lnTo>
                          <a:pt x="458" y="2"/>
                        </a:lnTo>
                        <a:lnTo>
                          <a:pt x="431" y="4"/>
                        </a:lnTo>
                        <a:lnTo>
                          <a:pt x="404" y="6"/>
                        </a:lnTo>
                        <a:lnTo>
                          <a:pt x="377" y="7"/>
                        </a:lnTo>
                        <a:lnTo>
                          <a:pt x="350" y="9"/>
                        </a:lnTo>
                        <a:lnTo>
                          <a:pt x="324" y="13"/>
                        </a:lnTo>
                        <a:lnTo>
                          <a:pt x="301" y="15"/>
                        </a:lnTo>
                        <a:lnTo>
                          <a:pt x="276" y="18"/>
                        </a:lnTo>
                        <a:lnTo>
                          <a:pt x="252" y="20"/>
                        </a:lnTo>
                        <a:lnTo>
                          <a:pt x="231" y="24"/>
                        </a:lnTo>
                        <a:lnTo>
                          <a:pt x="209" y="27"/>
                        </a:lnTo>
                        <a:lnTo>
                          <a:pt x="187" y="31"/>
                        </a:lnTo>
                        <a:lnTo>
                          <a:pt x="168" y="34"/>
                        </a:lnTo>
                        <a:lnTo>
                          <a:pt x="149" y="40"/>
                        </a:lnTo>
                        <a:lnTo>
                          <a:pt x="131" y="43"/>
                        </a:lnTo>
                        <a:lnTo>
                          <a:pt x="113" y="49"/>
                        </a:lnTo>
                        <a:lnTo>
                          <a:pt x="97" y="52"/>
                        </a:lnTo>
                        <a:lnTo>
                          <a:pt x="83" y="58"/>
                        </a:lnTo>
                        <a:lnTo>
                          <a:pt x="70" y="61"/>
                        </a:lnTo>
                        <a:lnTo>
                          <a:pt x="58" y="67"/>
                        </a:lnTo>
                        <a:lnTo>
                          <a:pt x="45" y="72"/>
                        </a:lnTo>
                        <a:lnTo>
                          <a:pt x="34" y="77"/>
                        </a:lnTo>
                        <a:lnTo>
                          <a:pt x="25" y="83"/>
                        </a:lnTo>
                        <a:lnTo>
                          <a:pt x="18" y="88"/>
                        </a:lnTo>
                        <a:lnTo>
                          <a:pt x="12" y="95"/>
                        </a:lnTo>
                        <a:lnTo>
                          <a:pt x="7" y="101"/>
                        </a:lnTo>
                        <a:lnTo>
                          <a:pt x="3" y="106"/>
                        </a:lnTo>
                        <a:lnTo>
                          <a:pt x="2" y="112"/>
                        </a:lnTo>
                        <a:lnTo>
                          <a:pt x="0" y="119"/>
                        </a:lnTo>
                      </a:path>
                    </a:pathLst>
                  </a:cu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08" name="任意多边形 10339"/>
                  <p:cNvSpPr/>
                  <p:nvPr/>
                </p:nvSpPr>
                <p:spPr bwMode="auto">
                  <a:xfrm>
                    <a:off x="458" y="3423"/>
                    <a:ext cx="1366" cy="117"/>
                  </a:xfrm>
                  <a:custGeom>
                    <a:avLst/>
                    <a:gdLst/>
                    <a:ahLst/>
                    <a:cxnLst>
                      <a:cxn ang="0">
                        <a:pos x="2" y="5"/>
                      </a:cxn>
                      <a:cxn ang="0">
                        <a:pos x="7" y="18"/>
                      </a:cxn>
                      <a:cxn ang="0">
                        <a:pos x="18" y="29"/>
                      </a:cxn>
                      <a:cxn ang="0">
                        <a:pos x="34" y="39"/>
                      </a:cxn>
                      <a:cxn ang="0">
                        <a:pos x="58" y="50"/>
                      </a:cxn>
                      <a:cxn ang="0">
                        <a:pos x="83" y="61"/>
                      </a:cxn>
                      <a:cxn ang="0">
                        <a:pos x="113" y="70"/>
                      </a:cxn>
                      <a:cxn ang="0">
                        <a:pos x="149" y="79"/>
                      </a:cxn>
                      <a:cxn ang="0">
                        <a:pos x="187" y="86"/>
                      </a:cxn>
                      <a:cxn ang="0">
                        <a:pos x="231" y="93"/>
                      </a:cxn>
                      <a:cxn ang="0">
                        <a:pos x="276" y="100"/>
                      </a:cxn>
                      <a:cxn ang="0">
                        <a:pos x="324" y="106"/>
                      </a:cxn>
                      <a:cxn ang="0">
                        <a:pos x="377" y="109"/>
                      </a:cxn>
                      <a:cxn ang="0">
                        <a:pos x="431" y="113"/>
                      </a:cxn>
                      <a:cxn ang="0">
                        <a:pos x="487" y="117"/>
                      </a:cxn>
                      <a:cxn ang="0">
                        <a:pos x="573" y="117"/>
                      </a:cxn>
                      <a:cxn ang="0">
                        <a:pos x="661" y="117"/>
                      </a:cxn>
                      <a:cxn ang="0">
                        <a:pos x="717" y="113"/>
                      </a:cxn>
                      <a:cxn ang="0">
                        <a:pos x="771" y="109"/>
                      </a:cxn>
                      <a:cxn ang="0">
                        <a:pos x="822" y="106"/>
                      </a:cxn>
                      <a:cxn ang="0">
                        <a:pos x="871" y="100"/>
                      </a:cxn>
                      <a:cxn ang="0">
                        <a:pos x="917" y="93"/>
                      </a:cxn>
                      <a:cxn ang="0">
                        <a:pos x="959" y="86"/>
                      </a:cxn>
                      <a:cxn ang="0">
                        <a:pos x="999" y="79"/>
                      </a:cxn>
                      <a:cxn ang="0">
                        <a:pos x="1033" y="70"/>
                      </a:cxn>
                      <a:cxn ang="0">
                        <a:pos x="1063" y="61"/>
                      </a:cxn>
                      <a:cxn ang="0">
                        <a:pos x="1090" y="50"/>
                      </a:cxn>
                      <a:cxn ang="0">
                        <a:pos x="1112" y="39"/>
                      </a:cxn>
                      <a:cxn ang="0">
                        <a:pos x="1128" y="29"/>
                      </a:cxn>
                      <a:cxn ang="0">
                        <a:pos x="1141" y="18"/>
                      </a:cxn>
                      <a:cxn ang="0">
                        <a:pos x="1146" y="5"/>
                      </a:cxn>
                      <a:cxn ang="0">
                        <a:pos x="1146" y="0"/>
                      </a:cxn>
                    </a:cxnLst>
                    <a:rect l="0" t="0" r="r" b="b"/>
                    <a:pathLst>
                      <a:path w="1146" h="117">
                        <a:moveTo>
                          <a:pt x="0" y="0"/>
                        </a:moveTo>
                        <a:lnTo>
                          <a:pt x="2" y="5"/>
                        </a:lnTo>
                        <a:lnTo>
                          <a:pt x="3" y="11"/>
                        </a:lnTo>
                        <a:lnTo>
                          <a:pt x="7" y="18"/>
                        </a:lnTo>
                        <a:lnTo>
                          <a:pt x="12" y="23"/>
                        </a:lnTo>
                        <a:lnTo>
                          <a:pt x="18" y="29"/>
                        </a:lnTo>
                        <a:lnTo>
                          <a:pt x="25" y="34"/>
                        </a:lnTo>
                        <a:lnTo>
                          <a:pt x="34" y="39"/>
                        </a:lnTo>
                        <a:lnTo>
                          <a:pt x="45" y="45"/>
                        </a:lnTo>
                        <a:lnTo>
                          <a:pt x="58" y="50"/>
                        </a:lnTo>
                        <a:lnTo>
                          <a:pt x="70" y="56"/>
                        </a:lnTo>
                        <a:lnTo>
                          <a:pt x="83" y="61"/>
                        </a:lnTo>
                        <a:lnTo>
                          <a:pt x="97" y="65"/>
                        </a:lnTo>
                        <a:lnTo>
                          <a:pt x="113" y="70"/>
                        </a:lnTo>
                        <a:lnTo>
                          <a:pt x="131" y="75"/>
                        </a:lnTo>
                        <a:lnTo>
                          <a:pt x="149" y="79"/>
                        </a:lnTo>
                        <a:lnTo>
                          <a:pt x="168" y="83"/>
                        </a:lnTo>
                        <a:lnTo>
                          <a:pt x="187" y="86"/>
                        </a:lnTo>
                        <a:lnTo>
                          <a:pt x="209" y="90"/>
                        </a:lnTo>
                        <a:lnTo>
                          <a:pt x="231" y="93"/>
                        </a:lnTo>
                        <a:lnTo>
                          <a:pt x="252" y="97"/>
                        </a:lnTo>
                        <a:lnTo>
                          <a:pt x="276" y="100"/>
                        </a:lnTo>
                        <a:lnTo>
                          <a:pt x="301" y="102"/>
                        </a:lnTo>
                        <a:lnTo>
                          <a:pt x="324" y="106"/>
                        </a:lnTo>
                        <a:lnTo>
                          <a:pt x="350" y="108"/>
                        </a:lnTo>
                        <a:lnTo>
                          <a:pt x="377" y="109"/>
                        </a:lnTo>
                        <a:lnTo>
                          <a:pt x="404" y="111"/>
                        </a:lnTo>
                        <a:lnTo>
                          <a:pt x="431" y="113"/>
                        </a:lnTo>
                        <a:lnTo>
                          <a:pt x="458" y="115"/>
                        </a:lnTo>
                        <a:lnTo>
                          <a:pt x="487" y="117"/>
                        </a:lnTo>
                        <a:lnTo>
                          <a:pt x="515" y="117"/>
                        </a:lnTo>
                        <a:lnTo>
                          <a:pt x="573" y="117"/>
                        </a:lnTo>
                        <a:lnTo>
                          <a:pt x="633" y="117"/>
                        </a:lnTo>
                        <a:lnTo>
                          <a:pt x="661" y="117"/>
                        </a:lnTo>
                        <a:lnTo>
                          <a:pt x="688" y="115"/>
                        </a:lnTo>
                        <a:lnTo>
                          <a:pt x="717" y="113"/>
                        </a:lnTo>
                        <a:lnTo>
                          <a:pt x="744" y="111"/>
                        </a:lnTo>
                        <a:lnTo>
                          <a:pt x="771" y="109"/>
                        </a:lnTo>
                        <a:lnTo>
                          <a:pt x="797" y="108"/>
                        </a:lnTo>
                        <a:lnTo>
                          <a:pt x="822" y="106"/>
                        </a:lnTo>
                        <a:lnTo>
                          <a:pt x="847" y="102"/>
                        </a:lnTo>
                        <a:lnTo>
                          <a:pt x="871" y="100"/>
                        </a:lnTo>
                        <a:lnTo>
                          <a:pt x="894" y="97"/>
                        </a:lnTo>
                        <a:lnTo>
                          <a:pt x="917" y="93"/>
                        </a:lnTo>
                        <a:lnTo>
                          <a:pt x="939" y="90"/>
                        </a:lnTo>
                        <a:lnTo>
                          <a:pt x="959" y="86"/>
                        </a:lnTo>
                        <a:lnTo>
                          <a:pt x="979" y="83"/>
                        </a:lnTo>
                        <a:lnTo>
                          <a:pt x="999" y="79"/>
                        </a:lnTo>
                        <a:lnTo>
                          <a:pt x="1017" y="75"/>
                        </a:lnTo>
                        <a:lnTo>
                          <a:pt x="1033" y="70"/>
                        </a:lnTo>
                        <a:lnTo>
                          <a:pt x="1049" y="65"/>
                        </a:lnTo>
                        <a:lnTo>
                          <a:pt x="1063" y="61"/>
                        </a:lnTo>
                        <a:lnTo>
                          <a:pt x="1078" y="56"/>
                        </a:lnTo>
                        <a:lnTo>
                          <a:pt x="1090" y="50"/>
                        </a:lnTo>
                        <a:lnTo>
                          <a:pt x="1101" y="45"/>
                        </a:lnTo>
                        <a:lnTo>
                          <a:pt x="1112" y="39"/>
                        </a:lnTo>
                        <a:lnTo>
                          <a:pt x="1121" y="34"/>
                        </a:lnTo>
                        <a:lnTo>
                          <a:pt x="1128" y="29"/>
                        </a:lnTo>
                        <a:lnTo>
                          <a:pt x="1136" y="23"/>
                        </a:lnTo>
                        <a:lnTo>
                          <a:pt x="1141" y="18"/>
                        </a:lnTo>
                        <a:lnTo>
                          <a:pt x="1145" y="11"/>
                        </a:lnTo>
                        <a:lnTo>
                          <a:pt x="1146" y="5"/>
                        </a:lnTo>
                        <a:lnTo>
                          <a:pt x="1146" y="0"/>
                        </a:lnTo>
                      </a:path>
                    </a:pathLst>
                  </a:cu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07" name="任意多边形 10340"/>
                  <p:cNvSpPr/>
                  <p:nvPr/>
                </p:nvSpPr>
                <p:spPr bwMode="auto">
                  <a:xfrm>
                    <a:off x="458" y="3482"/>
                    <a:ext cx="1366" cy="117"/>
                  </a:xfrm>
                  <a:custGeom>
                    <a:avLst/>
                    <a:gdLst/>
                    <a:ahLst/>
                    <a:cxnLst>
                      <a:cxn ang="0">
                        <a:pos x="2" y="6"/>
                      </a:cxn>
                      <a:cxn ang="0">
                        <a:pos x="7" y="18"/>
                      </a:cxn>
                      <a:cxn ang="0">
                        <a:pos x="18" y="29"/>
                      </a:cxn>
                      <a:cxn ang="0">
                        <a:pos x="34" y="40"/>
                      </a:cxn>
                      <a:cxn ang="0">
                        <a:pos x="58" y="50"/>
                      </a:cxn>
                      <a:cxn ang="0">
                        <a:pos x="83" y="61"/>
                      </a:cxn>
                      <a:cxn ang="0">
                        <a:pos x="113" y="70"/>
                      </a:cxn>
                      <a:cxn ang="0">
                        <a:pos x="149" y="79"/>
                      </a:cxn>
                      <a:cxn ang="0">
                        <a:pos x="187" y="86"/>
                      </a:cxn>
                      <a:cxn ang="0">
                        <a:pos x="231" y="94"/>
                      </a:cxn>
                      <a:cxn ang="0">
                        <a:pos x="276" y="101"/>
                      </a:cxn>
                      <a:cxn ang="0">
                        <a:pos x="324" y="106"/>
                      </a:cxn>
                      <a:cxn ang="0">
                        <a:pos x="377" y="110"/>
                      </a:cxn>
                      <a:cxn ang="0">
                        <a:pos x="431" y="113"/>
                      </a:cxn>
                      <a:cxn ang="0">
                        <a:pos x="487" y="115"/>
                      </a:cxn>
                      <a:cxn ang="0">
                        <a:pos x="573" y="117"/>
                      </a:cxn>
                      <a:cxn ang="0">
                        <a:pos x="661" y="115"/>
                      </a:cxn>
                      <a:cxn ang="0">
                        <a:pos x="717" y="113"/>
                      </a:cxn>
                      <a:cxn ang="0">
                        <a:pos x="771" y="110"/>
                      </a:cxn>
                      <a:cxn ang="0">
                        <a:pos x="822" y="106"/>
                      </a:cxn>
                      <a:cxn ang="0">
                        <a:pos x="871" y="101"/>
                      </a:cxn>
                      <a:cxn ang="0">
                        <a:pos x="917" y="94"/>
                      </a:cxn>
                      <a:cxn ang="0">
                        <a:pos x="959" y="86"/>
                      </a:cxn>
                      <a:cxn ang="0">
                        <a:pos x="999" y="79"/>
                      </a:cxn>
                      <a:cxn ang="0">
                        <a:pos x="1033" y="70"/>
                      </a:cxn>
                      <a:cxn ang="0">
                        <a:pos x="1063" y="61"/>
                      </a:cxn>
                      <a:cxn ang="0">
                        <a:pos x="1090" y="50"/>
                      </a:cxn>
                      <a:cxn ang="0">
                        <a:pos x="1112" y="40"/>
                      </a:cxn>
                      <a:cxn ang="0">
                        <a:pos x="1128" y="29"/>
                      </a:cxn>
                      <a:cxn ang="0">
                        <a:pos x="1141" y="18"/>
                      </a:cxn>
                      <a:cxn ang="0">
                        <a:pos x="1146" y="6"/>
                      </a:cxn>
                      <a:cxn ang="0">
                        <a:pos x="1146" y="0"/>
                      </a:cxn>
                    </a:cxnLst>
                    <a:rect l="0" t="0" r="r" b="b"/>
                    <a:pathLst>
                      <a:path w="1146" h="117">
                        <a:moveTo>
                          <a:pt x="0" y="0"/>
                        </a:moveTo>
                        <a:lnTo>
                          <a:pt x="2" y="6"/>
                        </a:lnTo>
                        <a:lnTo>
                          <a:pt x="3" y="11"/>
                        </a:lnTo>
                        <a:lnTo>
                          <a:pt x="7" y="18"/>
                        </a:lnTo>
                        <a:lnTo>
                          <a:pt x="12" y="24"/>
                        </a:lnTo>
                        <a:lnTo>
                          <a:pt x="18" y="29"/>
                        </a:lnTo>
                        <a:lnTo>
                          <a:pt x="25" y="34"/>
                        </a:lnTo>
                        <a:lnTo>
                          <a:pt x="34" y="40"/>
                        </a:lnTo>
                        <a:lnTo>
                          <a:pt x="45" y="45"/>
                        </a:lnTo>
                        <a:lnTo>
                          <a:pt x="58" y="50"/>
                        </a:lnTo>
                        <a:lnTo>
                          <a:pt x="70" y="56"/>
                        </a:lnTo>
                        <a:lnTo>
                          <a:pt x="83" y="61"/>
                        </a:lnTo>
                        <a:lnTo>
                          <a:pt x="97" y="65"/>
                        </a:lnTo>
                        <a:lnTo>
                          <a:pt x="113" y="70"/>
                        </a:lnTo>
                        <a:lnTo>
                          <a:pt x="131" y="74"/>
                        </a:lnTo>
                        <a:lnTo>
                          <a:pt x="149" y="79"/>
                        </a:lnTo>
                        <a:lnTo>
                          <a:pt x="168" y="83"/>
                        </a:lnTo>
                        <a:lnTo>
                          <a:pt x="187" y="86"/>
                        </a:lnTo>
                        <a:lnTo>
                          <a:pt x="209" y="90"/>
                        </a:lnTo>
                        <a:lnTo>
                          <a:pt x="231" y="94"/>
                        </a:lnTo>
                        <a:lnTo>
                          <a:pt x="252" y="97"/>
                        </a:lnTo>
                        <a:lnTo>
                          <a:pt x="276" y="101"/>
                        </a:lnTo>
                        <a:lnTo>
                          <a:pt x="301" y="103"/>
                        </a:lnTo>
                        <a:lnTo>
                          <a:pt x="324" y="106"/>
                        </a:lnTo>
                        <a:lnTo>
                          <a:pt x="350" y="108"/>
                        </a:lnTo>
                        <a:lnTo>
                          <a:pt x="377" y="110"/>
                        </a:lnTo>
                        <a:lnTo>
                          <a:pt x="404" y="112"/>
                        </a:lnTo>
                        <a:lnTo>
                          <a:pt x="431" y="113"/>
                        </a:lnTo>
                        <a:lnTo>
                          <a:pt x="458" y="115"/>
                        </a:lnTo>
                        <a:lnTo>
                          <a:pt x="487" y="115"/>
                        </a:lnTo>
                        <a:lnTo>
                          <a:pt x="515" y="117"/>
                        </a:lnTo>
                        <a:lnTo>
                          <a:pt x="573" y="117"/>
                        </a:lnTo>
                        <a:lnTo>
                          <a:pt x="633" y="117"/>
                        </a:lnTo>
                        <a:lnTo>
                          <a:pt x="661" y="115"/>
                        </a:lnTo>
                        <a:lnTo>
                          <a:pt x="688" y="115"/>
                        </a:lnTo>
                        <a:lnTo>
                          <a:pt x="717" y="113"/>
                        </a:lnTo>
                        <a:lnTo>
                          <a:pt x="744" y="112"/>
                        </a:lnTo>
                        <a:lnTo>
                          <a:pt x="771" y="110"/>
                        </a:lnTo>
                        <a:lnTo>
                          <a:pt x="797" y="108"/>
                        </a:lnTo>
                        <a:lnTo>
                          <a:pt x="822" y="106"/>
                        </a:lnTo>
                        <a:lnTo>
                          <a:pt x="847" y="103"/>
                        </a:lnTo>
                        <a:lnTo>
                          <a:pt x="871" y="101"/>
                        </a:lnTo>
                        <a:lnTo>
                          <a:pt x="894" y="97"/>
                        </a:lnTo>
                        <a:lnTo>
                          <a:pt x="917" y="94"/>
                        </a:lnTo>
                        <a:lnTo>
                          <a:pt x="939" y="90"/>
                        </a:lnTo>
                        <a:lnTo>
                          <a:pt x="959" y="86"/>
                        </a:lnTo>
                        <a:lnTo>
                          <a:pt x="979" y="83"/>
                        </a:lnTo>
                        <a:lnTo>
                          <a:pt x="999" y="79"/>
                        </a:lnTo>
                        <a:lnTo>
                          <a:pt x="1017" y="74"/>
                        </a:lnTo>
                        <a:lnTo>
                          <a:pt x="1033" y="70"/>
                        </a:lnTo>
                        <a:lnTo>
                          <a:pt x="1049" y="65"/>
                        </a:lnTo>
                        <a:lnTo>
                          <a:pt x="1063" y="61"/>
                        </a:lnTo>
                        <a:lnTo>
                          <a:pt x="1078" y="56"/>
                        </a:lnTo>
                        <a:lnTo>
                          <a:pt x="1090" y="50"/>
                        </a:lnTo>
                        <a:lnTo>
                          <a:pt x="1101" y="45"/>
                        </a:lnTo>
                        <a:lnTo>
                          <a:pt x="1112" y="40"/>
                        </a:lnTo>
                        <a:lnTo>
                          <a:pt x="1121" y="34"/>
                        </a:lnTo>
                        <a:lnTo>
                          <a:pt x="1128" y="29"/>
                        </a:lnTo>
                        <a:lnTo>
                          <a:pt x="1136" y="24"/>
                        </a:lnTo>
                        <a:lnTo>
                          <a:pt x="1141" y="18"/>
                        </a:lnTo>
                        <a:lnTo>
                          <a:pt x="1145" y="11"/>
                        </a:lnTo>
                        <a:lnTo>
                          <a:pt x="1146" y="6"/>
                        </a:lnTo>
                        <a:lnTo>
                          <a:pt x="1146" y="0"/>
                        </a:lnTo>
                      </a:path>
                    </a:pathLst>
                  </a:cu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06" name="矩形 10341"/>
                  <p:cNvSpPr>
                    <a:spLocks noChangeArrowheads="1"/>
                  </p:cNvSpPr>
                  <p:nvPr/>
                </p:nvSpPr>
                <p:spPr bwMode="auto">
                  <a:xfrm>
                    <a:off x="494" y="3636"/>
                    <a:ext cx="1901" cy="339"/>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DBMS</a:t>
                    </a:r>
                    <a:r>
                      <a:rPr kumimoji="0" lang="zh-CN" altLang="en-US" sz="1400"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执行</a:t>
                    </a:r>
                    <a:r>
                      <a:rPr kumimoji="0" lang="en-US" altLang="zh-CN" sz="1400"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SQL</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sp>
              <p:nvSpPr>
                <p:cNvPr id="235604" name="直线 10342"/>
                <p:cNvSpPr>
                  <a:spLocks noChangeShapeType="1"/>
                </p:cNvSpPr>
                <p:nvPr/>
              </p:nvSpPr>
              <p:spPr bwMode="auto">
                <a:xfrm>
                  <a:off x="1031" y="4044"/>
                  <a:ext cx="1" cy="259"/>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sz="1400"/>
                </a:p>
              </p:txBody>
            </p:sp>
            <p:sp>
              <p:nvSpPr>
                <p:cNvPr id="235603" name="矩形 10343"/>
                <p:cNvSpPr>
                  <a:spLocks noChangeArrowheads="1"/>
                </p:cNvSpPr>
                <p:nvPr/>
              </p:nvSpPr>
              <p:spPr bwMode="auto">
                <a:xfrm>
                  <a:off x="319" y="4306"/>
                  <a:ext cx="1511" cy="400"/>
                </a:xfrm>
                <a:prstGeom prst="rect">
                  <a:avLst/>
                </a:prstGeom>
                <a:noFill/>
                <a:ln w="9525">
                  <a:solidFill>
                    <a:srgbClr val="000000"/>
                  </a:solidFill>
                  <a:miter lim="800000"/>
                </a:ln>
              </p:spPr>
              <p:txBody>
                <a:bodyPr vert="horz" wrap="square" lIns="18000" tIns="18000" rIns="18000" bIns="1800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SQL</a:t>
                  </a:r>
                  <a:r>
                    <a:rPr kumimoji="0" lang="zh-CN" altLang="en-US" sz="1400"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请求结束</a:t>
                  </a:r>
                  <a:endPar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grpSp>
      </p:grpSp>
      <p:sp>
        <p:nvSpPr>
          <p:cNvPr id="68" name="MH_SubTitle_1"/>
          <p:cNvSpPr/>
          <p:nvPr>
            <p:custDataLst>
              <p:tags r:id="rId3"/>
            </p:custDataLst>
          </p:nvPr>
        </p:nvSpPr>
        <p:spPr>
          <a:xfrm>
            <a:off x="-13153" y="2152650"/>
            <a:ext cx="2961043" cy="73152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smtClean="0"/>
              <a:t>客户机</a:t>
            </a:r>
            <a:r>
              <a:rPr lang="en-US" sz="2400" b="1" dirty="0" smtClean="0"/>
              <a:t>/</a:t>
            </a:r>
            <a:r>
              <a:rPr lang="zh-CN" altLang="en-US" sz="2400" b="1" dirty="0" smtClean="0"/>
              <a:t>服务器（</a:t>
            </a:r>
            <a:r>
              <a:rPr lang="en-US" sz="2400" b="1" dirty="0" smtClean="0"/>
              <a:t>C/S</a:t>
            </a:r>
            <a:r>
              <a:rPr lang="zh-CN" altLang="en-US" sz="2400" b="1" dirty="0" smtClean="0"/>
              <a:t>）风格</a:t>
            </a:r>
            <a:endParaRPr lang="zh-CN" altLang="en-US" sz="2400" b="1" dirty="0">
              <a:solidFill>
                <a:schemeClr val="bg1"/>
              </a:solidFill>
              <a:latin typeface="微软雅黑" panose="020B0503020204020204" charset="-122"/>
              <a:ea typeface="微软雅黑" panose="020B0503020204020204" charset="-122"/>
            </a:endParaRPr>
          </a:p>
        </p:txBody>
      </p:sp>
      <p:sp>
        <p:nvSpPr>
          <p:cNvPr id="69" name="文本框 17"/>
          <p:cNvSpPr txBox="1"/>
          <p:nvPr/>
        </p:nvSpPr>
        <p:spPr>
          <a:xfrm>
            <a:off x="2913085" y="2320584"/>
            <a:ext cx="2832621" cy="400110"/>
          </a:xfrm>
          <a:prstGeom prst="rect">
            <a:avLst/>
          </a:prstGeom>
          <a:noFill/>
        </p:spPr>
        <p:txBody>
          <a:bodyPr wrap="square" rtlCol="0" anchor="t">
            <a:spAutoFit/>
          </a:bodyPr>
          <a:lstStyle/>
          <a:p>
            <a:r>
              <a:rPr lang="zh-CN" altLang="en-US" sz="2000" dirty="0" smtClean="0"/>
              <a:t>三层客户机</a:t>
            </a:r>
            <a:r>
              <a:rPr lang="en-US" sz="2000" dirty="0" smtClean="0"/>
              <a:t>/</a:t>
            </a:r>
            <a:r>
              <a:rPr lang="zh-CN" altLang="en-US" sz="2000" dirty="0" smtClean="0"/>
              <a:t>服务器风格</a:t>
            </a:r>
            <a:endParaRPr lang="zh-CN" altLang="en-US" sz="2000" b="1" dirty="0">
              <a:solidFill>
                <a:schemeClr val="accent4">
                  <a:lumMod val="75000"/>
                </a:schemeClr>
              </a:solidFill>
            </a:endParaRPr>
          </a:p>
        </p:txBody>
      </p:sp>
      <p:sp>
        <p:nvSpPr>
          <p:cNvPr id="70" name="矩形 69"/>
          <p:cNvSpPr/>
          <p:nvPr/>
        </p:nvSpPr>
        <p:spPr>
          <a:xfrm>
            <a:off x="509518" y="3219669"/>
            <a:ext cx="5031474" cy="2751522"/>
          </a:xfrm>
          <a:prstGeom prst="rect">
            <a:avLst/>
          </a:prstGeom>
        </p:spPr>
        <p:txBody>
          <a:bodyPr wrap="square">
            <a:spAutoFit/>
          </a:bodyPr>
          <a:lstStyle/>
          <a:p>
            <a:pPr indent="457200">
              <a:lnSpc>
                <a:spcPct val="120000"/>
              </a:lnSpc>
            </a:pPr>
            <a:r>
              <a:rPr lang="zh-CN" altLang="en-US" sz="1600" dirty="0" smtClean="0">
                <a:latin typeface="微软雅黑" panose="020B0503020204020204" charset="-122"/>
                <a:ea typeface="微软雅黑" panose="020B0503020204020204" charset="-122"/>
              </a:rPr>
              <a:t>在三层</a:t>
            </a:r>
            <a:r>
              <a:rPr lang="en-US" altLang="zh-CN" sz="1600" dirty="0" smtClean="0">
                <a:latin typeface="微软雅黑" panose="020B0503020204020204" charset="-122"/>
                <a:ea typeface="微软雅黑" panose="020B0503020204020204" charset="-122"/>
              </a:rPr>
              <a:t>C/S</a:t>
            </a:r>
            <a:r>
              <a:rPr lang="zh-CN" altLang="en-US" sz="1600" dirty="0" smtClean="0">
                <a:latin typeface="微软雅黑" panose="020B0503020204020204" charset="-122"/>
                <a:ea typeface="微软雅黑" panose="020B0503020204020204" charset="-122"/>
              </a:rPr>
              <a:t>结构中，将系统分成表示层、应用逻辑层（功能层）和数据存储层</a:t>
            </a:r>
            <a:r>
              <a:rPr lang="en-US" altLang="zh-CN" sz="1600" dirty="0" smtClean="0">
                <a:latin typeface="微软雅黑" panose="020B0503020204020204" charset="-122"/>
                <a:ea typeface="微软雅黑" panose="020B0503020204020204" charset="-122"/>
              </a:rPr>
              <a:t>3</a:t>
            </a:r>
            <a:r>
              <a:rPr lang="zh-CN" altLang="en-US" sz="1600" dirty="0" smtClean="0">
                <a:latin typeface="微软雅黑" panose="020B0503020204020204" charset="-122"/>
                <a:ea typeface="微软雅黑" panose="020B0503020204020204" charset="-122"/>
              </a:rPr>
              <a:t>个部分，如图</a:t>
            </a:r>
            <a:r>
              <a:rPr lang="en-US" altLang="zh-CN" sz="1600" dirty="0" smtClean="0">
                <a:latin typeface="微软雅黑" panose="020B0503020204020204" charset="-122"/>
                <a:ea typeface="微软雅黑" panose="020B0503020204020204" charset="-122"/>
              </a:rPr>
              <a:t>7-14</a:t>
            </a:r>
            <a:r>
              <a:rPr lang="zh-CN" altLang="en-US" sz="1600" dirty="0" smtClean="0">
                <a:latin typeface="微软雅黑" panose="020B0503020204020204" charset="-122"/>
                <a:ea typeface="微软雅黑" panose="020B0503020204020204" charset="-122"/>
              </a:rPr>
              <a:t>所示。其中，表示层是系统的用户接口部分，它担负着用户与系统之间的对话功能；应用逻辑层相当于应用的本体，它是将具体的业务处理逻辑编入程序中；数据存储层就是数据库管理系统，负责管理对数据库数据的读写。数据库管理系统必须能迅速执行大量数据的更新和检索。因此，一般从功能层传送到数据层的要求大都使用</a:t>
            </a:r>
            <a:r>
              <a:rPr lang="en-US" altLang="zh-CN" sz="1600" dirty="0" smtClean="0">
                <a:latin typeface="微软雅黑" panose="020B0503020204020204" charset="-122"/>
                <a:ea typeface="微软雅黑" panose="020B0503020204020204" charset="-122"/>
              </a:rPr>
              <a:t>SQL</a:t>
            </a:r>
            <a:r>
              <a:rPr lang="zh-CN" altLang="en-US" sz="1600" dirty="0" smtClean="0">
                <a:latin typeface="微软雅黑" panose="020B0503020204020204" charset="-122"/>
                <a:ea typeface="微软雅黑" panose="020B0503020204020204" charset="-122"/>
              </a:rPr>
              <a:t>语言。</a:t>
            </a:r>
          </a:p>
        </p:txBody>
      </p:sp>
    </p:spTree>
    <p:custDataLst>
      <p:tags r:id="rId1"/>
    </p:custDataLst>
  </p:cSld>
  <p:clrMapOvr>
    <a:masterClrMapping/>
  </p:clrMapOvr>
  <p:transition>
    <p:pull dir="ru"/>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7.2 </a:t>
            </a:r>
            <a:r>
              <a:rPr lang="zh-CN" altLang="en-US" dirty="0" smtClean="0">
                <a:solidFill>
                  <a:srgbClr val="FF0000"/>
                </a:solidFill>
                <a:sym typeface="+mn-ea"/>
              </a:rPr>
              <a:t>软件架构设计和对象设计</a:t>
            </a:r>
            <a:endParaRPr 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7.2.2 </a:t>
            </a:r>
            <a:r>
              <a:rPr lang="zh-CN" altLang="en-US" sz="2400" dirty="0" smtClean="0">
                <a:solidFill>
                  <a:schemeClr val="tx1"/>
                </a:solidFill>
              </a:rPr>
              <a:t>软件架构风格</a:t>
            </a:r>
          </a:p>
        </p:txBody>
      </p:sp>
      <p:grpSp>
        <p:nvGrpSpPr>
          <p:cNvPr id="4" name="组合 3"/>
          <p:cNvGrpSpPr/>
          <p:nvPr/>
        </p:nvGrpSpPr>
        <p:grpSpPr>
          <a:xfrm>
            <a:off x="809625" y="2205355"/>
            <a:ext cx="10795000" cy="4148189"/>
            <a:chOff x="2055" y="3545"/>
            <a:chExt cx="17047" cy="6949"/>
          </a:xfrm>
        </p:grpSpPr>
        <p:sp>
          <p:nvSpPr>
            <p:cNvPr id="27" name="Oval 15"/>
            <p:cNvSpPr>
              <a:spLocks noChangeArrowheads="1"/>
            </p:cNvSpPr>
            <p:nvPr>
              <p:custDataLst>
                <p:tags r:id="rId2"/>
              </p:custDataLst>
            </p:nvPr>
          </p:nvSpPr>
          <p:spPr bwMode="auto">
            <a:xfrm>
              <a:off x="2327" y="4553"/>
              <a:ext cx="4966" cy="5012"/>
            </a:xfrm>
            <a:prstGeom prst="ellipse">
              <a:avLst/>
            </a:prstGeom>
            <a:noFill/>
            <a:ln w="19050">
              <a:solidFill>
                <a:srgbClr val="4F5A71">
                  <a:alpha val="50000"/>
                </a:srgbClr>
              </a:solidFill>
              <a:round/>
            </a:ln>
            <a:effectLst/>
            <a:extLst>
              <a:ext uri="{909E8E84-426E-40DD-AFC4-6F175D3DCCD1}">
                <a14:hiddenFill xmlns:a14="http://schemas.microsoft.com/office/drawing/2010/main" xmlns="">
                  <a:solidFill>
                    <a:srgbClr val="4F5A71"/>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28" name="Line 16"/>
            <p:cNvSpPr>
              <a:spLocks noChangeShapeType="1"/>
            </p:cNvSpPr>
            <p:nvPr>
              <p:custDataLst>
                <p:tags r:id="rId3"/>
              </p:custDataLst>
            </p:nvPr>
          </p:nvSpPr>
          <p:spPr bwMode="gray">
            <a:xfrm>
              <a:off x="2055" y="7070"/>
              <a:ext cx="5486" cy="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 name="Line 17"/>
            <p:cNvSpPr>
              <a:spLocks noChangeShapeType="1"/>
            </p:cNvSpPr>
            <p:nvPr>
              <p:custDataLst>
                <p:tags r:id="rId4"/>
              </p:custDataLst>
            </p:nvPr>
          </p:nvSpPr>
          <p:spPr bwMode="gray">
            <a:xfrm>
              <a:off x="4798" y="4183"/>
              <a:ext cx="0" cy="577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1" name="Oval 10"/>
            <p:cNvSpPr>
              <a:spLocks noChangeArrowheads="1"/>
            </p:cNvSpPr>
            <p:nvPr>
              <p:custDataLst>
                <p:tags r:id="rId5"/>
              </p:custDataLst>
            </p:nvPr>
          </p:nvSpPr>
          <p:spPr bwMode="gray">
            <a:xfrm>
              <a:off x="2599" y="4837"/>
              <a:ext cx="4393" cy="4427"/>
            </a:xfrm>
            <a:prstGeom prst="ellipse">
              <a:avLst/>
            </a:prstGeom>
            <a:noFill/>
            <a:ln w="9525">
              <a:solidFill>
                <a:srgbClr val="4F5A71">
                  <a:alpha val="50000"/>
                </a:srgbClr>
              </a:solidFill>
              <a:round/>
            </a:ln>
            <a:effectLst/>
            <a:extLst>
              <a:ext uri="{909E8E84-426E-40DD-AFC4-6F175D3DCCD1}">
                <a14:hiddenFill xmlns:a14="http://schemas.microsoft.com/office/drawing/2010/main" xmlns="">
                  <a:solidFill>
                    <a:srgbClr val="4F5A71">
                      <a:alpha val="64999"/>
                    </a:srgbClr>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2" name="Oval 13"/>
            <p:cNvSpPr>
              <a:spLocks noChangeArrowheads="1"/>
            </p:cNvSpPr>
            <p:nvPr>
              <p:custDataLst>
                <p:tags r:id="rId6"/>
              </p:custDataLst>
            </p:nvPr>
          </p:nvSpPr>
          <p:spPr bwMode="gray">
            <a:xfrm>
              <a:off x="3101" y="5368"/>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36" name="KSO_GT1"/>
            <p:cNvSpPr>
              <a:spLocks noChangeArrowheads="1"/>
            </p:cNvSpPr>
            <p:nvPr>
              <p:custDataLst>
                <p:tags r:id="rId7"/>
              </p:custDataLst>
            </p:nvPr>
          </p:nvSpPr>
          <p:spPr bwMode="gray">
            <a:xfrm>
              <a:off x="3707" y="5986"/>
              <a:ext cx="2155" cy="2201"/>
            </a:xfrm>
            <a:prstGeom prst="ellipse">
              <a:avLst/>
            </a:prstGeom>
            <a:solidFill>
              <a:srgbClr val="4F5A71"/>
            </a:solidFill>
            <a:ln>
              <a:noFill/>
            </a:ln>
            <a:effectLst/>
          </p:spPr>
          <p:txBody>
            <a:bodyPr wrap="square" lIns="0" tIns="0" rIns="0" bIns="0" anchor="ctr">
              <a:normAutofit fontScale="70000" lnSpcReduction="20000"/>
            </a:bodyPr>
            <a:lstStyle/>
            <a:p>
              <a:pPr algn="ctr">
                <a:defRPr/>
              </a:pPr>
              <a:r>
                <a:rPr lang="zh-CN" altLang="en-US" sz="2800" kern="0" dirty="0">
                  <a:solidFill>
                    <a:srgbClr val="FFFFFF"/>
                  </a:solidFill>
                  <a:latin typeface="Arial" panose="020B0604020202020204" pitchFamily="34" charset="0"/>
                  <a:ea typeface="宋体" panose="02010600030101010101" pitchFamily="2" charset="-122"/>
                  <a:cs typeface="黑体" panose="02010609060101010101" pitchFamily="49" charset="-122"/>
                </a:rPr>
                <a:t>三层C/S结构的优点</a:t>
              </a:r>
            </a:p>
          </p:txBody>
        </p:sp>
        <p:sp>
          <p:nvSpPr>
            <p:cNvPr id="41" name="Oval 19"/>
            <p:cNvSpPr>
              <a:spLocks noChangeArrowheads="1"/>
            </p:cNvSpPr>
            <p:nvPr>
              <p:custDataLst>
                <p:tags r:id="rId8"/>
              </p:custDataLst>
            </p:nvPr>
          </p:nvSpPr>
          <p:spPr bwMode="gray">
            <a:xfrm>
              <a:off x="5461" y="4468"/>
              <a:ext cx="396" cy="396"/>
            </a:xfrm>
            <a:prstGeom prst="ellipse">
              <a:avLst/>
            </a:prstGeom>
            <a:solidFill>
              <a:srgbClr val="4F5A71"/>
            </a:solidFill>
            <a:ln w="12700">
              <a:solidFill>
                <a:srgbClr val="FFFFFF"/>
              </a:solidFill>
              <a:round/>
            </a:ln>
            <a:effectLst/>
          </p:spPr>
          <p:txBody>
            <a:bodyPr wrap="square" anchor="ctr">
              <a:normAutofit fontScale="47500" lnSpcReduction="20000"/>
            </a:bodyPr>
            <a:lstStyle/>
            <a:p>
              <a:pPr>
                <a:defRPr/>
              </a:pPr>
              <a:endParaRPr lang="zh-CN" altLang="en-US" sz="1350" kern="0" dirty="0">
                <a:solidFill>
                  <a:sysClr val="windowText" lastClr="000000"/>
                </a:solidFill>
              </a:endParaRPr>
            </a:p>
          </p:txBody>
        </p:sp>
        <p:sp>
          <p:nvSpPr>
            <p:cNvPr id="42" name="文本框 41"/>
            <p:cNvSpPr txBox="1"/>
            <p:nvPr>
              <p:custDataLst>
                <p:tags r:id="rId9"/>
              </p:custDataLst>
            </p:nvPr>
          </p:nvSpPr>
          <p:spPr>
            <a:xfrm>
              <a:off x="6665" y="3545"/>
              <a:ext cx="11958" cy="2441"/>
            </a:xfrm>
            <a:prstGeom prst="rect">
              <a:avLst/>
            </a:prstGeom>
            <a:noFill/>
          </p:spPr>
          <p:txBody>
            <a:bodyPr wrap="square" lIns="0" rIns="0">
              <a:normAutofit/>
            </a:bodyPr>
            <a:lstStyle/>
            <a:p>
              <a:pPr>
                <a:lnSpc>
                  <a:spcPct val="130000"/>
                </a:lnSpc>
                <a:spcBef>
                  <a:spcPts val="600"/>
                </a:spcBef>
                <a:defRPr/>
              </a:pPr>
              <a:r>
                <a:rPr dirty="0"/>
                <a:t>① 允许合理地划分三层结构的功能，使之在逻辑上保持相对独立性，能提高系统和软件的可维护性和可扩展性；</a:t>
              </a:r>
            </a:p>
          </p:txBody>
        </p:sp>
        <p:sp>
          <p:nvSpPr>
            <p:cNvPr id="44" name="Oval 19"/>
            <p:cNvSpPr>
              <a:spLocks noChangeArrowheads="1"/>
            </p:cNvSpPr>
            <p:nvPr>
              <p:custDataLst>
                <p:tags r:id="rId10"/>
              </p:custDataLst>
            </p:nvPr>
          </p:nvSpPr>
          <p:spPr bwMode="gray">
            <a:xfrm>
              <a:off x="6665" y="6082"/>
              <a:ext cx="396" cy="396"/>
            </a:xfrm>
            <a:prstGeom prst="ellipse">
              <a:avLst/>
            </a:prstGeom>
            <a:solidFill>
              <a:srgbClr val="4F5A71"/>
            </a:solidFill>
            <a:ln w="12700">
              <a:solidFill>
                <a:srgbClr val="FFFFFF"/>
              </a:solidFill>
              <a:round/>
            </a:ln>
            <a:effectLst/>
          </p:spPr>
          <p:txBody>
            <a:bodyPr wrap="square" anchor="ctr">
              <a:normAutofit fontScale="47500" lnSpcReduction="20000"/>
            </a:bodyPr>
            <a:lstStyle/>
            <a:p>
              <a:pPr>
                <a:defRPr/>
              </a:pPr>
              <a:endParaRPr lang="zh-CN" altLang="en-US" sz="1350" kern="0" dirty="0">
                <a:solidFill>
                  <a:sysClr val="windowText" lastClr="000000"/>
                </a:solidFill>
              </a:endParaRPr>
            </a:p>
          </p:txBody>
        </p:sp>
        <p:sp>
          <p:nvSpPr>
            <p:cNvPr id="45" name="文本框 44"/>
            <p:cNvSpPr txBox="1"/>
            <p:nvPr>
              <p:custDataLst>
                <p:tags r:id="rId11"/>
              </p:custDataLst>
            </p:nvPr>
          </p:nvSpPr>
          <p:spPr>
            <a:xfrm>
              <a:off x="7912" y="5368"/>
              <a:ext cx="10854" cy="1962"/>
            </a:xfrm>
            <a:prstGeom prst="rect">
              <a:avLst/>
            </a:prstGeom>
            <a:noFill/>
          </p:spPr>
          <p:txBody>
            <a:bodyPr wrap="square" lIns="0" rIns="0">
              <a:normAutofit/>
            </a:bodyPr>
            <a:lstStyle/>
            <a:p>
              <a:pPr>
                <a:lnSpc>
                  <a:spcPct val="130000"/>
                </a:lnSpc>
                <a:spcBef>
                  <a:spcPts val="600"/>
                </a:spcBef>
                <a:defRPr/>
              </a:pPr>
              <a:r>
                <a:rPr dirty="0"/>
                <a:t>② 允许更灵活有效地选用相应的平台和硬件系统，使之在处理负荷能力和处理特性上分别适应于结构清晰的三层，并且这些平台和各个组成部分可以具有良好的可升级性和开放性；</a:t>
              </a:r>
            </a:p>
          </p:txBody>
        </p:sp>
        <p:sp>
          <p:nvSpPr>
            <p:cNvPr id="50" name="Oval 19"/>
            <p:cNvSpPr>
              <a:spLocks noChangeArrowheads="1"/>
            </p:cNvSpPr>
            <p:nvPr>
              <p:custDataLst>
                <p:tags r:id="rId12"/>
              </p:custDataLst>
            </p:nvPr>
          </p:nvSpPr>
          <p:spPr bwMode="gray">
            <a:xfrm>
              <a:off x="6665" y="7699"/>
              <a:ext cx="396" cy="396"/>
            </a:xfrm>
            <a:prstGeom prst="ellipse">
              <a:avLst/>
            </a:prstGeom>
            <a:solidFill>
              <a:srgbClr val="4F5A71"/>
            </a:solidFill>
            <a:ln w="12700">
              <a:solidFill>
                <a:srgbClr val="FFFFFF"/>
              </a:solidFill>
              <a:round/>
            </a:ln>
            <a:effectLst/>
          </p:spPr>
          <p:txBody>
            <a:bodyPr wrap="square" anchor="ctr">
              <a:normAutofit fontScale="47500" lnSpcReduction="20000"/>
            </a:bodyPr>
            <a:lstStyle/>
            <a:p>
              <a:pPr>
                <a:defRPr/>
              </a:pPr>
              <a:endParaRPr lang="zh-CN" altLang="en-US" sz="1350" kern="0" dirty="0">
                <a:solidFill>
                  <a:sysClr val="windowText" lastClr="000000"/>
                </a:solidFill>
              </a:endParaRPr>
            </a:p>
          </p:txBody>
        </p:sp>
        <p:sp>
          <p:nvSpPr>
            <p:cNvPr id="52" name="文本框 51"/>
            <p:cNvSpPr txBox="1"/>
            <p:nvPr>
              <p:custDataLst>
                <p:tags r:id="rId13"/>
              </p:custDataLst>
            </p:nvPr>
          </p:nvSpPr>
          <p:spPr>
            <a:xfrm>
              <a:off x="7912" y="7513"/>
              <a:ext cx="11190" cy="768"/>
            </a:xfrm>
            <a:prstGeom prst="rect">
              <a:avLst/>
            </a:prstGeom>
            <a:noFill/>
          </p:spPr>
          <p:txBody>
            <a:bodyPr wrap="square" lIns="0" rIns="0">
              <a:normAutofit/>
            </a:bodyPr>
            <a:lstStyle/>
            <a:p>
              <a:pPr>
                <a:lnSpc>
                  <a:spcPct val="130000"/>
                </a:lnSpc>
                <a:spcBef>
                  <a:spcPts val="600"/>
                </a:spcBef>
                <a:defRPr/>
              </a:pPr>
              <a:r>
                <a:rPr dirty="0"/>
                <a:t>③ 应用的各层可以并行开发，可以选择各自最适合的开发语言；</a:t>
              </a:r>
            </a:p>
          </p:txBody>
        </p:sp>
        <p:sp>
          <p:nvSpPr>
            <p:cNvPr id="54" name="Oval 19"/>
            <p:cNvSpPr>
              <a:spLocks noChangeArrowheads="1"/>
            </p:cNvSpPr>
            <p:nvPr>
              <p:custDataLst>
                <p:tags r:id="rId14"/>
              </p:custDataLst>
            </p:nvPr>
          </p:nvSpPr>
          <p:spPr bwMode="gray">
            <a:xfrm>
              <a:off x="5464" y="9273"/>
              <a:ext cx="396" cy="396"/>
            </a:xfrm>
            <a:prstGeom prst="ellipse">
              <a:avLst/>
            </a:prstGeom>
            <a:solidFill>
              <a:srgbClr val="4F5A71"/>
            </a:solidFill>
            <a:ln w="12700">
              <a:solidFill>
                <a:srgbClr val="FFFFFF"/>
              </a:solidFill>
              <a:round/>
            </a:ln>
            <a:effectLst/>
          </p:spPr>
          <p:txBody>
            <a:bodyPr wrap="square" anchor="ctr">
              <a:normAutofit fontScale="47500" lnSpcReduction="20000"/>
            </a:bodyPr>
            <a:lstStyle/>
            <a:p>
              <a:pPr>
                <a:defRPr/>
              </a:pPr>
              <a:endParaRPr lang="zh-CN" altLang="en-US" sz="1350" kern="0" dirty="0">
                <a:solidFill>
                  <a:sysClr val="windowText" lastClr="000000"/>
                </a:solidFill>
              </a:endParaRPr>
            </a:p>
          </p:txBody>
        </p:sp>
        <p:sp>
          <p:nvSpPr>
            <p:cNvPr id="55" name="文本框 54"/>
            <p:cNvSpPr txBox="1"/>
            <p:nvPr>
              <p:custDataLst>
                <p:tags r:id="rId15"/>
              </p:custDataLst>
            </p:nvPr>
          </p:nvSpPr>
          <p:spPr>
            <a:xfrm>
              <a:off x="7117" y="8449"/>
              <a:ext cx="11505" cy="2045"/>
            </a:xfrm>
            <a:prstGeom prst="rect">
              <a:avLst/>
            </a:prstGeom>
            <a:noFill/>
          </p:spPr>
          <p:txBody>
            <a:bodyPr wrap="square" lIns="0" rIns="0">
              <a:normAutofit/>
            </a:bodyPr>
            <a:lstStyle/>
            <a:p>
              <a:pPr>
                <a:lnSpc>
                  <a:spcPct val="130000"/>
                </a:lnSpc>
                <a:spcBef>
                  <a:spcPts val="600"/>
                </a:spcBef>
                <a:defRPr/>
              </a:pPr>
              <a:r>
                <a:rPr dirty="0"/>
                <a:t>④ 利用功能层有效地隔离开表示层与数据存储层，未授权的用户难以绕过功能层而利用数据库工具或黑客手段去非法访问数据存储层，为严格的安全管理奠定了坚实的基础。</a:t>
              </a:r>
            </a:p>
          </p:txBody>
        </p:sp>
      </p:grpSp>
    </p:spTree>
    <p:custDataLst>
      <p:tags r:id="rId1"/>
    </p:custDataLst>
  </p:cSld>
  <p:clrMapOvr>
    <a:masterClrMapping/>
  </p:clrMapOvr>
  <p:transition>
    <p:pull dir="ru"/>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7.2 </a:t>
            </a:r>
            <a:r>
              <a:rPr lang="zh-CN" altLang="en-US" dirty="0" smtClean="0">
                <a:solidFill>
                  <a:srgbClr val="FF0000"/>
                </a:solidFill>
                <a:sym typeface="+mn-ea"/>
              </a:rPr>
              <a:t>软件架构设计和对象设计</a:t>
            </a:r>
            <a:endParaRPr 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7.2.2 </a:t>
            </a:r>
            <a:r>
              <a:rPr lang="zh-CN" altLang="en-US" sz="2400" dirty="0" smtClean="0">
                <a:solidFill>
                  <a:schemeClr val="tx1"/>
                </a:solidFill>
              </a:rPr>
              <a:t>软件架构风格</a:t>
            </a:r>
          </a:p>
        </p:txBody>
      </p:sp>
      <p:sp>
        <p:nvSpPr>
          <p:cNvPr id="12" name="MH_Desc_1"/>
          <p:cNvSpPr/>
          <p:nvPr>
            <p:custDataLst>
              <p:tags r:id="rId2"/>
            </p:custDataLst>
          </p:nvPr>
        </p:nvSpPr>
        <p:spPr>
          <a:xfrm>
            <a:off x="5981700" y="2315844"/>
            <a:ext cx="5332095" cy="371646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endParaRPr dirty="0" smtClean="0">
              <a:solidFill>
                <a:schemeClr val="tx1"/>
              </a:solidFill>
              <a:latin typeface="微软雅黑" panose="020B0503020204020204" charset="-122"/>
              <a:ea typeface="微软雅黑" panose="020B0503020204020204" charset="-122"/>
            </a:endParaRPr>
          </a:p>
        </p:txBody>
      </p:sp>
      <p:sp>
        <p:nvSpPr>
          <p:cNvPr id="349164" name="Rectangle 2028"/>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32442" name="画布 9278"/>
          <p:cNvGrpSpPr>
            <a:grpSpLocks noChangeAspect="1"/>
          </p:cNvGrpSpPr>
          <p:nvPr/>
        </p:nvGrpSpPr>
        <p:grpSpPr bwMode="auto">
          <a:xfrm>
            <a:off x="6265628" y="2463420"/>
            <a:ext cx="4519207" cy="3446061"/>
            <a:chOff x="-83" y="0"/>
            <a:chExt cx="5442" cy="3926"/>
          </a:xfrm>
        </p:grpSpPr>
        <p:sp>
          <p:nvSpPr>
            <p:cNvPr id="349163" name="AutoShape 2027"/>
            <p:cNvSpPr>
              <a:spLocks noRot="1" noChangeAspect="1" noChangeArrowheads="1" noTextEdit="1"/>
            </p:cNvSpPr>
            <p:nvPr/>
          </p:nvSpPr>
          <p:spPr bwMode="auto">
            <a:xfrm>
              <a:off x="-83" y="0"/>
              <a:ext cx="5442" cy="3919"/>
            </a:xfrm>
            <a:prstGeom prst="rect">
              <a:avLst/>
            </a:prstGeom>
            <a:solidFill>
              <a:srgbClr val="FFFFFF"/>
            </a:solidFill>
          </p:spPr>
          <p:txBody>
            <a:bodyPr vert="horz" wrap="square" lIns="91440" tIns="45720" rIns="91440" bIns="45720" numCol="1" anchor="t" anchorCtr="0" compatLnSpc="1"/>
            <a:lstStyle/>
            <a:p>
              <a:endParaRPr lang="zh-CN" altLang="en-US"/>
            </a:p>
          </p:txBody>
        </p:sp>
        <p:grpSp>
          <p:nvGrpSpPr>
            <p:cNvPr id="232443" name="组合 9280"/>
            <p:cNvGrpSpPr/>
            <p:nvPr/>
          </p:nvGrpSpPr>
          <p:grpSpPr bwMode="auto">
            <a:xfrm>
              <a:off x="28" y="78"/>
              <a:ext cx="5239" cy="3848"/>
              <a:chOff x="28" y="78"/>
              <a:chExt cx="5239" cy="3848"/>
            </a:xfrm>
          </p:grpSpPr>
          <p:grpSp>
            <p:nvGrpSpPr>
              <p:cNvPr id="349090" name="组合 9281"/>
              <p:cNvGrpSpPr/>
              <p:nvPr/>
            </p:nvGrpSpPr>
            <p:grpSpPr bwMode="auto">
              <a:xfrm>
                <a:off x="3388" y="1442"/>
                <a:ext cx="453" cy="946"/>
                <a:chOff x="3415" y="1381"/>
                <a:chExt cx="453" cy="946"/>
              </a:xfrm>
            </p:grpSpPr>
            <p:sp>
              <p:nvSpPr>
                <p:cNvPr id="349162" name="矩形 9282"/>
                <p:cNvSpPr>
                  <a:spLocks noChangeArrowheads="1"/>
                </p:cNvSpPr>
                <p:nvPr/>
              </p:nvSpPr>
              <p:spPr bwMode="auto">
                <a:xfrm>
                  <a:off x="3415" y="1381"/>
                  <a:ext cx="453" cy="946"/>
                </a:xfrm>
                <a:prstGeom prst="rect">
                  <a:avLst/>
                </a:prstGeom>
                <a:solidFill>
                  <a:srgbClr val="F2F2F2"/>
                </a:solidFill>
                <a:ln w="4">
                  <a:solidFill>
                    <a:srgbClr val="000000"/>
                  </a:solidFill>
                  <a:miter lim="800000"/>
                </a:ln>
              </p:spPr>
              <p:txBody>
                <a:bodyPr vert="horz" wrap="square" lIns="91440" tIns="45720" rIns="91440" bIns="45720" numCol="1" anchor="t" anchorCtr="0" compatLnSpc="1"/>
                <a:lstStyle/>
                <a:p>
                  <a:endParaRPr lang="zh-CN" altLang="en-US"/>
                </a:p>
              </p:txBody>
            </p:sp>
            <p:sp>
              <p:nvSpPr>
                <p:cNvPr id="349161" name="矩形 9283"/>
                <p:cNvSpPr>
                  <a:spLocks noChangeArrowheads="1"/>
                </p:cNvSpPr>
                <p:nvPr/>
              </p:nvSpPr>
              <p:spPr bwMode="auto">
                <a:xfrm>
                  <a:off x="3415" y="1381"/>
                  <a:ext cx="453" cy="946"/>
                </a:xfrm>
                <a:prstGeom prst="rect">
                  <a:avLst/>
                </a:prstGeom>
                <a:noFill/>
                <a:ln w="4">
                  <a:solidFill>
                    <a:srgbClr val="000000"/>
                  </a:solidFill>
                  <a:miter lim="800000"/>
                </a:ln>
              </p:spPr>
              <p:txBody>
                <a:bodyPr vert="horz" wrap="square" lIns="91440" tIns="45720" rIns="91440" bIns="45720" numCol="1" anchor="t" anchorCtr="0" compatLnSpc="1"/>
                <a:lstStyle/>
                <a:p>
                  <a:endParaRPr lang="zh-CN" altLang="en-US"/>
                </a:p>
              </p:txBody>
            </p:sp>
            <p:sp>
              <p:nvSpPr>
                <p:cNvPr id="349160" name="矩形 9284"/>
                <p:cNvSpPr>
                  <a:spLocks noChangeArrowheads="1"/>
                </p:cNvSpPr>
                <p:nvPr/>
              </p:nvSpPr>
              <p:spPr bwMode="auto">
                <a:xfrm>
                  <a:off x="3441" y="1862"/>
                  <a:ext cx="355" cy="383"/>
                </a:xfrm>
                <a:prstGeom prst="rect">
                  <a:avLst/>
                </a:prstGeom>
                <a:noFill/>
                <a:ln w="4">
                  <a:solidFill>
                    <a:srgbClr val="7F7F7F"/>
                  </a:solidFill>
                  <a:miter lim="800000"/>
                </a:ln>
              </p:spPr>
              <p:txBody>
                <a:bodyPr vert="horz" wrap="square" lIns="91440" tIns="45720" rIns="91440" bIns="45720" numCol="1" anchor="t" anchorCtr="0" compatLnSpc="1"/>
                <a:lstStyle/>
                <a:p>
                  <a:endParaRPr lang="zh-CN" altLang="en-US"/>
                </a:p>
              </p:txBody>
            </p:sp>
            <p:sp>
              <p:nvSpPr>
                <p:cNvPr id="349159" name="任意多边形 9285"/>
                <p:cNvSpPr/>
                <p:nvPr/>
              </p:nvSpPr>
              <p:spPr bwMode="auto">
                <a:xfrm>
                  <a:off x="3443" y="1428"/>
                  <a:ext cx="351" cy="333"/>
                </a:xfrm>
                <a:custGeom>
                  <a:avLst/>
                  <a:gdLst/>
                  <a:ahLst/>
                  <a:cxnLst>
                    <a:cxn ang="0">
                      <a:pos x="0" y="0"/>
                    </a:cxn>
                    <a:cxn ang="0">
                      <a:pos x="351" y="0"/>
                    </a:cxn>
                    <a:cxn ang="0">
                      <a:pos x="351" y="333"/>
                    </a:cxn>
                    <a:cxn ang="0">
                      <a:pos x="0" y="333"/>
                    </a:cxn>
                    <a:cxn ang="0">
                      <a:pos x="0" y="4"/>
                    </a:cxn>
                    <a:cxn ang="0">
                      <a:pos x="0" y="333"/>
                    </a:cxn>
                    <a:cxn ang="0">
                      <a:pos x="297" y="333"/>
                    </a:cxn>
                  </a:cxnLst>
                  <a:rect l="0" t="0" r="r" b="b"/>
                  <a:pathLst>
                    <a:path w="351" h="333">
                      <a:moveTo>
                        <a:pt x="0" y="0"/>
                      </a:moveTo>
                      <a:lnTo>
                        <a:pt x="351" y="0"/>
                      </a:lnTo>
                      <a:lnTo>
                        <a:pt x="351" y="333"/>
                      </a:lnTo>
                      <a:lnTo>
                        <a:pt x="0" y="333"/>
                      </a:lnTo>
                      <a:lnTo>
                        <a:pt x="0" y="4"/>
                      </a:lnTo>
                      <a:lnTo>
                        <a:pt x="0" y="333"/>
                      </a:lnTo>
                      <a:lnTo>
                        <a:pt x="297" y="333"/>
                      </a:lnTo>
                    </a:path>
                  </a:pathLst>
                </a:custGeom>
                <a:noFill/>
                <a:ln w="4">
                  <a:solidFill>
                    <a:srgbClr val="000000"/>
                  </a:solidFill>
                  <a:round/>
                </a:ln>
              </p:spPr>
              <p:txBody>
                <a:bodyPr vert="horz" wrap="square" lIns="91440" tIns="45720" rIns="91440" bIns="45720" numCol="1" anchor="t" anchorCtr="0" compatLnSpc="1"/>
                <a:lstStyle/>
                <a:p>
                  <a:endParaRPr lang="zh-CN" altLang="en-US"/>
                </a:p>
              </p:txBody>
            </p:sp>
            <p:sp>
              <p:nvSpPr>
                <p:cNvPr id="349158" name="直线 9286"/>
                <p:cNvSpPr>
                  <a:spLocks noChangeShapeType="1"/>
                </p:cNvSpPr>
                <p:nvPr/>
              </p:nvSpPr>
              <p:spPr bwMode="auto">
                <a:xfrm>
                  <a:off x="3441" y="1654"/>
                  <a:ext cx="353" cy="1"/>
                </a:xfrm>
                <a:prstGeom prst="line">
                  <a:avLst/>
                </a:prstGeom>
                <a:noFill/>
                <a:ln w="4">
                  <a:solidFill>
                    <a:srgbClr val="000000"/>
                  </a:solidFill>
                  <a:round/>
                </a:ln>
              </p:spPr>
              <p:txBody>
                <a:bodyPr vert="horz" wrap="square" lIns="91440" tIns="45720" rIns="91440" bIns="45720" numCol="1" anchor="t" anchorCtr="0" compatLnSpc="1"/>
                <a:lstStyle/>
                <a:p>
                  <a:endParaRPr lang="zh-CN" altLang="en-US"/>
                </a:p>
              </p:txBody>
            </p:sp>
            <p:sp>
              <p:nvSpPr>
                <p:cNvPr id="349157" name="椭圆 9287"/>
                <p:cNvSpPr>
                  <a:spLocks noChangeArrowheads="1"/>
                </p:cNvSpPr>
                <p:nvPr/>
              </p:nvSpPr>
              <p:spPr bwMode="auto">
                <a:xfrm>
                  <a:off x="3553" y="2168"/>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56" name="椭圆 9288"/>
                <p:cNvSpPr>
                  <a:spLocks noChangeArrowheads="1"/>
                </p:cNvSpPr>
                <p:nvPr/>
              </p:nvSpPr>
              <p:spPr bwMode="auto">
                <a:xfrm>
                  <a:off x="3553" y="2168"/>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55" name="椭圆 9289"/>
                <p:cNvSpPr>
                  <a:spLocks noChangeArrowheads="1"/>
                </p:cNvSpPr>
                <p:nvPr/>
              </p:nvSpPr>
              <p:spPr bwMode="auto">
                <a:xfrm>
                  <a:off x="3585" y="2168"/>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54" name="椭圆 9290"/>
                <p:cNvSpPr>
                  <a:spLocks noChangeArrowheads="1"/>
                </p:cNvSpPr>
                <p:nvPr/>
              </p:nvSpPr>
              <p:spPr bwMode="auto">
                <a:xfrm>
                  <a:off x="3585" y="2168"/>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53" name="椭圆 9291"/>
                <p:cNvSpPr>
                  <a:spLocks noChangeArrowheads="1"/>
                </p:cNvSpPr>
                <p:nvPr/>
              </p:nvSpPr>
              <p:spPr bwMode="auto">
                <a:xfrm>
                  <a:off x="3615" y="2168"/>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52" name="椭圆 9292"/>
                <p:cNvSpPr>
                  <a:spLocks noChangeArrowheads="1"/>
                </p:cNvSpPr>
                <p:nvPr/>
              </p:nvSpPr>
              <p:spPr bwMode="auto">
                <a:xfrm>
                  <a:off x="3615" y="2168"/>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51" name="椭圆 9293"/>
                <p:cNvSpPr>
                  <a:spLocks noChangeArrowheads="1"/>
                </p:cNvSpPr>
                <p:nvPr/>
              </p:nvSpPr>
              <p:spPr bwMode="auto">
                <a:xfrm>
                  <a:off x="3648" y="2168"/>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50" name="椭圆 9294"/>
                <p:cNvSpPr>
                  <a:spLocks noChangeArrowheads="1"/>
                </p:cNvSpPr>
                <p:nvPr/>
              </p:nvSpPr>
              <p:spPr bwMode="auto">
                <a:xfrm>
                  <a:off x="3648" y="2168"/>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49" name="椭圆 9295"/>
                <p:cNvSpPr>
                  <a:spLocks noChangeArrowheads="1"/>
                </p:cNvSpPr>
                <p:nvPr/>
              </p:nvSpPr>
              <p:spPr bwMode="auto">
                <a:xfrm>
                  <a:off x="3553" y="2193"/>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48" name="椭圆 9296"/>
                <p:cNvSpPr>
                  <a:spLocks noChangeArrowheads="1"/>
                </p:cNvSpPr>
                <p:nvPr/>
              </p:nvSpPr>
              <p:spPr bwMode="auto">
                <a:xfrm>
                  <a:off x="3553" y="2193"/>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47" name="椭圆 9297"/>
                <p:cNvSpPr>
                  <a:spLocks noChangeArrowheads="1"/>
                </p:cNvSpPr>
                <p:nvPr/>
              </p:nvSpPr>
              <p:spPr bwMode="auto">
                <a:xfrm>
                  <a:off x="3585" y="2193"/>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46" name="椭圆 9298"/>
                <p:cNvSpPr>
                  <a:spLocks noChangeArrowheads="1"/>
                </p:cNvSpPr>
                <p:nvPr/>
              </p:nvSpPr>
              <p:spPr bwMode="auto">
                <a:xfrm>
                  <a:off x="3585" y="2193"/>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45" name="椭圆 9299"/>
                <p:cNvSpPr>
                  <a:spLocks noChangeArrowheads="1"/>
                </p:cNvSpPr>
                <p:nvPr/>
              </p:nvSpPr>
              <p:spPr bwMode="auto">
                <a:xfrm>
                  <a:off x="3615" y="2193"/>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44" name="椭圆 9300"/>
                <p:cNvSpPr>
                  <a:spLocks noChangeArrowheads="1"/>
                </p:cNvSpPr>
                <p:nvPr/>
              </p:nvSpPr>
              <p:spPr bwMode="auto">
                <a:xfrm>
                  <a:off x="3615" y="2193"/>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43" name="椭圆 9301"/>
                <p:cNvSpPr>
                  <a:spLocks noChangeArrowheads="1"/>
                </p:cNvSpPr>
                <p:nvPr/>
              </p:nvSpPr>
              <p:spPr bwMode="auto">
                <a:xfrm>
                  <a:off x="3648" y="2193"/>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42" name="椭圆 9302"/>
                <p:cNvSpPr>
                  <a:spLocks noChangeArrowheads="1"/>
                </p:cNvSpPr>
                <p:nvPr/>
              </p:nvSpPr>
              <p:spPr bwMode="auto">
                <a:xfrm>
                  <a:off x="3648" y="2193"/>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41" name="椭圆 9303"/>
                <p:cNvSpPr>
                  <a:spLocks noChangeArrowheads="1"/>
                </p:cNvSpPr>
                <p:nvPr/>
              </p:nvSpPr>
              <p:spPr bwMode="auto">
                <a:xfrm>
                  <a:off x="3553" y="2220"/>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40" name="椭圆 9304"/>
                <p:cNvSpPr>
                  <a:spLocks noChangeArrowheads="1"/>
                </p:cNvSpPr>
                <p:nvPr/>
              </p:nvSpPr>
              <p:spPr bwMode="auto">
                <a:xfrm>
                  <a:off x="3553" y="2220"/>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39" name="椭圆 9305"/>
                <p:cNvSpPr>
                  <a:spLocks noChangeArrowheads="1"/>
                </p:cNvSpPr>
                <p:nvPr/>
              </p:nvSpPr>
              <p:spPr bwMode="auto">
                <a:xfrm>
                  <a:off x="3585" y="2220"/>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38" name="椭圆 9306"/>
                <p:cNvSpPr>
                  <a:spLocks noChangeArrowheads="1"/>
                </p:cNvSpPr>
                <p:nvPr/>
              </p:nvSpPr>
              <p:spPr bwMode="auto">
                <a:xfrm>
                  <a:off x="3585" y="2220"/>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37" name="椭圆 9307"/>
                <p:cNvSpPr>
                  <a:spLocks noChangeArrowheads="1"/>
                </p:cNvSpPr>
                <p:nvPr/>
              </p:nvSpPr>
              <p:spPr bwMode="auto">
                <a:xfrm>
                  <a:off x="3617" y="2220"/>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36" name="椭圆 9308"/>
                <p:cNvSpPr>
                  <a:spLocks noChangeArrowheads="1"/>
                </p:cNvSpPr>
                <p:nvPr/>
              </p:nvSpPr>
              <p:spPr bwMode="auto">
                <a:xfrm>
                  <a:off x="3617" y="2220"/>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35" name="椭圆 9309"/>
                <p:cNvSpPr>
                  <a:spLocks noChangeArrowheads="1"/>
                </p:cNvSpPr>
                <p:nvPr/>
              </p:nvSpPr>
              <p:spPr bwMode="auto">
                <a:xfrm>
                  <a:off x="3648" y="2220"/>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34" name="椭圆 9310"/>
                <p:cNvSpPr>
                  <a:spLocks noChangeArrowheads="1"/>
                </p:cNvSpPr>
                <p:nvPr/>
              </p:nvSpPr>
              <p:spPr bwMode="auto">
                <a:xfrm>
                  <a:off x="3648" y="2220"/>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33" name="椭圆 9311"/>
                <p:cNvSpPr>
                  <a:spLocks noChangeArrowheads="1"/>
                </p:cNvSpPr>
                <p:nvPr/>
              </p:nvSpPr>
              <p:spPr bwMode="auto">
                <a:xfrm>
                  <a:off x="3676" y="2168"/>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32" name="椭圆 9312"/>
                <p:cNvSpPr>
                  <a:spLocks noChangeArrowheads="1"/>
                </p:cNvSpPr>
                <p:nvPr/>
              </p:nvSpPr>
              <p:spPr bwMode="auto">
                <a:xfrm>
                  <a:off x="3676" y="2168"/>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31" name="椭圆 9313"/>
                <p:cNvSpPr>
                  <a:spLocks noChangeArrowheads="1"/>
                </p:cNvSpPr>
                <p:nvPr/>
              </p:nvSpPr>
              <p:spPr bwMode="auto">
                <a:xfrm>
                  <a:off x="3676" y="2193"/>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30" name="椭圆 9314"/>
                <p:cNvSpPr>
                  <a:spLocks noChangeArrowheads="1"/>
                </p:cNvSpPr>
                <p:nvPr/>
              </p:nvSpPr>
              <p:spPr bwMode="auto">
                <a:xfrm>
                  <a:off x="3676" y="2193"/>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29" name="椭圆 9315"/>
                <p:cNvSpPr>
                  <a:spLocks noChangeArrowheads="1"/>
                </p:cNvSpPr>
                <p:nvPr/>
              </p:nvSpPr>
              <p:spPr bwMode="auto">
                <a:xfrm>
                  <a:off x="3676" y="2220"/>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28" name="椭圆 9316"/>
                <p:cNvSpPr>
                  <a:spLocks noChangeArrowheads="1"/>
                </p:cNvSpPr>
                <p:nvPr/>
              </p:nvSpPr>
              <p:spPr bwMode="auto">
                <a:xfrm>
                  <a:off x="3676" y="2220"/>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27" name="直线 9317"/>
                <p:cNvSpPr>
                  <a:spLocks noChangeShapeType="1"/>
                </p:cNvSpPr>
                <p:nvPr/>
              </p:nvSpPr>
              <p:spPr bwMode="auto">
                <a:xfrm>
                  <a:off x="3499" y="2243"/>
                  <a:ext cx="1" cy="84"/>
                </a:xfrm>
                <a:prstGeom prst="line">
                  <a:avLst/>
                </a:prstGeom>
                <a:noFill/>
                <a:ln w="6">
                  <a:solidFill>
                    <a:srgbClr val="7F7F7F"/>
                  </a:solidFill>
                  <a:round/>
                </a:ln>
              </p:spPr>
              <p:txBody>
                <a:bodyPr vert="horz" wrap="square" lIns="91440" tIns="45720" rIns="91440" bIns="45720" numCol="1" anchor="t" anchorCtr="0" compatLnSpc="1"/>
                <a:lstStyle/>
                <a:p>
                  <a:endParaRPr lang="zh-CN" altLang="en-US"/>
                </a:p>
              </p:txBody>
            </p:sp>
            <p:sp>
              <p:nvSpPr>
                <p:cNvPr id="349126" name="矩形 9318"/>
                <p:cNvSpPr>
                  <a:spLocks noChangeArrowheads="1"/>
                </p:cNvSpPr>
                <p:nvPr/>
              </p:nvSpPr>
              <p:spPr bwMode="auto">
                <a:xfrm>
                  <a:off x="3441" y="1776"/>
                  <a:ext cx="355" cy="51"/>
                </a:xfrm>
                <a:prstGeom prst="rect">
                  <a:avLst/>
                </a:prstGeom>
                <a:solidFill>
                  <a:srgbClr val="E5E5E5"/>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125" name="矩形 9319"/>
                <p:cNvSpPr>
                  <a:spLocks noChangeArrowheads="1"/>
                </p:cNvSpPr>
                <p:nvPr/>
              </p:nvSpPr>
              <p:spPr bwMode="auto">
                <a:xfrm>
                  <a:off x="3441" y="1776"/>
                  <a:ext cx="355" cy="51"/>
                </a:xfrm>
                <a:prstGeom prst="rect">
                  <a:avLst/>
                </a:prstGeom>
                <a:noFill/>
                <a:ln w="2">
                  <a:solidFill>
                    <a:srgbClr val="7F7F7F"/>
                  </a:solidFill>
                  <a:miter lim="800000"/>
                </a:ln>
              </p:spPr>
              <p:txBody>
                <a:bodyPr vert="horz" wrap="square" lIns="91440" tIns="45720" rIns="91440" bIns="45720" numCol="1" anchor="t" anchorCtr="0" compatLnSpc="1"/>
                <a:lstStyle/>
                <a:p>
                  <a:endParaRPr lang="zh-CN" altLang="en-US"/>
                </a:p>
              </p:txBody>
            </p:sp>
            <p:sp>
              <p:nvSpPr>
                <p:cNvPr id="349124" name="矩形 9320"/>
                <p:cNvSpPr>
                  <a:spLocks noChangeArrowheads="1"/>
                </p:cNvSpPr>
                <p:nvPr/>
              </p:nvSpPr>
              <p:spPr bwMode="auto">
                <a:xfrm>
                  <a:off x="3443" y="1776"/>
                  <a:ext cx="180" cy="51"/>
                </a:xfrm>
                <a:prstGeom prst="rect">
                  <a:avLst/>
                </a:prstGeom>
                <a:solidFill>
                  <a:srgbClr val="E5E5E5"/>
                </a:solidFill>
                <a:ln w="4">
                  <a:solidFill>
                    <a:srgbClr val="000000"/>
                  </a:solidFill>
                  <a:miter lim="800000"/>
                </a:ln>
              </p:spPr>
              <p:txBody>
                <a:bodyPr vert="horz" wrap="square" lIns="91440" tIns="45720" rIns="91440" bIns="45720" numCol="1" anchor="t" anchorCtr="0" compatLnSpc="1"/>
                <a:lstStyle/>
                <a:p>
                  <a:endParaRPr lang="zh-CN" altLang="en-US"/>
                </a:p>
              </p:txBody>
            </p:sp>
            <p:sp>
              <p:nvSpPr>
                <p:cNvPr id="349123" name="矩形 9321"/>
                <p:cNvSpPr>
                  <a:spLocks noChangeArrowheads="1"/>
                </p:cNvSpPr>
                <p:nvPr/>
              </p:nvSpPr>
              <p:spPr bwMode="auto">
                <a:xfrm>
                  <a:off x="3443" y="1776"/>
                  <a:ext cx="180" cy="51"/>
                </a:xfrm>
                <a:prstGeom prst="rect">
                  <a:avLst/>
                </a:prstGeom>
                <a:noFill/>
                <a:ln w="4">
                  <a:solidFill>
                    <a:srgbClr val="7F7F7F"/>
                  </a:solidFill>
                  <a:miter lim="800000"/>
                </a:ln>
              </p:spPr>
              <p:txBody>
                <a:bodyPr vert="horz" wrap="square" lIns="91440" tIns="45720" rIns="91440" bIns="45720" numCol="1" anchor="t" anchorCtr="0" compatLnSpc="1"/>
                <a:lstStyle/>
                <a:p>
                  <a:endParaRPr lang="zh-CN" altLang="en-US"/>
                </a:p>
              </p:txBody>
            </p:sp>
            <p:sp>
              <p:nvSpPr>
                <p:cNvPr id="349122" name="矩形 9322"/>
                <p:cNvSpPr>
                  <a:spLocks noChangeArrowheads="1"/>
                </p:cNvSpPr>
                <p:nvPr/>
              </p:nvSpPr>
              <p:spPr bwMode="auto">
                <a:xfrm>
                  <a:off x="3449" y="1794"/>
                  <a:ext cx="168" cy="6"/>
                </a:xfrm>
                <a:prstGeom prst="rect">
                  <a:avLst/>
                </a:prstGeom>
                <a:solidFill>
                  <a:srgbClr val="D8D8D8"/>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121" name="矩形 9323"/>
                <p:cNvSpPr>
                  <a:spLocks noChangeArrowheads="1"/>
                </p:cNvSpPr>
                <p:nvPr/>
              </p:nvSpPr>
              <p:spPr bwMode="auto">
                <a:xfrm>
                  <a:off x="3449" y="1794"/>
                  <a:ext cx="168" cy="6"/>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120" name="矩形 9324"/>
                <p:cNvSpPr>
                  <a:spLocks noChangeArrowheads="1"/>
                </p:cNvSpPr>
                <p:nvPr/>
              </p:nvSpPr>
              <p:spPr bwMode="auto">
                <a:xfrm>
                  <a:off x="3507" y="1798"/>
                  <a:ext cx="54" cy="9"/>
                </a:xfrm>
                <a:prstGeom prst="rect">
                  <a:avLst/>
                </a:prstGeom>
                <a:solidFill>
                  <a:srgbClr val="F2F2F2"/>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119" name="矩形 9325"/>
                <p:cNvSpPr>
                  <a:spLocks noChangeArrowheads="1"/>
                </p:cNvSpPr>
                <p:nvPr/>
              </p:nvSpPr>
              <p:spPr bwMode="auto">
                <a:xfrm>
                  <a:off x="3507" y="1798"/>
                  <a:ext cx="54" cy="9"/>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118" name="任意多边形 9326"/>
                <p:cNvSpPr/>
                <p:nvPr/>
              </p:nvSpPr>
              <p:spPr bwMode="auto">
                <a:xfrm>
                  <a:off x="3503" y="1790"/>
                  <a:ext cx="60" cy="2"/>
                </a:xfrm>
                <a:custGeom>
                  <a:avLst/>
                  <a:gdLst/>
                  <a:ahLst/>
                  <a:cxnLst>
                    <a:cxn ang="0">
                      <a:pos x="58" y="0"/>
                    </a:cxn>
                    <a:cxn ang="0">
                      <a:pos x="4" y="0"/>
                    </a:cxn>
                    <a:cxn ang="0">
                      <a:pos x="0" y="2"/>
                    </a:cxn>
                    <a:cxn ang="0">
                      <a:pos x="60" y="2"/>
                    </a:cxn>
                    <a:cxn ang="0">
                      <a:pos x="58" y="0"/>
                    </a:cxn>
                  </a:cxnLst>
                  <a:rect l="0" t="0" r="r" b="b"/>
                  <a:pathLst>
                    <a:path w="60" h="2">
                      <a:moveTo>
                        <a:pt x="58" y="0"/>
                      </a:moveTo>
                      <a:lnTo>
                        <a:pt x="4" y="0"/>
                      </a:lnTo>
                      <a:lnTo>
                        <a:pt x="0" y="2"/>
                      </a:lnTo>
                      <a:lnTo>
                        <a:pt x="60" y="2"/>
                      </a:lnTo>
                      <a:lnTo>
                        <a:pt x="58" y="0"/>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a:p>
              </p:txBody>
            </p:sp>
            <p:sp>
              <p:nvSpPr>
                <p:cNvPr id="349117" name="任意多边形 9327"/>
                <p:cNvSpPr/>
                <p:nvPr/>
              </p:nvSpPr>
              <p:spPr bwMode="auto">
                <a:xfrm>
                  <a:off x="3503" y="1790"/>
                  <a:ext cx="60" cy="2"/>
                </a:xfrm>
                <a:custGeom>
                  <a:avLst/>
                  <a:gdLst/>
                  <a:ahLst/>
                  <a:cxnLst>
                    <a:cxn ang="0">
                      <a:pos x="58" y="0"/>
                    </a:cxn>
                    <a:cxn ang="0">
                      <a:pos x="4" y="0"/>
                    </a:cxn>
                    <a:cxn ang="0">
                      <a:pos x="0" y="2"/>
                    </a:cxn>
                    <a:cxn ang="0">
                      <a:pos x="60" y="2"/>
                    </a:cxn>
                    <a:cxn ang="0">
                      <a:pos x="58" y="0"/>
                    </a:cxn>
                  </a:cxnLst>
                  <a:rect l="0" t="0" r="r" b="b"/>
                  <a:pathLst>
                    <a:path w="60" h="2">
                      <a:moveTo>
                        <a:pt x="58" y="0"/>
                      </a:moveTo>
                      <a:lnTo>
                        <a:pt x="4" y="0"/>
                      </a:lnTo>
                      <a:lnTo>
                        <a:pt x="0" y="2"/>
                      </a:lnTo>
                      <a:lnTo>
                        <a:pt x="60" y="2"/>
                      </a:lnTo>
                      <a:lnTo>
                        <a:pt x="58" y="0"/>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116" name="任意多边形 9328"/>
                <p:cNvSpPr/>
                <p:nvPr/>
              </p:nvSpPr>
              <p:spPr bwMode="auto">
                <a:xfrm>
                  <a:off x="3561" y="1796"/>
                  <a:ext cx="56" cy="2"/>
                </a:xfrm>
                <a:custGeom>
                  <a:avLst/>
                  <a:gdLst/>
                  <a:ahLst/>
                  <a:cxnLst>
                    <a:cxn ang="0">
                      <a:pos x="54" y="0"/>
                    </a:cxn>
                    <a:cxn ang="0">
                      <a:pos x="0" y="0"/>
                    </a:cxn>
                    <a:cxn ang="0">
                      <a:pos x="0" y="2"/>
                    </a:cxn>
                    <a:cxn ang="0">
                      <a:pos x="56" y="2"/>
                    </a:cxn>
                    <a:cxn ang="0">
                      <a:pos x="54" y="0"/>
                    </a:cxn>
                  </a:cxnLst>
                  <a:rect l="0" t="0" r="r" b="b"/>
                  <a:pathLst>
                    <a:path w="56" h="2">
                      <a:moveTo>
                        <a:pt x="54" y="0"/>
                      </a:moveTo>
                      <a:lnTo>
                        <a:pt x="0" y="0"/>
                      </a:lnTo>
                      <a:lnTo>
                        <a:pt x="0" y="2"/>
                      </a:lnTo>
                      <a:lnTo>
                        <a:pt x="56" y="2"/>
                      </a:lnTo>
                      <a:lnTo>
                        <a:pt x="54" y="0"/>
                      </a:lnTo>
                      <a:close/>
                    </a:path>
                  </a:pathLst>
                </a:custGeom>
                <a:solidFill>
                  <a:srgbClr val="CCCCCC"/>
                </a:solidFill>
                <a:ln w="2">
                  <a:solidFill>
                    <a:srgbClr val="000000"/>
                  </a:solidFill>
                  <a:round/>
                </a:ln>
              </p:spPr>
              <p:txBody>
                <a:bodyPr vert="horz" wrap="square" lIns="91440" tIns="45720" rIns="91440" bIns="45720" numCol="1" anchor="t" anchorCtr="0" compatLnSpc="1"/>
                <a:lstStyle/>
                <a:p>
                  <a:endParaRPr lang="zh-CN" altLang="en-US"/>
                </a:p>
              </p:txBody>
            </p:sp>
            <p:sp>
              <p:nvSpPr>
                <p:cNvPr id="349115" name="任意多边形 9329"/>
                <p:cNvSpPr/>
                <p:nvPr/>
              </p:nvSpPr>
              <p:spPr bwMode="auto">
                <a:xfrm>
                  <a:off x="3561" y="1796"/>
                  <a:ext cx="56" cy="2"/>
                </a:xfrm>
                <a:custGeom>
                  <a:avLst/>
                  <a:gdLst/>
                  <a:ahLst/>
                  <a:cxnLst>
                    <a:cxn ang="0">
                      <a:pos x="54" y="0"/>
                    </a:cxn>
                    <a:cxn ang="0">
                      <a:pos x="0" y="0"/>
                    </a:cxn>
                    <a:cxn ang="0">
                      <a:pos x="0" y="2"/>
                    </a:cxn>
                    <a:cxn ang="0">
                      <a:pos x="56" y="2"/>
                    </a:cxn>
                    <a:cxn ang="0">
                      <a:pos x="54" y="0"/>
                    </a:cxn>
                  </a:cxnLst>
                  <a:rect l="0" t="0" r="r" b="b"/>
                  <a:pathLst>
                    <a:path w="56" h="2">
                      <a:moveTo>
                        <a:pt x="54" y="0"/>
                      </a:moveTo>
                      <a:lnTo>
                        <a:pt x="0" y="0"/>
                      </a:lnTo>
                      <a:lnTo>
                        <a:pt x="0" y="2"/>
                      </a:lnTo>
                      <a:lnTo>
                        <a:pt x="56" y="2"/>
                      </a:lnTo>
                      <a:lnTo>
                        <a:pt x="54" y="0"/>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114" name="任意多边形 9330"/>
                <p:cNvSpPr/>
                <p:nvPr/>
              </p:nvSpPr>
              <p:spPr bwMode="auto">
                <a:xfrm>
                  <a:off x="3507" y="1800"/>
                  <a:ext cx="2" cy="7"/>
                </a:xfrm>
                <a:custGeom>
                  <a:avLst/>
                  <a:gdLst/>
                  <a:ahLst/>
                  <a:cxnLst>
                    <a:cxn ang="0">
                      <a:pos x="0" y="0"/>
                    </a:cxn>
                    <a:cxn ang="0">
                      <a:pos x="0" y="0"/>
                    </a:cxn>
                    <a:cxn ang="0">
                      <a:pos x="0" y="7"/>
                    </a:cxn>
                    <a:cxn ang="0">
                      <a:pos x="2" y="0"/>
                    </a:cxn>
                    <a:cxn ang="0">
                      <a:pos x="0" y="0"/>
                    </a:cxn>
                  </a:cxnLst>
                  <a:rect l="0" t="0" r="r" b="b"/>
                  <a:pathLst>
                    <a:path w="2" h="7">
                      <a:moveTo>
                        <a:pt x="0" y="0"/>
                      </a:moveTo>
                      <a:lnTo>
                        <a:pt x="0" y="0"/>
                      </a:lnTo>
                      <a:lnTo>
                        <a:pt x="0" y="7"/>
                      </a:lnTo>
                      <a:lnTo>
                        <a:pt x="2" y="0"/>
                      </a:lnTo>
                      <a:lnTo>
                        <a:pt x="0" y="0"/>
                      </a:lnTo>
                      <a:close/>
                    </a:path>
                  </a:pathLst>
                </a:custGeom>
                <a:solidFill>
                  <a:srgbClr val="000000"/>
                </a:solidFill>
                <a:ln w="2">
                  <a:solidFill>
                    <a:srgbClr val="000000"/>
                  </a:solidFill>
                  <a:round/>
                </a:ln>
              </p:spPr>
              <p:txBody>
                <a:bodyPr vert="horz" wrap="square" lIns="91440" tIns="45720" rIns="91440" bIns="45720" numCol="1" anchor="t" anchorCtr="0" compatLnSpc="1"/>
                <a:lstStyle/>
                <a:p>
                  <a:endParaRPr lang="zh-CN" altLang="en-US"/>
                </a:p>
              </p:txBody>
            </p:sp>
            <p:sp>
              <p:nvSpPr>
                <p:cNvPr id="349113" name="任意多边形 9331"/>
                <p:cNvSpPr/>
                <p:nvPr/>
              </p:nvSpPr>
              <p:spPr bwMode="auto">
                <a:xfrm>
                  <a:off x="3507" y="1800"/>
                  <a:ext cx="2" cy="7"/>
                </a:xfrm>
                <a:custGeom>
                  <a:avLst/>
                  <a:gdLst/>
                  <a:ahLst/>
                  <a:cxnLst>
                    <a:cxn ang="0">
                      <a:pos x="0" y="0"/>
                    </a:cxn>
                    <a:cxn ang="0">
                      <a:pos x="0" y="0"/>
                    </a:cxn>
                    <a:cxn ang="0">
                      <a:pos x="0" y="7"/>
                    </a:cxn>
                    <a:cxn ang="0">
                      <a:pos x="2" y="0"/>
                    </a:cxn>
                    <a:cxn ang="0">
                      <a:pos x="0" y="0"/>
                    </a:cxn>
                  </a:cxnLst>
                  <a:rect l="0" t="0" r="r" b="b"/>
                  <a:pathLst>
                    <a:path w="2" h="7">
                      <a:moveTo>
                        <a:pt x="0" y="0"/>
                      </a:moveTo>
                      <a:lnTo>
                        <a:pt x="0" y="0"/>
                      </a:lnTo>
                      <a:lnTo>
                        <a:pt x="0" y="7"/>
                      </a:lnTo>
                      <a:lnTo>
                        <a:pt x="2" y="0"/>
                      </a:lnTo>
                      <a:lnTo>
                        <a:pt x="0" y="0"/>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112" name="任意多边形 9332"/>
                <p:cNvSpPr/>
                <p:nvPr/>
              </p:nvSpPr>
              <p:spPr bwMode="auto">
                <a:xfrm>
                  <a:off x="3557" y="1800"/>
                  <a:ext cx="2" cy="7"/>
                </a:xfrm>
                <a:custGeom>
                  <a:avLst/>
                  <a:gdLst/>
                  <a:ahLst/>
                  <a:cxnLst>
                    <a:cxn ang="0">
                      <a:pos x="2" y="0"/>
                    </a:cxn>
                    <a:cxn ang="0">
                      <a:pos x="2" y="0"/>
                    </a:cxn>
                    <a:cxn ang="0">
                      <a:pos x="2" y="7"/>
                    </a:cxn>
                    <a:cxn ang="0">
                      <a:pos x="0" y="0"/>
                    </a:cxn>
                    <a:cxn ang="0">
                      <a:pos x="2" y="0"/>
                    </a:cxn>
                  </a:cxnLst>
                  <a:rect l="0" t="0" r="r" b="b"/>
                  <a:pathLst>
                    <a:path w="2" h="7">
                      <a:moveTo>
                        <a:pt x="2" y="0"/>
                      </a:moveTo>
                      <a:lnTo>
                        <a:pt x="2" y="0"/>
                      </a:lnTo>
                      <a:lnTo>
                        <a:pt x="2" y="7"/>
                      </a:lnTo>
                      <a:lnTo>
                        <a:pt x="0" y="0"/>
                      </a:lnTo>
                      <a:lnTo>
                        <a:pt x="2" y="0"/>
                      </a:lnTo>
                      <a:close/>
                    </a:path>
                  </a:pathLst>
                </a:custGeom>
                <a:solidFill>
                  <a:srgbClr val="000000"/>
                </a:solidFill>
                <a:ln w="2">
                  <a:solidFill>
                    <a:srgbClr val="000000"/>
                  </a:solidFill>
                  <a:round/>
                </a:ln>
              </p:spPr>
              <p:txBody>
                <a:bodyPr vert="horz" wrap="square" lIns="91440" tIns="45720" rIns="91440" bIns="45720" numCol="1" anchor="t" anchorCtr="0" compatLnSpc="1"/>
                <a:lstStyle/>
                <a:p>
                  <a:endParaRPr lang="zh-CN" altLang="en-US"/>
                </a:p>
              </p:txBody>
            </p:sp>
            <p:sp>
              <p:nvSpPr>
                <p:cNvPr id="349111" name="任意多边形 9333"/>
                <p:cNvSpPr/>
                <p:nvPr/>
              </p:nvSpPr>
              <p:spPr bwMode="auto">
                <a:xfrm>
                  <a:off x="3557" y="1800"/>
                  <a:ext cx="2" cy="7"/>
                </a:xfrm>
                <a:custGeom>
                  <a:avLst/>
                  <a:gdLst/>
                  <a:ahLst/>
                  <a:cxnLst>
                    <a:cxn ang="0">
                      <a:pos x="2" y="0"/>
                    </a:cxn>
                    <a:cxn ang="0">
                      <a:pos x="2" y="0"/>
                    </a:cxn>
                    <a:cxn ang="0">
                      <a:pos x="2" y="7"/>
                    </a:cxn>
                    <a:cxn ang="0">
                      <a:pos x="0" y="0"/>
                    </a:cxn>
                    <a:cxn ang="0">
                      <a:pos x="2" y="0"/>
                    </a:cxn>
                  </a:cxnLst>
                  <a:rect l="0" t="0" r="r" b="b"/>
                  <a:pathLst>
                    <a:path w="2" h="7">
                      <a:moveTo>
                        <a:pt x="2" y="0"/>
                      </a:moveTo>
                      <a:lnTo>
                        <a:pt x="2" y="0"/>
                      </a:lnTo>
                      <a:lnTo>
                        <a:pt x="2" y="7"/>
                      </a:lnTo>
                      <a:lnTo>
                        <a:pt x="0" y="0"/>
                      </a:lnTo>
                      <a:lnTo>
                        <a:pt x="2" y="0"/>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110" name="矩形 9334"/>
                <p:cNvSpPr>
                  <a:spLocks noChangeArrowheads="1"/>
                </p:cNvSpPr>
                <p:nvPr/>
              </p:nvSpPr>
              <p:spPr bwMode="auto">
                <a:xfrm>
                  <a:off x="3487" y="1811"/>
                  <a:ext cx="10" cy="4"/>
                </a:xfrm>
                <a:prstGeom prst="rect">
                  <a:avLst/>
                </a:prstGeom>
                <a:solidFill>
                  <a:srgbClr val="83FF00"/>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109" name="矩形 9335"/>
                <p:cNvSpPr>
                  <a:spLocks noChangeArrowheads="1"/>
                </p:cNvSpPr>
                <p:nvPr/>
              </p:nvSpPr>
              <p:spPr bwMode="auto">
                <a:xfrm>
                  <a:off x="3487" y="1811"/>
                  <a:ext cx="10" cy="4"/>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108" name="任意多边形 9336"/>
                <p:cNvSpPr/>
                <p:nvPr/>
              </p:nvSpPr>
              <p:spPr bwMode="auto">
                <a:xfrm>
                  <a:off x="3447" y="1796"/>
                  <a:ext cx="56" cy="2"/>
                </a:xfrm>
                <a:custGeom>
                  <a:avLst/>
                  <a:gdLst/>
                  <a:ahLst/>
                  <a:cxnLst>
                    <a:cxn ang="0">
                      <a:pos x="56" y="0"/>
                    </a:cxn>
                    <a:cxn ang="0">
                      <a:pos x="2" y="0"/>
                    </a:cxn>
                    <a:cxn ang="0">
                      <a:pos x="0" y="2"/>
                    </a:cxn>
                    <a:cxn ang="0">
                      <a:pos x="56" y="2"/>
                    </a:cxn>
                    <a:cxn ang="0">
                      <a:pos x="56" y="0"/>
                    </a:cxn>
                  </a:cxnLst>
                  <a:rect l="0" t="0" r="r" b="b"/>
                  <a:pathLst>
                    <a:path w="56" h="2">
                      <a:moveTo>
                        <a:pt x="56" y="0"/>
                      </a:moveTo>
                      <a:lnTo>
                        <a:pt x="2" y="0"/>
                      </a:lnTo>
                      <a:lnTo>
                        <a:pt x="0" y="2"/>
                      </a:lnTo>
                      <a:lnTo>
                        <a:pt x="56" y="2"/>
                      </a:lnTo>
                      <a:lnTo>
                        <a:pt x="56" y="0"/>
                      </a:lnTo>
                      <a:close/>
                    </a:path>
                  </a:pathLst>
                </a:custGeom>
                <a:solidFill>
                  <a:srgbClr val="CCCCCC"/>
                </a:solidFill>
                <a:ln w="2">
                  <a:solidFill>
                    <a:srgbClr val="000000"/>
                  </a:solidFill>
                  <a:round/>
                </a:ln>
              </p:spPr>
              <p:txBody>
                <a:bodyPr vert="horz" wrap="square" lIns="91440" tIns="45720" rIns="91440" bIns="45720" numCol="1" anchor="t" anchorCtr="0" compatLnSpc="1"/>
                <a:lstStyle/>
                <a:p>
                  <a:endParaRPr lang="zh-CN" altLang="en-US"/>
                </a:p>
              </p:txBody>
            </p:sp>
            <p:sp>
              <p:nvSpPr>
                <p:cNvPr id="349107" name="任意多边形 9337"/>
                <p:cNvSpPr/>
                <p:nvPr/>
              </p:nvSpPr>
              <p:spPr bwMode="auto">
                <a:xfrm>
                  <a:off x="3447" y="1796"/>
                  <a:ext cx="56" cy="2"/>
                </a:xfrm>
                <a:custGeom>
                  <a:avLst/>
                  <a:gdLst/>
                  <a:ahLst/>
                  <a:cxnLst>
                    <a:cxn ang="0">
                      <a:pos x="56" y="0"/>
                    </a:cxn>
                    <a:cxn ang="0">
                      <a:pos x="2" y="0"/>
                    </a:cxn>
                    <a:cxn ang="0">
                      <a:pos x="0" y="2"/>
                    </a:cxn>
                    <a:cxn ang="0">
                      <a:pos x="56" y="2"/>
                    </a:cxn>
                    <a:cxn ang="0">
                      <a:pos x="56" y="0"/>
                    </a:cxn>
                  </a:cxnLst>
                  <a:rect l="0" t="0" r="r" b="b"/>
                  <a:pathLst>
                    <a:path w="56" h="2">
                      <a:moveTo>
                        <a:pt x="56" y="0"/>
                      </a:moveTo>
                      <a:lnTo>
                        <a:pt x="2" y="0"/>
                      </a:lnTo>
                      <a:lnTo>
                        <a:pt x="0" y="2"/>
                      </a:lnTo>
                      <a:lnTo>
                        <a:pt x="56" y="2"/>
                      </a:lnTo>
                      <a:lnTo>
                        <a:pt x="56" y="0"/>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106" name="任意多边形 9338"/>
                <p:cNvSpPr/>
                <p:nvPr/>
              </p:nvSpPr>
              <p:spPr bwMode="auto">
                <a:xfrm>
                  <a:off x="3569" y="1809"/>
                  <a:ext cx="18" cy="8"/>
                </a:xfrm>
                <a:custGeom>
                  <a:avLst/>
                  <a:gdLst/>
                  <a:ahLst/>
                  <a:cxnLst>
                    <a:cxn ang="0">
                      <a:pos x="18" y="4"/>
                    </a:cxn>
                    <a:cxn ang="0">
                      <a:pos x="18" y="2"/>
                    </a:cxn>
                    <a:cxn ang="0">
                      <a:pos x="18" y="2"/>
                    </a:cxn>
                    <a:cxn ang="0">
                      <a:pos x="18" y="2"/>
                    </a:cxn>
                    <a:cxn ang="0">
                      <a:pos x="18" y="2"/>
                    </a:cxn>
                    <a:cxn ang="0">
                      <a:pos x="18" y="2"/>
                    </a:cxn>
                    <a:cxn ang="0">
                      <a:pos x="18" y="0"/>
                    </a:cxn>
                    <a:cxn ang="0">
                      <a:pos x="16" y="0"/>
                    </a:cxn>
                    <a:cxn ang="0">
                      <a:pos x="16" y="0"/>
                    </a:cxn>
                    <a:cxn ang="0">
                      <a:pos x="4" y="0"/>
                    </a:cxn>
                    <a:cxn ang="0">
                      <a:pos x="2" y="0"/>
                    </a:cxn>
                    <a:cxn ang="0">
                      <a:pos x="2" y="0"/>
                    </a:cxn>
                    <a:cxn ang="0">
                      <a:pos x="2" y="2"/>
                    </a:cxn>
                    <a:cxn ang="0">
                      <a:pos x="2" y="2"/>
                    </a:cxn>
                    <a:cxn ang="0">
                      <a:pos x="0" y="2"/>
                    </a:cxn>
                    <a:cxn ang="0">
                      <a:pos x="0" y="2"/>
                    </a:cxn>
                    <a:cxn ang="0">
                      <a:pos x="0" y="2"/>
                    </a:cxn>
                    <a:cxn ang="0">
                      <a:pos x="0" y="4"/>
                    </a:cxn>
                    <a:cxn ang="0">
                      <a:pos x="0" y="4"/>
                    </a:cxn>
                    <a:cxn ang="0">
                      <a:pos x="0" y="4"/>
                    </a:cxn>
                    <a:cxn ang="0">
                      <a:pos x="0" y="6"/>
                    </a:cxn>
                    <a:cxn ang="0">
                      <a:pos x="0" y="6"/>
                    </a:cxn>
                    <a:cxn ang="0">
                      <a:pos x="2" y="6"/>
                    </a:cxn>
                    <a:cxn ang="0">
                      <a:pos x="2" y="6"/>
                    </a:cxn>
                    <a:cxn ang="0">
                      <a:pos x="2" y="6"/>
                    </a:cxn>
                    <a:cxn ang="0">
                      <a:pos x="2" y="8"/>
                    </a:cxn>
                    <a:cxn ang="0">
                      <a:pos x="4" y="8"/>
                    </a:cxn>
                    <a:cxn ang="0">
                      <a:pos x="16" y="8"/>
                    </a:cxn>
                    <a:cxn ang="0">
                      <a:pos x="16" y="8"/>
                    </a:cxn>
                    <a:cxn ang="0">
                      <a:pos x="18" y="6"/>
                    </a:cxn>
                    <a:cxn ang="0">
                      <a:pos x="18" y="6"/>
                    </a:cxn>
                    <a:cxn ang="0">
                      <a:pos x="18" y="6"/>
                    </a:cxn>
                    <a:cxn ang="0">
                      <a:pos x="18" y="6"/>
                    </a:cxn>
                    <a:cxn ang="0">
                      <a:pos x="18" y="6"/>
                    </a:cxn>
                    <a:cxn ang="0">
                      <a:pos x="18" y="4"/>
                    </a:cxn>
                    <a:cxn ang="0">
                      <a:pos x="18" y="4"/>
                    </a:cxn>
                    <a:cxn ang="0">
                      <a:pos x="18" y="4"/>
                    </a:cxn>
                  </a:cxnLst>
                  <a:rect l="0" t="0" r="r" b="b"/>
                  <a:pathLst>
                    <a:path w="18" h="8">
                      <a:moveTo>
                        <a:pt x="18" y="4"/>
                      </a:moveTo>
                      <a:lnTo>
                        <a:pt x="18" y="2"/>
                      </a:lnTo>
                      <a:lnTo>
                        <a:pt x="18" y="0"/>
                      </a:lnTo>
                      <a:lnTo>
                        <a:pt x="16" y="0"/>
                      </a:lnTo>
                      <a:lnTo>
                        <a:pt x="4" y="0"/>
                      </a:lnTo>
                      <a:lnTo>
                        <a:pt x="2" y="0"/>
                      </a:lnTo>
                      <a:lnTo>
                        <a:pt x="2" y="2"/>
                      </a:lnTo>
                      <a:lnTo>
                        <a:pt x="0" y="2"/>
                      </a:lnTo>
                      <a:lnTo>
                        <a:pt x="0" y="4"/>
                      </a:lnTo>
                      <a:lnTo>
                        <a:pt x="0" y="6"/>
                      </a:lnTo>
                      <a:lnTo>
                        <a:pt x="2" y="6"/>
                      </a:lnTo>
                      <a:lnTo>
                        <a:pt x="2" y="8"/>
                      </a:lnTo>
                      <a:lnTo>
                        <a:pt x="4" y="8"/>
                      </a:lnTo>
                      <a:lnTo>
                        <a:pt x="16" y="8"/>
                      </a:lnTo>
                      <a:lnTo>
                        <a:pt x="18" y="6"/>
                      </a:lnTo>
                      <a:lnTo>
                        <a:pt x="18" y="4"/>
                      </a:lnTo>
                      <a:close/>
                    </a:path>
                  </a:pathLst>
                </a:custGeom>
                <a:solidFill>
                  <a:srgbClr val="D8D8D8"/>
                </a:solidFill>
                <a:ln w="2">
                  <a:solidFill>
                    <a:srgbClr val="000000"/>
                  </a:solidFill>
                  <a:round/>
                </a:ln>
              </p:spPr>
              <p:txBody>
                <a:bodyPr vert="horz" wrap="square" lIns="91440" tIns="45720" rIns="91440" bIns="45720" numCol="1" anchor="t" anchorCtr="0" compatLnSpc="1"/>
                <a:lstStyle/>
                <a:p>
                  <a:endParaRPr lang="zh-CN" altLang="en-US"/>
                </a:p>
              </p:txBody>
            </p:sp>
            <p:sp>
              <p:nvSpPr>
                <p:cNvPr id="349105" name="任意多边形 9339"/>
                <p:cNvSpPr/>
                <p:nvPr/>
              </p:nvSpPr>
              <p:spPr bwMode="auto">
                <a:xfrm>
                  <a:off x="3569" y="1809"/>
                  <a:ext cx="18" cy="8"/>
                </a:xfrm>
                <a:custGeom>
                  <a:avLst/>
                  <a:gdLst/>
                  <a:ahLst/>
                  <a:cxnLst>
                    <a:cxn ang="0">
                      <a:pos x="18" y="4"/>
                    </a:cxn>
                    <a:cxn ang="0">
                      <a:pos x="18" y="2"/>
                    </a:cxn>
                    <a:cxn ang="0">
                      <a:pos x="18" y="2"/>
                    </a:cxn>
                    <a:cxn ang="0">
                      <a:pos x="18" y="2"/>
                    </a:cxn>
                    <a:cxn ang="0">
                      <a:pos x="18" y="2"/>
                    </a:cxn>
                    <a:cxn ang="0">
                      <a:pos x="18" y="2"/>
                    </a:cxn>
                    <a:cxn ang="0">
                      <a:pos x="18" y="0"/>
                    </a:cxn>
                    <a:cxn ang="0">
                      <a:pos x="16" y="0"/>
                    </a:cxn>
                    <a:cxn ang="0">
                      <a:pos x="16" y="0"/>
                    </a:cxn>
                    <a:cxn ang="0">
                      <a:pos x="4" y="0"/>
                    </a:cxn>
                    <a:cxn ang="0">
                      <a:pos x="2" y="0"/>
                    </a:cxn>
                    <a:cxn ang="0">
                      <a:pos x="2" y="0"/>
                    </a:cxn>
                    <a:cxn ang="0">
                      <a:pos x="2" y="2"/>
                    </a:cxn>
                    <a:cxn ang="0">
                      <a:pos x="2" y="2"/>
                    </a:cxn>
                    <a:cxn ang="0">
                      <a:pos x="0" y="2"/>
                    </a:cxn>
                    <a:cxn ang="0">
                      <a:pos x="0" y="2"/>
                    </a:cxn>
                    <a:cxn ang="0">
                      <a:pos x="0" y="2"/>
                    </a:cxn>
                    <a:cxn ang="0">
                      <a:pos x="0" y="4"/>
                    </a:cxn>
                    <a:cxn ang="0">
                      <a:pos x="0" y="4"/>
                    </a:cxn>
                    <a:cxn ang="0">
                      <a:pos x="0" y="4"/>
                    </a:cxn>
                    <a:cxn ang="0">
                      <a:pos x="0" y="6"/>
                    </a:cxn>
                    <a:cxn ang="0">
                      <a:pos x="0" y="6"/>
                    </a:cxn>
                    <a:cxn ang="0">
                      <a:pos x="2" y="6"/>
                    </a:cxn>
                    <a:cxn ang="0">
                      <a:pos x="2" y="6"/>
                    </a:cxn>
                    <a:cxn ang="0">
                      <a:pos x="2" y="6"/>
                    </a:cxn>
                    <a:cxn ang="0">
                      <a:pos x="2" y="8"/>
                    </a:cxn>
                    <a:cxn ang="0">
                      <a:pos x="4" y="8"/>
                    </a:cxn>
                    <a:cxn ang="0">
                      <a:pos x="16" y="8"/>
                    </a:cxn>
                    <a:cxn ang="0">
                      <a:pos x="16" y="8"/>
                    </a:cxn>
                    <a:cxn ang="0">
                      <a:pos x="18" y="6"/>
                    </a:cxn>
                    <a:cxn ang="0">
                      <a:pos x="18" y="6"/>
                    </a:cxn>
                    <a:cxn ang="0">
                      <a:pos x="18" y="6"/>
                    </a:cxn>
                    <a:cxn ang="0">
                      <a:pos x="18" y="6"/>
                    </a:cxn>
                    <a:cxn ang="0">
                      <a:pos x="18" y="6"/>
                    </a:cxn>
                    <a:cxn ang="0">
                      <a:pos x="18" y="4"/>
                    </a:cxn>
                    <a:cxn ang="0">
                      <a:pos x="18" y="4"/>
                    </a:cxn>
                    <a:cxn ang="0">
                      <a:pos x="18" y="4"/>
                    </a:cxn>
                  </a:cxnLst>
                  <a:rect l="0" t="0" r="r" b="b"/>
                  <a:pathLst>
                    <a:path w="18" h="8">
                      <a:moveTo>
                        <a:pt x="18" y="4"/>
                      </a:moveTo>
                      <a:lnTo>
                        <a:pt x="18" y="2"/>
                      </a:lnTo>
                      <a:lnTo>
                        <a:pt x="18" y="0"/>
                      </a:lnTo>
                      <a:lnTo>
                        <a:pt x="16" y="0"/>
                      </a:lnTo>
                      <a:lnTo>
                        <a:pt x="4" y="0"/>
                      </a:lnTo>
                      <a:lnTo>
                        <a:pt x="2" y="0"/>
                      </a:lnTo>
                      <a:lnTo>
                        <a:pt x="2" y="2"/>
                      </a:lnTo>
                      <a:lnTo>
                        <a:pt x="0" y="2"/>
                      </a:lnTo>
                      <a:lnTo>
                        <a:pt x="0" y="4"/>
                      </a:lnTo>
                      <a:lnTo>
                        <a:pt x="0" y="6"/>
                      </a:lnTo>
                      <a:lnTo>
                        <a:pt x="2" y="6"/>
                      </a:lnTo>
                      <a:lnTo>
                        <a:pt x="2" y="8"/>
                      </a:lnTo>
                      <a:lnTo>
                        <a:pt x="4" y="8"/>
                      </a:lnTo>
                      <a:lnTo>
                        <a:pt x="16" y="8"/>
                      </a:lnTo>
                      <a:lnTo>
                        <a:pt x="18" y="6"/>
                      </a:lnTo>
                      <a:lnTo>
                        <a:pt x="18" y="4"/>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104" name="直线 9340"/>
                <p:cNvSpPr>
                  <a:spLocks noChangeShapeType="1"/>
                </p:cNvSpPr>
                <p:nvPr/>
              </p:nvSpPr>
              <p:spPr bwMode="auto">
                <a:xfrm>
                  <a:off x="3441" y="1540"/>
                  <a:ext cx="353" cy="1"/>
                </a:xfrm>
                <a:prstGeom prst="line">
                  <a:avLst/>
                </a:prstGeom>
                <a:noFill/>
                <a:ln w="4">
                  <a:solidFill>
                    <a:srgbClr val="000000"/>
                  </a:solidFill>
                  <a:round/>
                </a:ln>
              </p:spPr>
              <p:txBody>
                <a:bodyPr vert="horz" wrap="square" lIns="91440" tIns="45720" rIns="91440" bIns="45720" numCol="1" anchor="t" anchorCtr="0" compatLnSpc="1"/>
                <a:lstStyle/>
                <a:p>
                  <a:endParaRPr lang="zh-CN" altLang="en-US"/>
                </a:p>
              </p:txBody>
            </p:sp>
            <p:sp>
              <p:nvSpPr>
                <p:cNvPr id="349103" name="矩形 9341"/>
                <p:cNvSpPr>
                  <a:spLocks noChangeArrowheads="1"/>
                </p:cNvSpPr>
                <p:nvPr/>
              </p:nvSpPr>
              <p:spPr bwMode="auto">
                <a:xfrm>
                  <a:off x="3521" y="1461"/>
                  <a:ext cx="195" cy="46"/>
                </a:xfrm>
                <a:prstGeom prst="rect">
                  <a:avLst/>
                </a:prstGeom>
                <a:solidFill>
                  <a:srgbClr val="E5E5E5"/>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102" name="矩形 9342"/>
                <p:cNvSpPr>
                  <a:spLocks noChangeArrowheads="1"/>
                </p:cNvSpPr>
                <p:nvPr/>
              </p:nvSpPr>
              <p:spPr bwMode="auto">
                <a:xfrm>
                  <a:off x="3521" y="1461"/>
                  <a:ext cx="195" cy="46"/>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101" name="矩形 9343"/>
                <p:cNvSpPr>
                  <a:spLocks noChangeArrowheads="1"/>
                </p:cNvSpPr>
                <p:nvPr/>
              </p:nvSpPr>
              <p:spPr bwMode="auto">
                <a:xfrm>
                  <a:off x="3535" y="1461"/>
                  <a:ext cx="169" cy="35"/>
                </a:xfrm>
                <a:prstGeom prst="rect">
                  <a:avLst/>
                </a:prstGeom>
                <a:solidFill>
                  <a:srgbClr val="000000"/>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100" name="矩形 9344"/>
                <p:cNvSpPr>
                  <a:spLocks noChangeArrowheads="1"/>
                </p:cNvSpPr>
                <p:nvPr/>
              </p:nvSpPr>
              <p:spPr bwMode="auto">
                <a:xfrm>
                  <a:off x="3535" y="1461"/>
                  <a:ext cx="169" cy="3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99" name="任意多边形 9345"/>
                <p:cNvSpPr/>
                <p:nvPr/>
              </p:nvSpPr>
              <p:spPr bwMode="auto">
                <a:xfrm>
                  <a:off x="3535" y="1461"/>
                  <a:ext cx="169" cy="33"/>
                </a:xfrm>
                <a:custGeom>
                  <a:avLst/>
                  <a:gdLst/>
                  <a:ahLst/>
                  <a:cxnLst>
                    <a:cxn ang="0">
                      <a:pos x="0" y="0"/>
                    </a:cxn>
                    <a:cxn ang="0">
                      <a:pos x="0" y="31"/>
                    </a:cxn>
                    <a:cxn ang="0">
                      <a:pos x="8" y="31"/>
                    </a:cxn>
                    <a:cxn ang="0">
                      <a:pos x="8" y="33"/>
                    </a:cxn>
                    <a:cxn ang="0">
                      <a:pos x="159" y="33"/>
                    </a:cxn>
                    <a:cxn ang="0">
                      <a:pos x="159" y="31"/>
                    </a:cxn>
                    <a:cxn ang="0">
                      <a:pos x="169" y="31"/>
                    </a:cxn>
                    <a:cxn ang="0">
                      <a:pos x="169" y="0"/>
                    </a:cxn>
                    <a:cxn ang="0">
                      <a:pos x="0" y="0"/>
                    </a:cxn>
                  </a:cxnLst>
                  <a:rect l="0" t="0" r="r" b="b"/>
                  <a:pathLst>
                    <a:path w="169" h="33">
                      <a:moveTo>
                        <a:pt x="0" y="0"/>
                      </a:moveTo>
                      <a:lnTo>
                        <a:pt x="0" y="31"/>
                      </a:lnTo>
                      <a:lnTo>
                        <a:pt x="8" y="31"/>
                      </a:lnTo>
                      <a:lnTo>
                        <a:pt x="8" y="33"/>
                      </a:lnTo>
                      <a:lnTo>
                        <a:pt x="159" y="33"/>
                      </a:lnTo>
                      <a:lnTo>
                        <a:pt x="159" y="31"/>
                      </a:lnTo>
                      <a:lnTo>
                        <a:pt x="169" y="31"/>
                      </a:lnTo>
                      <a:lnTo>
                        <a:pt x="169" y="0"/>
                      </a:lnTo>
                      <a:lnTo>
                        <a:pt x="0" y="0"/>
                      </a:lnTo>
                      <a:close/>
                    </a:path>
                  </a:pathLst>
                </a:custGeom>
                <a:solidFill>
                  <a:srgbClr val="F2F2F2"/>
                </a:solidFill>
                <a:ln w="2">
                  <a:solidFill>
                    <a:srgbClr val="000000"/>
                  </a:solidFill>
                  <a:round/>
                </a:ln>
              </p:spPr>
              <p:txBody>
                <a:bodyPr vert="horz" wrap="square" lIns="91440" tIns="45720" rIns="91440" bIns="45720" numCol="1" anchor="t" anchorCtr="0" compatLnSpc="1"/>
                <a:lstStyle/>
                <a:p>
                  <a:endParaRPr lang="zh-CN" altLang="en-US"/>
                </a:p>
              </p:txBody>
            </p:sp>
            <p:sp>
              <p:nvSpPr>
                <p:cNvPr id="349098" name="任意多边形 9346"/>
                <p:cNvSpPr/>
                <p:nvPr/>
              </p:nvSpPr>
              <p:spPr bwMode="auto">
                <a:xfrm>
                  <a:off x="3535" y="1461"/>
                  <a:ext cx="169" cy="33"/>
                </a:xfrm>
                <a:custGeom>
                  <a:avLst/>
                  <a:gdLst/>
                  <a:ahLst/>
                  <a:cxnLst>
                    <a:cxn ang="0">
                      <a:pos x="0" y="0"/>
                    </a:cxn>
                    <a:cxn ang="0">
                      <a:pos x="0" y="31"/>
                    </a:cxn>
                    <a:cxn ang="0">
                      <a:pos x="8" y="31"/>
                    </a:cxn>
                    <a:cxn ang="0">
                      <a:pos x="8" y="33"/>
                    </a:cxn>
                    <a:cxn ang="0">
                      <a:pos x="159" y="33"/>
                    </a:cxn>
                    <a:cxn ang="0">
                      <a:pos x="159" y="31"/>
                    </a:cxn>
                    <a:cxn ang="0">
                      <a:pos x="169" y="31"/>
                    </a:cxn>
                    <a:cxn ang="0">
                      <a:pos x="169" y="0"/>
                    </a:cxn>
                    <a:cxn ang="0">
                      <a:pos x="0" y="0"/>
                    </a:cxn>
                  </a:cxnLst>
                  <a:rect l="0" t="0" r="r" b="b"/>
                  <a:pathLst>
                    <a:path w="169" h="33">
                      <a:moveTo>
                        <a:pt x="0" y="0"/>
                      </a:moveTo>
                      <a:lnTo>
                        <a:pt x="0" y="31"/>
                      </a:lnTo>
                      <a:lnTo>
                        <a:pt x="8" y="31"/>
                      </a:lnTo>
                      <a:lnTo>
                        <a:pt x="8" y="33"/>
                      </a:lnTo>
                      <a:lnTo>
                        <a:pt x="159" y="33"/>
                      </a:lnTo>
                      <a:lnTo>
                        <a:pt x="159" y="31"/>
                      </a:lnTo>
                      <a:lnTo>
                        <a:pt x="169" y="31"/>
                      </a:lnTo>
                      <a:lnTo>
                        <a:pt x="169" y="0"/>
                      </a:lnTo>
                      <a:lnTo>
                        <a:pt x="0" y="0"/>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097" name="任意多边形 9347"/>
                <p:cNvSpPr/>
                <p:nvPr/>
              </p:nvSpPr>
              <p:spPr bwMode="auto">
                <a:xfrm>
                  <a:off x="3688" y="1463"/>
                  <a:ext cx="4" cy="29"/>
                </a:xfrm>
                <a:custGeom>
                  <a:avLst/>
                  <a:gdLst/>
                  <a:ahLst/>
                  <a:cxnLst>
                    <a:cxn ang="0">
                      <a:pos x="4" y="2"/>
                    </a:cxn>
                    <a:cxn ang="0">
                      <a:pos x="2" y="2"/>
                    </a:cxn>
                    <a:cxn ang="0">
                      <a:pos x="2" y="2"/>
                    </a:cxn>
                    <a:cxn ang="0">
                      <a:pos x="2" y="2"/>
                    </a:cxn>
                    <a:cxn ang="0">
                      <a:pos x="2" y="0"/>
                    </a:cxn>
                    <a:cxn ang="0">
                      <a:pos x="2" y="0"/>
                    </a:cxn>
                    <a:cxn ang="0">
                      <a:pos x="0" y="2"/>
                    </a:cxn>
                    <a:cxn ang="0">
                      <a:pos x="0" y="2"/>
                    </a:cxn>
                    <a:cxn ang="0">
                      <a:pos x="0" y="2"/>
                    </a:cxn>
                    <a:cxn ang="0">
                      <a:pos x="0" y="2"/>
                    </a:cxn>
                    <a:cxn ang="0">
                      <a:pos x="0" y="27"/>
                    </a:cxn>
                    <a:cxn ang="0">
                      <a:pos x="0" y="27"/>
                    </a:cxn>
                    <a:cxn ang="0">
                      <a:pos x="0" y="29"/>
                    </a:cxn>
                    <a:cxn ang="0">
                      <a:pos x="0" y="29"/>
                    </a:cxn>
                    <a:cxn ang="0">
                      <a:pos x="2" y="29"/>
                    </a:cxn>
                    <a:cxn ang="0">
                      <a:pos x="2" y="29"/>
                    </a:cxn>
                    <a:cxn ang="0">
                      <a:pos x="2" y="29"/>
                    </a:cxn>
                    <a:cxn ang="0">
                      <a:pos x="2" y="29"/>
                    </a:cxn>
                    <a:cxn ang="0">
                      <a:pos x="2" y="27"/>
                    </a:cxn>
                    <a:cxn ang="0">
                      <a:pos x="4" y="27"/>
                    </a:cxn>
                    <a:cxn ang="0">
                      <a:pos x="4" y="2"/>
                    </a:cxn>
                  </a:cxnLst>
                  <a:rect l="0" t="0" r="r" b="b"/>
                  <a:pathLst>
                    <a:path w="4" h="29">
                      <a:moveTo>
                        <a:pt x="4" y="2"/>
                      </a:moveTo>
                      <a:lnTo>
                        <a:pt x="2" y="2"/>
                      </a:lnTo>
                      <a:lnTo>
                        <a:pt x="2" y="0"/>
                      </a:lnTo>
                      <a:lnTo>
                        <a:pt x="0" y="2"/>
                      </a:lnTo>
                      <a:lnTo>
                        <a:pt x="0" y="27"/>
                      </a:lnTo>
                      <a:lnTo>
                        <a:pt x="0" y="29"/>
                      </a:lnTo>
                      <a:lnTo>
                        <a:pt x="2" y="29"/>
                      </a:lnTo>
                      <a:lnTo>
                        <a:pt x="2" y="27"/>
                      </a:lnTo>
                      <a:lnTo>
                        <a:pt x="4" y="27"/>
                      </a:lnTo>
                      <a:lnTo>
                        <a:pt x="4" y="2"/>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a:p>
              </p:txBody>
            </p:sp>
            <p:sp>
              <p:nvSpPr>
                <p:cNvPr id="349096" name="任意多边形 9348"/>
                <p:cNvSpPr/>
                <p:nvPr/>
              </p:nvSpPr>
              <p:spPr bwMode="auto">
                <a:xfrm>
                  <a:off x="3688" y="1463"/>
                  <a:ext cx="4" cy="29"/>
                </a:xfrm>
                <a:custGeom>
                  <a:avLst/>
                  <a:gdLst/>
                  <a:ahLst/>
                  <a:cxnLst>
                    <a:cxn ang="0">
                      <a:pos x="4" y="2"/>
                    </a:cxn>
                    <a:cxn ang="0">
                      <a:pos x="2" y="2"/>
                    </a:cxn>
                    <a:cxn ang="0">
                      <a:pos x="2" y="2"/>
                    </a:cxn>
                    <a:cxn ang="0">
                      <a:pos x="2" y="2"/>
                    </a:cxn>
                    <a:cxn ang="0">
                      <a:pos x="2" y="0"/>
                    </a:cxn>
                    <a:cxn ang="0">
                      <a:pos x="2" y="0"/>
                    </a:cxn>
                    <a:cxn ang="0">
                      <a:pos x="0" y="2"/>
                    </a:cxn>
                    <a:cxn ang="0">
                      <a:pos x="0" y="2"/>
                    </a:cxn>
                    <a:cxn ang="0">
                      <a:pos x="0" y="2"/>
                    </a:cxn>
                    <a:cxn ang="0">
                      <a:pos x="0" y="2"/>
                    </a:cxn>
                    <a:cxn ang="0">
                      <a:pos x="0" y="27"/>
                    </a:cxn>
                    <a:cxn ang="0">
                      <a:pos x="0" y="27"/>
                    </a:cxn>
                    <a:cxn ang="0">
                      <a:pos x="0" y="29"/>
                    </a:cxn>
                    <a:cxn ang="0">
                      <a:pos x="0" y="29"/>
                    </a:cxn>
                    <a:cxn ang="0">
                      <a:pos x="2" y="29"/>
                    </a:cxn>
                    <a:cxn ang="0">
                      <a:pos x="2" y="29"/>
                    </a:cxn>
                    <a:cxn ang="0">
                      <a:pos x="2" y="29"/>
                    </a:cxn>
                    <a:cxn ang="0">
                      <a:pos x="2" y="29"/>
                    </a:cxn>
                    <a:cxn ang="0">
                      <a:pos x="2" y="27"/>
                    </a:cxn>
                    <a:cxn ang="0">
                      <a:pos x="4" y="27"/>
                    </a:cxn>
                    <a:cxn ang="0">
                      <a:pos x="4" y="2"/>
                    </a:cxn>
                  </a:cxnLst>
                  <a:rect l="0" t="0" r="r" b="b"/>
                  <a:pathLst>
                    <a:path w="4" h="29">
                      <a:moveTo>
                        <a:pt x="4" y="2"/>
                      </a:moveTo>
                      <a:lnTo>
                        <a:pt x="2" y="2"/>
                      </a:lnTo>
                      <a:lnTo>
                        <a:pt x="2" y="0"/>
                      </a:lnTo>
                      <a:lnTo>
                        <a:pt x="0" y="2"/>
                      </a:lnTo>
                      <a:lnTo>
                        <a:pt x="0" y="27"/>
                      </a:lnTo>
                      <a:lnTo>
                        <a:pt x="0" y="29"/>
                      </a:lnTo>
                      <a:lnTo>
                        <a:pt x="2" y="29"/>
                      </a:lnTo>
                      <a:lnTo>
                        <a:pt x="2" y="27"/>
                      </a:lnTo>
                      <a:lnTo>
                        <a:pt x="4" y="27"/>
                      </a:lnTo>
                      <a:lnTo>
                        <a:pt x="4" y="2"/>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095" name="任意多边形 9349"/>
                <p:cNvSpPr/>
                <p:nvPr/>
              </p:nvSpPr>
              <p:spPr bwMode="auto">
                <a:xfrm>
                  <a:off x="3547" y="1463"/>
                  <a:ext cx="2" cy="29"/>
                </a:xfrm>
                <a:custGeom>
                  <a:avLst/>
                  <a:gdLst/>
                  <a:ahLst/>
                  <a:cxnLst>
                    <a:cxn ang="0">
                      <a:pos x="2" y="2"/>
                    </a:cxn>
                    <a:cxn ang="0">
                      <a:pos x="2" y="2"/>
                    </a:cxn>
                    <a:cxn ang="0">
                      <a:pos x="2" y="2"/>
                    </a:cxn>
                    <a:cxn ang="0">
                      <a:pos x="2" y="2"/>
                    </a:cxn>
                    <a:cxn ang="0">
                      <a:pos x="2" y="0"/>
                    </a:cxn>
                    <a:cxn ang="0">
                      <a:pos x="0" y="0"/>
                    </a:cxn>
                    <a:cxn ang="0">
                      <a:pos x="0" y="2"/>
                    </a:cxn>
                    <a:cxn ang="0">
                      <a:pos x="0" y="2"/>
                    </a:cxn>
                    <a:cxn ang="0">
                      <a:pos x="0" y="2"/>
                    </a:cxn>
                    <a:cxn ang="0">
                      <a:pos x="0" y="2"/>
                    </a:cxn>
                    <a:cxn ang="0">
                      <a:pos x="0" y="27"/>
                    </a:cxn>
                    <a:cxn ang="0">
                      <a:pos x="0" y="27"/>
                    </a:cxn>
                    <a:cxn ang="0">
                      <a:pos x="0" y="29"/>
                    </a:cxn>
                    <a:cxn ang="0">
                      <a:pos x="0" y="29"/>
                    </a:cxn>
                    <a:cxn ang="0">
                      <a:pos x="0" y="29"/>
                    </a:cxn>
                    <a:cxn ang="0">
                      <a:pos x="2" y="29"/>
                    </a:cxn>
                    <a:cxn ang="0">
                      <a:pos x="2" y="29"/>
                    </a:cxn>
                    <a:cxn ang="0">
                      <a:pos x="2" y="29"/>
                    </a:cxn>
                    <a:cxn ang="0">
                      <a:pos x="2" y="27"/>
                    </a:cxn>
                    <a:cxn ang="0">
                      <a:pos x="2" y="27"/>
                    </a:cxn>
                    <a:cxn ang="0">
                      <a:pos x="2" y="2"/>
                    </a:cxn>
                  </a:cxnLst>
                  <a:rect l="0" t="0" r="r" b="b"/>
                  <a:pathLst>
                    <a:path w="2" h="29">
                      <a:moveTo>
                        <a:pt x="2" y="2"/>
                      </a:moveTo>
                      <a:lnTo>
                        <a:pt x="2" y="2"/>
                      </a:lnTo>
                      <a:lnTo>
                        <a:pt x="2" y="0"/>
                      </a:lnTo>
                      <a:lnTo>
                        <a:pt x="0" y="0"/>
                      </a:lnTo>
                      <a:lnTo>
                        <a:pt x="0" y="2"/>
                      </a:lnTo>
                      <a:lnTo>
                        <a:pt x="0" y="27"/>
                      </a:lnTo>
                      <a:lnTo>
                        <a:pt x="0" y="29"/>
                      </a:lnTo>
                      <a:lnTo>
                        <a:pt x="2" y="29"/>
                      </a:lnTo>
                      <a:lnTo>
                        <a:pt x="2" y="27"/>
                      </a:lnTo>
                      <a:lnTo>
                        <a:pt x="2" y="2"/>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a:p>
              </p:txBody>
            </p:sp>
            <p:sp>
              <p:nvSpPr>
                <p:cNvPr id="349094" name="任意多边形 9350"/>
                <p:cNvSpPr/>
                <p:nvPr/>
              </p:nvSpPr>
              <p:spPr bwMode="auto">
                <a:xfrm>
                  <a:off x="3547" y="1463"/>
                  <a:ext cx="2" cy="29"/>
                </a:xfrm>
                <a:custGeom>
                  <a:avLst/>
                  <a:gdLst/>
                  <a:ahLst/>
                  <a:cxnLst>
                    <a:cxn ang="0">
                      <a:pos x="2" y="2"/>
                    </a:cxn>
                    <a:cxn ang="0">
                      <a:pos x="2" y="2"/>
                    </a:cxn>
                    <a:cxn ang="0">
                      <a:pos x="2" y="2"/>
                    </a:cxn>
                    <a:cxn ang="0">
                      <a:pos x="2" y="2"/>
                    </a:cxn>
                    <a:cxn ang="0">
                      <a:pos x="2" y="0"/>
                    </a:cxn>
                    <a:cxn ang="0">
                      <a:pos x="0" y="0"/>
                    </a:cxn>
                    <a:cxn ang="0">
                      <a:pos x="0" y="2"/>
                    </a:cxn>
                    <a:cxn ang="0">
                      <a:pos x="0" y="2"/>
                    </a:cxn>
                    <a:cxn ang="0">
                      <a:pos x="0" y="2"/>
                    </a:cxn>
                    <a:cxn ang="0">
                      <a:pos x="0" y="2"/>
                    </a:cxn>
                    <a:cxn ang="0">
                      <a:pos x="0" y="27"/>
                    </a:cxn>
                    <a:cxn ang="0">
                      <a:pos x="0" y="27"/>
                    </a:cxn>
                    <a:cxn ang="0">
                      <a:pos x="0" y="29"/>
                    </a:cxn>
                    <a:cxn ang="0">
                      <a:pos x="0" y="29"/>
                    </a:cxn>
                    <a:cxn ang="0">
                      <a:pos x="0" y="29"/>
                    </a:cxn>
                    <a:cxn ang="0">
                      <a:pos x="2" y="29"/>
                    </a:cxn>
                    <a:cxn ang="0">
                      <a:pos x="2" y="29"/>
                    </a:cxn>
                    <a:cxn ang="0">
                      <a:pos x="2" y="29"/>
                    </a:cxn>
                    <a:cxn ang="0">
                      <a:pos x="2" y="27"/>
                    </a:cxn>
                    <a:cxn ang="0">
                      <a:pos x="2" y="27"/>
                    </a:cxn>
                    <a:cxn ang="0">
                      <a:pos x="2" y="2"/>
                    </a:cxn>
                  </a:cxnLst>
                  <a:rect l="0" t="0" r="r" b="b"/>
                  <a:pathLst>
                    <a:path w="2" h="29">
                      <a:moveTo>
                        <a:pt x="2" y="2"/>
                      </a:moveTo>
                      <a:lnTo>
                        <a:pt x="2" y="2"/>
                      </a:lnTo>
                      <a:lnTo>
                        <a:pt x="2" y="0"/>
                      </a:lnTo>
                      <a:lnTo>
                        <a:pt x="0" y="0"/>
                      </a:lnTo>
                      <a:lnTo>
                        <a:pt x="0" y="2"/>
                      </a:lnTo>
                      <a:lnTo>
                        <a:pt x="0" y="27"/>
                      </a:lnTo>
                      <a:lnTo>
                        <a:pt x="0" y="29"/>
                      </a:lnTo>
                      <a:lnTo>
                        <a:pt x="2" y="29"/>
                      </a:lnTo>
                      <a:lnTo>
                        <a:pt x="2" y="27"/>
                      </a:lnTo>
                      <a:lnTo>
                        <a:pt x="2" y="2"/>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093" name="直线 9351"/>
                <p:cNvSpPr>
                  <a:spLocks noChangeShapeType="1"/>
                </p:cNvSpPr>
                <p:nvPr/>
              </p:nvSpPr>
              <p:spPr bwMode="auto">
                <a:xfrm>
                  <a:off x="3734" y="2243"/>
                  <a:ext cx="1" cy="84"/>
                </a:xfrm>
                <a:prstGeom prst="line">
                  <a:avLst/>
                </a:prstGeom>
                <a:noFill/>
                <a:ln w="6">
                  <a:solidFill>
                    <a:srgbClr val="7F7F7F"/>
                  </a:solidFill>
                  <a:round/>
                </a:ln>
              </p:spPr>
              <p:txBody>
                <a:bodyPr vert="horz" wrap="square" lIns="91440" tIns="45720" rIns="91440" bIns="45720" numCol="1" anchor="t" anchorCtr="0" compatLnSpc="1"/>
                <a:lstStyle/>
                <a:p>
                  <a:endParaRPr lang="zh-CN" altLang="en-US"/>
                </a:p>
              </p:txBody>
            </p:sp>
            <p:sp>
              <p:nvSpPr>
                <p:cNvPr id="349092" name="矩形 9352"/>
                <p:cNvSpPr>
                  <a:spLocks noChangeArrowheads="1"/>
                </p:cNvSpPr>
                <p:nvPr/>
              </p:nvSpPr>
              <p:spPr bwMode="auto">
                <a:xfrm>
                  <a:off x="3561" y="1869"/>
                  <a:ext cx="127" cy="18"/>
                </a:xfrm>
                <a:prstGeom prst="rect">
                  <a:avLst/>
                </a:prstGeom>
                <a:solidFill>
                  <a:srgbClr val="003F7F"/>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91" name="矩形 9353"/>
                <p:cNvSpPr>
                  <a:spLocks noChangeArrowheads="1"/>
                </p:cNvSpPr>
                <p:nvPr/>
              </p:nvSpPr>
              <p:spPr bwMode="auto">
                <a:xfrm>
                  <a:off x="3561" y="1869"/>
                  <a:ext cx="127" cy="18"/>
                </a:xfrm>
                <a:prstGeom prst="rect">
                  <a:avLst/>
                </a:prstGeom>
                <a:noFill/>
                <a:ln w="2">
                  <a:solidFill>
                    <a:srgbClr val="003F7F"/>
                  </a:solidFill>
                  <a:miter lim="800000"/>
                </a:ln>
              </p:spPr>
              <p:txBody>
                <a:bodyPr vert="horz" wrap="square" lIns="91440" tIns="45720" rIns="91440" bIns="45720" numCol="1" anchor="t" anchorCtr="0" compatLnSpc="1"/>
                <a:lstStyle/>
                <a:p>
                  <a:endParaRPr lang="zh-CN" altLang="en-US"/>
                </a:p>
              </p:txBody>
            </p:sp>
          </p:grpSp>
          <p:sp>
            <p:nvSpPr>
              <p:cNvPr id="349089" name="矩形 9354"/>
              <p:cNvSpPr>
                <a:spLocks noChangeArrowheads="1"/>
              </p:cNvSpPr>
              <p:nvPr/>
            </p:nvSpPr>
            <p:spPr bwMode="auto">
              <a:xfrm>
                <a:off x="5028" y="1220"/>
                <a:ext cx="239" cy="1556"/>
              </a:xfrm>
              <a:prstGeom prst="rect">
                <a:avLst/>
              </a:prstGeom>
              <a:noFill/>
              <a:ln w="9525">
                <a:noFill/>
                <a:miter lim="800000"/>
              </a:ln>
            </p:spPr>
            <p:txBody>
              <a:bodyPr vert="horz" wrap="square" lIns="0" tIns="0" rIns="0" bIns="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数据库服务器</a:t>
                </a:r>
                <a:endParaRPr kumimoji="0" 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nvGrpSpPr>
              <p:cNvPr id="349084" name="组合 9355"/>
              <p:cNvGrpSpPr/>
              <p:nvPr/>
            </p:nvGrpSpPr>
            <p:grpSpPr bwMode="auto">
              <a:xfrm>
                <a:off x="4096" y="1603"/>
                <a:ext cx="745" cy="651"/>
                <a:chOff x="4138" y="1699"/>
                <a:chExt cx="745" cy="651"/>
              </a:xfrm>
            </p:grpSpPr>
            <p:sp>
              <p:nvSpPr>
                <p:cNvPr id="349088" name="任意多边形 9356"/>
                <p:cNvSpPr/>
                <p:nvPr/>
              </p:nvSpPr>
              <p:spPr bwMode="auto">
                <a:xfrm>
                  <a:off x="4138" y="1699"/>
                  <a:ext cx="745" cy="651"/>
                </a:xfrm>
                <a:custGeom>
                  <a:avLst/>
                  <a:gdLst/>
                  <a:ahLst/>
                  <a:cxnLst>
                    <a:cxn ang="0">
                      <a:pos x="0" y="575"/>
                    </a:cxn>
                    <a:cxn ang="0">
                      <a:pos x="2" y="583"/>
                    </a:cxn>
                    <a:cxn ang="0">
                      <a:pos x="8" y="591"/>
                    </a:cxn>
                    <a:cxn ang="0">
                      <a:pos x="18" y="599"/>
                    </a:cxn>
                    <a:cxn ang="0">
                      <a:pos x="30" y="604"/>
                    </a:cxn>
                    <a:cxn ang="0">
                      <a:pos x="46" y="612"/>
                    </a:cxn>
                    <a:cxn ang="0">
                      <a:pos x="64" y="618"/>
                    </a:cxn>
                    <a:cxn ang="0">
                      <a:pos x="86" y="624"/>
                    </a:cxn>
                    <a:cxn ang="0">
                      <a:pos x="110" y="630"/>
                    </a:cxn>
                    <a:cxn ang="0">
                      <a:pos x="136" y="633"/>
                    </a:cxn>
                    <a:cxn ang="0">
                      <a:pos x="165" y="637"/>
                    </a:cxn>
                    <a:cxn ang="0">
                      <a:pos x="195" y="641"/>
                    </a:cxn>
                    <a:cxn ang="0">
                      <a:pos x="261" y="647"/>
                    </a:cxn>
                    <a:cxn ang="0">
                      <a:pos x="335" y="651"/>
                    </a:cxn>
                    <a:cxn ang="0">
                      <a:pos x="411" y="651"/>
                    </a:cxn>
                    <a:cxn ang="0">
                      <a:pos x="483" y="647"/>
                    </a:cxn>
                    <a:cxn ang="0">
                      <a:pos x="549" y="641"/>
                    </a:cxn>
                    <a:cxn ang="0">
                      <a:pos x="581" y="637"/>
                    </a:cxn>
                    <a:cxn ang="0">
                      <a:pos x="609" y="633"/>
                    </a:cxn>
                    <a:cxn ang="0">
                      <a:pos x="635" y="630"/>
                    </a:cxn>
                    <a:cxn ang="0">
                      <a:pos x="659" y="624"/>
                    </a:cxn>
                    <a:cxn ang="0">
                      <a:pos x="681" y="618"/>
                    </a:cxn>
                    <a:cxn ang="0">
                      <a:pos x="699" y="612"/>
                    </a:cxn>
                    <a:cxn ang="0">
                      <a:pos x="715" y="604"/>
                    </a:cxn>
                    <a:cxn ang="0">
                      <a:pos x="727" y="599"/>
                    </a:cxn>
                    <a:cxn ang="0">
                      <a:pos x="737" y="591"/>
                    </a:cxn>
                    <a:cxn ang="0">
                      <a:pos x="743" y="583"/>
                    </a:cxn>
                    <a:cxn ang="0">
                      <a:pos x="745" y="575"/>
                    </a:cxn>
                    <a:cxn ang="0">
                      <a:pos x="745" y="575"/>
                    </a:cxn>
                    <a:cxn ang="0">
                      <a:pos x="745" y="70"/>
                    </a:cxn>
                    <a:cxn ang="0">
                      <a:pos x="741" y="62"/>
                    </a:cxn>
                    <a:cxn ang="0">
                      <a:pos x="733" y="56"/>
                    </a:cxn>
                    <a:cxn ang="0">
                      <a:pos x="721" y="48"/>
                    </a:cxn>
                    <a:cxn ang="0">
                      <a:pos x="707" y="43"/>
                    </a:cxn>
                    <a:cxn ang="0">
                      <a:pos x="691" y="35"/>
                    </a:cxn>
                    <a:cxn ang="0">
                      <a:pos x="671" y="29"/>
                    </a:cxn>
                    <a:cxn ang="0">
                      <a:pos x="647" y="23"/>
                    </a:cxn>
                    <a:cxn ang="0">
                      <a:pos x="623" y="19"/>
                    </a:cxn>
                    <a:cxn ang="0">
                      <a:pos x="595" y="14"/>
                    </a:cxn>
                    <a:cxn ang="0">
                      <a:pos x="565" y="10"/>
                    </a:cxn>
                    <a:cxn ang="0">
                      <a:pos x="517" y="6"/>
                    </a:cxn>
                    <a:cxn ang="0">
                      <a:pos x="447" y="2"/>
                    </a:cxn>
                    <a:cxn ang="0">
                      <a:pos x="373" y="0"/>
                    </a:cxn>
                    <a:cxn ang="0">
                      <a:pos x="297" y="2"/>
                    </a:cxn>
                    <a:cxn ang="0">
                      <a:pos x="227" y="6"/>
                    </a:cxn>
                    <a:cxn ang="0">
                      <a:pos x="179" y="10"/>
                    </a:cxn>
                    <a:cxn ang="0">
                      <a:pos x="149" y="14"/>
                    </a:cxn>
                    <a:cxn ang="0">
                      <a:pos x="122" y="19"/>
                    </a:cxn>
                    <a:cxn ang="0">
                      <a:pos x="98" y="23"/>
                    </a:cxn>
                    <a:cxn ang="0">
                      <a:pos x="74" y="29"/>
                    </a:cxn>
                    <a:cxn ang="0">
                      <a:pos x="54" y="35"/>
                    </a:cxn>
                    <a:cxn ang="0">
                      <a:pos x="38" y="43"/>
                    </a:cxn>
                    <a:cxn ang="0">
                      <a:pos x="24" y="48"/>
                    </a:cxn>
                    <a:cxn ang="0">
                      <a:pos x="12" y="56"/>
                    </a:cxn>
                    <a:cxn ang="0">
                      <a:pos x="6" y="62"/>
                    </a:cxn>
                    <a:cxn ang="0">
                      <a:pos x="2" y="70"/>
                    </a:cxn>
                    <a:cxn ang="0">
                      <a:pos x="0" y="74"/>
                    </a:cxn>
                  </a:cxnLst>
                  <a:rect l="0" t="0" r="r" b="b"/>
                  <a:pathLst>
                    <a:path w="745" h="651">
                      <a:moveTo>
                        <a:pt x="0" y="74"/>
                      </a:moveTo>
                      <a:lnTo>
                        <a:pt x="0" y="575"/>
                      </a:lnTo>
                      <a:lnTo>
                        <a:pt x="2" y="579"/>
                      </a:lnTo>
                      <a:lnTo>
                        <a:pt x="2" y="583"/>
                      </a:lnTo>
                      <a:lnTo>
                        <a:pt x="6" y="587"/>
                      </a:lnTo>
                      <a:lnTo>
                        <a:pt x="8" y="591"/>
                      </a:lnTo>
                      <a:lnTo>
                        <a:pt x="12" y="595"/>
                      </a:lnTo>
                      <a:lnTo>
                        <a:pt x="18" y="599"/>
                      </a:lnTo>
                      <a:lnTo>
                        <a:pt x="24" y="602"/>
                      </a:lnTo>
                      <a:lnTo>
                        <a:pt x="30" y="604"/>
                      </a:lnTo>
                      <a:lnTo>
                        <a:pt x="38" y="608"/>
                      </a:lnTo>
                      <a:lnTo>
                        <a:pt x="46" y="612"/>
                      </a:lnTo>
                      <a:lnTo>
                        <a:pt x="54" y="614"/>
                      </a:lnTo>
                      <a:lnTo>
                        <a:pt x="64" y="618"/>
                      </a:lnTo>
                      <a:lnTo>
                        <a:pt x="74" y="620"/>
                      </a:lnTo>
                      <a:lnTo>
                        <a:pt x="86" y="624"/>
                      </a:lnTo>
                      <a:lnTo>
                        <a:pt x="98" y="626"/>
                      </a:lnTo>
                      <a:lnTo>
                        <a:pt x="110" y="630"/>
                      </a:lnTo>
                      <a:lnTo>
                        <a:pt x="122" y="631"/>
                      </a:lnTo>
                      <a:lnTo>
                        <a:pt x="136" y="633"/>
                      </a:lnTo>
                      <a:lnTo>
                        <a:pt x="149" y="635"/>
                      </a:lnTo>
                      <a:lnTo>
                        <a:pt x="165" y="637"/>
                      </a:lnTo>
                      <a:lnTo>
                        <a:pt x="179" y="639"/>
                      </a:lnTo>
                      <a:lnTo>
                        <a:pt x="195" y="641"/>
                      </a:lnTo>
                      <a:lnTo>
                        <a:pt x="227" y="645"/>
                      </a:lnTo>
                      <a:lnTo>
                        <a:pt x="261" y="647"/>
                      </a:lnTo>
                      <a:lnTo>
                        <a:pt x="297" y="649"/>
                      </a:lnTo>
                      <a:lnTo>
                        <a:pt x="335" y="651"/>
                      </a:lnTo>
                      <a:lnTo>
                        <a:pt x="373" y="651"/>
                      </a:lnTo>
                      <a:lnTo>
                        <a:pt x="411" y="651"/>
                      </a:lnTo>
                      <a:lnTo>
                        <a:pt x="447" y="649"/>
                      </a:lnTo>
                      <a:lnTo>
                        <a:pt x="483" y="647"/>
                      </a:lnTo>
                      <a:lnTo>
                        <a:pt x="517" y="645"/>
                      </a:lnTo>
                      <a:lnTo>
                        <a:pt x="549" y="641"/>
                      </a:lnTo>
                      <a:lnTo>
                        <a:pt x="565" y="639"/>
                      </a:lnTo>
                      <a:lnTo>
                        <a:pt x="581" y="637"/>
                      </a:lnTo>
                      <a:lnTo>
                        <a:pt x="595" y="635"/>
                      </a:lnTo>
                      <a:lnTo>
                        <a:pt x="609" y="633"/>
                      </a:lnTo>
                      <a:lnTo>
                        <a:pt x="623" y="631"/>
                      </a:lnTo>
                      <a:lnTo>
                        <a:pt x="635" y="630"/>
                      </a:lnTo>
                      <a:lnTo>
                        <a:pt x="647" y="626"/>
                      </a:lnTo>
                      <a:lnTo>
                        <a:pt x="659" y="624"/>
                      </a:lnTo>
                      <a:lnTo>
                        <a:pt x="671" y="620"/>
                      </a:lnTo>
                      <a:lnTo>
                        <a:pt x="681" y="618"/>
                      </a:lnTo>
                      <a:lnTo>
                        <a:pt x="691" y="614"/>
                      </a:lnTo>
                      <a:lnTo>
                        <a:pt x="699" y="612"/>
                      </a:lnTo>
                      <a:lnTo>
                        <a:pt x="707" y="608"/>
                      </a:lnTo>
                      <a:lnTo>
                        <a:pt x="715" y="604"/>
                      </a:lnTo>
                      <a:lnTo>
                        <a:pt x="721" y="602"/>
                      </a:lnTo>
                      <a:lnTo>
                        <a:pt x="727" y="599"/>
                      </a:lnTo>
                      <a:lnTo>
                        <a:pt x="733" y="595"/>
                      </a:lnTo>
                      <a:lnTo>
                        <a:pt x="737" y="591"/>
                      </a:lnTo>
                      <a:lnTo>
                        <a:pt x="741" y="587"/>
                      </a:lnTo>
                      <a:lnTo>
                        <a:pt x="743" y="583"/>
                      </a:lnTo>
                      <a:lnTo>
                        <a:pt x="745" y="579"/>
                      </a:lnTo>
                      <a:lnTo>
                        <a:pt x="745" y="575"/>
                      </a:lnTo>
                      <a:lnTo>
                        <a:pt x="745" y="74"/>
                      </a:lnTo>
                      <a:lnTo>
                        <a:pt x="745" y="70"/>
                      </a:lnTo>
                      <a:lnTo>
                        <a:pt x="743" y="66"/>
                      </a:lnTo>
                      <a:lnTo>
                        <a:pt x="741" y="62"/>
                      </a:lnTo>
                      <a:lnTo>
                        <a:pt x="737" y="58"/>
                      </a:lnTo>
                      <a:lnTo>
                        <a:pt x="733" y="56"/>
                      </a:lnTo>
                      <a:lnTo>
                        <a:pt x="727" y="52"/>
                      </a:lnTo>
                      <a:lnTo>
                        <a:pt x="721" y="48"/>
                      </a:lnTo>
                      <a:lnTo>
                        <a:pt x="715" y="44"/>
                      </a:lnTo>
                      <a:lnTo>
                        <a:pt x="707" y="43"/>
                      </a:lnTo>
                      <a:lnTo>
                        <a:pt x="699" y="39"/>
                      </a:lnTo>
                      <a:lnTo>
                        <a:pt x="691" y="35"/>
                      </a:lnTo>
                      <a:lnTo>
                        <a:pt x="681" y="33"/>
                      </a:lnTo>
                      <a:lnTo>
                        <a:pt x="671" y="29"/>
                      </a:lnTo>
                      <a:lnTo>
                        <a:pt x="659" y="27"/>
                      </a:lnTo>
                      <a:lnTo>
                        <a:pt x="647" y="23"/>
                      </a:lnTo>
                      <a:lnTo>
                        <a:pt x="635" y="21"/>
                      </a:lnTo>
                      <a:lnTo>
                        <a:pt x="623" y="19"/>
                      </a:lnTo>
                      <a:lnTo>
                        <a:pt x="609" y="17"/>
                      </a:lnTo>
                      <a:lnTo>
                        <a:pt x="595" y="14"/>
                      </a:lnTo>
                      <a:lnTo>
                        <a:pt x="581" y="12"/>
                      </a:lnTo>
                      <a:lnTo>
                        <a:pt x="565" y="10"/>
                      </a:lnTo>
                      <a:lnTo>
                        <a:pt x="549" y="8"/>
                      </a:lnTo>
                      <a:lnTo>
                        <a:pt x="517" y="6"/>
                      </a:lnTo>
                      <a:lnTo>
                        <a:pt x="483" y="2"/>
                      </a:lnTo>
                      <a:lnTo>
                        <a:pt x="447" y="2"/>
                      </a:lnTo>
                      <a:lnTo>
                        <a:pt x="411" y="0"/>
                      </a:lnTo>
                      <a:lnTo>
                        <a:pt x="373" y="0"/>
                      </a:lnTo>
                      <a:lnTo>
                        <a:pt x="335" y="0"/>
                      </a:lnTo>
                      <a:lnTo>
                        <a:pt x="297" y="2"/>
                      </a:lnTo>
                      <a:lnTo>
                        <a:pt x="261" y="4"/>
                      </a:lnTo>
                      <a:lnTo>
                        <a:pt x="227" y="6"/>
                      </a:lnTo>
                      <a:lnTo>
                        <a:pt x="195" y="8"/>
                      </a:lnTo>
                      <a:lnTo>
                        <a:pt x="179" y="10"/>
                      </a:lnTo>
                      <a:lnTo>
                        <a:pt x="165" y="12"/>
                      </a:lnTo>
                      <a:lnTo>
                        <a:pt x="149" y="14"/>
                      </a:lnTo>
                      <a:lnTo>
                        <a:pt x="136" y="17"/>
                      </a:lnTo>
                      <a:lnTo>
                        <a:pt x="122" y="19"/>
                      </a:lnTo>
                      <a:lnTo>
                        <a:pt x="110" y="21"/>
                      </a:lnTo>
                      <a:lnTo>
                        <a:pt x="98" y="23"/>
                      </a:lnTo>
                      <a:lnTo>
                        <a:pt x="86" y="27"/>
                      </a:lnTo>
                      <a:lnTo>
                        <a:pt x="74" y="29"/>
                      </a:lnTo>
                      <a:lnTo>
                        <a:pt x="64" y="33"/>
                      </a:lnTo>
                      <a:lnTo>
                        <a:pt x="54" y="35"/>
                      </a:lnTo>
                      <a:lnTo>
                        <a:pt x="46" y="39"/>
                      </a:lnTo>
                      <a:lnTo>
                        <a:pt x="38" y="43"/>
                      </a:lnTo>
                      <a:lnTo>
                        <a:pt x="30" y="44"/>
                      </a:lnTo>
                      <a:lnTo>
                        <a:pt x="24" y="48"/>
                      </a:lnTo>
                      <a:lnTo>
                        <a:pt x="18" y="52"/>
                      </a:lnTo>
                      <a:lnTo>
                        <a:pt x="12" y="56"/>
                      </a:lnTo>
                      <a:lnTo>
                        <a:pt x="8" y="58"/>
                      </a:lnTo>
                      <a:lnTo>
                        <a:pt x="6" y="62"/>
                      </a:lnTo>
                      <a:lnTo>
                        <a:pt x="2" y="66"/>
                      </a:lnTo>
                      <a:lnTo>
                        <a:pt x="2" y="70"/>
                      </a:lnTo>
                      <a:lnTo>
                        <a:pt x="0" y="74"/>
                      </a:ln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349087" name="任意多边形 9357"/>
                <p:cNvSpPr/>
                <p:nvPr/>
              </p:nvSpPr>
              <p:spPr bwMode="auto">
                <a:xfrm>
                  <a:off x="4138" y="1699"/>
                  <a:ext cx="745" cy="651"/>
                </a:xfrm>
                <a:custGeom>
                  <a:avLst/>
                  <a:gdLst/>
                  <a:ahLst/>
                  <a:cxnLst>
                    <a:cxn ang="0">
                      <a:pos x="0" y="575"/>
                    </a:cxn>
                    <a:cxn ang="0">
                      <a:pos x="2" y="583"/>
                    </a:cxn>
                    <a:cxn ang="0">
                      <a:pos x="8" y="591"/>
                    </a:cxn>
                    <a:cxn ang="0">
                      <a:pos x="18" y="599"/>
                    </a:cxn>
                    <a:cxn ang="0">
                      <a:pos x="30" y="604"/>
                    </a:cxn>
                    <a:cxn ang="0">
                      <a:pos x="46" y="612"/>
                    </a:cxn>
                    <a:cxn ang="0">
                      <a:pos x="64" y="618"/>
                    </a:cxn>
                    <a:cxn ang="0">
                      <a:pos x="86" y="624"/>
                    </a:cxn>
                    <a:cxn ang="0">
                      <a:pos x="110" y="630"/>
                    </a:cxn>
                    <a:cxn ang="0">
                      <a:pos x="136" y="633"/>
                    </a:cxn>
                    <a:cxn ang="0">
                      <a:pos x="165" y="637"/>
                    </a:cxn>
                    <a:cxn ang="0">
                      <a:pos x="195" y="641"/>
                    </a:cxn>
                    <a:cxn ang="0">
                      <a:pos x="261" y="647"/>
                    </a:cxn>
                    <a:cxn ang="0">
                      <a:pos x="335" y="651"/>
                    </a:cxn>
                    <a:cxn ang="0">
                      <a:pos x="411" y="651"/>
                    </a:cxn>
                    <a:cxn ang="0">
                      <a:pos x="483" y="647"/>
                    </a:cxn>
                    <a:cxn ang="0">
                      <a:pos x="549" y="641"/>
                    </a:cxn>
                    <a:cxn ang="0">
                      <a:pos x="581" y="637"/>
                    </a:cxn>
                    <a:cxn ang="0">
                      <a:pos x="609" y="633"/>
                    </a:cxn>
                    <a:cxn ang="0">
                      <a:pos x="635" y="630"/>
                    </a:cxn>
                    <a:cxn ang="0">
                      <a:pos x="659" y="624"/>
                    </a:cxn>
                    <a:cxn ang="0">
                      <a:pos x="681" y="618"/>
                    </a:cxn>
                    <a:cxn ang="0">
                      <a:pos x="699" y="612"/>
                    </a:cxn>
                    <a:cxn ang="0">
                      <a:pos x="715" y="604"/>
                    </a:cxn>
                    <a:cxn ang="0">
                      <a:pos x="727" y="599"/>
                    </a:cxn>
                    <a:cxn ang="0">
                      <a:pos x="737" y="591"/>
                    </a:cxn>
                    <a:cxn ang="0">
                      <a:pos x="743" y="583"/>
                    </a:cxn>
                    <a:cxn ang="0">
                      <a:pos x="745" y="575"/>
                    </a:cxn>
                    <a:cxn ang="0">
                      <a:pos x="745" y="575"/>
                    </a:cxn>
                    <a:cxn ang="0">
                      <a:pos x="745" y="70"/>
                    </a:cxn>
                    <a:cxn ang="0">
                      <a:pos x="741" y="62"/>
                    </a:cxn>
                    <a:cxn ang="0">
                      <a:pos x="733" y="56"/>
                    </a:cxn>
                    <a:cxn ang="0">
                      <a:pos x="721" y="48"/>
                    </a:cxn>
                    <a:cxn ang="0">
                      <a:pos x="707" y="43"/>
                    </a:cxn>
                    <a:cxn ang="0">
                      <a:pos x="691" y="35"/>
                    </a:cxn>
                    <a:cxn ang="0">
                      <a:pos x="671" y="29"/>
                    </a:cxn>
                    <a:cxn ang="0">
                      <a:pos x="647" y="23"/>
                    </a:cxn>
                    <a:cxn ang="0">
                      <a:pos x="623" y="19"/>
                    </a:cxn>
                    <a:cxn ang="0">
                      <a:pos x="595" y="14"/>
                    </a:cxn>
                    <a:cxn ang="0">
                      <a:pos x="565" y="10"/>
                    </a:cxn>
                    <a:cxn ang="0">
                      <a:pos x="517" y="6"/>
                    </a:cxn>
                    <a:cxn ang="0">
                      <a:pos x="447" y="2"/>
                    </a:cxn>
                    <a:cxn ang="0">
                      <a:pos x="373" y="0"/>
                    </a:cxn>
                    <a:cxn ang="0">
                      <a:pos x="297" y="2"/>
                    </a:cxn>
                    <a:cxn ang="0">
                      <a:pos x="227" y="6"/>
                    </a:cxn>
                    <a:cxn ang="0">
                      <a:pos x="179" y="10"/>
                    </a:cxn>
                    <a:cxn ang="0">
                      <a:pos x="149" y="14"/>
                    </a:cxn>
                    <a:cxn ang="0">
                      <a:pos x="122" y="19"/>
                    </a:cxn>
                    <a:cxn ang="0">
                      <a:pos x="98" y="23"/>
                    </a:cxn>
                    <a:cxn ang="0">
                      <a:pos x="74" y="29"/>
                    </a:cxn>
                    <a:cxn ang="0">
                      <a:pos x="54" y="35"/>
                    </a:cxn>
                    <a:cxn ang="0">
                      <a:pos x="38" y="43"/>
                    </a:cxn>
                    <a:cxn ang="0">
                      <a:pos x="24" y="48"/>
                    </a:cxn>
                    <a:cxn ang="0">
                      <a:pos x="12" y="56"/>
                    </a:cxn>
                    <a:cxn ang="0">
                      <a:pos x="6" y="62"/>
                    </a:cxn>
                    <a:cxn ang="0">
                      <a:pos x="2" y="70"/>
                    </a:cxn>
                  </a:cxnLst>
                  <a:rect l="0" t="0" r="r" b="b"/>
                  <a:pathLst>
                    <a:path w="745" h="651">
                      <a:moveTo>
                        <a:pt x="0" y="74"/>
                      </a:moveTo>
                      <a:lnTo>
                        <a:pt x="0" y="575"/>
                      </a:lnTo>
                      <a:lnTo>
                        <a:pt x="2" y="579"/>
                      </a:lnTo>
                      <a:lnTo>
                        <a:pt x="2" y="583"/>
                      </a:lnTo>
                      <a:lnTo>
                        <a:pt x="6" y="587"/>
                      </a:lnTo>
                      <a:lnTo>
                        <a:pt x="8" y="591"/>
                      </a:lnTo>
                      <a:lnTo>
                        <a:pt x="12" y="595"/>
                      </a:lnTo>
                      <a:lnTo>
                        <a:pt x="18" y="599"/>
                      </a:lnTo>
                      <a:lnTo>
                        <a:pt x="24" y="602"/>
                      </a:lnTo>
                      <a:lnTo>
                        <a:pt x="30" y="604"/>
                      </a:lnTo>
                      <a:lnTo>
                        <a:pt x="38" y="608"/>
                      </a:lnTo>
                      <a:lnTo>
                        <a:pt x="46" y="612"/>
                      </a:lnTo>
                      <a:lnTo>
                        <a:pt x="54" y="614"/>
                      </a:lnTo>
                      <a:lnTo>
                        <a:pt x="64" y="618"/>
                      </a:lnTo>
                      <a:lnTo>
                        <a:pt x="74" y="620"/>
                      </a:lnTo>
                      <a:lnTo>
                        <a:pt x="86" y="624"/>
                      </a:lnTo>
                      <a:lnTo>
                        <a:pt x="98" y="626"/>
                      </a:lnTo>
                      <a:lnTo>
                        <a:pt x="110" y="630"/>
                      </a:lnTo>
                      <a:lnTo>
                        <a:pt x="122" y="631"/>
                      </a:lnTo>
                      <a:lnTo>
                        <a:pt x="136" y="633"/>
                      </a:lnTo>
                      <a:lnTo>
                        <a:pt x="149" y="635"/>
                      </a:lnTo>
                      <a:lnTo>
                        <a:pt x="165" y="637"/>
                      </a:lnTo>
                      <a:lnTo>
                        <a:pt x="179" y="639"/>
                      </a:lnTo>
                      <a:lnTo>
                        <a:pt x="195" y="641"/>
                      </a:lnTo>
                      <a:lnTo>
                        <a:pt x="227" y="645"/>
                      </a:lnTo>
                      <a:lnTo>
                        <a:pt x="261" y="647"/>
                      </a:lnTo>
                      <a:lnTo>
                        <a:pt x="297" y="649"/>
                      </a:lnTo>
                      <a:lnTo>
                        <a:pt x="335" y="651"/>
                      </a:lnTo>
                      <a:lnTo>
                        <a:pt x="373" y="651"/>
                      </a:lnTo>
                      <a:lnTo>
                        <a:pt x="411" y="651"/>
                      </a:lnTo>
                      <a:lnTo>
                        <a:pt x="447" y="649"/>
                      </a:lnTo>
                      <a:lnTo>
                        <a:pt x="483" y="647"/>
                      </a:lnTo>
                      <a:lnTo>
                        <a:pt x="517" y="645"/>
                      </a:lnTo>
                      <a:lnTo>
                        <a:pt x="549" y="641"/>
                      </a:lnTo>
                      <a:lnTo>
                        <a:pt x="565" y="639"/>
                      </a:lnTo>
                      <a:lnTo>
                        <a:pt x="581" y="637"/>
                      </a:lnTo>
                      <a:lnTo>
                        <a:pt x="595" y="635"/>
                      </a:lnTo>
                      <a:lnTo>
                        <a:pt x="609" y="633"/>
                      </a:lnTo>
                      <a:lnTo>
                        <a:pt x="623" y="631"/>
                      </a:lnTo>
                      <a:lnTo>
                        <a:pt x="635" y="630"/>
                      </a:lnTo>
                      <a:lnTo>
                        <a:pt x="647" y="626"/>
                      </a:lnTo>
                      <a:lnTo>
                        <a:pt x="659" y="624"/>
                      </a:lnTo>
                      <a:lnTo>
                        <a:pt x="671" y="620"/>
                      </a:lnTo>
                      <a:lnTo>
                        <a:pt x="681" y="618"/>
                      </a:lnTo>
                      <a:lnTo>
                        <a:pt x="691" y="614"/>
                      </a:lnTo>
                      <a:lnTo>
                        <a:pt x="699" y="612"/>
                      </a:lnTo>
                      <a:lnTo>
                        <a:pt x="707" y="608"/>
                      </a:lnTo>
                      <a:lnTo>
                        <a:pt x="715" y="604"/>
                      </a:lnTo>
                      <a:lnTo>
                        <a:pt x="721" y="602"/>
                      </a:lnTo>
                      <a:lnTo>
                        <a:pt x="727" y="599"/>
                      </a:lnTo>
                      <a:lnTo>
                        <a:pt x="733" y="595"/>
                      </a:lnTo>
                      <a:lnTo>
                        <a:pt x="737" y="591"/>
                      </a:lnTo>
                      <a:lnTo>
                        <a:pt x="741" y="587"/>
                      </a:lnTo>
                      <a:lnTo>
                        <a:pt x="743" y="583"/>
                      </a:lnTo>
                      <a:lnTo>
                        <a:pt x="745" y="579"/>
                      </a:lnTo>
                      <a:lnTo>
                        <a:pt x="745" y="575"/>
                      </a:lnTo>
                      <a:lnTo>
                        <a:pt x="745" y="74"/>
                      </a:lnTo>
                      <a:lnTo>
                        <a:pt x="745" y="70"/>
                      </a:lnTo>
                      <a:lnTo>
                        <a:pt x="743" y="66"/>
                      </a:lnTo>
                      <a:lnTo>
                        <a:pt x="741" y="62"/>
                      </a:lnTo>
                      <a:lnTo>
                        <a:pt x="737" y="58"/>
                      </a:lnTo>
                      <a:lnTo>
                        <a:pt x="733" y="56"/>
                      </a:lnTo>
                      <a:lnTo>
                        <a:pt x="727" y="52"/>
                      </a:lnTo>
                      <a:lnTo>
                        <a:pt x="721" y="48"/>
                      </a:lnTo>
                      <a:lnTo>
                        <a:pt x="715" y="44"/>
                      </a:lnTo>
                      <a:lnTo>
                        <a:pt x="707" y="43"/>
                      </a:lnTo>
                      <a:lnTo>
                        <a:pt x="699" y="39"/>
                      </a:lnTo>
                      <a:lnTo>
                        <a:pt x="691" y="35"/>
                      </a:lnTo>
                      <a:lnTo>
                        <a:pt x="681" y="33"/>
                      </a:lnTo>
                      <a:lnTo>
                        <a:pt x="671" y="29"/>
                      </a:lnTo>
                      <a:lnTo>
                        <a:pt x="659" y="27"/>
                      </a:lnTo>
                      <a:lnTo>
                        <a:pt x="647" y="23"/>
                      </a:lnTo>
                      <a:lnTo>
                        <a:pt x="635" y="21"/>
                      </a:lnTo>
                      <a:lnTo>
                        <a:pt x="623" y="19"/>
                      </a:lnTo>
                      <a:lnTo>
                        <a:pt x="609" y="17"/>
                      </a:lnTo>
                      <a:lnTo>
                        <a:pt x="595" y="14"/>
                      </a:lnTo>
                      <a:lnTo>
                        <a:pt x="581" y="12"/>
                      </a:lnTo>
                      <a:lnTo>
                        <a:pt x="565" y="10"/>
                      </a:lnTo>
                      <a:lnTo>
                        <a:pt x="549" y="8"/>
                      </a:lnTo>
                      <a:lnTo>
                        <a:pt x="517" y="6"/>
                      </a:lnTo>
                      <a:lnTo>
                        <a:pt x="483" y="2"/>
                      </a:lnTo>
                      <a:lnTo>
                        <a:pt x="447" y="2"/>
                      </a:lnTo>
                      <a:lnTo>
                        <a:pt x="411" y="0"/>
                      </a:lnTo>
                      <a:lnTo>
                        <a:pt x="373" y="0"/>
                      </a:lnTo>
                      <a:lnTo>
                        <a:pt x="335" y="0"/>
                      </a:lnTo>
                      <a:lnTo>
                        <a:pt x="297" y="2"/>
                      </a:lnTo>
                      <a:lnTo>
                        <a:pt x="261" y="4"/>
                      </a:lnTo>
                      <a:lnTo>
                        <a:pt x="227" y="6"/>
                      </a:lnTo>
                      <a:lnTo>
                        <a:pt x="195" y="8"/>
                      </a:lnTo>
                      <a:lnTo>
                        <a:pt x="179" y="10"/>
                      </a:lnTo>
                      <a:lnTo>
                        <a:pt x="165" y="12"/>
                      </a:lnTo>
                      <a:lnTo>
                        <a:pt x="149" y="14"/>
                      </a:lnTo>
                      <a:lnTo>
                        <a:pt x="136" y="17"/>
                      </a:lnTo>
                      <a:lnTo>
                        <a:pt x="122" y="19"/>
                      </a:lnTo>
                      <a:lnTo>
                        <a:pt x="110" y="21"/>
                      </a:lnTo>
                      <a:lnTo>
                        <a:pt x="98" y="23"/>
                      </a:lnTo>
                      <a:lnTo>
                        <a:pt x="86" y="27"/>
                      </a:lnTo>
                      <a:lnTo>
                        <a:pt x="74" y="29"/>
                      </a:lnTo>
                      <a:lnTo>
                        <a:pt x="64" y="33"/>
                      </a:lnTo>
                      <a:lnTo>
                        <a:pt x="54" y="35"/>
                      </a:lnTo>
                      <a:lnTo>
                        <a:pt x="46" y="39"/>
                      </a:lnTo>
                      <a:lnTo>
                        <a:pt x="38" y="43"/>
                      </a:lnTo>
                      <a:lnTo>
                        <a:pt x="30" y="44"/>
                      </a:lnTo>
                      <a:lnTo>
                        <a:pt x="24" y="48"/>
                      </a:lnTo>
                      <a:lnTo>
                        <a:pt x="18" y="52"/>
                      </a:lnTo>
                      <a:lnTo>
                        <a:pt x="12" y="56"/>
                      </a:lnTo>
                      <a:lnTo>
                        <a:pt x="8" y="58"/>
                      </a:lnTo>
                      <a:lnTo>
                        <a:pt x="6" y="62"/>
                      </a:lnTo>
                      <a:lnTo>
                        <a:pt x="2" y="66"/>
                      </a:lnTo>
                      <a:lnTo>
                        <a:pt x="2" y="70"/>
                      </a:lnTo>
                      <a:lnTo>
                        <a:pt x="0" y="74"/>
                      </a:lnTo>
                    </a:path>
                  </a:pathLst>
                </a:custGeom>
                <a:noFill/>
                <a:ln w="9525">
                  <a:solidFill>
                    <a:srgbClr val="000000"/>
                  </a:solidFill>
                  <a:round/>
                </a:ln>
              </p:spPr>
              <p:txBody>
                <a:bodyPr vert="horz" wrap="square" lIns="91440" tIns="45720" rIns="91440" bIns="45720" numCol="1" anchor="t" anchorCtr="0" compatLnSpc="1"/>
                <a:lstStyle/>
                <a:p>
                  <a:endParaRPr lang="zh-CN" altLang="en-US"/>
                </a:p>
              </p:txBody>
            </p:sp>
            <p:sp>
              <p:nvSpPr>
                <p:cNvPr id="349086" name="任意多边形 9358"/>
                <p:cNvSpPr/>
                <p:nvPr/>
              </p:nvSpPr>
              <p:spPr bwMode="auto">
                <a:xfrm>
                  <a:off x="4138" y="1773"/>
                  <a:ext cx="745" cy="75"/>
                </a:xfrm>
                <a:custGeom>
                  <a:avLst/>
                  <a:gdLst/>
                  <a:ahLst/>
                  <a:cxnLst>
                    <a:cxn ang="0">
                      <a:pos x="0" y="0"/>
                    </a:cxn>
                    <a:cxn ang="0">
                      <a:pos x="2" y="3"/>
                    </a:cxn>
                    <a:cxn ang="0">
                      <a:pos x="2" y="7"/>
                    </a:cxn>
                    <a:cxn ang="0">
                      <a:pos x="6" y="11"/>
                    </a:cxn>
                    <a:cxn ang="0">
                      <a:pos x="8" y="15"/>
                    </a:cxn>
                    <a:cxn ang="0">
                      <a:pos x="12" y="19"/>
                    </a:cxn>
                    <a:cxn ang="0">
                      <a:pos x="18" y="23"/>
                    </a:cxn>
                    <a:cxn ang="0">
                      <a:pos x="24" y="25"/>
                    </a:cxn>
                    <a:cxn ang="0">
                      <a:pos x="30" y="29"/>
                    </a:cxn>
                    <a:cxn ang="0">
                      <a:pos x="38" y="32"/>
                    </a:cxn>
                    <a:cxn ang="0">
                      <a:pos x="46" y="34"/>
                    </a:cxn>
                    <a:cxn ang="0">
                      <a:pos x="54" y="38"/>
                    </a:cxn>
                    <a:cxn ang="0">
                      <a:pos x="64" y="42"/>
                    </a:cxn>
                    <a:cxn ang="0">
                      <a:pos x="74" y="44"/>
                    </a:cxn>
                    <a:cxn ang="0">
                      <a:pos x="86" y="48"/>
                    </a:cxn>
                    <a:cxn ang="0">
                      <a:pos x="98" y="50"/>
                    </a:cxn>
                    <a:cxn ang="0">
                      <a:pos x="110" y="52"/>
                    </a:cxn>
                    <a:cxn ang="0">
                      <a:pos x="122" y="56"/>
                    </a:cxn>
                    <a:cxn ang="0">
                      <a:pos x="136" y="58"/>
                    </a:cxn>
                    <a:cxn ang="0">
                      <a:pos x="149" y="60"/>
                    </a:cxn>
                    <a:cxn ang="0">
                      <a:pos x="165" y="62"/>
                    </a:cxn>
                    <a:cxn ang="0">
                      <a:pos x="179" y="63"/>
                    </a:cxn>
                    <a:cxn ang="0">
                      <a:pos x="195" y="65"/>
                    </a:cxn>
                    <a:cxn ang="0">
                      <a:pos x="227" y="69"/>
                    </a:cxn>
                    <a:cxn ang="0">
                      <a:pos x="261" y="71"/>
                    </a:cxn>
                    <a:cxn ang="0">
                      <a:pos x="297" y="73"/>
                    </a:cxn>
                    <a:cxn ang="0">
                      <a:pos x="335" y="73"/>
                    </a:cxn>
                    <a:cxn ang="0">
                      <a:pos x="373" y="75"/>
                    </a:cxn>
                    <a:cxn ang="0">
                      <a:pos x="411" y="73"/>
                    </a:cxn>
                    <a:cxn ang="0">
                      <a:pos x="447" y="73"/>
                    </a:cxn>
                    <a:cxn ang="0">
                      <a:pos x="483" y="71"/>
                    </a:cxn>
                    <a:cxn ang="0">
                      <a:pos x="517" y="69"/>
                    </a:cxn>
                    <a:cxn ang="0">
                      <a:pos x="549" y="65"/>
                    </a:cxn>
                    <a:cxn ang="0">
                      <a:pos x="565" y="63"/>
                    </a:cxn>
                    <a:cxn ang="0">
                      <a:pos x="581" y="62"/>
                    </a:cxn>
                    <a:cxn ang="0">
                      <a:pos x="595" y="60"/>
                    </a:cxn>
                    <a:cxn ang="0">
                      <a:pos x="609" y="58"/>
                    </a:cxn>
                    <a:cxn ang="0">
                      <a:pos x="623" y="56"/>
                    </a:cxn>
                    <a:cxn ang="0">
                      <a:pos x="635" y="52"/>
                    </a:cxn>
                    <a:cxn ang="0">
                      <a:pos x="647" y="50"/>
                    </a:cxn>
                    <a:cxn ang="0">
                      <a:pos x="659" y="48"/>
                    </a:cxn>
                    <a:cxn ang="0">
                      <a:pos x="671" y="44"/>
                    </a:cxn>
                    <a:cxn ang="0">
                      <a:pos x="681" y="42"/>
                    </a:cxn>
                    <a:cxn ang="0">
                      <a:pos x="691" y="38"/>
                    </a:cxn>
                    <a:cxn ang="0">
                      <a:pos x="699" y="34"/>
                    </a:cxn>
                    <a:cxn ang="0">
                      <a:pos x="707" y="32"/>
                    </a:cxn>
                    <a:cxn ang="0">
                      <a:pos x="715" y="29"/>
                    </a:cxn>
                    <a:cxn ang="0">
                      <a:pos x="721" y="25"/>
                    </a:cxn>
                    <a:cxn ang="0">
                      <a:pos x="727" y="23"/>
                    </a:cxn>
                    <a:cxn ang="0">
                      <a:pos x="733" y="19"/>
                    </a:cxn>
                    <a:cxn ang="0">
                      <a:pos x="737" y="15"/>
                    </a:cxn>
                    <a:cxn ang="0">
                      <a:pos x="741" y="11"/>
                    </a:cxn>
                    <a:cxn ang="0">
                      <a:pos x="743" y="7"/>
                    </a:cxn>
                    <a:cxn ang="0">
                      <a:pos x="745" y="3"/>
                    </a:cxn>
                    <a:cxn ang="0">
                      <a:pos x="745" y="0"/>
                    </a:cxn>
                    <a:cxn ang="0">
                      <a:pos x="745" y="0"/>
                    </a:cxn>
                  </a:cxnLst>
                  <a:rect l="0" t="0" r="r" b="b"/>
                  <a:pathLst>
                    <a:path w="745" h="75">
                      <a:moveTo>
                        <a:pt x="0" y="0"/>
                      </a:moveTo>
                      <a:lnTo>
                        <a:pt x="2" y="3"/>
                      </a:lnTo>
                      <a:lnTo>
                        <a:pt x="2" y="7"/>
                      </a:lnTo>
                      <a:lnTo>
                        <a:pt x="6" y="11"/>
                      </a:lnTo>
                      <a:lnTo>
                        <a:pt x="8" y="15"/>
                      </a:lnTo>
                      <a:lnTo>
                        <a:pt x="12" y="19"/>
                      </a:lnTo>
                      <a:lnTo>
                        <a:pt x="18" y="23"/>
                      </a:lnTo>
                      <a:lnTo>
                        <a:pt x="24" y="25"/>
                      </a:lnTo>
                      <a:lnTo>
                        <a:pt x="30" y="29"/>
                      </a:lnTo>
                      <a:lnTo>
                        <a:pt x="38" y="32"/>
                      </a:lnTo>
                      <a:lnTo>
                        <a:pt x="46" y="34"/>
                      </a:lnTo>
                      <a:lnTo>
                        <a:pt x="54" y="38"/>
                      </a:lnTo>
                      <a:lnTo>
                        <a:pt x="64" y="42"/>
                      </a:lnTo>
                      <a:lnTo>
                        <a:pt x="74" y="44"/>
                      </a:lnTo>
                      <a:lnTo>
                        <a:pt x="86" y="48"/>
                      </a:lnTo>
                      <a:lnTo>
                        <a:pt x="98" y="50"/>
                      </a:lnTo>
                      <a:lnTo>
                        <a:pt x="110" y="52"/>
                      </a:lnTo>
                      <a:lnTo>
                        <a:pt x="122" y="56"/>
                      </a:lnTo>
                      <a:lnTo>
                        <a:pt x="136" y="58"/>
                      </a:lnTo>
                      <a:lnTo>
                        <a:pt x="149" y="60"/>
                      </a:lnTo>
                      <a:lnTo>
                        <a:pt x="165" y="62"/>
                      </a:lnTo>
                      <a:lnTo>
                        <a:pt x="179" y="63"/>
                      </a:lnTo>
                      <a:lnTo>
                        <a:pt x="195" y="65"/>
                      </a:lnTo>
                      <a:lnTo>
                        <a:pt x="227" y="69"/>
                      </a:lnTo>
                      <a:lnTo>
                        <a:pt x="261" y="71"/>
                      </a:lnTo>
                      <a:lnTo>
                        <a:pt x="297" y="73"/>
                      </a:lnTo>
                      <a:lnTo>
                        <a:pt x="335" y="73"/>
                      </a:lnTo>
                      <a:lnTo>
                        <a:pt x="373" y="75"/>
                      </a:lnTo>
                      <a:lnTo>
                        <a:pt x="411" y="73"/>
                      </a:lnTo>
                      <a:lnTo>
                        <a:pt x="447" y="73"/>
                      </a:lnTo>
                      <a:lnTo>
                        <a:pt x="483" y="71"/>
                      </a:lnTo>
                      <a:lnTo>
                        <a:pt x="517" y="69"/>
                      </a:lnTo>
                      <a:lnTo>
                        <a:pt x="549" y="65"/>
                      </a:lnTo>
                      <a:lnTo>
                        <a:pt x="565" y="63"/>
                      </a:lnTo>
                      <a:lnTo>
                        <a:pt x="581" y="62"/>
                      </a:lnTo>
                      <a:lnTo>
                        <a:pt x="595" y="60"/>
                      </a:lnTo>
                      <a:lnTo>
                        <a:pt x="609" y="58"/>
                      </a:lnTo>
                      <a:lnTo>
                        <a:pt x="623" y="56"/>
                      </a:lnTo>
                      <a:lnTo>
                        <a:pt x="635" y="52"/>
                      </a:lnTo>
                      <a:lnTo>
                        <a:pt x="647" y="50"/>
                      </a:lnTo>
                      <a:lnTo>
                        <a:pt x="659" y="48"/>
                      </a:lnTo>
                      <a:lnTo>
                        <a:pt x="671" y="44"/>
                      </a:lnTo>
                      <a:lnTo>
                        <a:pt x="681" y="42"/>
                      </a:lnTo>
                      <a:lnTo>
                        <a:pt x="691" y="38"/>
                      </a:lnTo>
                      <a:lnTo>
                        <a:pt x="699" y="34"/>
                      </a:lnTo>
                      <a:lnTo>
                        <a:pt x="707" y="32"/>
                      </a:lnTo>
                      <a:lnTo>
                        <a:pt x="715" y="29"/>
                      </a:lnTo>
                      <a:lnTo>
                        <a:pt x="721" y="25"/>
                      </a:lnTo>
                      <a:lnTo>
                        <a:pt x="727" y="23"/>
                      </a:lnTo>
                      <a:lnTo>
                        <a:pt x="733" y="19"/>
                      </a:lnTo>
                      <a:lnTo>
                        <a:pt x="737" y="15"/>
                      </a:lnTo>
                      <a:lnTo>
                        <a:pt x="741" y="11"/>
                      </a:lnTo>
                      <a:lnTo>
                        <a:pt x="743" y="7"/>
                      </a:lnTo>
                      <a:lnTo>
                        <a:pt x="745" y="3"/>
                      </a:lnTo>
                      <a:lnTo>
                        <a:pt x="745" y="0"/>
                      </a:lnTo>
                    </a:path>
                  </a:pathLst>
                </a:custGeom>
                <a:noFill/>
                <a:ln w="9525">
                  <a:solidFill>
                    <a:srgbClr val="000000"/>
                  </a:solidFill>
                  <a:round/>
                </a:ln>
              </p:spPr>
              <p:txBody>
                <a:bodyPr vert="horz" wrap="square" lIns="91440" tIns="45720" rIns="91440" bIns="45720" numCol="1" anchor="t" anchorCtr="0" compatLnSpc="1"/>
                <a:lstStyle/>
                <a:p>
                  <a:endParaRPr lang="zh-CN" altLang="en-US"/>
                </a:p>
              </p:txBody>
            </p:sp>
            <p:sp>
              <p:nvSpPr>
                <p:cNvPr id="349085" name="任意多边形 9359"/>
                <p:cNvSpPr/>
                <p:nvPr/>
              </p:nvSpPr>
              <p:spPr bwMode="auto">
                <a:xfrm>
                  <a:off x="4138" y="1809"/>
                  <a:ext cx="745" cy="76"/>
                </a:xfrm>
                <a:custGeom>
                  <a:avLst/>
                  <a:gdLst/>
                  <a:ahLst/>
                  <a:cxnLst>
                    <a:cxn ang="0">
                      <a:pos x="0" y="0"/>
                    </a:cxn>
                    <a:cxn ang="0">
                      <a:pos x="2" y="4"/>
                    </a:cxn>
                    <a:cxn ang="0">
                      <a:pos x="2" y="8"/>
                    </a:cxn>
                    <a:cxn ang="0">
                      <a:pos x="6" y="12"/>
                    </a:cxn>
                    <a:cxn ang="0">
                      <a:pos x="8" y="16"/>
                    </a:cxn>
                    <a:cxn ang="0">
                      <a:pos x="12" y="20"/>
                    </a:cxn>
                    <a:cxn ang="0">
                      <a:pos x="18" y="24"/>
                    </a:cxn>
                    <a:cxn ang="0">
                      <a:pos x="24" y="27"/>
                    </a:cxn>
                    <a:cxn ang="0">
                      <a:pos x="30" y="29"/>
                    </a:cxn>
                    <a:cxn ang="0">
                      <a:pos x="38" y="33"/>
                    </a:cxn>
                    <a:cxn ang="0">
                      <a:pos x="46" y="37"/>
                    </a:cxn>
                    <a:cxn ang="0">
                      <a:pos x="54" y="39"/>
                    </a:cxn>
                    <a:cxn ang="0">
                      <a:pos x="64" y="43"/>
                    </a:cxn>
                    <a:cxn ang="0">
                      <a:pos x="74" y="45"/>
                    </a:cxn>
                    <a:cxn ang="0">
                      <a:pos x="86" y="49"/>
                    </a:cxn>
                    <a:cxn ang="0">
                      <a:pos x="98" y="51"/>
                    </a:cxn>
                    <a:cxn ang="0">
                      <a:pos x="110" y="55"/>
                    </a:cxn>
                    <a:cxn ang="0">
                      <a:pos x="122" y="57"/>
                    </a:cxn>
                    <a:cxn ang="0">
                      <a:pos x="136" y="58"/>
                    </a:cxn>
                    <a:cxn ang="0">
                      <a:pos x="149" y="60"/>
                    </a:cxn>
                    <a:cxn ang="0">
                      <a:pos x="165" y="62"/>
                    </a:cxn>
                    <a:cxn ang="0">
                      <a:pos x="179" y="64"/>
                    </a:cxn>
                    <a:cxn ang="0">
                      <a:pos x="195" y="66"/>
                    </a:cxn>
                    <a:cxn ang="0">
                      <a:pos x="227" y="70"/>
                    </a:cxn>
                    <a:cxn ang="0">
                      <a:pos x="261" y="72"/>
                    </a:cxn>
                    <a:cxn ang="0">
                      <a:pos x="297" y="74"/>
                    </a:cxn>
                    <a:cxn ang="0">
                      <a:pos x="335" y="76"/>
                    </a:cxn>
                    <a:cxn ang="0">
                      <a:pos x="373" y="76"/>
                    </a:cxn>
                    <a:cxn ang="0">
                      <a:pos x="411" y="76"/>
                    </a:cxn>
                    <a:cxn ang="0">
                      <a:pos x="447" y="74"/>
                    </a:cxn>
                    <a:cxn ang="0">
                      <a:pos x="483" y="72"/>
                    </a:cxn>
                    <a:cxn ang="0">
                      <a:pos x="517" y="70"/>
                    </a:cxn>
                    <a:cxn ang="0">
                      <a:pos x="549" y="66"/>
                    </a:cxn>
                    <a:cxn ang="0">
                      <a:pos x="565" y="64"/>
                    </a:cxn>
                    <a:cxn ang="0">
                      <a:pos x="581" y="62"/>
                    </a:cxn>
                    <a:cxn ang="0">
                      <a:pos x="595" y="60"/>
                    </a:cxn>
                    <a:cxn ang="0">
                      <a:pos x="609" y="58"/>
                    </a:cxn>
                    <a:cxn ang="0">
                      <a:pos x="623" y="57"/>
                    </a:cxn>
                    <a:cxn ang="0">
                      <a:pos x="635" y="55"/>
                    </a:cxn>
                    <a:cxn ang="0">
                      <a:pos x="647" y="51"/>
                    </a:cxn>
                    <a:cxn ang="0">
                      <a:pos x="659" y="49"/>
                    </a:cxn>
                    <a:cxn ang="0">
                      <a:pos x="671" y="45"/>
                    </a:cxn>
                    <a:cxn ang="0">
                      <a:pos x="681" y="43"/>
                    </a:cxn>
                    <a:cxn ang="0">
                      <a:pos x="691" y="39"/>
                    </a:cxn>
                    <a:cxn ang="0">
                      <a:pos x="699" y="37"/>
                    </a:cxn>
                    <a:cxn ang="0">
                      <a:pos x="707" y="33"/>
                    </a:cxn>
                    <a:cxn ang="0">
                      <a:pos x="715" y="29"/>
                    </a:cxn>
                    <a:cxn ang="0">
                      <a:pos x="721" y="27"/>
                    </a:cxn>
                    <a:cxn ang="0">
                      <a:pos x="727" y="24"/>
                    </a:cxn>
                    <a:cxn ang="0">
                      <a:pos x="733" y="20"/>
                    </a:cxn>
                    <a:cxn ang="0">
                      <a:pos x="737" y="16"/>
                    </a:cxn>
                    <a:cxn ang="0">
                      <a:pos x="741" y="12"/>
                    </a:cxn>
                    <a:cxn ang="0">
                      <a:pos x="743" y="8"/>
                    </a:cxn>
                    <a:cxn ang="0">
                      <a:pos x="745" y="4"/>
                    </a:cxn>
                    <a:cxn ang="0">
                      <a:pos x="745" y="0"/>
                    </a:cxn>
                    <a:cxn ang="0">
                      <a:pos x="745" y="0"/>
                    </a:cxn>
                  </a:cxnLst>
                  <a:rect l="0" t="0" r="r" b="b"/>
                  <a:pathLst>
                    <a:path w="745" h="76">
                      <a:moveTo>
                        <a:pt x="0" y="0"/>
                      </a:moveTo>
                      <a:lnTo>
                        <a:pt x="2" y="4"/>
                      </a:lnTo>
                      <a:lnTo>
                        <a:pt x="2" y="8"/>
                      </a:lnTo>
                      <a:lnTo>
                        <a:pt x="6" y="12"/>
                      </a:lnTo>
                      <a:lnTo>
                        <a:pt x="8" y="16"/>
                      </a:lnTo>
                      <a:lnTo>
                        <a:pt x="12" y="20"/>
                      </a:lnTo>
                      <a:lnTo>
                        <a:pt x="18" y="24"/>
                      </a:lnTo>
                      <a:lnTo>
                        <a:pt x="24" y="27"/>
                      </a:lnTo>
                      <a:lnTo>
                        <a:pt x="30" y="29"/>
                      </a:lnTo>
                      <a:lnTo>
                        <a:pt x="38" y="33"/>
                      </a:lnTo>
                      <a:lnTo>
                        <a:pt x="46" y="37"/>
                      </a:lnTo>
                      <a:lnTo>
                        <a:pt x="54" y="39"/>
                      </a:lnTo>
                      <a:lnTo>
                        <a:pt x="64" y="43"/>
                      </a:lnTo>
                      <a:lnTo>
                        <a:pt x="74" y="45"/>
                      </a:lnTo>
                      <a:lnTo>
                        <a:pt x="86" y="49"/>
                      </a:lnTo>
                      <a:lnTo>
                        <a:pt x="98" y="51"/>
                      </a:lnTo>
                      <a:lnTo>
                        <a:pt x="110" y="55"/>
                      </a:lnTo>
                      <a:lnTo>
                        <a:pt x="122" y="57"/>
                      </a:lnTo>
                      <a:lnTo>
                        <a:pt x="136" y="58"/>
                      </a:lnTo>
                      <a:lnTo>
                        <a:pt x="149" y="60"/>
                      </a:lnTo>
                      <a:lnTo>
                        <a:pt x="165" y="62"/>
                      </a:lnTo>
                      <a:lnTo>
                        <a:pt x="179" y="64"/>
                      </a:lnTo>
                      <a:lnTo>
                        <a:pt x="195" y="66"/>
                      </a:lnTo>
                      <a:lnTo>
                        <a:pt x="227" y="70"/>
                      </a:lnTo>
                      <a:lnTo>
                        <a:pt x="261" y="72"/>
                      </a:lnTo>
                      <a:lnTo>
                        <a:pt x="297" y="74"/>
                      </a:lnTo>
                      <a:lnTo>
                        <a:pt x="335" y="76"/>
                      </a:lnTo>
                      <a:lnTo>
                        <a:pt x="373" y="76"/>
                      </a:lnTo>
                      <a:lnTo>
                        <a:pt x="411" y="76"/>
                      </a:lnTo>
                      <a:lnTo>
                        <a:pt x="447" y="74"/>
                      </a:lnTo>
                      <a:lnTo>
                        <a:pt x="483" y="72"/>
                      </a:lnTo>
                      <a:lnTo>
                        <a:pt x="517" y="70"/>
                      </a:lnTo>
                      <a:lnTo>
                        <a:pt x="549" y="66"/>
                      </a:lnTo>
                      <a:lnTo>
                        <a:pt x="565" y="64"/>
                      </a:lnTo>
                      <a:lnTo>
                        <a:pt x="581" y="62"/>
                      </a:lnTo>
                      <a:lnTo>
                        <a:pt x="595" y="60"/>
                      </a:lnTo>
                      <a:lnTo>
                        <a:pt x="609" y="58"/>
                      </a:lnTo>
                      <a:lnTo>
                        <a:pt x="623" y="57"/>
                      </a:lnTo>
                      <a:lnTo>
                        <a:pt x="635" y="55"/>
                      </a:lnTo>
                      <a:lnTo>
                        <a:pt x="647" y="51"/>
                      </a:lnTo>
                      <a:lnTo>
                        <a:pt x="659" y="49"/>
                      </a:lnTo>
                      <a:lnTo>
                        <a:pt x="671" y="45"/>
                      </a:lnTo>
                      <a:lnTo>
                        <a:pt x="681" y="43"/>
                      </a:lnTo>
                      <a:lnTo>
                        <a:pt x="691" y="39"/>
                      </a:lnTo>
                      <a:lnTo>
                        <a:pt x="699" y="37"/>
                      </a:lnTo>
                      <a:lnTo>
                        <a:pt x="707" y="33"/>
                      </a:lnTo>
                      <a:lnTo>
                        <a:pt x="715" y="29"/>
                      </a:lnTo>
                      <a:lnTo>
                        <a:pt x="721" y="27"/>
                      </a:lnTo>
                      <a:lnTo>
                        <a:pt x="727" y="24"/>
                      </a:lnTo>
                      <a:lnTo>
                        <a:pt x="733" y="20"/>
                      </a:lnTo>
                      <a:lnTo>
                        <a:pt x="737" y="16"/>
                      </a:lnTo>
                      <a:lnTo>
                        <a:pt x="741" y="12"/>
                      </a:lnTo>
                      <a:lnTo>
                        <a:pt x="743" y="8"/>
                      </a:lnTo>
                      <a:lnTo>
                        <a:pt x="745" y="4"/>
                      </a:lnTo>
                      <a:lnTo>
                        <a:pt x="745" y="0"/>
                      </a:lnTo>
                    </a:path>
                  </a:pathLst>
                </a:custGeom>
                <a:noFill/>
                <a:ln w="9525">
                  <a:solidFill>
                    <a:srgbClr val="000000"/>
                  </a:solidFill>
                  <a:round/>
                </a:ln>
              </p:spPr>
              <p:txBody>
                <a:bodyPr vert="horz" wrap="square" lIns="91440" tIns="45720" rIns="91440" bIns="45720" numCol="1" anchor="t" anchorCtr="0" compatLnSpc="1"/>
                <a:lstStyle/>
                <a:p>
                  <a:endParaRPr lang="zh-CN" altLang="en-US"/>
                </a:p>
              </p:txBody>
            </p:sp>
          </p:grpSp>
          <p:sp>
            <p:nvSpPr>
              <p:cNvPr id="349083" name="矩形 9360"/>
              <p:cNvSpPr>
                <a:spLocks noChangeArrowheads="1"/>
              </p:cNvSpPr>
              <p:nvPr/>
            </p:nvSpPr>
            <p:spPr bwMode="auto">
              <a:xfrm>
                <a:off x="4133" y="1872"/>
                <a:ext cx="649" cy="259"/>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数据库</a:t>
                </a:r>
                <a:endParaRPr kumimoji="0" 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49082" name="直线 9361"/>
              <p:cNvSpPr>
                <a:spLocks noChangeShapeType="1"/>
              </p:cNvSpPr>
              <p:nvPr/>
            </p:nvSpPr>
            <p:spPr bwMode="auto">
              <a:xfrm flipH="1" flipV="1">
                <a:off x="3849" y="1926"/>
                <a:ext cx="235" cy="1"/>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p>
            </p:txBody>
          </p:sp>
          <p:grpSp>
            <p:nvGrpSpPr>
              <p:cNvPr id="349009" name="组合 9362"/>
              <p:cNvGrpSpPr/>
              <p:nvPr/>
            </p:nvGrpSpPr>
            <p:grpSpPr bwMode="auto">
              <a:xfrm>
                <a:off x="1777" y="1454"/>
                <a:ext cx="454" cy="946"/>
                <a:chOff x="1741" y="1410"/>
                <a:chExt cx="454" cy="946"/>
              </a:xfrm>
            </p:grpSpPr>
            <p:sp>
              <p:nvSpPr>
                <p:cNvPr id="349081" name="矩形 9363"/>
                <p:cNvSpPr>
                  <a:spLocks noChangeArrowheads="1"/>
                </p:cNvSpPr>
                <p:nvPr/>
              </p:nvSpPr>
              <p:spPr bwMode="auto">
                <a:xfrm>
                  <a:off x="1741" y="1410"/>
                  <a:ext cx="454" cy="946"/>
                </a:xfrm>
                <a:prstGeom prst="rect">
                  <a:avLst/>
                </a:prstGeom>
                <a:solidFill>
                  <a:srgbClr val="F2F2F2"/>
                </a:solidFill>
                <a:ln w="4">
                  <a:solidFill>
                    <a:srgbClr val="000000"/>
                  </a:solidFill>
                  <a:miter lim="800000"/>
                </a:ln>
              </p:spPr>
              <p:txBody>
                <a:bodyPr vert="horz" wrap="square" lIns="91440" tIns="45720" rIns="91440" bIns="45720" numCol="1" anchor="t" anchorCtr="0" compatLnSpc="1"/>
                <a:lstStyle/>
                <a:p>
                  <a:endParaRPr lang="zh-CN" altLang="en-US"/>
                </a:p>
              </p:txBody>
            </p:sp>
            <p:sp>
              <p:nvSpPr>
                <p:cNvPr id="349080" name="矩形 9364"/>
                <p:cNvSpPr>
                  <a:spLocks noChangeArrowheads="1"/>
                </p:cNvSpPr>
                <p:nvPr/>
              </p:nvSpPr>
              <p:spPr bwMode="auto">
                <a:xfrm>
                  <a:off x="1741" y="1410"/>
                  <a:ext cx="454" cy="946"/>
                </a:xfrm>
                <a:prstGeom prst="rect">
                  <a:avLst/>
                </a:prstGeom>
                <a:noFill/>
                <a:ln w="4">
                  <a:solidFill>
                    <a:srgbClr val="000000"/>
                  </a:solidFill>
                  <a:miter lim="800000"/>
                </a:ln>
              </p:spPr>
              <p:txBody>
                <a:bodyPr vert="horz" wrap="square" lIns="91440" tIns="45720" rIns="91440" bIns="45720" numCol="1" anchor="t" anchorCtr="0" compatLnSpc="1"/>
                <a:lstStyle/>
                <a:p>
                  <a:endParaRPr lang="zh-CN" altLang="en-US"/>
                </a:p>
              </p:txBody>
            </p:sp>
            <p:sp>
              <p:nvSpPr>
                <p:cNvPr id="349079" name="矩形 9365"/>
                <p:cNvSpPr>
                  <a:spLocks noChangeArrowheads="1"/>
                </p:cNvSpPr>
                <p:nvPr/>
              </p:nvSpPr>
              <p:spPr bwMode="auto">
                <a:xfrm>
                  <a:off x="1767" y="1891"/>
                  <a:ext cx="356" cy="383"/>
                </a:xfrm>
                <a:prstGeom prst="rect">
                  <a:avLst/>
                </a:prstGeom>
                <a:noFill/>
                <a:ln w="4">
                  <a:solidFill>
                    <a:srgbClr val="7F7F7F"/>
                  </a:solidFill>
                  <a:miter lim="800000"/>
                </a:ln>
              </p:spPr>
              <p:txBody>
                <a:bodyPr vert="horz" wrap="square" lIns="91440" tIns="45720" rIns="91440" bIns="45720" numCol="1" anchor="t" anchorCtr="0" compatLnSpc="1"/>
                <a:lstStyle/>
                <a:p>
                  <a:endParaRPr lang="zh-CN" altLang="en-US"/>
                </a:p>
              </p:txBody>
            </p:sp>
            <p:sp>
              <p:nvSpPr>
                <p:cNvPr id="349078" name="任意多边形 9366"/>
                <p:cNvSpPr/>
                <p:nvPr/>
              </p:nvSpPr>
              <p:spPr bwMode="auto">
                <a:xfrm>
                  <a:off x="1769" y="1457"/>
                  <a:ext cx="352" cy="333"/>
                </a:xfrm>
                <a:custGeom>
                  <a:avLst/>
                  <a:gdLst/>
                  <a:ahLst/>
                  <a:cxnLst>
                    <a:cxn ang="0">
                      <a:pos x="0" y="0"/>
                    </a:cxn>
                    <a:cxn ang="0">
                      <a:pos x="352" y="0"/>
                    </a:cxn>
                    <a:cxn ang="0">
                      <a:pos x="352" y="333"/>
                    </a:cxn>
                    <a:cxn ang="0">
                      <a:pos x="0" y="333"/>
                    </a:cxn>
                    <a:cxn ang="0">
                      <a:pos x="0" y="4"/>
                    </a:cxn>
                    <a:cxn ang="0">
                      <a:pos x="0" y="333"/>
                    </a:cxn>
                    <a:cxn ang="0">
                      <a:pos x="298" y="333"/>
                    </a:cxn>
                  </a:cxnLst>
                  <a:rect l="0" t="0" r="r" b="b"/>
                  <a:pathLst>
                    <a:path w="352" h="333">
                      <a:moveTo>
                        <a:pt x="0" y="0"/>
                      </a:moveTo>
                      <a:lnTo>
                        <a:pt x="352" y="0"/>
                      </a:lnTo>
                      <a:lnTo>
                        <a:pt x="352" y="333"/>
                      </a:lnTo>
                      <a:lnTo>
                        <a:pt x="0" y="333"/>
                      </a:lnTo>
                      <a:lnTo>
                        <a:pt x="0" y="4"/>
                      </a:lnTo>
                      <a:lnTo>
                        <a:pt x="0" y="333"/>
                      </a:lnTo>
                      <a:lnTo>
                        <a:pt x="298" y="333"/>
                      </a:lnTo>
                    </a:path>
                  </a:pathLst>
                </a:custGeom>
                <a:noFill/>
                <a:ln w="4">
                  <a:solidFill>
                    <a:srgbClr val="000000"/>
                  </a:solidFill>
                  <a:round/>
                </a:ln>
              </p:spPr>
              <p:txBody>
                <a:bodyPr vert="horz" wrap="square" lIns="91440" tIns="45720" rIns="91440" bIns="45720" numCol="1" anchor="t" anchorCtr="0" compatLnSpc="1"/>
                <a:lstStyle/>
                <a:p>
                  <a:endParaRPr lang="zh-CN" altLang="en-US"/>
                </a:p>
              </p:txBody>
            </p:sp>
            <p:sp>
              <p:nvSpPr>
                <p:cNvPr id="349077" name="直线 9367"/>
                <p:cNvSpPr>
                  <a:spLocks noChangeShapeType="1"/>
                </p:cNvSpPr>
                <p:nvPr/>
              </p:nvSpPr>
              <p:spPr bwMode="auto">
                <a:xfrm>
                  <a:off x="1767" y="1683"/>
                  <a:ext cx="354" cy="1"/>
                </a:xfrm>
                <a:prstGeom prst="line">
                  <a:avLst/>
                </a:prstGeom>
                <a:noFill/>
                <a:ln w="4">
                  <a:solidFill>
                    <a:srgbClr val="000000"/>
                  </a:solidFill>
                  <a:round/>
                </a:ln>
              </p:spPr>
              <p:txBody>
                <a:bodyPr vert="horz" wrap="square" lIns="91440" tIns="45720" rIns="91440" bIns="45720" numCol="1" anchor="t" anchorCtr="0" compatLnSpc="1"/>
                <a:lstStyle/>
                <a:p>
                  <a:endParaRPr lang="zh-CN" altLang="en-US"/>
                </a:p>
              </p:txBody>
            </p:sp>
            <p:sp>
              <p:nvSpPr>
                <p:cNvPr id="349076" name="椭圆 9368"/>
                <p:cNvSpPr>
                  <a:spLocks noChangeArrowheads="1"/>
                </p:cNvSpPr>
                <p:nvPr/>
              </p:nvSpPr>
              <p:spPr bwMode="auto">
                <a:xfrm>
                  <a:off x="1879" y="2197"/>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75" name="椭圆 9369"/>
                <p:cNvSpPr>
                  <a:spLocks noChangeArrowheads="1"/>
                </p:cNvSpPr>
                <p:nvPr/>
              </p:nvSpPr>
              <p:spPr bwMode="auto">
                <a:xfrm>
                  <a:off x="1879" y="2197"/>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74" name="椭圆 9370"/>
                <p:cNvSpPr>
                  <a:spLocks noChangeArrowheads="1"/>
                </p:cNvSpPr>
                <p:nvPr/>
              </p:nvSpPr>
              <p:spPr bwMode="auto">
                <a:xfrm>
                  <a:off x="1911" y="2197"/>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73" name="椭圆 9371"/>
                <p:cNvSpPr>
                  <a:spLocks noChangeArrowheads="1"/>
                </p:cNvSpPr>
                <p:nvPr/>
              </p:nvSpPr>
              <p:spPr bwMode="auto">
                <a:xfrm>
                  <a:off x="1911" y="2197"/>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72" name="椭圆 9372"/>
                <p:cNvSpPr>
                  <a:spLocks noChangeArrowheads="1"/>
                </p:cNvSpPr>
                <p:nvPr/>
              </p:nvSpPr>
              <p:spPr bwMode="auto">
                <a:xfrm>
                  <a:off x="1941" y="2197"/>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71" name="椭圆 9373"/>
                <p:cNvSpPr>
                  <a:spLocks noChangeArrowheads="1"/>
                </p:cNvSpPr>
                <p:nvPr/>
              </p:nvSpPr>
              <p:spPr bwMode="auto">
                <a:xfrm>
                  <a:off x="1941" y="2197"/>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70" name="椭圆 9374"/>
                <p:cNvSpPr>
                  <a:spLocks noChangeArrowheads="1"/>
                </p:cNvSpPr>
                <p:nvPr/>
              </p:nvSpPr>
              <p:spPr bwMode="auto">
                <a:xfrm>
                  <a:off x="1975" y="2197"/>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69" name="椭圆 9375"/>
                <p:cNvSpPr>
                  <a:spLocks noChangeArrowheads="1"/>
                </p:cNvSpPr>
                <p:nvPr/>
              </p:nvSpPr>
              <p:spPr bwMode="auto">
                <a:xfrm>
                  <a:off x="1975" y="2197"/>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68" name="椭圆 9376"/>
                <p:cNvSpPr>
                  <a:spLocks noChangeArrowheads="1"/>
                </p:cNvSpPr>
                <p:nvPr/>
              </p:nvSpPr>
              <p:spPr bwMode="auto">
                <a:xfrm>
                  <a:off x="1879" y="2222"/>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67" name="椭圆 9377"/>
                <p:cNvSpPr>
                  <a:spLocks noChangeArrowheads="1"/>
                </p:cNvSpPr>
                <p:nvPr/>
              </p:nvSpPr>
              <p:spPr bwMode="auto">
                <a:xfrm>
                  <a:off x="1879" y="2222"/>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66" name="椭圆 9378"/>
                <p:cNvSpPr>
                  <a:spLocks noChangeArrowheads="1"/>
                </p:cNvSpPr>
                <p:nvPr/>
              </p:nvSpPr>
              <p:spPr bwMode="auto">
                <a:xfrm>
                  <a:off x="1911" y="2222"/>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65" name="椭圆 9379"/>
                <p:cNvSpPr>
                  <a:spLocks noChangeArrowheads="1"/>
                </p:cNvSpPr>
                <p:nvPr/>
              </p:nvSpPr>
              <p:spPr bwMode="auto">
                <a:xfrm>
                  <a:off x="1911" y="2222"/>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64" name="椭圆 9380"/>
                <p:cNvSpPr>
                  <a:spLocks noChangeArrowheads="1"/>
                </p:cNvSpPr>
                <p:nvPr/>
              </p:nvSpPr>
              <p:spPr bwMode="auto">
                <a:xfrm>
                  <a:off x="1941" y="2222"/>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63" name="椭圆 9381"/>
                <p:cNvSpPr>
                  <a:spLocks noChangeArrowheads="1"/>
                </p:cNvSpPr>
                <p:nvPr/>
              </p:nvSpPr>
              <p:spPr bwMode="auto">
                <a:xfrm>
                  <a:off x="1941" y="2222"/>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62" name="椭圆 9382"/>
                <p:cNvSpPr>
                  <a:spLocks noChangeArrowheads="1"/>
                </p:cNvSpPr>
                <p:nvPr/>
              </p:nvSpPr>
              <p:spPr bwMode="auto">
                <a:xfrm>
                  <a:off x="1975" y="2222"/>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61" name="椭圆 9383"/>
                <p:cNvSpPr>
                  <a:spLocks noChangeArrowheads="1"/>
                </p:cNvSpPr>
                <p:nvPr/>
              </p:nvSpPr>
              <p:spPr bwMode="auto">
                <a:xfrm>
                  <a:off x="1975" y="2222"/>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60" name="椭圆 9384"/>
                <p:cNvSpPr>
                  <a:spLocks noChangeArrowheads="1"/>
                </p:cNvSpPr>
                <p:nvPr/>
              </p:nvSpPr>
              <p:spPr bwMode="auto">
                <a:xfrm>
                  <a:off x="1879" y="2249"/>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59" name="椭圆 9385"/>
                <p:cNvSpPr>
                  <a:spLocks noChangeArrowheads="1"/>
                </p:cNvSpPr>
                <p:nvPr/>
              </p:nvSpPr>
              <p:spPr bwMode="auto">
                <a:xfrm>
                  <a:off x="1879" y="2249"/>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58" name="椭圆 9386"/>
                <p:cNvSpPr>
                  <a:spLocks noChangeArrowheads="1"/>
                </p:cNvSpPr>
                <p:nvPr/>
              </p:nvSpPr>
              <p:spPr bwMode="auto">
                <a:xfrm>
                  <a:off x="1911" y="2249"/>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57" name="椭圆 9387"/>
                <p:cNvSpPr>
                  <a:spLocks noChangeArrowheads="1"/>
                </p:cNvSpPr>
                <p:nvPr/>
              </p:nvSpPr>
              <p:spPr bwMode="auto">
                <a:xfrm>
                  <a:off x="1911" y="2249"/>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56" name="椭圆 9388"/>
                <p:cNvSpPr>
                  <a:spLocks noChangeArrowheads="1"/>
                </p:cNvSpPr>
                <p:nvPr/>
              </p:nvSpPr>
              <p:spPr bwMode="auto">
                <a:xfrm>
                  <a:off x="1943" y="2249"/>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55" name="椭圆 9389"/>
                <p:cNvSpPr>
                  <a:spLocks noChangeArrowheads="1"/>
                </p:cNvSpPr>
                <p:nvPr/>
              </p:nvSpPr>
              <p:spPr bwMode="auto">
                <a:xfrm>
                  <a:off x="1943" y="2249"/>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54" name="椭圆 9390"/>
                <p:cNvSpPr>
                  <a:spLocks noChangeArrowheads="1"/>
                </p:cNvSpPr>
                <p:nvPr/>
              </p:nvSpPr>
              <p:spPr bwMode="auto">
                <a:xfrm>
                  <a:off x="1975" y="2249"/>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53" name="椭圆 9391"/>
                <p:cNvSpPr>
                  <a:spLocks noChangeArrowheads="1"/>
                </p:cNvSpPr>
                <p:nvPr/>
              </p:nvSpPr>
              <p:spPr bwMode="auto">
                <a:xfrm>
                  <a:off x="1975" y="2249"/>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52" name="椭圆 9392"/>
                <p:cNvSpPr>
                  <a:spLocks noChangeArrowheads="1"/>
                </p:cNvSpPr>
                <p:nvPr/>
              </p:nvSpPr>
              <p:spPr bwMode="auto">
                <a:xfrm>
                  <a:off x="2003" y="2197"/>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51" name="椭圆 9393"/>
                <p:cNvSpPr>
                  <a:spLocks noChangeArrowheads="1"/>
                </p:cNvSpPr>
                <p:nvPr/>
              </p:nvSpPr>
              <p:spPr bwMode="auto">
                <a:xfrm>
                  <a:off x="2003" y="2197"/>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50" name="椭圆 9394"/>
                <p:cNvSpPr>
                  <a:spLocks noChangeArrowheads="1"/>
                </p:cNvSpPr>
                <p:nvPr/>
              </p:nvSpPr>
              <p:spPr bwMode="auto">
                <a:xfrm>
                  <a:off x="2003" y="2222"/>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49" name="椭圆 9395"/>
                <p:cNvSpPr>
                  <a:spLocks noChangeArrowheads="1"/>
                </p:cNvSpPr>
                <p:nvPr/>
              </p:nvSpPr>
              <p:spPr bwMode="auto">
                <a:xfrm>
                  <a:off x="2003" y="2222"/>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48" name="椭圆 9396"/>
                <p:cNvSpPr>
                  <a:spLocks noChangeArrowheads="1"/>
                </p:cNvSpPr>
                <p:nvPr/>
              </p:nvSpPr>
              <p:spPr bwMode="auto">
                <a:xfrm>
                  <a:off x="2003" y="2249"/>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47" name="椭圆 9397"/>
                <p:cNvSpPr>
                  <a:spLocks noChangeArrowheads="1"/>
                </p:cNvSpPr>
                <p:nvPr/>
              </p:nvSpPr>
              <p:spPr bwMode="auto">
                <a:xfrm>
                  <a:off x="2003" y="2249"/>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46" name="直线 9398"/>
                <p:cNvSpPr>
                  <a:spLocks noChangeShapeType="1"/>
                </p:cNvSpPr>
                <p:nvPr/>
              </p:nvSpPr>
              <p:spPr bwMode="auto">
                <a:xfrm>
                  <a:off x="1825" y="2272"/>
                  <a:ext cx="1" cy="84"/>
                </a:xfrm>
                <a:prstGeom prst="line">
                  <a:avLst/>
                </a:prstGeom>
                <a:noFill/>
                <a:ln w="6">
                  <a:solidFill>
                    <a:srgbClr val="7F7F7F"/>
                  </a:solidFill>
                  <a:round/>
                </a:ln>
              </p:spPr>
              <p:txBody>
                <a:bodyPr vert="horz" wrap="square" lIns="91440" tIns="45720" rIns="91440" bIns="45720" numCol="1" anchor="t" anchorCtr="0" compatLnSpc="1"/>
                <a:lstStyle/>
                <a:p>
                  <a:endParaRPr lang="zh-CN" altLang="en-US"/>
                </a:p>
              </p:txBody>
            </p:sp>
            <p:sp>
              <p:nvSpPr>
                <p:cNvPr id="349045" name="矩形 9399"/>
                <p:cNvSpPr>
                  <a:spLocks noChangeArrowheads="1"/>
                </p:cNvSpPr>
                <p:nvPr/>
              </p:nvSpPr>
              <p:spPr bwMode="auto">
                <a:xfrm>
                  <a:off x="1767" y="1805"/>
                  <a:ext cx="356" cy="51"/>
                </a:xfrm>
                <a:prstGeom prst="rect">
                  <a:avLst/>
                </a:prstGeom>
                <a:solidFill>
                  <a:srgbClr val="E5E5E5"/>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44" name="矩形 9400"/>
                <p:cNvSpPr>
                  <a:spLocks noChangeArrowheads="1"/>
                </p:cNvSpPr>
                <p:nvPr/>
              </p:nvSpPr>
              <p:spPr bwMode="auto">
                <a:xfrm>
                  <a:off x="1767" y="1805"/>
                  <a:ext cx="356" cy="51"/>
                </a:xfrm>
                <a:prstGeom prst="rect">
                  <a:avLst/>
                </a:prstGeom>
                <a:noFill/>
                <a:ln w="2">
                  <a:solidFill>
                    <a:srgbClr val="7F7F7F"/>
                  </a:solidFill>
                  <a:miter lim="800000"/>
                </a:ln>
              </p:spPr>
              <p:txBody>
                <a:bodyPr vert="horz" wrap="square" lIns="91440" tIns="45720" rIns="91440" bIns="45720" numCol="1" anchor="t" anchorCtr="0" compatLnSpc="1"/>
                <a:lstStyle/>
                <a:p>
                  <a:endParaRPr lang="zh-CN" altLang="en-US"/>
                </a:p>
              </p:txBody>
            </p:sp>
            <p:sp>
              <p:nvSpPr>
                <p:cNvPr id="349043" name="矩形 9401"/>
                <p:cNvSpPr>
                  <a:spLocks noChangeArrowheads="1"/>
                </p:cNvSpPr>
                <p:nvPr/>
              </p:nvSpPr>
              <p:spPr bwMode="auto">
                <a:xfrm>
                  <a:off x="1769" y="1805"/>
                  <a:ext cx="180" cy="51"/>
                </a:xfrm>
                <a:prstGeom prst="rect">
                  <a:avLst/>
                </a:prstGeom>
                <a:solidFill>
                  <a:srgbClr val="E5E5E5"/>
                </a:solidFill>
                <a:ln w="4">
                  <a:solidFill>
                    <a:srgbClr val="000000"/>
                  </a:solidFill>
                  <a:miter lim="800000"/>
                </a:ln>
              </p:spPr>
              <p:txBody>
                <a:bodyPr vert="horz" wrap="square" lIns="91440" tIns="45720" rIns="91440" bIns="45720" numCol="1" anchor="t" anchorCtr="0" compatLnSpc="1"/>
                <a:lstStyle/>
                <a:p>
                  <a:endParaRPr lang="zh-CN" altLang="en-US"/>
                </a:p>
              </p:txBody>
            </p:sp>
            <p:sp>
              <p:nvSpPr>
                <p:cNvPr id="349042" name="矩形 9402"/>
                <p:cNvSpPr>
                  <a:spLocks noChangeArrowheads="1"/>
                </p:cNvSpPr>
                <p:nvPr/>
              </p:nvSpPr>
              <p:spPr bwMode="auto">
                <a:xfrm>
                  <a:off x="1769" y="1805"/>
                  <a:ext cx="180" cy="51"/>
                </a:xfrm>
                <a:prstGeom prst="rect">
                  <a:avLst/>
                </a:prstGeom>
                <a:noFill/>
                <a:ln w="4">
                  <a:solidFill>
                    <a:srgbClr val="7F7F7F"/>
                  </a:solidFill>
                  <a:miter lim="800000"/>
                </a:ln>
              </p:spPr>
              <p:txBody>
                <a:bodyPr vert="horz" wrap="square" lIns="91440" tIns="45720" rIns="91440" bIns="45720" numCol="1" anchor="t" anchorCtr="0" compatLnSpc="1"/>
                <a:lstStyle/>
                <a:p>
                  <a:endParaRPr lang="zh-CN" altLang="en-US"/>
                </a:p>
              </p:txBody>
            </p:sp>
            <p:sp>
              <p:nvSpPr>
                <p:cNvPr id="349041" name="矩形 9403"/>
                <p:cNvSpPr>
                  <a:spLocks noChangeArrowheads="1"/>
                </p:cNvSpPr>
                <p:nvPr/>
              </p:nvSpPr>
              <p:spPr bwMode="auto">
                <a:xfrm>
                  <a:off x="1775" y="1823"/>
                  <a:ext cx="168" cy="6"/>
                </a:xfrm>
                <a:prstGeom prst="rect">
                  <a:avLst/>
                </a:prstGeom>
                <a:solidFill>
                  <a:srgbClr val="D8D8D8"/>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40" name="矩形 9404"/>
                <p:cNvSpPr>
                  <a:spLocks noChangeArrowheads="1"/>
                </p:cNvSpPr>
                <p:nvPr/>
              </p:nvSpPr>
              <p:spPr bwMode="auto">
                <a:xfrm>
                  <a:off x="1775" y="1823"/>
                  <a:ext cx="168" cy="6"/>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39" name="矩形 9405"/>
                <p:cNvSpPr>
                  <a:spLocks noChangeArrowheads="1"/>
                </p:cNvSpPr>
                <p:nvPr/>
              </p:nvSpPr>
              <p:spPr bwMode="auto">
                <a:xfrm>
                  <a:off x="1833" y="1827"/>
                  <a:ext cx="54" cy="9"/>
                </a:xfrm>
                <a:prstGeom prst="rect">
                  <a:avLst/>
                </a:prstGeom>
                <a:solidFill>
                  <a:srgbClr val="F2F2F2"/>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38" name="矩形 9406"/>
                <p:cNvSpPr>
                  <a:spLocks noChangeArrowheads="1"/>
                </p:cNvSpPr>
                <p:nvPr/>
              </p:nvSpPr>
              <p:spPr bwMode="auto">
                <a:xfrm>
                  <a:off x="1833" y="1827"/>
                  <a:ext cx="54" cy="9"/>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37" name="任意多边形 9407"/>
                <p:cNvSpPr/>
                <p:nvPr/>
              </p:nvSpPr>
              <p:spPr bwMode="auto">
                <a:xfrm>
                  <a:off x="1829" y="1819"/>
                  <a:ext cx="60" cy="2"/>
                </a:xfrm>
                <a:custGeom>
                  <a:avLst/>
                  <a:gdLst/>
                  <a:ahLst/>
                  <a:cxnLst>
                    <a:cxn ang="0">
                      <a:pos x="58" y="0"/>
                    </a:cxn>
                    <a:cxn ang="0">
                      <a:pos x="4" y="0"/>
                    </a:cxn>
                    <a:cxn ang="0">
                      <a:pos x="0" y="2"/>
                    </a:cxn>
                    <a:cxn ang="0">
                      <a:pos x="60" y="2"/>
                    </a:cxn>
                    <a:cxn ang="0">
                      <a:pos x="58" y="0"/>
                    </a:cxn>
                  </a:cxnLst>
                  <a:rect l="0" t="0" r="r" b="b"/>
                  <a:pathLst>
                    <a:path w="60" h="2">
                      <a:moveTo>
                        <a:pt x="58" y="0"/>
                      </a:moveTo>
                      <a:lnTo>
                        <a:pt x="4" y="0"/>
                      </a:lnTo>
                      <a:lnTo>
                        <a:pt x="0" y="2"/>
                      </a:lnTo>
                      <a:lnTo>
                        <a:pt x="60" y="2"/>
                      </a:lnTo>
                      <a:lnTo>
                        <a:pt x="58" y="0"/>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a:p>
              </p:txBody>
            </p:sp>
            <p:sp>
              <p:nvSpPr>
                <p:cNvPr id="349036" name="任意多边形 9408"/>
                <p:cNvSpPr/>
                <p:nvPr/>
              </p:nvSpPr>
              <p:spPr bwMode="auto">
                <a:xfrm>
                  <a:off x="1829" y="1819"/>
                  <a:ext cx="60" cy="2"/>
                </a:xfrm>
                <a:custGeom>
                  <a:avLst/>
                  <a:gdLst/>
                  <a:ahLst/>
                  <a:cxnLst>
                    <a:cxn ang="0">
                      <a:pos x="58" y="0"/>
                    </a:cxn>
                    <a:cxn ang="0">
                      <a:pos x="4" y="0"/>
                    </a:cxn>
                    <a:cxn ang="0">
                      <a:pos x="0" y="2"/>
                    </a:cxn>
                    <a:cxn ang="0">
                      <a:pos x="60" y="2"/>
                    </a:cxn>
                    <a:cxn ang="0">
                      <a:pos x="58" y="0"/>
                    </a:cxn>
                  </a:cxnLst>
                  <a:rect l="0" t="0" r="r" b="b"/>
                  <a:pathLst>
                    <a:path w="60" h="2">
                      <a:moveTo>
                        <a:pt x="58" y="0"/>
                      </a:moveTo>
                      <a:lnTo>
                        <a:pt x="4" y="0"/>
                      </a:lnTo>
                      <a:lnTo>
                        <a:pt x="0" y="2"/>
                      </a:lnTo>
                      <a:lnTo>
                        <a:pt x="60" y="2"/>
                      </a:lnTo>
                      <a:lnTo>
                        <a:pt x="58" y="0"/>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035" name="任意多边形 9409"/>
                <p:cNvSpPr/>
                <p:nvPr/>
              </p:nvSpPr>
              <p:spPr bwMode="auto">
                <a:xfrm>
                  <a:off x="1887" y="1825"/>
                  <a:ext cx="56" cy="2"/>
                </a:xfrm>
                <a:custGeom>
                  <a:avLst/>
                  <a:gdLst/>
                  <a:ahLst/>
                  <a:cxnLst>
                    <a:cxn ang="0">
                      <a:pos x="54" y="0"/>
                    </a:cxn>
                    <a:cxn ang="0">
                      <a:pos x="0" y="0"/>
                    </a:cxn>
                    <a:cxn ang="0">
                      <a:pos x="0" y="2"/>
                    </a:cxn>
                    <a:cxn ang="0">
                      <a:pos x="56" y="2"/>
                    </a:cxn>
                    <a:cxn ang="0">
                      <a:pos x="54" y="0"/>
                    </a:cxn>
                  </a:cxnLst>
                  <a:rect l="0" t="0" r="r" b="b"/>
                  <a:pathLst>
                    <a:path w="56" h="2">
                      <a:moveTo>
                        <a:pt x="54" y="0"/>
                      </a:moveTo>
                      <a:lnTo>
                        <a:pt x="0" y="0"/>
                      </a:lnTo>
                      <a:lnTo>
                        <a:pt x="0" y="2"/>
                      </a:lnTo>
                      <a:lnTo>
                        <a:pt x="56" y="2"/>
                      </a:lnTo>
                      <a:lnTo>
                        <a:pt x="54" y="0"/>
                      </a:lnTo>
                      <a:close/>
                    </a:path>
                  </a:pathLst>
                </a:custGeom>
                <a:solidFill>
                  <a:srgbClr val="CCCCCC"/>
                </a:solidFill>
                <a:ln w="2">
                  <a:solidFill>
                    <a:srgbClr val="000000"/>
                  </a:solidFill>
                  <a:round/>
                </a:ln>
              </p:spPr>
              <p:txBody>
                <a:bodyPr vert="horz" wrap="square" lIns="91440" tIns="45720" rIns="91440" bIns="45720" numCol="1" anchor="t" anchorCtr="0" compatLnSpc="1"/>
                <a:lstStyle/>
                <a:p>
                  <a:endParaRPr lang="zh-CN" altLang="en-US"/>
                </a:p>
              </p:txBody>
            </p:sp>
            <p:sp>
              <p:nvSpPr>
                <p:cNvPr id="349034" name="任意多边形 9410"/>
                <p:cNvSpPr/>
                <p:nvPr/>
              </p:nvSpPr>
              <p:spPr bwMode="auto">
                <a:xfrm>
                  <a:off x="1887" y="1825"/>
                  <a:ext cx="56" cy="2"/>
                </a:xfrm>
                <a:custGeom>
                  <a:avLst/>
                  <a:gdLst/>
                  <a:ahLst/>
                  <a:cxnLst>
                    <a:cxn ang="0">
                      <a:pos x="54" y="0"/>
                    </a:cxn>
                    <a:cxn ang="0">
                      <a:pos x="0" y="0"/>
                    </a:cxn>
                    <a:cxn ang="0">
                      <a:pos x="0" y="2"/>
                    </a:cxn>
                    <a:cxn ang="0">
                      <a:pos x="56" y="2"/>
                    </a:cxn>
                    <a:cxn ang="0">
                      <a:pos x="54" y="0"/>
                    </a:cxn>
                  </a:cxnLst>
                  <a:rect l="0" t="0" r="r" b="b"/>
                  <a:pathLst>
                    <a:path w="56" h="2">
                      <a:moveTo>
                        <a:pt x="54" y="0"/>
                      </a:moveTo>
                      <a:lnTo>
                        <a:pt x="0" y="0"/>
                      </a:lnTo>
                      <a:lnTo>
                        <a:pt x="0" y="2"/>
                      </a:lnTo>
                      <a:lnTo>
                        <a:pt x="56" y="2"/>
                      </a:lnTo>
                      <a:lnTo>
                        <a:pt x="54" y="0"/>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033" name="任意多边形 9411"/>
                <p:cNvSpPr/>
                <p:nvPr/>
              </p:nvSpPr>
              <p:spPr bwMode="auto">
                <a:xfrm>
                  <a:off x="1833" y="1829"/>
                  <a:ext cx="2" cy="7"/>
                </a:xfrm>
                <a:custGeom>
                  <a:avLst/>
                  <a:gdLst/>
                  <a:ahLst/>
                  <a:cxnLst>
                    <a:cxn ang="0">
                      <a:pos x="0" y="0"/>
                    </a:cxn>
                    <a:cxn ang="0">
                      <a:pos x="0" y="0"/>
                    </a:cxn>
                    <a:cxn ang="0">
                      <a:pos x="0" y="7"/>
                    </a:cxn>
                    <a:cxn ang="0">
                      <a:pos x="2" y="0"/>
                    </a:cxn>
                    <a:cxn ang="0">
                      <a:pos x="0" y="0"/>
                    </a:cxn>
                  </a:cxnLst>
                  <a:rect l="0" t="0" r="r" b="b"/>
                  <a:pathLst>
                    <a:path w="2" h="7">
                      <a:moveTo>
                        <a:pt x="0" y="0"/>
                      </a:moveTo>
                      <a:lnTo>
                        <a:pt x="0" y="0"/>
                      </a:lnTo>
                      <a:lnTo>
                        <a:pt x="0" y="7"/>
                      </a:lnTo>
                      <a:lnTo>
                        <a:pt x="2" y="0"/>
                      </a:lnTo>
                      <a:lnTo>
                        <a:pt x="0" y="0"/>
                      </a:lnTo>
                      <a:close/>
                    </a:path>
                  </a:pathLst>
                </a:custGeom>
                <a:solidFill>
                  <a:srgbClr val="000000"/>
                </a:solidFill>
                <a:ln w="2">
                  <a:solidFill>
                    <a:srgbClr val="000000"/>
                  </a:solidFill>
                  <a:round/>
                </a:ln>
              </p:spPr>
              <p:txBody>
                <a:bodyPr vert="horz" wrap="square" lIns="91440" tIns="45720" rIns="91440" bIns="45720" numCol="1" anchor="t" anchorCtr="0" compatLnSpc="1"/>
                <a:lstStyle/>
                <a:p>
                  <a:endParaRPr lang="zh-CN" altLang="en-US"/>
                </a:p>
              </p:txBody>
            </p:sp>
            <p:sp>
              <p:nvSpPr>
                <p:cNvPr id="349032" name="任意多边形 9412"/>
                <p:cNvSpPr/>
                <p:nvPr/>
              </p:nvSpPr>
              <p:spPr bwMode="auto">
                <a:xfrm>
                  <a:off x="1833" y="1829"/>
                  <a:ext cx="2" cy="7"/>
                </a:xfrm>
                <a:custGeom>
                  <a:avLst/>
                  <a:gdLst/>
                  <a:ahLst/>
                  <a:cxnLst>
                    <a:cxn ang="0">
                      <a:pos x="0" y="0"/>
                    </a:cxn>
                    <a:cxn ang="0">
                      <a:pos x="0" y="0"/>
                    </a:cxn>
                    <a:cxn ang="0">
                      <a:pos x="0" y="7"/>
                    </a:cxn>
                    <a:cxn ang="0">
                      <a:pos x="2" y="0"/>
                    </a:cxn>
                    <a:cxn ang="0">
                      <a:pos x="0" y="0"/>
                    </a:cxn>
                  </a:cxnLst>
                  <a:rect l="0" t="0" r="r" b="b"/>
                  <a:pathLst>
                    <a:path w="2" h="7">
                      <a:moveTo>
                        <a:pt x="0" y="0"/>
                      </a:moveTo>
                      <a:lnTo>
                        <a:pt x="0" y="0"/>
                      </a:lnTo>
                      <a:lnTo>
                        <a:pt x="0" y="7"/>
                      </a:lnTo>
                      <a:lnTo>
                        <a:pt x="2" y="0"/>
                      </a:lnTo>
                      <a:lnTo>
                        <a:pt x="0" y="0"/>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031" name="任意多边形 9413"/>
                <p:cNvSpPr/>
                <p:nvPr/>
              </p:nvSpPr>
              <p:spPr bwMode="auto">
                <a:xfrm>
                  <a:off x="1883" y="1829"/>
                  <a:ext cx="2" cy="7"/>
                </a:xfrm>
                <a:custGeom>
                  <a:avLst/>
                  <a:gdLst/>
                  <a:ahLst/>
                  <a:cxnLst>
                    <a:cxn ang="0">
                      <a:pos x="2" y="0"/>
                    </a:cxn>
                    <a:cxn ang="0">
                      <a:pos x="2" y="0"/>
                    </a:cxn>
                    <a:cxn ang="0">
                      <a:pos x="2" y="7"/>
                    </a:cxn>
                    <a:cxn ang="0">
                      <a:pos x="0" y="0"/>
                    </a:cxn>
                    <a:cxn ang="0">
                      <a:pos x="2" y="0"/>
                    </a:cxn>
                  </a:cxnLst>
                  <a:rect l="0" t="0" r="r" b="b"/>
                  <a:pathLst>
                    <a:path w="2" h="7">
                      <a:moveTo>
                        <a:pt x="2" y="0"/>
                      </a:moveTo>
                      <a:lnTo>
                        <a:pt x="2" y="0"/>
                      </a:lnTo>
                      <a:lnTo>
                        <a:pt x="2" y="7"/>
                      </a:lnTo>
                      <a:lnTo>
                        <a:pt x="0" y="0"/>
                      </a:lnTo>
                      <a:lnTo>
                        <a:pt x="2" y="0"/>
                      </a:lnTo>
                      <a:close/>
                    </a:path>
                  </a:pathLst>
                </a:custGeom>
                <a:solidFill>
                  <a:srgbClr val="000000"/>
                </a:solidFill>
                <a:ln w="2">
                  <a:solidFill>
                    <a:srgbClr val="000000"/>
                  </a:solidFill>
                  <a:round/>
                </a:ln>
              </p:spPr>
              <p:txBody>
                <a:bodyPr vert="horz" wrap="square" lIns="91440" tIns="45720" rIns="91440" bIns="45720" numCol="1" anchor="t" anchorCtr="0" compatLnSpc="1"/>
                <a:lstStyle/>
                <a:p>
                  <a:endParaRPr lang="zh-CN" altLang="en-US"/>
                </a:p>
              </p:txBody>
            </p:sp>
            <p:sp>
              <p:nvSpPr>
                <p:cNvPr id="349030" name="任意多边形 9414"/>
                <p:cNvSpPr/>
                <p:nvPr/>
              </p:nvSpPr>
              <p:spPr bwMode="auto">
                <a:xfrm>
                  <a:off x="1883" y="1829"/>
                  <a:ext cx="2" cy="7"/>
                </a:xfrm>
                <a:custGeom>
                  <a:avLst/>
                  <a:gdLst/>
                  <a:ahLst/>
                  <a:cxnLst>
                    <a:cxn ang="0">
                      <a:pos x="2" y="0"/>
                    </a:cxn>
                    <a:cxn ang="0">
                      <a:pos x="2" y="0"/>
                    </a:cxn>
                    <a:cxn ang="0">
                      <a:pos x="2" y="7"/>
                    </a:cxn>
                    <a:cxn ang="0">
                      <a:pos x="0" y="0"/>
                    </a:cxn>
                    <a:cxn ang="0">
                      <a:pos x="2" y="0"/>
                    </a:cxn>
                  </a:cxnLst>
                  <a:rect l="0" t="0" r="r" b="b"/>
                  <a:pathLst>
                    <a:path w="2" h="7">
                      <a:moveTo>
                        <a:pt x="2" y="0"/>
                      </a:moveTo>
                      <a:lnTo>
                        <a:pt x="2" y="0"/>
                      </a:lnTo>
                      <a:lnTo>
                        <a:pt x="2" y="7"/>
                      </a:lnTo>
                      <a:lnTo>
                        <a:pt x="0" y="0"/>
                      </a:lnTo>
                      <a:lnTo>
                        <a:pt x="2" y="0"/>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029" name="矩形 9415"/>
                <p:cNvSpPr>
                  <a:spLocks noChangeArrowheads="1"/>
                </p:cNvSpPr>
                <p:nvPr/>
              </p:nvSpPr>
              <p:spPr bwMode="auto">
                <a:xfrm>
                  <a:off x="1813" y="1840"/>
                  <a:ext cx="10" cy="4"/>
                </a:xfrm>
                <a:prstGeom prst="rect">
                  <a:avLst/>
                </a:prstGeom>
                <a:solidFill>
                  <a:srgbClr val="83FF00"/>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28" name="矩形 9416"/>
                <p:cNvSpPr>
                  <a:spLocks noChangeArrowheads="1"/>
                </p:cNvSpPr>
                <p:nvPr/>
              </p:nvSpPr>
              <p:spPr bwMode="auto">
                <a:xfrm>
                  <a:off x="1813" y="1840"/>
                  <a:ext cx="10" cy="4"/>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27" name="任意多边形 9417"/>
                <p:cNvSpPr/>
                <p:nvPr/>
              </p:nvSpPr>
              <p:spPr bwMode="auto">
                <a:xfrm>
                  <a:off x="1773" y="1825"/>
                  <a:ext cx="56" cy="2"/>
                </a:xfrm>
                <a:custGeom>
                  <a:avLst/>
                  <a:gdLst/>
                  <a:ahLst/>
                  <a:cxnLst>
                    <a:cxn ang="0">
                      <a:pos x="56" y="0"/>
                    </a:cxn>
                    <a:cxn ang="0">
                      <a:pos x="2" y="0"/>
                    </a:cxn>
                    <a:cxn ang="0">
                      <a:pos x="0" y="2"/>
                    </a:cxn>
                    <a:cxn ang="0">
                      <a:pos x="56" y="2"/>
                    </a:cxn>
                    <a:cxn ang="0">
                      <a:pos x="56" y="0"/>
                    </a:cxn>
                  </a:cxnLst>
                  <a:rect l="0" t="0" r="r" b="b"/>
                  <a:pathLst>
                    <a:path w="56" h="2">
                      <a:moveTo>
                        <a:pt x="56" y="0"/>
                      </a:moveTo>
                      <a:lnTo>
                        <a:pt x="2" y="0"/>
                      </a:lnTo>
                      <a:lnTo>
                        <a:pt x="0" y="2"/>
                      </a:lnTo>
                      <a:lnTo>
                        <a:pt x="56" y="2"/>
                      </a:lnTo>
                      <a:lnTo>
                        <a:pt x="56" y="0"/>
                      </a:lnTo>
                      <a:close/>
                    </a:path>
                  </a:pathLst>
                </a:custGeom>
                <a:solidFill>
                  <a:srgbClr val="CCCCCC"/>
                </a:solidFill>
                <a:ln w="2">
                  <a:solidFill>
                    <a:srgbClr val="000000"/>
                  </a:solidFill>
                  <a:round/>
                </a:ln>
              </p:spPr>
              <p:txBody>
                <a:bodyPr vert="horz" wrap="square" lIns="91440" tIns="45720" rIns="91440" bIns="45720" numCol="1" anchor="t" anchorCtr="0" compatLnSpc="1"/>
                <a:lstStyle/>
                <a:p>
                  <a:endParaRPr lang="zh-CN" altLang="en-US"/>
                </a:p>
              </p:txBody>
            </p:sp>
            <p:sp>
              <p:nvSpPr>
                <p:cNvPr id="349026" name="任意多边形 9418"/>
                <p:cNvSpPr/>
                <p:nvPr/>
              </p:nvSpPr>
              <p:spPr bwMode="auto">
                <a:xfrm>
                  <a:off x="1773" y="1825"/>
                  <a:ext cx="56" cy="2"/>
                </a:xfrm>
                <a:custGeom>
                  <a:avLst/>
                  <a:gdLst/>
                  <a:ahLst/>
                  <a:cxnLst>
                    <a:cxn ang="0">
                      <a:pos x="56" y="0"/>
                    </a:cxn>
                    <a:cxn ang="0">
                      <a:pos x="2" y="0"/>
                    </a:cxn>
                    <a:cxn ang="0">
                      <a:pos x="0" y="2"/>
                    </a:cxn>
                    <a:cxn ang="0">
                      <a:pos x="56" y="2"/>
                    </a:cxn>
                    <a:cxn ang="0">
                      <a:pos x="56" y="0"/>
                    </a:cxn>
                  </a:cxnLst>
                  <a:rect l="0" t="0" r="r" b="b"/>
                  <a:pathLst>
                    <a:path w="56" h="2">
                      <a:moveTo>
                        <a:pt x="56" y="0"/>
                      </a:moveTo>
                      <a:lnTo>
                        <a:pt x="2" y="0"/>
                      </a:lnTo>
                      <a:lnTo>
                        <a:pt x="0" y="2"/>
                      </a:lnTo>
                      <a:lnTo>
                        <a:pt x="56" y="2"/>
                      </a:lnTo>
                      <a:lnTo>
                        <a:pt x="56" y="0"/>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025" name="任意多边形 9419"/>
                <p:cNvSpPr/>
                <p:nvPr/>
              </p:nvSpPr>
              <p:spPr bwMode="auto">
                <a:xfrm>
                  <a:off x="1895" y="1838"/>
                  <a:ext cx="18" cy="8"/>
                </a:xfrm>
                <a:custGeom>
                  <a:avLst/>
                  <a:gdLst/>
                  <a:ahLst/>
                  <a:cxnLst>
                    <a:cxn ang="0">
                      <a:pos x="18" y="4"/>
                    </a:cxn>
                    <a:cxn ang="0">
                      <a:pos x="18" y="2"/>
                    </a:cxn>
                    <a:cxn ang="0">
                      <a:pos x="18" y="2"/>
                    </a:cxn>
                    <a:cxn ang="0">
                      <a:pos x="18" y="2"/>
                    </a:cxn>
                    <a:cxn ang="0">
                      <a:pos x="18" y="2"/>
                    </a:cxn>
                    <a:cxn ang="0">
                      <a:pos x="18" y="2"/>
                    </a:cxn>
                    <a:cxn ang="0">
                      <a:pos x="18" y="0"/>
                    </a:cxn>
                    <a:cxn ang="0">
                      <a:pos x="16" y="0"/>
                    </a:cxn>
                    <a:cxn ang="0">
                      <a:pos x="16" y="0"/>
                    </a:cxn>
                    <a:cxn ang="0">
                      <a:pos x="4" y="0"/>
                    </a:cxn>
                    <a:cxn ang="0">
                      <a:pos x="2" y="0"/>
                    </a:cxn>
                    <a:cxn ang="0">
                      <a:pos x="2" y="0"/>
                    </a:cxn>
                    <a:cxn ang="0">
                      <a:pos x="2" y="2"/>
                    </a:cxn>
                    <a:cxn ang="0">
                      <a:pos x="2" y="2"/>
                    </a:cxn>
                    <a:cxn ang="0">
                      <a:pos x="0" y="2"/>
                    </a:cxn>
                    <a:cxn ang="0">
                      <a:pos x="0" y="2"/>
                    </a:cxn>
                    <a:cxn ang="0">
                      <a:pos x="0" y="2"/>
                    </a:cxn>
                    <a:cxn ang="0">
                      <a:pos x="0" y="4"/>
                    </a:cxn>
                    <a:cxn ang="0">
                      <a:pos x="0" y="4"/>
                    </a:cxn>
                    <a:cxn ang="0">
                      <a:pos x="0" y="4"/>
                    </a:cxn>
                    <a:cxn ang="0">
                      <a:pos x="0" y="6"/>
                    </a:cxn>
                    <a:cxn ang="0">
                      <a:pos x="0" y="6"/>
                    </a:cxn>
                    <a:cxn ang="0">
                      <a:pos x="2" y="6"/>
                    </a:cxn>
                    <a:cxn ang="0">
                      <a:pos x="2" y="6"/>
                    </a:cxn>
                    <a:cxn ang="0">
                      <a:pos x="2" y="6"/>
                    </a:cxn>
                    <a:cxn ang="0">
                      <a:pos x="2" y="8"/>
                    </a:cxn>
                    <a:cxn ang="0">
                      <a:pos x="4" y="8"/>
                    </a:cxn>
                    <a:cxn ang="0">
                      <a:pos x="16" y="8"/>
                    </a:cxn>
                    <a:cxn ang="0">
                      <a:pos x="16" y="8"/>
                    </a:cxn>
                    <a:cxn ang="0">
                      <a:pos x="18" y="6"/>
                    </a:cxn>
                    <a:cxn ang="0">
                      <a:pos x="18" y="6"/>
                    </a:cxn>
                    <a:cxn ang="0">
                      <a:pos x="18" y="6"/>
                    </a:cxn>
                    <a:cxn ang="0">
                      <a:pos x="18" y="6"/>
                    </a:cxn>
                    <a:cxn ang="0">
                      <a:pos x="18" y="6"/>
                    </a:cxn>
                    <a:cxn ang="0">
                      <a:pos x="18" y="4"/>
                    </a:cxn>
                    <a:cxn ang="0">
                      <a:pos x="18" y="4"/>
                    </a:cxn>
                    <a:cxn ang="0">
                      <a:pos x="18" y="4"/>
                    </a:cxn>
                  </a:cxnLst>
                  <a:rect l="0" t="0" r="r" b="b"/>
                  <a:pathLst>
                    <a:path w="18" h="8">
                      <a:moveTo>
                        <a:pt x="18" y="4"/>
                      </a:moveTo>
                      <a:lnTo>
                        <a:pt x="18" y="2"/>
                      </a:lnTo>
                      <a:lnTo>
                        <a:pt x="18" y="0"/>
                      </a:lnTo>
                      <a:lnTo>
                        <a:pt x="16" y="0"/>
                      </a:lnTo>
                      <a:lnTo>
                        <a:pt x="4" y="0"/>
                      </a:lnTo>
                      <a:lnTo>
                        <a:pt x="2" y="0"/>
                      </a:lnTo>
                      <a:lnTo>
                        <a:pt x="2" y="2"/>
                      </a:lnTo>
                      <a:lnTo>
                        <a:pt x="0" y="2"/>
                      </a:lnTo>
                      <a:lnTo>
                        <a:pt x="0" y="4"/>
                      </a:lnTo>
                      <a:lnTo>
                        <a:pt x="0" y="6"/>
                      </a:lnTo>
                      <a:lnTo>
                        <a:pt x="2" y="6"/>
                      </a:lnTo>
                      <a:lnTo>
                        <a:pt x="2" y="8"/>
                      </a:lnTo>
                      <a:lnTo>
                        <a:pt x="4" y="8"/>
                      </a:lnTo>
                      <a:lnTo>
                        <a:pt x="16" y="8"/>
                      </a:lnTo>
                      <a:lnTo>
                        <a:pt x="18" y="6"/>
                      </a:lnTo>
                      <a:lnTo>
                        <a:pt x="18" y="4"/>
                      </a:lnTo>
                      <a:close/>
                    </a:path>
                  </a:pathLst>
                </a:custGeom>
                <a:solidFill>
                  <a:srgbClr val="D8D8D8"/>
                </a:solidFill>
                <a:ln w="2">
                  <a:solidFill>
                    <a:srgbClr val="000000"/>
                  </a:solidFill>
                  <a:round/>
                </a:ln>
              </p:spPr>
              <p:txBody>
                <a:bodyPr vert="horz" wrap="square" lIns="91440" tIns="45720" rIns="91440" bIns="45720" numCol="1" anchor="t" anchorCtr="0" compatLnSpc="1"/>
                <a:lstStyle/>
                <a:p>
                  <a:endParaRPr lang="zh-CN" altLang="en-US"/>
                </a:p>
              </p:txBody>
            </p:sp>
            <p:sp>
              <p:nvSpPr>
                <p:cNvPr id="349024" name="任意多边形 9420"/>
                <p:cNvSpPr/>
                <p:nvPr/>
              </p:nvSpPr>
              <p:spPr bwMode="auto">
                <a:xfrm>
                  <a:off x="1895" y="1838"/>
                  <a:ext cx="18" cy="8"/>
                </a:xfrm>
                <a:custGeom>
                  <a:avLst/>
                  <a:gdLst/>
                  <a:ahLst/>
                  <a:cxnLst>
                    <a:cxn ang="0">
                      <a:pos x="18" y="4"/>
                    </a:cxn>
                    <a:cxn ang="0">
                      <a:pos x="18" y="2"/>
                    </a:cxn>
                    <a:cxn ang="0">
                      <a:pos x="18" y="2"/>
                    </a:cxn>
                    <a:cxn ang="0">
                      <a:pos x="18" y="2"/>
                    </a:cxn>
                    <a:cxn ang="0">
                      <a:pos x="18" y="2"/>
                    </a:cxn>
                    <a:cxn ang="0">
                      <a:pos x="18" y="2"/>
                    </a:cxn>
                    <a:cxn ang="0">
                      <a:pos x="18" y="0"/>
                    </a:cxn>
                    <a:cxn ang="0">
                      <a:pos x="16" y="0"/>
                    </a:cxn>
                    <a:cxn ang="0">
                      <a:pos x="16" y="0"/>
                    </a:cxn>
                    <a:cxn ang="0">
                      <a:pos x="4" y="0"/>
                    </a:cxn>
                    <a:cxn ang="0">
                      <a:pos x="2" y="0"/>
                    </a:cxn>
                    <a:cxn ang="0">
                      <a:pos x="2" y="0"/>
                    </a:cxn>
                    <a:cxn ang="0">
                      <a:pos x="2" y="2"/>
                    </a:cxn>
                    <a:cxn ang="0">
                      <a:pos x="2" y="2"/>
                    </a:cxn>
                    <a:cxn ang="0">
                      <a:pos x="0" y="2"/>
                    </a:cxn>
                    <a:cxn ang="0">
                      <a:pos x="0" y="2"/>
                    </a:cxn>
                    <a:cxn ang="0">
                      <a:pos x="0" y="2"/>
                    </a:cxn>
                    <a:cxn ang="0">
                      <a:pos x="0" y="4"/>
                    </a:cxn>
                    <a:cxn ang="0">
                      <a:pos x="0" y="4"/>
                    </a:cxn>
                    <a:cxn ang="0">
                      <a:pos x="0" y="4"/>
                    </a:cxn>
                    <a:cxn ang="0">
                      <a:pos x="0" y="6"/>
                    </a:cxn>
                    <a:cxn ang="0">
                      <a:pos x="0" y="6"/>
                    </a:cxn>
                    <a:cxn ang="0">
                      <a:pos x="2" y="6"/>
                    </a:cxn>
                    <a:cxn ang="0">
                      <a:pos x="2" y="6"/>
                    </a:cxn>
                    <a:cxn ang="0">
                      <a:pos x="2" y="6"/>
                    </a:cxn>
                    <a:cxn ang="0">
                      <a:pos x="2" y="8"/>
                    </a:cxn>
                    <a:cxn ang="0">
                      <a:pos x="4" y="8"/>
                    </a:cxn>
                    <a:cxn ang="0">
                      <a:pos x="16" y="8"/>
                    </a:cxn>
                    <a:cxn ang="0">
                      <a:pos x="16" y="8"/>
                    </a:cxn>
                    <a:cxn ang="0">
                      <a:pos x="18" y="6"/>
                    </a:cxn>
                    <a:cxn ang="0">
                      <a:pos x="18" y="6"/>
                    </a:cxn>
                    <a:cxn ang="0">
                      <a:pos x="18" y="6"/>
                    </a:cxn>
                    <a:cxn ang="0">
                      <a:pos x="18" y="6"/>
                    </a:cxn>
                    <a:cxn ang="0">
                      <a:pos x="18" y="6"/>
                    </a:cxn>
                    <a:cxn ang="0">
                      <a:pos x="18" y="4"/>
                    </a:cxn>
                    <a:cxn ang="0">
                      <a:pos x="18" y="4"/>
                    </a:cxn>
                    <a:cxn ang="0">
                      <a:pos x="18" y="4"/>
                    </a:cxn>
                  </a:cxnLst>
                  <a:rect l="0" t="0" r="r" b="b"/>
                  <a:pathLst>
                    <a:path w="18" h="8">
                      <a:moveTo>
                        <a:pt x="18" y="4"/>
                      </a:moveTo>
                      <a:lnTo>
                        <a:pt x="18" y="2"/>
                      </a:lnTo>
                      <a:lnTo>
                        <a:pt x="18" y="0"/>
                      </a:lnTo>
                      <a:lnTo>
                        <a:pt x="16" y="0"/>
                      </a:lnTo>
                      <a:lnTo>
                        <a:pt x="4" y="0"/>
                      </a:lnTo>
                      <a:lnTo>
                        <a:pt x="2" y="0"/>
                      </a:lnTo>
                      <a:lnTo>
                        <a:pt x="2" y="2"/>
                      </a:lnTo>
                      <a:lnTo>
                        <a:pt x="0" y="2"/>
                      </a:lnTo>
                      <a:lnTo>
                        <a:pt x="0" y="4"/>
                      </a:lnTo>
                      <a:lnTo>
                        <a:pt x="0" y="6"/>
                      </a:lnTo>
                      <a:lnTo>
                        <a:pt x="2" y="6"/>
                      </a:lnTo>
                      <a:lnTo>
                        <a:pt x="2" y="8"/>
                      </a:lnTo>
                      <a:lnTo>
                        <a:pt x="4" y="8"/>
                      </a:lnTo>
                      <a:lnTo>
                        <a:pt x="16" y="8"/>
                      </a:lnTo>
                      <a:lnTo>
                        <a:pt x="18" y="6"/>
                      </a:lnTo>
                      <a:lnTo>
                        <a:pt x="18" y="4"/>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023" name="直线 9421"/>
                <p:cNvSpPr>
                  <a:spLocks noChangeShapeType="1"/>
                </p:cNvSpPr>
                <p:nvPr/>
              </p:nvSpPr>
              <p:spPr bwMode="auto">
                <a:xfrm>
                  <a:off x="1767" y="1569"/>
                  <a:ext cx="354" cy="1"/>
                </a:xfrm>
                <a:prstGeom prst="line">
                  <a:avLst/>
                </a:prstGeom>
                <a:noFill/>
                <a:ln w="4">
                  <a:solidFill>
                    <a:srgbClr val="000000"/>
                  </a:solidFill>
                  <a:round/>
                </a:ln>
              </p:spPr>
              <p:txBody>
                <a:bodyPr vert="horz" wrap="square" lIns="91440" tIns="45720" rIns="91440" bIns="45720" numCol="1" anchor="t" anchorCtr="0" compatLnSpc="1"/>
                <a:lstStyle/>
                <a:p>
                  <a:endParaRPr lang="zh-CN" altLang="en-US"/>
                </a:p>
              </p:txBody>
            </p:sp>
            <p:sp>
              <p:nvSpPr>
                <p:cNvPr id="349022" name="矩形 9422"/>
                <p:cNvSpPr>
                  <a:spLocks noChangeArrowheads="1"/>
                </p:cNvSpPr>
                <p:nvPr/>
              </p:nvSpPr>
              <p:spPr bwMode="auto">
                <a:xfrm>
                  <a:off x="1847" y="1490"/>
                  <a:ext cx="196" cy="46"/>
                </a:xfrm>
                <a:prstGeom prst="rect">
                  <a:avLst/>
                </a:prstGeom>
                <a:solidFill>
                  <a:srgbClr val="E5E5E5"/>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21" name="矩形 9423"/>
                <p:cNvSpPr>
                  <a:spLocks noChangeArrowheads="1"/>
                </p:cNvSpPr>
                <p:nvPr/>
              </p:nvSpPr>
              <p:spPr bwMode="auto">
                <a:xfrm>
                  <a:off x="1847" y="1490"/>
                  <a:ext cx="196" cy="46"/>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20" name="矩形 9424"/>
                <p:cNvSpPr>
                  <a:spLocks noChangeArrowheads="1"/>
                </p:cNvSpPr>
                <p:nvPr/>
              </p:nvSpPr>
              <p:spPr bwMode="auto">
                <a:xfrm>
                  <a:off x="1861" y="1490"/>
                  <a:ext cx="170" cy="35"/>
                </a:xfrm>
                <a:prstGeom prst="rect">
                  <a:avLst/>
                </a:prstGeom>
                <a:solidFill>
                  <a:srgbClr val="000000"/>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19" name="矩形 9425"/>
                <p:cNvSpPr>
                  <a:spLocks noChangeArrowheads="1"/>
                </p:cNvSpPr>
                <p:nvPr/>
              </p:nvSpPr>
              <p:spPr bwMode="auto">
                <a:xfrm>
                  <a:off x="1861" y="1490"/>
                  <a:ext cx="170" cy="3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18" name="任意多边形 9426"/>
                <p:cNvSpPr/>
                <p:nvPr/>
              </p:nvSpPr>
              <p:spPr bwMode="auto">
                <a:xfrm>
                  <a:off x="1861" y="1490"/>
                  <a:ext cx="170" cy="33"/>
                </a:xfrm>
                <a:custGeom>
                  <a:avLst/>
                  <a:gdLst/>
                  <a:ahLst/>
                  <a:cxnLst>
                    <a:cxn ang="0">
                      <a:pos x="0" y="0"/>
                    </a:cxn>
                    <a:cxn ang="0">
                      <a:pos x="0" y="31"/>
                    </a:cxn>
                    <a:cxn ang="0">
                      <a:pos x="8" y="31"/>
                    </a:cxn>
                    <a:cxn ang="0">
                      <a:pos x="8" y="33"/>
                    </a:cxn>
                    <a:cxn ang="0">
                      <a:pos x="160" y="33"/>
                    </a:cxn>
                    <a:cxn ang="0">
                      <a:pos x="160" y="31"/>
                    </a:cxn>
                    <a:cxn ang="0">
                      <a:pos x="170" y="31"/>
                    </a:cxn>
                    <a:cxn ang="0">
                      <a:pos x="170" y="0"/>
                    </a:cxn>
                    <a:cxn ang="0">
                      <a:pos x="0" y="0"/>
                    </a:cxn>
                  </a:cxnLst>
                  <a:rect l="0" t="0" r="r" b="b"/>
                  <a:pathLst>
                    <a:path w="170" h="33">
                      <a:moveTo>
                        <a:pt x="0" y="0"/>
                      </a:moveTo>
                      <a:lnTo>
                        <a:pt x="0" y="31"/>
                      </a:lnTo>
                      <a:lnTo>
                        <a:pt x="8" y="31"/>
                      </a:lnTo>
                      <a:lnTo>
                        <a:pt x="8" y="33"/>
                      </a:lnTo>
                      <a:lnTo>
                        <a:pt x="160" y="33"/>
                      </a:lnTo>
                      <a:lnTo>
                        <a:pt x="160" y="31"/>
                      </a:lnTo>
                      <a:lnTo>
                        <a:pt x="170" y="31"/>
                      </a:lnTo>
                      <a:lnTo>
                        <a:pt x="170" y="0"/>
                      </a:lnTo>
                      <a:lnTo>
                        <a:pt x="0" y="0"/>
                      </a:lnTo>
                      <a:close/>
                    </a:path>
                  </a:pathLst>
                </a:custGeom>
                <a:solidFill>
                  <a:srgbClr val="F2F2F2"/>
                </a:solidFill>
                <a:ln w="2">
                  <a:solidFill>
                    <a:srgbClr val="000000"/>
                  </a:solidFill>
                  <a:round/>
                </a:ln>
              </p:spPr>
              <p:txBody>
                <a:bodyPr vert="horz" wrap="square" lIns="91440" tIns="45720" rIns="91440" bIns="45720" numCol="1" anchor="t" anchorCtr="0" compatLnSpc="1"/>
                <a:lstStyle/>
                <a:p>
                  <a:endParaRPr lang="zh-CN" altLang="en-US"/>
                </a:p>
              </p:txBody>
            </p:sp>
            <p:sp>
              <p:nvSpPr>
                <p:cNvPr id="349017" name="任意多边形 9427"/>
                <p:cNvSpPr/>
                <p:nvPr/>
              </p:nvSpPr>
              <p:spPr bwMode="auto">
                <a:xfrm>
                  <a:off x="1861" y="1490"/>
                  <a:ext cx="170" cy="33"/>
                </a:xfrm>
                <a:custGeom>
                  <a:avLst/>
                  <a:gdLst/>
                  <a:ahLst/>
                  <a:cxnLst>
                    <a:cxn ang="0">
                      <a:pos x="0" y="0"/>
                    </a:cxn>
                    <a:cxn ang="0">
                      <a:pos x="0" y="31"/>
                    </a:cxn>
                    <a:cxn ang="0">
                      <a:pos x="8" y="31"/>
                    </a:cxn>
                    <a:cxn ang="0">
                      <a:pos x="8" y="33"/>
                    </a:cxn>
                    <a:cxn ang="0">
                      <a:pos x="160" y="33"/>
                    </a:cxn>
                    <a:cxn ang="0">
                      <a:pos x="160" y="31"/>
                    </a:cxn>
                    <a:cxn ang="0">
                      <a:pos x="170" y="31"/>
                    </a:cxn>
                    <a:cxn ang="0">
                      <a:pos x="170" y="0"/>
                    </a:cxn>
                    <a:cxn ang="0">
                      <a:pos x="0" y="0"/>
                    </a:cxn>
                  </a:cxnLst>
                  <a:rect l="0" t="0" r="r" b="b"/>
                  <a:pathLst>
                    <a:path w="170" h="33">
                      <a:moveTo>
                        <a:pt x="0" y="0"/>
                      </a:moveTo>
                      <a:lnTo>
                        <a:pt x="0" y="31"/>
                      </a:lnTo>
                      <a:lnTo>
                        <a:pt x="8" y="31"/>
                      </a:lnTo>
                      <a:lnTo>
                        <a:pt x="8" y="33"/>
                      </a:lnTo>
                      <a:lnTo>
                        <a:pt x="160" y="33"/>
                      </a:lnTo>
                      <a:lnTo>
                        <a:pt x="160" y="31"/>
                      </a:lnTo>
                      <a:lnTo>
                        <a:pt x="170" y="31"/>
                      </a:lnTo>
                      <a:lnTo>
                        <a:pt x="170" y="0"/>
                      </a:lnTo>
                      <a:lnTo>
                        <a:pt x="0" y="0"/>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016" name="任意多边形 9428"/>
                <p:cNvSpPr/>
                <p:nvPr/>
              </p:nvSpPr>
              <p:spPr bwMode="auto">
                <a:xfrm>
                  <a:off x="2015" y="1492"/>
                  <a:ext cx="4" cy="29"/>
                </a:xfrm>
                <a:custGeom>
                  <a:avLst/>
                  <a:gdLst/>
                  <a:ahLst/>
                  <a:cxnLst>
                    <a:cxn ang="0">
                      <a:pos x="4" y="2"/>
                    </a:cxn>
                    <a:cxn ang="0">
                      <a:pos x="2" y="2"/>
                    </a:cxn>
                    <a:cxn ang="0">
                      <a:pos x="2" y="2"/>
                    </a:cxn>
                    <a:cxn ang="0">
                      <a:pos x="2" y="2"/>
                    </a:cxn>
                    <a:cxn ang="0">
                      <a:pos x="2" y="0"/>
                    </a:cxn>
                    <a:cxn ang="0">
                      <a:pos x="2" y="0"/>
                    </a:cxn>
                    <a:cxn ang="0">
                      <a:pos x="0" y="2"/>
                    </a:cxn>
                    <a:cxn ang="0">
                      <a:pos x="0" y="2"/>
                    </a:cxn>
                    <a:cxn ang="0">
                      <a:pos x="0" y="2"/>
                    </a:cxn>
                    <a:cxn ang="0">
                      <a:pos x="0" y="2"/>
                    </a:cxn>
                    <a:cxn ang="0">
                      <a:pos x="0" y="27"/>
                    </a:cxn>
                    <a:cxn ang="0">
                      <a:pos x="0" y="27"/>
                    </a:cxn>
                    <a:cxn ang="0">
                      <a:pos x="0" y="29"/>
                    </a:cxn>
                    <a:cxn ang="0">
                      <a:pos x="0" y="29"/>
                    </a:cxn>
                    <a:cxn ang="0">
                      <a:pos x="2" y="29"/>
                    </a:cxn>
                    <a:cxn ang="0">
                      <a:pos x="2" y="29"/>
                    </a:cxn>
                    <a:cxn ang="0">
                      <a:pos x="2" y="29"/>
                    </a:cxn>
                    <a:cxn ang="0">
                      <a:pos x="2" y="29"/>
                    </a:cxn>
                    <a:cxn ang="0">
                      <a:pos x="2" y="27"/>
                    </a:cxn>
                    <a:cxn ang="0">
                      <a:pos x="4" y="27"/>
                    </a:cxn>
                    <a:cxn ang="0">
                      <a:pos x="4" y="2"/>
                    </a:cxn>
                  </a:cxnLst>
                  <a:rect l="0" t="0" r="r" b="b"/>
                  <a:pathLst>
                    <a:path w="4" h="29">
                      <a:moveTo>
                        <a:pt x="4" y="2"/>
                      </a:moveTo>
                      <a:lnTo>
                        <a:pt x="2" y="2"/>
                      </a:lnTo>
                      <a:lnTo>
                        <a:pt x="2" y="0"/>
                      </a:lnTo>
                      <a:lnTo>
                        <a:pt x="0" y="2"/>
                      </a:lnTo>
                      <a:lnTo>
                        <a:pt x="0" y="27"/>
                      </a:lnTo>
                      <a:lnTo>
                        <a:pt x="0" y="29"/>
                      </a:lnTo>
                      <a:lnTo>
                        <a:pt x="2" y="29"/>
                      </a:lnTo>
                      <a:lnTo>
                        <a:pt x="2" y="27"/>
                      </a:lnTo>
                      <a:lnTo>
                        <a:pt x="4" y="27"/>
                      </a:lnTo>
                      <a:lnTo>
                        <a:pt x="4" y="2"/>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a:p>
              </p:txBody>
            </p:sp>
            <p:sp>
              <p:nvSpPr>
                <p:cNvPr id="349015" name="任意多边形 9429"/>
                <p:cNvSpPr/>
                <p:nvPr/>
              </p:nvSpPr>
              <p:spPr bwMode="auto">
                <a:xfrm>
                  <a:off x="2015" y="1492"/>
                  <a:ext cx="4" cy="29"/>
                </a:xfrm>
                <a:custGeom>
                  <a:avLst/>
                  <a:gdLst/>
                  <a:ahLst/>
                  <a:cxnLst>
                    <a:cxn ang="0">
                      <a:pos x="4" y="2"/>
                    </a:cxn>
                    <a:cxn ang="0">
                      <a:pos x="2" y="2"/>
                    </a:cxn>
                    <a:cxn ang="0">
                      <a:pos x="2" y="2"/>
                    </a:cxn>
                    <a:cxn ang="0">
                      <a:pos x="2" y="2"/>
                    </a:cxn>
                    <a:cxn ang="0">
                      <a:pos x="2" y="0"/>
                    </a:cxn>
                    <a:cxn ang="0">
                      <a:pos x="2" y="0"/>
                    </a:cxn>
                    <a:cxn ang="0">
                      <a:pos x="0" y="2"/>
                    </a:cxn>
                    <a:cxn ang="0">
                      <a:pos x="0" y="2"/>
                    </a:cxn>
                    <a:cxn ang="0">
                      <a:pos x="0" y="2"/>
                    </a:cxn>
                    <a:cxn ang="0">
                      <a:pos x="0" y="2"/>
                    </a:cxn>
                    <a:cxn ang="0">
                      <a:pos x="0" y="27"/>
                    </a:cxn>
                    <a:cxn ang="0">
                      <a:pos x="0" y="27"/>
                    </a:cxn>
                    <a:cxn ang="0">
                      <a:pos x="0" y="29"/>
                    </a:cxn>
                    <a:cxn ang="0">
                      <a:pos x="0" y="29"/>
                    </a:cxn>
                    <a:cxn ang="0">
                      <a:pos x="2" y="29"/>
                    </a:cxn>
                    <a:cxn ang="0">
                      <a:pos x="2" y="29"/>
                    </a:cxn>
                    <a:cxn ang="0">
                      <a:pos x="2" y="29"/>
                    </a:cxn>
                    <a:cxn ang="0">
                      <a:pos x="2" y="29"/>
                    </a:cxn>
                    <a:cxn ang="0">
                      <a:pos x="2" y="27"/>
                    </a:cxn>
                    <a:cxn ang="0">
                      <a:pos x="4" y="27"/>
                    </a:cxn>
                    <a:cxn ang="0">
                      <a:pos x="4" y="2"/>
                    </a:cxn>
                  </a:cxnLst>
                  <a:rect l="0" t="0" r="r" b="b"/>
                  <a:pathLst>
                    <a:path w="4" h="29">
                      <a:moveTo>
                        <a:pt x="4" y="2"/>
                      </a:moveTo>
                      <a:lnTo>
                        <a:pt x="2" y="2"/>
                      </a:lnTo>
                      <a:lnTo>
                        <a:pt x="2" y="0"/>
                      </a:lnTo>
                      <a:lnTo>
                        <a:pt x="0" y="2"/>
                      </a:lnTo>
                      <a:lnTo>
                        <a:pt x="0" y="27"/>
                      </a:lnTo>
                      <a:lnTo>
                        <a:pt x="0" y="29"/>
                      </a:lnTo>
                      <a:lnTo>
                        <a:pt x="2" y="29"/>
                      </a:lnTo>
                      <a:lnTo>
                        <a:pt x="2" y="27"/>
                      </a:lnTo>
                      <a:lnTo>
                        <a:pt x="4" y="27"/>
                      </a:lnTo>
                      <a:lnTo>
                        <a:pt x="4" y="2"/>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014" name="任意多边形 9430"/>
                <p:cNvSpPr/>
                <p:nvPr/>
              </p:nvSpPr>
              <p:spPr bwMode="auto">
                <a:xfrm>
                  <a:off x="1873" y="1492"/>
                  <a:ext cx="2" cy="29"/>
                </a:xfrm>
                <a:custGeom>
                  <a:avLst/>
                  <a:gdLst/>
                  <a:ahLst/>
                  <a:cxnLst>
                    <a:cxn ang="0">
                      <a:pos x="2" y="2"/>
                    </a:cxn>
                    <a:cxn ang="0">
                      <a:pos x="2" y="2"/>
                    </a:cxn>
                    <a:cxn ang="0">
                      <a:pos x="2" y="2"/>
                    </a:cxn>
                    <a:cxn ang="0">
                      <a:pos x="2" y="2"/>
                    </a:cxn>
                    <a:cxn ang="0">
                      <a:pos x="2" y="0"/>
                    </a:cxn>
                    <a:cxn ang="0">
                      <a:pos x="0" y="0"/>
                    </a:cxn>
                    <a:cxn ang="0">
                      <a:pos x="0" y="2"/>
                    </a:cxn>
                    <a:cxn ang="0">
                      <a:pos x="0" y="2"/>
                    </a:cxn>
                    <a:cxn ang="0">
                      <a:pos x="0" y="2"/>
                    </a:cxn>
                    <a:cxn ang="0">
                      <a:pos x="0" y="2"/>
                    </a:cxn>
                    <a:cxn ang="0">
                      <a:pos x="0" y="27"/>
                    </a:cxn>
                    <a:cxn ang="0">
                      <a:pos x="0" y="27"/>
                    </a:cxn>
                    <a:cxn ang="0">
                      <a:pos x="0" y="29"/>
                    </a:cxn>
                    <a:cxn ang="0">
                      <a:pos x="0" y="29"/>
                    </a:cxn>
                    <a:cxn ang="0">
                      <a:pos x="0" y="29"/>
                    </a:cxn>
                    <a:cxn ang="0">
                      <a:pos x="2" y="29"/>
                    </a:cxn>
                    <a:cxn ang="0">
                      <a:pos x="2" y="29"/>
                    </a:cxn>
                    <a:cxn ang="0">
                      <a:pos x="2" y="29"/>
                    </a:cxn>
                    <a:cxn ang="0">
                      <a:pos x="2" y="27"/>
                    </a:cxn>
                    <a:cxn ang="0">
                      <a:pos x="2" y="27"/>
                    </a:cxn>
                    <a:cxn ang="0">
                      <a:pos x="2" y="2"/>
                    </a:cxn>
                  </a:cxnLst>
                  <a:rect l="0" t="0" r="r" b="b"/>
                  <a:pathLst>
                    <a:path w="2" h="29">
                      <a:moveTo>
                        <a:pt x="2" y="2"/>
                      </a:moveTo>
                      <a:lnTo>
                        <a:pt x="2" y="2"/>
                      </a:lnTo>
                      <a:lnTo>
                        <a:pt x="2" y="0"/>
                      </a:lnTo>
                      <a:lnTo>
                        <a:pt x="0" y="0"/>
                      </a:lnTo>
                      <a:lnTo>
                        <a:pt x="0" y="2"/>
                      </a:lnTo>
                      <a:lnTo>
                        <a:pt x="0" y="27"/>
                      </a:lnTo>
                      <a:lnTo>
                        <a:pt x="0" y="29"/>
                      </a:lnTo>
                      <a:lnTo>
                        <a:pt x="2" y="29"/>
                      </a:lnTo>
                      <a:lnTo>
                        <a:pt x="2" y="27"/>
                      </a:lnTo>
                      <a:lnTo>
                        <a:pt x="2" y="2"/>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a:p>
              </p:txBody>
            </p:sp>
            <p:sp>
              <p:nvSpPr>
                <p:cNvPr id="349013" name="任意多边形 9431"/>
                <p:cNvSpPr/>
                <p:nvPr/>
              </p:nvSpPr>
              <p:spPr bwMode="auto">
                <a:xfrm>
                  <a:off x="1873" y="1492"/>
                  <a:ext cx="2" cy="29"/>
                </a:xfrm>
                <a:custGeom>
                  <a:avLst/>
                  <a:gdLst/>
                  <a:ahLst/>
                  <a:cxnLst>
                    <a:cxn ang="0">
                      <a:pos x="2" y="2"/>
                    </a:cxn>
                    <a:cxn ang="0">
                      <a:pos x="2" y="2"/>
                    </a:cxn>
                    <a:cxn ang="0">
                      <a:pos x="2" y="2"/>
                    </a:cxn>
                    <a:cxn ang="0">
                      <a:pos x="2" y="2"/>
                    </a:cxn>
                    <a:cxn ang="0">
                      <a:pos x="2" y="0"/>
                    </a:cxn>
                    <a:cxn ang="0">
                      <a:pos x="0" y="0"/>
                    </a:cxn>
                    <a:cxn ang="0">
                      <a:pos x="0" y="2"/>
                    </a:cxn>
                    <a:cxn ang="0">
                      <a:pos x="0" y="2"/>
                    </a:cxn>
                    <a:cxn ang="0">
                      <a:pos x="0" y="2"/>
                    </a:cxn>
                    <a:cxn ang="0">
                      <a:pos x="0" y="2"/>
                    </a:cxn>
                    <a:cxn ang="0">
                      <a:pos x="0" y="27"/>
                    </a:cxn>
                    <a:cxn ang="0">
                      <a:pos x="0" y="27"/>
                    </a:cxn>
                    <a:cxn ang="0">
                      <a:pos x="0" y="29"/>
                    </a:cxn>
                    <a:cxn ang="0">
                      <a:pos x="0" y="29"/>
                    </a:cxn>
                    <a:cxn ang="0">
                      <a:pos x="0" y="29"/>
                    </a:cxn>
                    <a:cxn ang="0">
                      <a:pos x="2" y="29"/>
                    </a:cxn>
                    <a:cxn ang="0">
                      <a:pos x="2" y="29"/>
                    </a:cxn>
                    <a:cxn ang="0">
                      <a:pos x="2" y="29"/>
                    </a:cxn>
                    <a:cxn ang="0">
                      <a:pos x="2" y="27"/>
                    </a:cxn>
                    <a:cxn ang="0">
                      <a:pos x="2" y="27"/>
                    </a:cxn>
                    <a:cxn ang="0">
                      <a:pos x="2" y="2"/>
                    </a:cxn>
                  </a:cxnLst>
                  <a:rect l="0" t="0" r="r" b="b"/>
                  <a:pathLst>
                    <a:path w="2" h="29">
                      <a:moveTo>
                        <a:pt x="2" y="2"/>
                      </a:moveTo>
                      <a:lnTo>
                        <a:pt x="2" y="2"/>
                      </a:lnTo>
                      <a:lnTo>
                        <a:pt x="2" y="0"/>
                      </a:lnTo>
                      <a:lnTo>
                        <a:pt x="0" y="0"/>
                      </a:lnTo>
                      <a:lnTo>
                        <a:pt x="0" y="2"/>
                      </a:lnTo>
                      <a:lnTo>
                        <a:pt x="0" y="27"/>
                      </a:lnTo>
                      <a:lnTo>
                        <a:pt x="0" y="29"/>
                      </a:lnTo>
                      <a:lnTo>
                        <a:pt x="2" y="29"/>
                      </a:lnTo>
                      <a:lnTo>
                        <a:pt x="2" y="27"/>
                      </a:lnTo>
                      <a:lnTo>
                        <a:pt x="2" y="2"/>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012" name="直线 9432"/>
                <p:cNvSpPr>
                  <a:spLocks noChangeShapeType="1"/>
                </p:cNvSpPr>
                <p:nvPr/>
              </p:nvSpPr>
              <p:spPr bwMode="auto">
                <a:xfrm>
                  <a:off x="2061" y="2272"/>
                  <a:ext cx="1" cy="84"/>
                </a:xfrm>
                <a:prstGeom prst="line">
                  <a:avLst/>
                </a:prstGeom>
                <a:noFill/>
                <a:ln w="6">
                  <a:solidFill>
                    <a:srgbClr val="7F7F7F"/>
                  </a:solidFill>
                  <a:round/>
                </a:ln>
              </p:spPr>
              <p:txBody>
                <a:bodyPr vert="horz" wrap="square" lIns="91440" tIns="45720" rIns="91440" bIns="45720" numCol="1" anchor="t" anchorCtr="0" compatLnSpc="1"/>
                <a:lstStyle/>
                <a:p>
                  <a:endParaRPr lang="zh-CN" altLang="en-US"/>
                </a:p>
              </p:txBody>
            </p:sp>
            <p:sp>
              <p:nvSpPr>
                <p:cNvPr id="349011" name="矩形 9433"/>
                <p:cNvSpPr>
                  <a:spLocks noChangeArrowheads="1"/>
                </p:cNvSpPr>
                <p:nvPr/>
              </p:nvSpPr>
              <p:spPr bwMode="auto">
                <a:xfrm>
                  <a:off x="1887" y="1898"/>
                  <a:ext cx="128" cy="18"/>
                </a:xfrm>
                <a:prstGeom prst="rect">
                  <a:avLst/>
                </a:prstGeom>
                <a:solidFill>
                  <a:srgbClr val="003F7F"/>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10" name="矩形 9434"/>
                <p:cNvSpPr>
                  <a:spLocks noChangeArrowheads="1"/>
                </p:cNvSpPr>
                <p:nvPr/>
              </p:nvSpPr>
              <p:spPr bwMode="auto">
                <a:xfrm>
                  <a:off x="1887" y="1898"/>
                  <a:ext cx="128" cy="18"/>
                </a:xfrm>
                <a:prstGeom prst="rect">
                  <a:avLst/>
                </a:prstGeom>
                <a:noFill/>
                <a:ln w="2">
                  <a:solidFill>
                    <a:srgbClr val="003F7F"/>
                  </a:solidFill>
                  <a:miter lim="800000"/>
                </a:ln>
              </p:spPr>
              <p:txBody>
                <a:bodyPr vert="horz" wrap="square" lIns="91440" tIns="45720" rIns="91440" bIns="45720" numCol="1" anchor="t" anchorCtr="0" compatLnSpc="1"/>
                <a:lstStyle/>
                <a:p>
                  <a:endParaRPr lang="zh-CN" altLang="en-US"/>
                </a:p>
              </p:txBody>
            </p:sp>
          </p:grpSp>
          <p:sp>
            <p:nvSpPr>
              <p:cNvPr id="349008" name="任意多边形 9435"/>
              <p:cNvSpPr/>
              <p:nvPr/>
            </p:nvSpPr>
            <p:spPr bwMode="auto">
              <a:xfrm>
                <a:off x="2313" y="1731"/>
                <a:ext cx="931" cy="372"/>
              </a:xfrm>
              <a:custGeom>
                <a:avLst/>
                <a:gdLst/>
                <a:ahLst/>
                <a:cxnLst>
                  <a:cxn ang="0">
                    <a:pos x="0" y="186"/>
                  </a:cxn>
                  <a:cxn ang="0">
                    <a:pos x="186" y="0"/>
                  </a:cxn>
                  <a:cxn ang="0">
                    <a:pos x="186" y="122"/>
                  </a:cxn>
                  <a:cxn ang="0">
                    <a:pos x="745" y="122"/>
                  </a:cxn>
                  <a:cxn ang="0">
                    <a:pos x="745" y="0"/>
                  </a:cxn>
                  <a:cxn ang="0">
                    <a:pos x="931" y="186"/>
                  </a:cxn>
                  <a:cxn ang="0">
                    <a:pos x="745" y="372"/>
                  </a:cxn>
                  <a:cxn ang="0">
                    <a:pos x="745" y="248"/>
                  </a:cxn>
                  <a:cxn ang="0">
                    <a:pos x="186" y="248"/>
                  </a:cxn>
                  <a:cxn ang="0">
                    <a:pos x="186" y="372"/>
                  </a:cxn>
                  <a:cxn ang="0">
                    <a:pos x="0" y="186"/>
                  </a:cxn>
                </a:cxnLst>
                <a:rect l="0" t="0" r="r" b="b"/>
                <a:pathLst>
                  <a:path w="931" h="372">
                    <a:moveTo>
                      <a:pt x="0" y="186"/>
                    </a:moveTo>
                    <a:lnTo>
                      <a:pt x="186" y="0"/>
                    </a:lnTo>
                    <a:lnTo>
                      <a:pt x="186" y="122"/>
                    </a:lnTo>
                    <a:lnTo>
                      <a:pt x="745" y="122"/>
                    </a:lnTo>
                    <a:lnTo>
                      <a:pt x="745" y="0"/>
                    </a:lnTo>
                    <a:lnTo>
                      <a:pt x="931" y="186"/>
                    </a:lnTo>
                    <a:lnTo>
                      <a:pt x="745" y="372"/>
                    </a:lnTo>
                    <a:lnTo>
                      <a:pt x="745" y="248"/>
                    </a:lnTo>
                    <a:lnTo>
                      <a:pt x="186" y="248"/>
                    </a:lnTo>
                    <a:lnTo>
                      <a:pt x="186" y="372"/>
                    </a:lnTo>
                    <a:lnTo>
                      <a:pt x="0" y="186"/>
                    </a:lnTo>
                    <a:close/>
                  </a:path>
                </a:pathLst>
              </a:custGeom>
              <a:noFill/>
              <a:ln w="9525">
                <a:solidFill>
                  <a:srgbClr val="000000"/>
                </a:solidFill>
                <a:round/>
              </a:ln>
            </p:spPr>
            <p:txBody>
              <a:bodyPr vert="horz" wrap="square" lIns="91440" tIns="45720" rIns="91440" bIns="45720" numCol="1" anchor="t" anchorCtr="0" compatLnSpc="1"/>
              <a:lstStyle/>
              <a:p>
                <a:endParaRPr lang="zh-CN" altLang="en-US"/>
              </a:p>
            </p:txBody>
          </p:sp>
          <p:grpSp>
            <p:nvGrpSpPr>
              <p:cNvPr id="348585" name="组合 9436"/>
              <p:cNvGrpSpPr/>
              <p:nvPr/>
            </p:nvGrpSpPr>
            <p:grpSpPr bwMode="auto">
              <a:xfrm>
                <a:off x="83" y="2633"/>
                <a:ext cx="942" cy="759"/>
                <a:chOff x="172" y="3127"/>
                <a:chExt cx="942" cy="759"/>
              </a:xfrm>
            </p:grpSpPr>
            <p:sp>
              <p:nvSpPr>
                <p:cNvPr id="349007" name="任意多边形 9437"/>
                <p:cNvSpPr/>
                <p:nvPr/>
              </p:nvSpPr>
              <p:spPr bwMode="auto">
                <a:xfrm>
                  <a:off x="172" y="3683"/>
                  <a:ext cx="942" cy="186"/>
                </a:xfrm>
                <a:custGeom>
                  <a:avLst/>
                  <a:gdLst/>
                  <a:ahLst/>
                  <a:cxnLst>
                    <a:cxn ang="0">
                      <a:pos x="0" y="186"/>
                    </a:cxn>
                    <a:cxn ang="0">
                      <a:pos x="34" y="0"/>
                    </a:cxn>
                    <a:cxn ang="0">
                      <a:pos x="894" y="0"/>
                    </a:cxn>
                    <a:cxn ang="0">
                      <a:pos x="942" y="186"/>
                    </a:cxn>
                    <a:cxn ang="0">
                      <a:pos x="0" y="186"/>
                    </a:cxn>
                  </a:cxnLst>
                  <a:rect l="0" t="0" r="r" b="b"/>
                  <a:pathLst>
                    <a:path w="942" h="186">
                      <a:moveTo>
                        <a:pt x="0" y="186"/>
                      </a:moveTo>
                      <a:lnTo>
                        <a:pt x="34" y="0"/>
                      </a:lnTo>
                      <a:lnTo>
                        <a:pt x="894" y="0"/>
                      </a:lnTo>
                      <a:lnTo>
                        <a:pt x="942" y="186"/>
                      </a:lnTo>
                      <a:lnTo>
                        <a:pt x="0" y="186"/>
                      </a:lnTo>
                      <a:close/>
                    </a:path>
                  </a:pathLst>
                </a:custGeom>
                <a:solidFill>
                  <a:srgbClr val="FFFFFF"/>
                </a:solidFill>
                <a:ln w="4">
                  <a:solidFill>
                    <a:srgbClr val="000000"/>
                  </a:solidFill>
                  <a:round/>
                </a:ln>
              </p:spPr>
              <p:txBody>
                <a:bodyPr vert="horz" wrap="square" lIns="91440" tIns="45720" rIns="91440" bIns="45720" numCol="1" anchor="t" anchorCtr="0" compatLnSpc="1"/>
                <a:lstStyle/>
                <a:p>
                  <a:endParaRPr lang="zh-CN" altLang="en-US"/>
                </a:p>
              </p:txBody>
            </p:sp>
            <p:sp>
              <p:nvSpPr>
                <p:cNvPr id="349006" name="任意多边形 9438"/>
                <p:cNvSpPr/>
                <p:nvPr/>
              </p:nvSpPr>
              <p:spPr bwMode="auto">
                <a:xfrm>
                  <a:off x="172" y="3683"/>
                  <a:ext cx="942" cy="186"/>
                </a:xfrm>
                <a:custGeom>
                  <a:avLst/>
                  <a:gdLst/>
                  <a:ahLst/>
                  <a:cxnLst>
                    <a:cxn ang="0">
                      <a:pos x="0" y="186"/>
                    </a:cxn>
                    <a:cxn ang="0">
                      <a:pos x="34" y="0"/>
                    </a:cxn>
                    <a:cxn ang="0">
                      <a:pos x="894" y="0"/>
                    </a:cxn>
                    <a:cxn ang="0">
                      <a:pos x="942" y="186"/>
                    </a:cxn>
                    <a:cxn ang="0">
                      <a:pos x="0" y="186"/>
                    </a:cxn>
                  </a:cxnLst>
                  <a:rect l="0" t="0" r="r" b="b"/>
                  <a:pathLst>
                    <a:path w="942" h="186">
                      <a:moveTo>
                        <a:pt x="0" y="186"/>
                      </a:moveTo>
                      <a:lnTo>
                        <a:pt x="34" y="0"/>
                      </a:lnTo>
                      <a:lnTo>
                        <a:pt x="894" y="0"/>
                      </a:lnTo>
                      <a:lnTo>
                        <a:pt x="942" y="186"/>
                      </a:lnTo>
                      <a:lnTo>
                        <a:pt x="0" y="186"/>
                      </a:lnTo>
                    </a:path>
                  </a:pathLst>
                </a:custGeom>
                <a:noFill/>
                <a:ln w="4">
                  <a:solidFill>
                    <a:srgbClr val="000000"/>
                  </a:solidFill>
                  <a:round/>
                </a:ln>
              </p:spPr>
              <p:txBody>
                <a:bodyPr vert="horz" wrap="square" lIns="91440" tIns="45720" rIns="91440" bIns="45720" numCol="1" anchor="t" anchorCtr="0" compatLnSpc="1"/>
                <a:lstStyle/>
                <a:p>
                  <a:endParaRPr lang="zh-CN" altLang="en-US"/>
                </a:p>
              </p:txBody>
            </p:sp>
            <p:sp>
              <p:nvSpPr>
                <p:cNvPr id="349005" name="任意多边形 9439"/>
                <p:cNvSpPr/>
                <p:nvPr/>
              </p:nvSpPr>
              <p:spPr bwMode="auto">
                <a:xfrm>
                  <a:off x="172" y="3867"/>
                  <a:ext cx="942" cy="19"/>
                </a:xfrm>
                <a:custGeom>
                  <a:avLst/>
                  <a:gdLst/>
                  <a:ahLst/>
                  <a:cxnLst>
                    <a:cxn ang="0">
                      <a:pos x="0" y="0"/>
                    </a:cxn>
                    <a:cxn ang="0">
                      <a:pos x="8" y="19"/>
                    </a:cxn>
                    <a:cxn ang="0">
                      <a:pos x="934" y="19"/>
                    </a:cxn>
                    <a:cxn ang="0">
                      <a:pos x="942" y="0"/>
                    </a:cxn>
                    <a:cxn ang="0">
                      <a:pos x="0" y="0"/>
                    </a:cxn>
                  </a:cxnLst>
                  <a:rect l="0" t="0" r="r" b="b"/>
                  <a:pathLst>
                    <a:path w="942" h="19">
                      <a:moveTo>
                        <a:pt x="0" y="0"/>
                      </a:moveTo>
                      <a:lnTo>
                        <a:pt x="8" y="19"/>
                      </a:lnTo>
                      <a:lnTo>
                        <a:pt x="934" y="19"/>
                      </a:lnTo>
                      <a:lnTo>
                        <a:pt x="942" y="0"/>
                      </a:lnTo>
                      <a:lnTo>
                        <a:pt x="0" y="0"/>
                      </a:lnTo>
                      <a:close/>
                    </a:path>
                  </a:pathLst>
                </a:custGeom>
                <a:solidFill>
                  <a:srgbClr val="D8D8D8"/>
                </a:solidFill>
                <a:ln w="4">
                  <a:solidFill>
                    <a:srgbClr val="000000"/>
                  </a:solidFill>
                  <a:round/>
                </a:ln>
              </p:spPr>
              <p:txBody>
                <a:bodyPr vert="horz" wrap="square" lIns="91440" tIns="45720" rIns="91440" bIns="45720" numCol="1" anchor="t" anchorCtr="0" compatLnSpc="1"/>
                <a:lstStyle/>
                <a:p>
                  <a:endParaRPr lang="zh-CN" altLang="en-US"/>
                </a:p>
              </p:txBody>
            </p:sp>
            <p:sp>
              <p:nvSpPr>
                <p:cNvPr id="349004" name="任意多边形 9440"/>
                <p:cNvSpPr/>
                <p:nvPr/>
              </p:nvSpPr>
              <p:spPr bwMode="auto">
                <a:xfrm>
                  <a:off x="172" y="3867"/>
                  <a:ext cx="942" cy="19"/>
                </a:xfrm>
                <a:custGeom>
                  <a:avLst/>
                  <a:gdLst/>
                  <a:ahLst/>
                  <a:cxnLst>
                    <a:cxn ang="0">
                      <a:pos x="0" y="0"/>
                    </a:cxn>
                    <a:cxn ang="0">
                      <a:pos x="8" y="19"/>
                    </a:cxn>
                    <a:cxn ang="0">
                      <a:pos x="934" y="19"/>
                    </a:cxn>
                    <a:cxn ang="0">
                      <a:pos x="942" y="0"/>
                    </a:cxn>
                    <a:cxn ang="0">
                      <a:pos x="0" y="0"/>
                    </a:cxn>
                  </a:cxnLst>
                  <a:rect l="0" t="0" r="r" b="b"/>
                  <a:pathLst>
                    <a:path w="942" h="19">
                      <a:moveTo>
                        <a:pt x="0" y="0"/>
                      </a:moveTo>
                      <a:lnTo>
                        <a:pt x="8" y="19"/>
                      </a:lnTo>
                      <a:lnTo>
                        <a:pt x="934" y="19"/>
                      </a:lnTo>
                      <a:lnTo>
                        <a:pt x="942" y="0"/>
                      </a:lnTo>
                      <a:lnTo>
                        <a:pt x="0" y="0"/>
                      </a:lnTo>
                    </a:path>
                  </a:pathLst>
                </a:custGeom>
                <a:noFill/>
                <a:ln w="4">
                  <a:solidFill>
                    <a:srgbClr val="000000"/>
                  </a:solidFill>
                  <a:round/>
                </a:ln>
              </p:spPr>
              <p:txBody>
                <a:bodyPr vert="horz" wrap="square" lIns="91440" tIns="45720" rIns="91440" bIns="45720" numCol="1" anchor="t" anchorCtr="0" compatLnSpc="1"/>
                <a:lstStyle/>
                <a:p>
                  <a:endParaRPr lang="zh-CN" altLang="en-US"/>
                </a:p>
              </p:txBody>
            </p:sp>
            <p:sp>
              <p:nvSpPr>
                <p:cNvPr id="349003" name="任意多边形 9441"/>
                <p:cNvSpPr/>
                <p:nvPr/>
              </p:nvSpPr>
              <p:spPr bwMode="auto">
                <a:xfrm>
                  <a:off x="337" y="3768"/>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9002" name="矩形 9442"/>
                <p:cNvSpPr>
                  <a:spLocks noChangeArrowheads="1"/>
                </p:cNvSpPr>
                <p:nvPr/>
              </p:nvSpPr>
              <p:spPr bwMode="auto">
                <a:xfrm>
                  <a:off x="339"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9001" name="任意多边形 9443"/>
                <p:cNvSpPr/>
                <p:nvPr/>
              </p:nvSpPr>
              <p:spPr bwMode="auto">
                <a:xfrm>
                  <a:off x="333"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9000" name="任意多边形 9444"/>
                <p:cNvSpPr/>
                <p:nvPr/>
              </p:nvSpPr>
              <p:spPr bwMode="auto">
                <a:xfrm>
                  <a:off x="353" y="3760"/>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99" name="任意多边形 9445"/>
                <p:cNvSpPr/>
                <p:nvPr/>
              </p:nvSpPr>
              <p:spPr bwMode="auto">
                <a:xfrm>
                  <a:off x="371" y="3768"/>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98" name="矩形 9446"/>
                <p:cNvSpPr>
                  <a:spLocks noChangeArrowheads="1"/>
                </p:cNvSpPr>
                <p:nvPr/>
              </p:nvSpPr>
              <p:spPr bwMode="auto">
                <a:xfrm>
                  <a:off x="373"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97" name="任意多边形 9447"/>
                <p:cNvSpPr/>
                <p:nvPr/>
              </p:nvSpPr>
              <p:spPr bwMode="auto">
                <a:xfrm>
                  <a:off x="367"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96" name="任意多边形 9448"/>
                <p:cNvSpPr/>
                <p:nvPr/>
              </p:nvSpPr>
              <p:spPr bwMode="auto">
                <a:xfrm>
                  <a:off x="387" y="3760"/>
                  <a:ext cx="8" cy="20"/>
                </a:xfrm>
                <a:custGeom>
                  <a:avLst/>
                  <a:gdLst/>
                  <a:ahLst/>
                  <a:cxnLst>
                    <a:cxn ang="0">
                      <a:pos x="0" y="0"/>
                    </a:cxn>
                    <a:cxn ang="0">
                      <a:pos x="8" y="18"/>
                    </a:cxn>
                    <a:cxn ang="0">
                      <a:pos x="6" y="20"/>
                    </a:cxn>
                  </a:cxnLst>
                  <a:rect l="0" t="0" r="r" b="b"/>
                  <a:pathLst>
                    <a:path w="8" h="20">
                      <a:moveTo>
                        <a:pt x="0" y="0"/>
                      </a:moveTo>
                      <a:lnTo>
                        <a:pt x="8" y="18"/>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95" name="任意多边形 9449"/>
                <p:cNvSpPr/>
                <p:nvPr/>
              </p:nvSpPr>
              <p:spPr bwMode="auto">
                <a:xfrm>
                  <a:off x="405" y="3768"/>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94" name="矩形 9450"/>
                <p:cNvSpPr>
                  <a:spLocks noChangeArrowheads="1"/>
                </p:cNvSpPr>
                <p:nvPr/>
              </p:nvSpPr>
              <p:spPr bwMode="auto">
                <a:xfrm>
                  <a:off x="407"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93" name="任意多边形 9451"/>
                <p:cNvSpPr/>
                <p:nvPr/>
              </p:nvSpPr>
              <p:spPr bwMode="auto">
                <a:xfrm>
                  <a:off x="399" y="3760"/>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92" name="任意多边形 9452"/>
                <p:cNvSpPr/>
                <p:nvPr/>
              </p:nvSpPr>
              <p:spPr bwMode="auto">
                <a:xfrm>
                  <a:off x="421" y="3760"/>
                  <a:ext cx="8" cy="20"/>
                </a:xfrm>
                <a:custGeom>
                  <a:avLst/>
                  <a:gdLst/>
                  <a:ahLst/>
                  <a:cxnLst>
                    <a:cxn ang="0">
                      <a:pos x="0" y="0"/>
                    </a:cxn>
                    <a:cxn ang="0">
                      <a:pos x="8" y="18"/>
                    </a:cxn>
                    <a:cxn ang="0">
                      <a:pos x="6" y="20"/>
                    </a:cxn>
                  </a:cxnLst>
                  <a:rect l="0" t="0" r="r" b="b"/>
                  <a:pathLst>
                    <a:path w="8" h="20">
                      <a:moveTo>
                        <a:pt x="0" y="0"/>
                      </a:moveTo>
                      <a:lnTo>
                        <a:pt x="8" y="18"/>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91" name="任意多边形 9453"/>
                <p:cNvSpPr/>
                <p:nvPr/>
              </p:nvSpPr>
              <p:spPr bwMode="auto">
                <a:xfrm>
                  <a:off x="439" y="3768"/>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90" name="矩形 9454"/>
                <p:cNvSpPr>
                  <a:spLocks noChangeArrowheads="1"/>
                </p:cNvSpPr>
                <p:nvPr/>
              </p:nvSpPr>
              <p:spPr bwMode="auto">
                <a:xfrm>
                  <a:off x="441"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89" name="任意多边形 9455"/>
                <p:cNvSpPr/>
                <p:nvPr/>
              </p:nvSpPr>
              <p:spPr bwMode="auto">
                <a:xfrm>
                  <a:off x="435"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88" name="任意多边形 9456"/>
                <p:cNvSpPr/>
                <p:nvPr/>
              </p:nvSpPr>
              <p:spPr bwMode="auto">
                <a:xfrm>
                  <a:off x="455" y="3760"/>
                  <a:ext cx="8" cy="20"/>
                </a:xfrm>
                <a:custGeom>
                  <a:avLst/>
                  <a:gdLst/>
                  <a:ahLst/>
                  <a:cxnLst>
                    <a:cxn ang="0">
                      <a:pos x="0" y="0"/>
                    </a:cxn>
                    <a:cxn ang="0">
                      <a:pos x="8" y="18"/>
                    </a:cxn>
                    <a:cxn ang="0">
                      <a:pos x="6" y="20"/>
                    </a:cxn>
                  </a:cxnLst>
                  <a:rect l="0" t="0" r="r" b="b"/>
                  <a:pathLst>
                    <a:path w="8" h="20">
                      <a:moveTo>
                        <a:pt x="0" y="0"/>
                      </a:moveTo>
                      <a:lnTo>
                        <a:pt x="8" y="18"/>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87" name="任意多边形 9457"/>
                <p:cNvSpPr/>
                <p:nvPr/>
              </p:nvSpPr>
              <p:spPr bwMode="auto">
                <a:xfrm>
                  <a:off x="473" y="3768"/>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86" name="矩形 9458"/>
                <p:cNvSpPr>
                  <a:spLocks noChangeArrowheads="1"/>
                </p:cNvSpPr>
                <p:nvPr/>
              </p:nvSpPr>
              <p:spPr bwMode="auto">
                <a:xfrm>
                  <a:off x="475"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85" name="任意多边形 9459"/>
                <p:cNvSpPr/>
                <p:nvPr/>
              </p:nvSpPr>
              <p:spPr bwMode="auto">
                <a:xfrm>
                  <a:off x="469"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84" name="任意多边形 9460"/>
                <p:cNvSpPr/>
                <p:nvPr/>
              </p:nvSpPr>
              <p:spPr bwMode="auto">
                <a:xfrm>
                  <a:off x="489" y="3760"/>
                  <a:ext cx="8" cy="20"/>
                </a:xfrm>
                <a:custGeom>
                  <a:avLst/>
                  <a:gdLst/>
                  <a:ahLst/>
                  <a:cxnLst>
                    <a:cxn ang="0">
                      <a:pos x="0" y="0"/>
                    </a:cxn>
                    <a:cxn ang="0">
                      <a:pos x="8" y="18"/>
                    </a:cxn>
                    <a:cxn ang="0">
                      <a:pos x="6" y="20"/>
                    </a:cxn>
                  </a:cxnLst>
                  <a:rect l="0" t="0" r="r" b="b"/>
                  <a:pathLst>
                    <a:path w="8" h="20">
                      <a:moveTo>
                        <a:pt x="0" y="0"/>
                      </a:moveTo>
                      <a:lnTo>
                        <a:pt x="8" y="18"/>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83" name="任意多边形 9461"/>
                <p:cNvSpPr/>
                <p:nvPr/>
              </p:nvSpPr>
              <p:spPr bwMode="auto">
                <a:xfrm>
                  <a:off x="507" y="3768"/>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82" name="矩形 9462"/>
                <p:cNvSpPr>
                  <a:spLocks noChangeArrowheads="1"/>
                </p:cNvSpPr>
                <p:nvPr/>
              </p:nvSpPr>
              <p:spPr bwMode="auto">
                <a:xfrm>
                  <a:off x="509"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81" name="任意多边形 9463"/>
                <p:cNvSpPr/>
                <p:nvPr/>
              </p:nvSpPr>
              <p:spPr bwMode="auto">
                <a:xfrm>
                  <a:off x="503"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80" name="任意多边形 9464"/>
                <p:cNvSpPr/>
                <p:nvPr/>
              </p:nvSpPr>
              <p:spPr bwMode="auto">
                <a:xfrm>
                  <a:off x="523" y="3760"/>
                  <a:ext cx="8" cy="20"/>
                </a:xfrm>
                <a:custGeom>
                  <a:avLst/>
                  <a:gdLst/>
                  <a:ahLst/>
                  <a:cxnLst>
                    <a:cxn ang="0">
                      <a:pos x="0" y="0"/>
                    </a:cxn>
                    <a:cxn ang="0">
                      <a:pos x="8" y="18"/>
                    </a:cxn>
                    <a:cxn ang="0">
                      <a:pos x="6" y="20"/>
                    </a:cxn>
                  </a:cxnLst>
                  <a:rect l="0" t="0" r="r" b="b"/>
                  <a:pathLst>
                    <a:path w="8" h="20">
                      <a:moveTo>
                        <a:pt x="0" y="0"/>
                      </a:moveTo>
                      <a:lnTo>
                        <a:pt x="8" y="18"/>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79" name="任意多边形 9465"/>
                <p:cNvSpPr/>
                <p:nvPr/>
              </p:nvSpPr>
              <p:spPr bwMode="auto">
                <a:xfrm>
                  <a:off x="539" y="3768"/>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78" name="矩形 9466"/>
                <p:cNvSpPr>
                  <a:spLocks noChangeArrowheads="1"/>
                </p:cNvSpPr>
                <p:nvPr/>
              </p:nvSpPr>
              <p:spPr bwMode="auto">
                <a:xfrm>
                  <a:off x="543"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77" name="任意多边形 9467"/>
                <p:cNvSpPr/>
                <p:nvPr/>
              </p:nvSpPr>
              <p:spPr bwMode="auto">
                <a:xfrm>
                  <a:off x="537"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76" name="任意多边形 9468"/>
                <p:cNvSpPr/>
                <p:nvPr/>
              </p:nvSpPr>
              <p:spPr bwMode="auto">
                <a:xfrm>
                  <a:off x="557" y="3760"/>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75" name="任意多边形 9469"/>
                <p:cNvSpPr/>
                <p:nvPr/>
              </p:nvSpPr>
              <p:spPr bwMode="auto">
                <a:xfrm>
                  <a:off x="573" y="3768"/>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74" name="矩形 9470"/>
                <p:cNvSpPr>
                  <a:spLocks noChangeArrowheads="1"/>
                </p:cNvSpPr>
                <p:nvPr/>
              </p:nvSpPr>
              <p:spPr bwMode="auto">
                <a:xfrm>
                  <a:off x="577"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73" name="任意多边形 9471"/>
                <p:cNvSpPr/>
                <p:nvPr/>
              </p:nvSpPr>
              <p:spPr bwMode="auto">
                <a:xfrm>
                  <a:off x="571"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72" name="任意多边形 9472"/>
                <p:cNvSpPr/>
                <p:nvPr/>
              </p:nvSpPr>
              <p:spPr bwMode="auto">
                <a:xfrm>
                  <a:off x="593" y="3760"/>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71" name="任意多边形 9473"/>
                <p:cNvSpPr/>
                <p:nvPr/>
              </p:nvSpPr>
              <p:spPr bwMode="auto">
                <a:xfrm>
                  <a:off x="607" y="3768"/>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70" name="矩形 9474"/>
                <p:cNvSpPr>
                  <a:spLocks noChangeArrowheads="1"/>
                </p:cNvSpPr>
                <p:nvPr/>
              </p:nvSpPr>
              <p:spPr bwMode="auto">
                <a:xfrm>
                  <a:off x="611"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69" name="任意多边形 9475"/>
                <p:cNvSpPr/>
                <p:nvPr/>
              </p:nvSpPr>
              <p:spPr bwMode="auto">
                <a:xfrm>
                  <a:off x="605"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68" name="任意多边形 9476"/>
                <p:cNvSpPr/>
                <p:nvPr/>
              </p:nvSpPr>
              <p:spPr bwMode="auto">
                <a:xfrm>
                  <a:off x="627" y="3760"/>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67" name="任意多边形 9477"/>
                <p:cNvSpPr/>
                <p:nvPr/>
              </p:nvSpPr>
              <p:spPr bwMode="auto">
                <a:xfrm>
                  <a:off x="643" y="3768"/>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66" name="矩形 9478"/>
                <p:cNvSpPr>
                  <a:spLocks noChangeArrowheads="1"/>
                </p:cNvSpPr>
                <p:nvPr/>
              </p:nvSpPr>
              <p:spPr bwMode="auto">
                <a:xfrm>
                  <a:off x="647"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grpSp>
              <p:nvGrpSpPr>
                <p:cNvPr id="348765" name="组合 9479"/>
                <p:cNvGrpSpPr/>
                <p:nvPr/>
              </p:nvGrpSpPr>
              <p:grpSpPr bwMode="auto">
                <a:xfrm>
                  <a:off x="214" y="3696"/>
                  <a:ext cx="848" cy="136"/>
                  <a:chOff x="214" y="3696"/>
                  <a:chExt cx="848" cy="136"/>
                </a:xfrm>
              </p:grpSpPr>
              <p:sp>
                <p:nvSpPr>
                  <p:cNvPr id="348965" name="任意多边形 9480"/>
                  <p:cNvSpPr/>
                  <p:nvPr/>
                </p:nvSpPr>
                <p:spPr bwMode="auto">
                  <a:xfrm>
                    <a:off x="639"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64" name="任意多边形 9481"/>
                  <p:cNvSpPr/>
                  <p:nvPr/>
                </p:nvSpPr>
                <p:spPr bwMode="auto">
                  <a:xfrm>
                    <a:off x="661" y="3760"/>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63" name="任意多边形 9482"/>
                  <p:cNvSpPr/>
                  <p:nvPr/>
                </p:nvSpPr>
                <p:spPr bwMode="auto">
                  <a:xfrm>
                    <a:off x="675" y="3768"/>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62" name="矩形 9483"/>
                  <p:cNvSpPr>
                    <a:spLocks noChangeArrowheads="1"/>
                  </p:cNvSpPr>
                  <p:nvPr/>
                </p:nvSpPr>
                <p:spPr bwMode="auto">
                  <a:xfrm>
                    <a:off x="679"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61" name="任意多边形 9484"/>
                  <p:cNvSpPr/>
                  <p:nvPr/>
                </p:nvSpPr>
                <p:spPr bwMode="auto">
                  <a:xfrm>
                    <a:off x="673"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60" name="任意多边形 9485"/>
                  <p:cNvSpPr/>
                  <p:nvPr/>
                </p:nvSpPr>
                <p:spPr bwMode="auto">
                  <a:xfrm>
                    <a:off x="693" y="3760"/>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59" name="任意多边形 9486"/>
                  <p:cNvSpPr/>
                  <p:nvPr/>
                </p:nvSpPr>
                <p:spPr bwMode="auto">
                  <a:xfrm>
                    <a:off x="709" y="3768"/>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58" name="矩形 9487"/>
                  <p:cNvSpPr>
                    <a:spLocks noChangeArrowheads="1"/>
                  </p:cNvSpPr>
                  <p:nvPr/>
                </p:nvSpPr>
                <p:spPr bwMode="auto">
                  <a:xfrm>
                    <a:off x="713"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57" name="任意多边形 9488"/>
                  <p:cNvSpPr/>
                  <p:nvPr/>
                </p:nvSpPr>
                <p:spPr bwMode="auto">
                  <a:xfrm>
                    <a:off x="707"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56" name="任意多边形 9489"/>
                  <p:cNvSpPr/>
                  <p:nvPr/>
                </p:nvSpPr>
                <p:spPr bwMode="auto">
                  <a:xfrm>
                    <a:off x="727" y="3760"/>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55" name="任意多边形 9490"/>
                  <p:cNvSpPr/>
                  <p:nvPr/>
                </p:nvSpPr>
                <p:spPr bwMode="auto">
                  <a:xfrm>
                    <a:off x="274" y="3743"/>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54" name="矩形 9491"/>
                  <p:cNvSpPr>
                    <a:spLocks noChangeArrowheads="1"/>
                  </p:cNvSpPr>
                  <p:nvPr/>
                </p:nvSpPr>
                <p:spPr bwMode="auto">
                  <a:xfrm>
                    <a:off x="276"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53" name="任意多边形 9492"/>
                  <p:cNvSpPr/>
                  <p:nvPr/>
                </p:nvSpPr>
                <p:spPr bwMode="auto">
                  <a:xfrm>
                    <a:off x="270" y="3737"/>
                    <a:ext cx="6" cy="19"/>
                  </a:xfrm>
                  <a:custGeom>
                    <a:avLst/>
                    <a:gdLst/>
                    <a:ahLst/>
                    <a:cxnLst>
                      <a:cxn ang="0">
                        <a:pos x="6" y="0"/>
                      </a:cxn>
                      <a:cxn ang="0">
                        <a:pos x="0" y="15"/>
                      </a:cxn>
                      <a:cxn ang="0">
                        <a:pos x="2" y="19"/>
                      </a:cxn>
                    </a:cxnLst>
                    <a:rect l="0" t="0" r="r" b="b"/>
                    <a:pathLst>
                      <a:path w="6" h="19">
                        <a:moveTo>
                          <a:pt x="6" y="0"/>
                        </a:moveTo>
                        <a:lnTo>
                          <a:pt x="0" y="15"/>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52" name="任意多边形 9493"/>
                  <p:cNvSpPr/>
                  <p:nvPr/>
                </p:nvSpPr>
                <p:spPr bwMode="auto">
                  <a:xfrm>
                    <a:off x="290" y="3737"/>
                    <a:ext cx="8" cy="19"/>
                  </a:xfrm>
                  <a:custGeom>
                    <a:avLst/>
                    <a:gdLst/>
                    <a:ahLst/>
                    <a:cxnLst>
                      <a:cxn ang="0">
                        <a:pos x="0" y="0"/>
                      </a:cxn>
                      <a:cxn ang="0">
                        <a:pos x="8" y="15"/>
                      </a:cxn>
                      <a:cxn ang="0">
                        <a:pos x="6" y="19"/>
                      </a:cxn>
                    </a:cxnLst>
                    <a:rect l="0" t="0" r="r" b="b"/>
                    <a:pathLst>
                      <a:path w="8" h="19">
                        <a:moveTo>
                          <a:pt x="0" y="0"/>
                        </a:moveTo>
                        <a:lnTo>
                          <a:pt x="8" y="15"/>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51" name="任意多边形 9494"/>
                  <p:cNvSpPr/>
                  <p:nvPr/>
                </p:nvSpPr>
                <p:spPr bwMode="auto">
                  <a:xfrm>
                    <a:off x="308" y="3743"/>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50" name="矩形 9495"/>
                  <p:cNvSpPr>
                    <a:spLocks noChangeArrowheads="1"/>
                  </p:cNvSpPr>
                  <p:nvPr/>
                </p:nvSpPr>
                <p:spPr bwMode="auto">
                  <a:xfrm>
                    <a:off x="310"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49" name="任意多边形 9496"/>
                  <p:cNvSpPr/>
                  <p:nvPr/>
                </p:nvSpPr>
                <p:spPr bwMode="auto">
                  <a:xfrm>
                    <a:off x="304" y="3737"/>
                    <a:ext cx="6" cy="19"/>
                  </a:xfrm>
                  <a:custGeom>
                    <a:avLst/>
                    <a:gdLst/>
                    <a:ahLst/>
                    <a:cxnLst>
                      <a:cxn ang="0">
                        <a:pos x="6" y="0"/>
                      </a:cxn>
                      <a:cxn ang="0">
                        <a:pos x="0" y="15"/>
                      </a:cxn>
                      <a:cxn ang="0">
                        <a:pos x="2" y="19"/>
                      </a:cxn>
                    </a:cxnLst>
                    <a:rect l="0" t="0" r="r" b="b"/>
                    <a:pathLst>
                      <a:path w="6" h="19">
                        <a:moveTo>
                          <a:pt x="6" y="0"/>
                        </a:moveTo>
                        <a:lnTo>
                          <a:pt x="0" y="15"/>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48" name="任意多边形 9497"/>
                  <p:cNvSpPr/>
                  <p:nvPr/>
                </p:nvSpPr>
                <p:spPr bwMode="auto">
                  <a:xfrm>
                    <a:off x="326" y="3737"/>
                    <a:ext cx="5" cy="19"/>
                  </a:xfrm>
                  <a:custGeom>
                    <a:avLst/>
                    <a:gdLst/>
                    <a:ahLst/>
                    <a:cxnLst>
                      <a:cxn ang="0">
                        <a:pos x="0" y="0"/>
                      </a:cxn>
                      <a:cxn ang="0">
                        <a:pos x="5" y="15"/>
                      </a:cxn>
                      <a:cxn ang="0">
                        <a:pos x="4" y="19"/>
                      </a:cxn>
                    </a:cxnLst>
                    <a:rect l="0" t="0" r="r" b="b"/>
                    <a:pathLst>
                      <a:path w="5" h="19">
                        <a:moveTo>
                          <a:pt x="0" y="0"/>
                        </a:moveTo>
                        <a:lnTo>
                          <a:pt x="5"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47" name="任意多边形 9498"/>
                  <p:cNvSpPr/>
                  <p:nvPr/>
                </p:nvSpPr>
                <p:spPr bwMode="auto">
                  <a:xfrm>
                    <a:off x="341" y="3743"/>
                    <a:ext cx="20" cy="13"/>
                  </a:xfrm>
                  <a:custGeom>
                    <a:avLst/>
                    <a:gdLst/>
                    <a:ahLst/>
                    <a:cxnLst>
                      <a:cxn ang="0">
                        <a:pos x="16" y="0"/>
                      </a:cxn>
                      <a:cxn ang="0">
                        <a:pos x="4" y="0"/>
                      </a:cxn>
                      <a:cxn ang="0">
                        <a:pos x="0" y="13"/>
                      </a:cxn>
                      <a:cxn ang="0">
                        <a:pos x="20" y="13"/>
                      </a:cxn>
                      <a:cxn ang="0">
                        <a:pos x="16" y="0"/>
                      </a:cxn>
                    </a:cxnLst>
                    <a:rect l="0" t="0" r="r" b="b"/>
                    <a:pathLst>
                      <a:path w="20" h="13">
                        <a:moveTo>
                          <a:pt x="16" y="0"/>
                        </a:moveTo>
                        <a:lnTo>
                          <a:pt x="4"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46" name="矩形 9499"/>
                  <p:cNvSpPr>
                    <a:spLocks noChangeArrowheads="1"/>
                  </p:cNvSpPr>
                  <p:nvPr/>
                </p:nvSpPr>
                <p:spPr bwMode="auto">
                  <a:xfrm>
                    <a:off x="345" y="3737"/>
                    <a:ext cx="12"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45" name="任意多边形 9500"/>
                  <p:cNvSpPr/>
                  <p:nvPr/>
                </p:nvSpPr>
                <p:spPr bwMode="auto">
                  <a:xfrm>
                    <a:off x="337" y="3737"/>
                    <a:ext cx="8" cy="19"/>
                  </a:xfrm>
                  <a:custGeom>
                    <a:avLst/>
                    <a:gdLst/>
                    <a:ahLst/>
                    <a:cxnLst>
                      <a:cxn ang="0">
                        <a:pos x="8" y="0"/>
                      </a:cxn>
                      <a:cxn ang="0">
                        <a:pos x="0" y="15"/>
                      </a:cxn>
                      <a:cxn ang="0">
                        <a:pos x="2" y="19"/>
                      </a:cxn>
                    </a:cxnLst>
                    <a:rect l="0" t="0" r="r" b="b"/>
                    <a:pathLst>
                      <a:path w="8" h="19">
                        <a:moveTo>
                          <a:pt x="8" y="0"/>
                        </a:moveTo>
                        <a:lnTo>
                          <a:pt x="0" y="15"/>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44" name="任意多边形 9501"/>
                  <p:cNvSpPr/>
                  <p:nvPr/>
                </p:nvSpPr>
                <p:spPr bwMode="auto">
                  <a:xfrm>
                    <a:off x="357" y="3737"/>
                    <a:ext cx="8" cy="19"/>
                  </a:xfrm>
                  <a:custGeom>
                    <a:avLst/>
                    <a:gdLst/>
                    <a:ahLst/>
                    <a:cxnLst>
                      <a:cxn ang="0">
                        <a:pos x="0" y="0"/>
                      </a:cxn>
                      <a:cxn ang="0">
                        <a:pos x="8" y="15"/>
                      </a:cxn>
                      <a:cxn ang="0">
                        <a:pos x="6" y="19"/>
                      </a:cxn>
                    </a:cxnLst>
                    <a:rect l="0" t="0" r="r" b="b"/>
                    <a:pathLst>
                      <a:path w="8" h="19">
                        <a:moveTo>
                          <a:pt x="0" y="0"/>
                        </a:moveTo>
                        <a:lnTo>
                          <a:pt x="8" y="15"/>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43" name="任意多边形 9502"/>
                  <p:cNvSpPr/>
                  <p:nvPr/>
                </p:nvSpPr>
                <p:spPr bwMode="auto">
                  <a:xfrm>
                    <a:off x="375" y="3743"/>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42" name="矩形 9503"/>
                  <p:cNvSpPr>
                    <a:spLocks noChangeArrowheads="1"/>
                  </p:cNvSpPr>
                  <p:nvPr/>
                </p:nvSpPr>
                <p:spPr bwMode="auto">
                  <a:xfrm>
                    <a:off x="379"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41" name="任意多边形 9504"/>
                  <p:cNvSpPr/>
                  <p:nvPr/>
                </p:nvSpPr>
                <p:spPr bwMode="auto">
                  <a:xfrm>
                    <a:off x="371" y="3737"/>
                    <a:ext cx="8" cy="19"/>
                  </a:xfrm>
                  <a:custGeom>
                    <a:avLst/>
                    <a:gdLst/>
                    <a:ahLst/>
                    <a:cxnLst>
                      <a:cxn ang="0">
                        <a:pos x="8" y="0"/>
                      </a:cxn>
                      <a:cxn ang="0">
                        <a:pos x="0" y="15"/>
                      </a:cxn>
                      <a:cxn ang="0">
                        <a:pos x="2" y="19"/>
                      </a:cxn>
                    </a:cxnLst>
                    <a:rect l="0" t="0" r="r" b="b"/>
                    <a:pathLst>
                      <a:path w="8" h="19">
                        <a:moveTo>
                          <a:pt x="8" y="0"/>
                        </a:moveTo>
                        <a:lnTo>
                          <a:pt x="0" y="15"/>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40" name="任意多边形 9505"/>
                  <p:cNvSpPr/>
                  <p:nvPr/>
                </p:nvSpPr>
                <p:spPr bwMode="auto">
                  <a:xfrm>
                    <a:off x="393" y="3737"/>
                    <a:ext cx="6" cy="19"/>
                  </a:xfrm>
                  <a:custGeom>
                    <a:avLst/>
                    <a:gdLst/>
                    <a:ahLst/>
                    <a:cxnLst>
                      <a:cxn ang="0">
                        <a:pos x="0" y="0"/>
                      </a:cxn>
                      <a:cxn ang="0">
                        <a:pos x="6" y="15"/>
                      </a:cxn>
                      <a:cxn ang="0">
                        <a:pos x="4" y="19"/>
                      </a:cxn>
                    </a:cxnLst>
                    <a:rect l="0" t="0" r="r" b="b"/>
                    <a:pathLst>
                      <a:path w="6" h="19">
                        <a:moveTo>
                          <a:pt x="0" y="0"/>
                        </a:moveTo>
                        <a:lnTo>
                          <a:pt x="6"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39" name="任意多边形 9506"/>
                  <p:cNvSpPr/>
                  <p:nvPr/>
                </p:nvSpPr>
                <p:spPr bwMode="auto">
                  <a:xfrm>
                    <a:off x="409" y="3743"/>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38" name="矩形 9507"/>
                  <p:cNvSpPr>
                    <a:spLocks noChangeArrowheads="1"/>
                  </p:cNvSpPr>
                  <p:nvPr/>
                </p:nvSpPr>
                <p:spPr bwMode="auto">
                  <a:xfrm>
                    <a:off x="413"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37" name="任意多边形 9508"/>
                  <p:cNvSpPr/>
                  <p:nvPr/>
                </p:nvSpPr>
                <p:spPr bwMode="auto">
                  <a:xfrm>
                    <a:off x="405" y="3737"/>
                    <a:ext cx="8" cy="19"/>
                  </a:xfrm>
                  <a:custGeom>
                    <a:avLst/>
                    <a:gdLst/>
                    <a:ahLst/>
                    <a:cxnLst>
                      <a:cxn ang="0">
                        <a:pos x="8" y="0"/>
                      </a:cxn>
                      <a:cxn ang="0">
                        <a:pos x="0" y="15"/>
                      </a:cxn>
                      <a:cxn ang="0">
                        <a:pos x="2" y="19"/>
                      </a:cxn>
                    </a:cxnLst>
                    <a:rect l="0" t="0" r="r" b="b"/>
                    <a:pathLst>
                      <a:path w="8" h="19">
                        <a:moveTo>
                          <a:pt x="8" y="0"/>
                        </a:moveTo>
                        <a:lnTo>
                          <a:pt x="0" y="15"/>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36" name="任意多边形 9509"/>
                  <p:cNvSpPr/>
                  <p:nvPr/>
                </p:nvSpPr>
                <p:spPr bwMode="auto">
                  <a:xfrm>
                    <a:off x="427" y="3737"/>
                    <a:ext cx="6" cy="19"/>
                  </a:xfrm>
                  <a:custGeom>
                    <a:avLst/>
                    <a:gdLst/>
                    <a:ahLst/>
                    <a:cxnLst>
                      <a:cxn ang="0">
                        <a:pos x="0" y="0"/>
                      </a:cxn>
                      <a:cxn ang="0">
                        <a:pos x="6" y="15"/>
                      </a:cxn>
                      <a:cxn ang="0">
                        <a:pos x="4" y="19"/>
                      </a:cxn>
                    </a:cxnLst>
                    <a:rect l="0" t="0" r="r" b="b"/>
                    <a:pathLst>
                      <a:path w="6" h="19">
                        <a:moveTo>
                          <a:pt x="0" y="0"/>
                        </a:moveTo>
                        <a:lnTo>
                          <a:pt x="6"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35" name="任意多边形 9510"/>
                  <p:cNvSpPr/>
                  <p:nvPr/>
                </p:nvSpPr>
                <p:spPr bwMode="auto">
                  <a:xfrm>
                    <a:off x="443" y="3743"/>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34" name="矩形 9511"/>
                  <p:cNvSpPr>
                    <a:spLocks noChangeArrowheads="1"/>
                  </p:cNvSpPr>
                  <p:nvPr/>
                </p:nvSpPr>
                <p:spPr bwMode="auto">
                  <a:xfrm>
                    <a:off x="447"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33" name="任意多边形 9512"/>
                  <p:cNvSpPr/>
                  <p:nvPr/>
                </p:nvSpPr>
                <p:spPr bwMode="auto">
                  <a:xfrm>
                    <a:off x="439" y="3737"/>
                    <a:ext cx="8" cy="19"/>
                  </a:xfrm>
                  <a:custGeom>
                    <a:avLst/>
                    <a:gdLst/>
                    <a:ahLst/>
                    <a:cxnLst>
                      <a:cxn ang="0">
                        <a:pos x="8" y="0"/>
                      </a:cxn>
                      <a:cxn ang="0">
                        <a:pos x="0" y="15"/>
                      </a:cxn>
                      <a:cxn ang="0">
                        <a:pos x="2" y="19"/>
                      </a:cxn>
                    </a:cxnLst>
                    <a:rect l="0" t="0" r="r" b="b"/>
                    <a:pathLst>
                      <a:path w="8" h="19">
                        <a:moveTo>
                          <a:pt x="8" y="0"/>
                        </a:moveTo>
                        <a:lnTo>
                          <a:pt x="0" y="15"/>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32" name="任意多边形 9513"/>
                  <p:cNvSpPr/>
                  <p:nvPr/>
                </p:nvSpPr>
                <p:spPr bwMode="auto">
                  <a:xfrm>
                    <a:off x="461" y="3737"/>
                    <a:ext cx="6" cy="19"/>
                  </a:xfrm>
                  <a:custGeom>
                    <a:avLst/>
                    <a:gdLst/>
                    <a:ahLst/>
                    <a:cxnLst>
                      <a:cxn ang="0">
                        <a:pos x="0" y="0"/>
                      </a:cxn>
                      <a:cxn ang="0">
                        <a:pos x="6" y="15"/>
                      </a:cxn>
                      <a:cxn ang="0">
                        <a:pos x="4" y="19"/>
                      </a:cxn>
                    </a:cxnLst>
                    <a:rect l="0" t="0" r="r" b="b"/>
                    <a:pathLst>
                      <a:path w="6" h="19">
                        <a:moveTo>
                          <a:pt x="0" y="0"/>
                        </a:moveTo>
                        <a:lnTo>
                          <a:pt x="6"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31" name="任意多边形 9514"/>
                  <p:cNvSpPr/>
                  <p:nvPr/>
                </p:nvSpPr>
                <p:spPr bwMode="auto">
                  <a:xfrm>
                    <a:off x="477" y="3743"/>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30" name="矩形 9515"/>
                  <p:cNvSpPr>
                    <a:spLocks noChangeArrowheads="1"/>
                  </p:cNvSpPr>
                  <p:nvPr/>
                </p:nvSpPr>
                <p:spPr bwMode="auto">
                  <a:xfrm>
                    <a:off x="481"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29" name="任意多边形 9516"/>
                  <p:cNvSpPr/>
                  <p:nvPr/>
                </p:nvSpPr>
                <p:spPr bwMode="auto">
                  <a:xfrm>
                    <a:off x="473" y="3737"/>
                    <a:ext cx="8" cy="19"/>
                  </a:xfrm>
                  <a:custGeom>
                    <a:avLst/>
                    <a:gdLst/>
                    <a:ahLst/>
                    <a:cxnLst>
                      <a:cxn ang="0">
                        <a:pos x="8" y="0"/>
                      </a:cxn>
                      <a:cxn ang="0">
                        <a:pos x="0" y="15"/>
                      </a:cxn>
                      <a:cxn ang="0">
                        <a:pos x="2" y="19"/>
                      </a:cxn>
                    </a:cxnLst>
                    <a:rect l="0" t="0" r="r" b="b"/>
                    <a:pathLst>
                      <a:path w="8" h="19">
                        <a:moveTo>
                          <a:pt x="8" y="0"/>
                        </a:moveTo>
                        <a:lnTo>
                          <a:pt x="0" y="15"/>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28" name="任意多边形 9517"/>
                  <p:cNvSpPr/>
                  <p:nvPr/>
                </p:nvSpPr>
                <p:spPr bwMode="auto">
                  <a:xfrm>
                    <a:off x="495" y="3737"/>
                    <a:ext cx="6" cy="19"/>
                  </a:xfrm>
                  <a:custGeom>
                    <a:avLst/>
                    <a:gdLst/>
                    <a:ahLst/>
                    <a:cxnLst>
                      <a:cxn ang="0">
                        <a:pos x="0" y="0"/>
                      </a:cxn>
                      <a:cxn ang="0">
                        <a:pos x="6" y="15"/>
                      </a:cxn>
                      <a:cxn ang="0">
                        <a:pos x="4" y="19"/>
                      </a:cxn>
                    </a:cxnLst>
                    <a:rect l="0" t="0" r="r" b="b"/>
                    <a:pathLst>
                      <a:path w="6" h="19">
                        <a:moveTo>
                          <a:pt x="0" y="0"/>
                        </a:moveTo>
                        <a:lnTo>
                          <a:pt x="6"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27" name="任意多边形 9518"/>
                  <p:cNvSpPr/>
                  <p:nvPr/>
                </p:nvSpPr>
                <p:spPr bwMode="auto">
                  <a:xfrm>
                    <a:off x="511" y="3743"/>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26" name="矩形 9519"/>
                  <p:cNvSpPr>
                    <a:spLocks noChangeArrowheads="1"/>
                  </p:cNvSpPr>
                  <p:nvPr/>
                </p:nvSpPr>
                <p:spPr bwMode="auto">
                  <a:xfrm>
                    <a:off x="515"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25" name="任意多边形 9520"/>
                  <p:cNvSpPr/>
                  <p:nvPr/>
                </p:nvSpPr>
                <p:spPr bwMode="auto">
                  <a:xfrm>
                    <a:off x="507" y="3737"/>
                    <a:ext cx="8" cy="19"/>
                  </a:xfrm>
                  <a:custGeom>
                    <a:avLst/>
                    <a:gdLst/>
                    <a:ahLst/>
                    <a:cxnLst>
                      <a:cxn ang="0">
                        <a:pos x="8" y="0"/>
                      </a:cxn>
                      <a:cxn ang="0">
                        <a:pos x="0" y="15"/>
                      </a:cxn>
                      <a:cxn ang="0">
                        <a:pos x="2" y="19"/>
                      </a:cxn>
                    </a:cxnLst>
                    <a:rect l="0" t="0" r="r" b="b"/>
                    <a:pathLst>
                      <a:path w="8" h="19">
                        <a:moveTo>
                          <a:pt x="8" y="0"/>
                        </a:moveTo>
                        <a:lnTo>
                          <a:pt x="0" y="15"/>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24" name="任意多边形 9521"/>
                  <p:cNvSpPr/>
                  <p:nvPr/>
                </p:nvSpPr>
                <p:spPr bwMode="auto">
                  <a:xfrm>
                    <a:off x="529" y="3737"/>
                    <a:ext cx="6" cy="19"/>
                  </a:xfrm>
                  <a:custGeom>
                    <a:avLst/>
                    <a:gdLst/>
                    <a:ahLst/>
                    <a:cxnLst>
                      <a:cxn ang="0">
                        <a:pos x="0" y="0"/>
                      </a:cxn>
                      <a:cxn ang="0">
                        <a:pos x="6" y="15"/>
                      </a:cxn>
                      <a:cxn ang="0">
                        <a:pos x="4" y="19"/>
                      </a:cxn>
                    </a:cxnLst>
                    <a:rect l="0" t="0" r="r" b="b"/>
                    <a:pathLst>
                      <a:path w="6" h="19">
                        <a:moveTo>
                          <a:pt x="0" y="0"/>
                        </a:moveTo>
                        <a:lnTo>
                          <a:pt x="6"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23" name="任意多边形 9522"/>
                  <p:cNvSpPr/>
                  <p:nvPr/>
                </p:nvSpPr>
                <p:spPr bwMode="auto">
                  <a:xfrm>
                    <a:off x="545" y="3743"/>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22" name="矩形 9523"/>
                  <p:cNvSpPr>
                    <a:spLocks noChangeArrowheads="1"/>
                  </p:cNvSpPr>
                  <p:nvPr/>
                </p:nvSpPr>
                <p:spPr bwMode="auto">
                  <a:xfrm>
                    <a:off x="549"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21" name="任意多边形 9524"/>
                  <p:cNvSpPr/>
                  <p:nvPr/>
                </p:nvSpPr>
                <p:spPr bwMode="auto">
                  <a:xfrm>
                    <a:off x="541" y="3737"/>
                    <a:ext cx="8" cy="19"/>
                  </a:xfrm>
                  <a:custGeom>
                    <a:avLst/>
                    <a:gdLst/>
                    <a:ahLst/>
                    <a:cxnLst>
                      <a:cxn ang="0">
                        <a:pos x="8" y="0"/>
                      </a:cxn>
                      <a:cxn ang="0">
                        <a:pos x="0" y="15"/>
                      </a:cxn>
                      <a:cxn ang="0">
                        <a:pos x="4" y="19"/>
                      </a:cxn>
                    </a:cxnLst>
                    <a:rect l="0" t="0" r="r" b="b"/>
                    <a:pathLst>
                      <a:path w="8" h="19">
                        <a:moveTo>
                          <a:pt x="8" y="0"/>
                        </a:moveTo>
                        <a:lnTo>
                          <a:pt x="0"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20" name="任意多边形 9525"/>
                  <p:cNvSpPr/>
                  <p:nvPr/>
                </p:nvSpPr>
                <p:spPr bwMode="auto">
                  <a:xfrm>
                    <a:off x="563" y="3737"/>
                    <a:ext cx="6" cy="19"/>
                  </a:xfrm>
                  <a:custGeom>
                    <a:avLst/>
                    <a:gdLst/>
                    <a:ahLst/>
                    <a:cxnLst>
                      <a:cxn ang="0">
                        <a:pos x="0" y="0"/>
                      </a:cxn>
                      <a:cxn ang="0">
                        <a:pos x="6" y="15"/>
                      </a:cxn>
                      <a:cxn ang="0">
                        <a:pos x="4" y="19"/>
                      </a:cxn>
                    </a:cxnLst>
                    <a:rect l="0" t="0" r="r" b="b"/>
                    <a:pathLst>
                      <a:path w="6" h="19">
                        <a:moveTo>
                          <a:pt x="0" y="0"/>
                        </a:moveTo>
                        <a:lnTo>
                          <a:pt x="6"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19" name="任意多边形 9526"/>
                  <p:cNvSpPr/>
                  <p:nvPr/>
                </p:nvSpPr>
                <p:spPr bwMode="auto">
                  <a:xfrm>
                    <a:off x="579" y="3743"/>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18" name="矩形 9527"/>
                  <p:cNvSpPr>
                    <a:spLocks noChangeArrowheads="1"/>
                  </p:cNvSpPr>
                  <p:nvPr/>
                </p:nvSpPr>
                <p:spPr bwMode="auto">
                  <a:xfrm>
                    <a:off x="583"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17" name="任意多边形 9528"/>
                  <p:cNvSpPr/>
                  <p:nvPr/>
                </p:nvSpPr>
                <p:spPr bwMode="auto">
                  <a:xfrm>
                    <a:off x="575" y="3737"/>
                    <a:ext cx="8" cy="19"/>
                  </a:xfrm>
                  <a:custGeom>
                    <a:avLst/>
                    <a:gdLst/>
                    <a:ahLst/>
                    <a:cxnLst>
                      <a:cxn ang="0">
                        <a:pos x="8" y="0"/>
                      </a:cxn>
                      <a:cxn ang="0">
                        <a:pos x="0" y="15"/>
                      </a:cxn>
                      <a:cxn ang="0">
                        <a:pos x="4" y="19"/>
                      </a:cxn>
                    </a:cxnLst>
                    <a:rect l="0" t="0" r="r" b="b"/>
                    <a:pathLst>
                      <a:path w="8" h="19">
                        <a:moveTo>
                          <a:pt x="8" y="0"/>
                        </a:moveTo>
                        <a:lnTo>
                          <a:pt x="0"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16" name="任意多边形 9529"/>
                  <p:cNvSpPr/>
                  <p:nvPr/>
                </p:nvSpPr>
                <p:spPr bwMode="auto">
                  <a:xfrm>
                    <a:off x="597" y="3737"/>
                    <a:ext cx="6" cy="19"/>
                  </a:xfrm>
                  <a:custGeom>
                    <a:avLst/>
                    <a:gdLst/>
                    <a:ahLst/>
                    <a:cxnLst>
                      <a:cxn ang="0">
                        <a:pos x="0" y="0"/>
                      </a:cxn>
                      <a:cxn ang="0">
                        <a:pos x="6" y="15"/>
                      </a:cxn>
                      <a:cxn ang="0">
                        <a:pos x="4" y="19"/>
                      </a:cxn>
                    </a:cxnLst>
                    <a:rect l="0" t="0" r="r" b="b"/>
                    <a:pathLst>
                      <a:path w="6" h="19">
                        <a:moveTo>
                          <a:pt x="0" y="0"/>
                        </a:moveTo>
                        <a:lnTo>
                          <a:pt x="6"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15" name="任意多边形 9530"/>
                  <p:cNvSpPr/>
                  <p:nvPr/>
                </p:nvSpPr>
                <p:spPr bwMode="auto">
                  <a:xfrm>
                    <a:off x="613" y="3743"/>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14" name="矩形 9531"/>
                  <p:cNvSpPr>
                    <a:spLocks noChangeArrowheads="1"/>
                  </p:cNvSpPr>
                  <p:nvPr/>
                </p:nvSpPr>
                <p:spPr bwMode="auto">
                  <a:xfrm>
                    <a:off x="617"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13" name="任意多边形 9532"/>
                  <p:cNvSpPr/>
                  <p:nvPr/>
                </p:nvSpPr>
                <p:spPr bwMode="auto">
                  <a:xfrm>
                    <a:off x="609" y="3737"/>
                    <a:ext cx="6" cy="19"/>
                  </a:xfrm>
                  <a:custGeom>
                    <a:avLst/>
                    <a:gdLst/>
                    <a:ahLst/>
                    <a:cxnLst>
                      <a:cxn ang="0">
                        <a:pos x="6" y="0"/>
                      </a:cxn>
                      <a:cxn ang="0">
                        <a:pos x="0" y="15"/>
                      </a:cxn>
                      <a:cxn ang="0">
                        <a:pos x="2" y="19"/>
                      </a:cxn>
                    </a:cxnLst>
                    <a:rect l="0" t="0" r="r" b="b"/>
                    <a:pathLst>
                      <a:path w="6" h="19">
                        <a:moveTo>
                          <a:pt x="6" y="0"/>
                        </a:moveTo>
                        <a:lnTo>
                          <a:pt x="0" y="15"/>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12" name="任意多边形 9533"/>
                  <p:cNvSpPr/>
                  <p:nvPr/>
                </p:nvSpPr>
                <p:spPr bwMode="auto">
                  <a:xfrm>
                    <a:off x="631" y="3737"/>
                    <a:ext cx="6" cy="19"/>
                  </a:xfrm>
                  <a:custGeom>
                    <a:avLst/>
                    <a:gdLst/>
                    <a:ahLst/>
                    <a:cxnLst>
                      <a:cxn ang="0">
                        <a:pos x="0" y="0"/>
                      </a:cxn>
                      <a:cxn ang="0">
                        <a:pos x="6" y="15"/>
                      </a:cxn>
                      <a:cxn ang="0">
                        <a:pos x="4" y="19"/>
                      </a:cxn>
                    </a:cxnLst>
                    <a:rect l="0" t="0" r="r" b="b"/>
                    <a:pathLst>
                      <a:path w="6" h="19">
                        <a:moveTo>
                          <a:pt x="0" y="0"/>
                        </a:moveTo>
                        <a:lnTo>
                          <a:pt x="6"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11" name="任意多边形 9534"/>
                  <p:cNvSpPr/>
                  <p:nvPr/>
                </p:nvSpPr>
                <p:spPr bwMode="auto">
                  <a:xfrm>
                    <a:off x="647" y="3743"/>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10" name="矩形 9535"/>
                  <p:cNvSpPr>
                    <a:spLocks noChangeArrowheads="1"/>
                  </p:cNvSpPr>
                  <p:nvPr/>
                </p:nvSpPr>
                <p:spPr bwMode="auto">
                  <a:xfrm>
                    <a:off x="651"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09" name="任意多边形 9536"/>
                  <p:cNvSpPr/>
                  <p:nvPr/>
                </p:nvSpPr>
                <p:spPr bwMode="auto">
                  <a:xfrm>
                    <a:off x="643" y="3737"/>
                    <a:ext cx="6" cy="19"/>
                  </a:xfrm>
                  <a:custGeom>
                    <a:avLst/>
                    <a:gdLst/>
                    <a:ahLst/>
                    <a:cxnLst>
                      <a:cxn ang="0">
                        <a:pos x="6" y="0"/>
                      </a:cxn>
                      <a:cxn ang="0">
                        <a:pos x="0" y="15"/>
                      </a:cxn>
                      <a:cxn ang="0">
                        <a:pos x="2" y="19"/>
                      </a:cxn>
                    </a:cxnLst>
                    <a:rect l="0" t="0" r="r" b="b"/>
                    <a:pathLst>
                      <a:path w="6" h="19">
                        <a:moveTo>
                          <a:pt x="6" y="0"/>
                        </a:moveTo>
                        <a:lnTo>
                          <a:pt x="0" y="15"/>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08" name="任意多边形 9537"/>
                  <p:cNvSpPr/>
                  <p:nvPr/>
                </p:nvSpPr>
                <p:spPr bwMode="auto">
                  <a:xfrm>
                    <a:off x="665" y="3737"/>
                    <a:ext cx="6" cy="19"/>
                  </a:xfrm>
                  <a:custGeom>
                    <a:avLst/>
                    <a:gdLst/>
                    <a:ahLst/>
                    <a:cxnLst>
                      <a:cxn ang="0">
                        <a:pos x="0" y="0"/>
                      </a:cxn>
                      <a:cxn ang="0">
                        <a:pos x="6" y="15"/>
                      </a:cxn>
                      <a:cxn ang="0">
                        <a:pos x="4" y="19"/>
                      </a:cxn>
                    </a:cxnLst>
                    <a:rect l="0" t="0" r="r" b="b"/>
                    <a:pathLst>
                      <a:path w="6" h="19">
                        <a:moveTo>
                          <a:pt x="0" y="0"/>
                        </a:moveTo>
                        <a:lnTo>
                          <a:pt x="6"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07" name="任意多边形 9538"/>
                  <p:cNvSpPr/>
                  <p:nvPr/>
                </p:nvSpPr>
                <p:spPr bwMode="auto">
                  <a:xfrm>
                    <a:off x="681" y="3743"/>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06" name="矩形 9539"/>
                  <p:cNvSpPr>
                    <a:spLocks noChangeArrowheads="1"/>
                  </p:cNvSpPr>
                  <p:nvPr/>
                </p:nvSpPr>
                <p:spPr bwMode="auto">
                  <a:xfrm>
                    <a:off x="685"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05" name="任意多边形 9540"/>
                  <p:cNvSpPr/>
                  <p:nvPr/>
                </p:nvSpPr>
                <p:spPr bwMode="auto">
                  <a:xfrm>
                    <a:off x="677" y="3737"/>
                    <a:ext cx="8" cy="19"/>
                  </a:xfrm>
                  <a:custGeom>
                    <a:avLst/>
                    <a:gdLst/>
                    <a:ahLst/>
                    <a:cxnLst>
                      <a:cxn ang="0">
                        <a:pos x="8" y="0"/>
                      </a:cxn>
                      <a:cxn ang="0">
                        <a:pos x="0" y="15"/>
                      </a:cxn>
                      <a:cxn ang="0">
                        <a:pos x="4" y="19"/>
                      </a:cxn>
                    </a:cxnLst>
                    <a:rect l="0" t="0" r="r" b="b"/>
                    <a:pathLst>
                      <a:path w="8" h="19">
                        <a:moveTo>
                          <a:pt x="8" y="0"/>
                        </a:moveTo>
                        <a:lnTo>
                          <a:pt x="0"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04" name="任意多边形 9541"/>
                  <p:cNvSpPr/>
                  <p:nvPr/>
                </p:nvSpPr>
                <p:spPr bwMode="auto">
                  <a:xfrm>
                    <a:off x="699" y="3737"/>
                    <a:ext cx="6" cy="19"/>
                  </a:xfrm>
                  <a:custGeom>
                    <a:avLst/>
                    <a:gdLst/>
                    <a:ahLst/>
                    <a:cxnLst>
                      <a:cxn ang="0">
                        <a:pos x="0" y="0"/>
                      </a:cxn>
                      <a:cxn ang="0">
                        <a:pos x="6" y="15"/>
                      </a:cxn>
                      <a:cxn ang="0">
                        <a:pos x="4" y="19"/>
                      </a:cxn>
                    </a:cxnLst>
                    <a:rect l="0" t="0" r="r" b="b"/>
                    <a:pathLst>
                      <a:path w="6" h="19">
                        <a:moveTo>
                          <a:pt x="0" y="0"/>
                        </a:moveTo>
                        <a:lnTo>
                          <a:pt x="6"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03" name="任意多边形 9542"/>
                  <p:cNvSpPr/>
                  <p:nvPr/>
                </p:nvSpPr>
                <p:spPr bwMode="auto">
                  <a:xfrm>
                    <a:off x="367" y="379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02" name="矩形 9543"/>
                  <p:cNvSpPr>
                    <a:spLocks noChangeArrowheads="1"/>
                  </p:cNvSpPr>
                  <p:nvPr/>
                </p:nvSpPr>
                <p:spPr bwMode="auto">
                  <a:xfrm>
                    <a:off x="371"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01" name="任意多边形 9544"/>
                  <p:cNvSpPr/>
                  <p:nvPr/>
                </p:nvSpPr>
                <p:spPr bwMode="auto">
                  <a:xfrm>
                    <a:off x="365" y="3787"/>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00" name="任意多边形 9545"/>
                  <p:cNvSpPr/>
                  <p:nvPr/>
                </p:nvSpPr>
                <p:spPr bwMode="auto">
                  <a:xfrm>
                    <a:off x="385" y="3787"/>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99" name="任意多边形 9546"/>
                  <p:cNvSpPr/>
                  <p:nvPr/>
                </p:nvSpPr>
                <p:spPr bwMode="auto">
                  <a:xfrm>
                    <a:off x="401" y="379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98" name="矩形 9547"/>
                  <p:cNvSpPr>
                    <a:spLocks noChangeArrowheads="1"/>
                  </p:cNvSpPr>
                  <p:nvPr/>
                </p:nvSpPr>
                <p:spPr bwMode="auto">
                  <a:xfrm>
                    <a:off x="405"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97" name="任意多边形 9548"/>
                  <p:cNvSpPr/>
                  <p:nvPr/>
                </p:nvSpPr>
                <p:spPr bwMode="auto">
                  <a:xfrm>
                    <a:off x="399" y="3787"/>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96" name="任意多边形 9549"/>
                  <p:cNvSpPr/>
                  <p:nvPr/>
                </p:nvSpPr>
                <p:spPr bwMode="auto">
                  <a:xfrm>
                    <a:off x="419" y="3787"/>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95" name="任意多边形 9550"/>
                  <p:cNvSpPr/>
                  <p:nvPr/>
                </p:nvSpPr>
                <p:spPr bwMode="auto">
                  <a:xfrm>
                    <a:off x="435" y="379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94" name="矩形 9551"/>
                  <p:cNvSpPr>
                    <a:spLocks noChangeArrowheads="1"/>
                  </p:cNvSpPr>
                  <p:nvPr/>
                </p:nvSpPr>
                <p:spPr bwMode="auto">
                  <a:xfrm>
                    <a:off x="439"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93" name="任意多边形 9552"/>
                  <p:cNvSpPr/>
                  <p:nvPr/>
                </p:nvSpPr>
                <p:spPr bwMode="auto">
                  <a:xfrm>
                    <a:off x="433" y="3787"/>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92" name="任意多边形 9553"/>
                  <p:cNvSpPr/>
                  <p:nvPr/>
                </p:nvSpPr>
                <p:spPr bwMode="auto">
                  <a:xfrm>
                    <a:off x="453" y="3787"/>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91" name="任意多边形 9554"/>
                  <p:cNvSpPr/>
                  <p:nvPr/>
                </p:nvSpPr>
                <p:spPr bwMode="auto">
                  <a:xfrm>
                    <a:off x="469" y="379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90" name="矩形 9555"/>
                  <p:cNvSpPr>
                    <a:spLocks noChangeArrowheads="1"/>
                  </p:cNvSpPr>
                  <p:nvPr/>
                </p:nvSpPr>
                <p:spPr bwMode="auto">
                  <a:xfrm>
                    <a:off x="473"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89" name="任意多边形 9556"/>
                  <p:cNvSpPr/>
                  <p:nvPr/>
                </p:nvSpPr>
                <p:spPr bwMode="auto">
                  <a:xfrm>
                    <a:off x="467" y="3787"/>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88" name="任意多边形 9557"/>
                  <p:cNvSpPr/>
                  <p:nvPr/>
                </p:nvSpPr>
                <p:spPr bwMode="auto">
                  <a:xfrm>
                    <a:off x="487" y="3787"/>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87" name="任意多边形 9558"/>
                  <p:cNvSpPr/>
                  <p:nvPr/>
                </p:nvSpPr>
                <p:spPr bwMode="auto">
                  <a:xfrm>
                    <a:off x="503" y="379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86" name="矩形 9559"/>
                  <p:cNvSpPr>
                    <a:spLocks noChangeArrowheads="1"/>
                  </p:cNvSpPr>
                  <p:nvPr/>
                </p:nvSpPr>
                <p:spPr bwMode="auto">
                  <a:xfrm>
                    <a:off x="507"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85" name="任意多边形 9560"/>
                  <p:cNvSpPr/>
                  <p:nvPr/>
                </p:nvSpPr>
                <p:spPr bwMode="auto">
                  <a:xfrm>
                    <a:off x="501" y="3787"/>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84" name="任意多边形 9561"/>
                  <p:cNvSpPr/>
                  <p:nvPr/>
                </p:nvSpPr>
                <p:spPr bwMode="auto">
                  <a:xfrm>
                    <a:off x="521" y="3787"/>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83" name="任意多边形 9562"/>
                  <p:cNvSpPr/>
                  <p:nvPr/>
                </p:nvSpPr>
                <p:spPr bwMode="auto">
                  <a:xfrm>
                    <a:off x="537" y="379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82" name="矩形 9563"/>
                  <p:cNvSpPr>
                    <a:spLocks noChangeArrowheads="1"/>
                  </p:cNvSpPr>
                  <p:nvPr/>
                </p:nvSpPr>
                <p:spPr bwMode="auto">
                  <a:xfrm>
                    <a:off x="541"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81" name="任意多边形 9564"/>
                  <p:cNvSpPr/>
                  <p:nvPr/>
                </p:nvSpPr>
                <p:spPr bwMode="auto">
                  <a:xfrm>
                    <a:off x="535" y="3787"/>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80" name="任意多边形 9565"/>
                  <p:cNvSpPr/>
                  <p:nvPr/>
                </p:nvSpPr>
                <p:spPr bwMode="auto">
                  <a:xfrm>
                    <a:off x="555" y="3787"/>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79" name="任意多边形 9566"/>
                  <p:cNvSpPr/>
                  <p:nvPr/>
                </p:nvSpPr>
                <p:spPr bwMode="auto">
                  <a:xfrm>
                    <a:off x="571" y="379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78" name="矩形 9567"/>
                  <p:cNvSpPr>
                    <a:spLocks noChangeArrowheads="1"/>
                  </p:cNvSpPr>
                  <p:nvPr/>
                </p:nvSpPr>
                <p:spPr bwMode="auto">
                  <a:xfrm>
                    <a:off x="575"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77" name="任意多边形 9568"/>
                  <p:cNvSpPr/>
                  <p:nvPr/>
                </p:nvSpPr>
                <p:spPr bwMode="auto">
                  <a:xfrm>
                    <a:off x="569" y="3787"/>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76" name="任意多边形 9569"/>
                  <p:cNvSpPr/>
                  <p:nvPr/>
                </p:nvSpPr>
                <p:spPr bwMode="auto">
                  <a:xfrm>
                    <a:off x="589" y="3787"/>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75" name="任意多边形 9570"/>
                  <p:cNvSpPr/>
                  <p:nvPr/>
                </p:nvSpPr>
                <p:spPr bwMode="auto">
                  <a:xfrm>
                    <a:off x="607" y="3793"/>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74" name="矩形 9571"/>
                  <p:cNvSpPr>
                    <a:spLocks noChangeArrowheads="1"/>
                  </p:cNvSpPr>
                  <p:nvPr/>
                </p:nvSpPr>
                <p:spPr bwMode="auto">
                  <a:xfrm>
                    <a:off x="609"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73" name="任意多边形 9572"/>
                  <p:cNvSpPr/>
                  <p:nvPr/>
                </p:nvSpPr>
                <p:spPr bwMode="auto">
                  <a:xfrm>
                    <a:off x="603" y="3787"/>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72" name="任意多边形 9573"/>
                  <p:cNvSpPr/>
                  <p:nvPr/>
                </p:nvSpPr>
                <p:spPr bwMode="auto">
                  <a:xfrm>
                    <a:off x="623" y="3787"/>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71" name="任意多边形 9574"/>
                  <p:cNvSpPr/>
                  <p:nvPr/>
                </p:nvSpPr>
                <p:spPr bwMode="auto">
                  <a:xfrm>
                    <a:off x="641" y="3793"/>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70" name="矩形 9575"/>
                  <p:cNvSpPr>
                    <a:spLocks noChangeArrowheads="1"/>
                  </p:cNvSpPr>
                  <p:nvPr/>
                </p:nvSpPr>
                <p:spPr bwMode="auto">
                  <a:xfrm>
                    <a:off x="643"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69" name="任意多边形 9576"/>
                  <p:cNvSpPr/>
                  <p:nvPr/>
                </p:nvSpPr>
                <p:spPr bwMode="auto">
                  <a:xfrm>
                    <a:off x="637" y="3787"/>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68" name="任意多边形 9577"/>
                  <p:cNvSpPr/>
                  <p:nvPr/>
                </p:nvSpPr>
                <p:spPr bwMode="auto">
                  <a:xfrm>
                    <a:off x="657" y="3787"/>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67" name="任意多边形 9578"/>
                  <p:cNvSpPr/>
                  <p:nvPr/>
                </p:nvSpPr>
                <p:spPr bwMode="auto">
                  <a:xfrm>
                    <a:off x="675" y="3793"/>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66" name="矩形 9579"/>
                  <p:cNvSpPr>
                    <a:spLocks noChangeArrowheads="1"/>
                  </p:cNvSpPr>
                  <p:nvPr/>
                </p:nvSpPr>
                <p:spPr bwMode="auto">
                  <a:xfrm>
                    <a:off x="677"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65" name="任意多边形 9580"/>
                  <p:cNvSpPr/>
                  <p:nvPr/>
                </p:nvSpPr>
                <p:spPr bwMode="auto">
                  <a:xfrm>
                    <a:off x="671" y="3787"/>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64" name="任意多边形 9581"/>
                  <p:cNvSpPr/>
                  <p:nvPr/>
                </p:nvSpPr>
                <p:spPr bwMode="auto">
                  <a:xfrm>
                    <a:off x="691" y="3787"/>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63" name="任意多边形 9582"/>
                  <p:cNvSpPr/>
                  <p:nvPr/>
                </p:nvSpPr>
                <p:spPr bwMode="auto">
                  <a:xfrm>
                    <a:off x="707" y="379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62" name="矩形 9583"/>
                  <p:cNvSpPr>
                    <a:spLocks noChangeArrowheads="1"/>
                  </p:cNvSpPr>
                  <p:nvPr/>
                </p:nvSpPr>
                <p:spPr bwMode="auto">
                  <a:xfrm>
                    <a:off x="711"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61" name="任意多边形 9584"/>
                  <p:cNvSpPr/>
                  <p:nvPr/>
                </p:nvSpPr>
                <p:spPr bwMode="auto">
                  <a:xfrm>
                    <a:off x="703" y="3787"/>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60" name="任意多边形 9585"/>
                  <p:cNvSpPr/>
                  <p:nvPr/>
                </p:nvSpPr>
                <p:spPr bwMode="auto">
                  <a:xfrm>
                    <a:off x="725" y="3787"/>
                    <a:ext cx="8" cy="20"/>
                  </a:xfrm>
                  <a:custGeom>
                    <a:avLst/>
                    <a:gdLst/>
                    <a:ahLst/>
                    <a:cxnLst>
                      <a:cxn ang="0">
                        <a:pos x="0" y="0"/>
                      </a:cxn>
                      <a:cxn ang="0">
                        <a:pos x="8" y="18"/>
                      </a:cxn>
                      <a:cxn ang="0">
                        <a:pos x="6" y="20"/>
                      </a:cxn>
                    </a:cxnLst>
                    <a:rect l="0" t="0" r="r" b="b"/>
                    <a:pathLst>
                      <a:path w="8" h="20">
                        <a:moveTo>
                          <a:pt x="0" y="0"/>
                        </a:moveTo>
                        <a:lnTo>
                          <a:pt x="8" y="18"/>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59" name="任意多边形 9586"/>
                  <p:cNvSpPr/>
                  <p:nvPr/>
                </p:nvSpPr>
                <p:spPr bwMode="auto">
                  <a:xfrm>
                    <a:off x="331" y="3818"/>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58" name="矩形 9587"/>
                  <p:cNvSpPr>
                    <a:spLocks noChangeArrowheads="1"/>
                  </p:cNvSpPr>
                  <p:nvPr/>
                </p:nvSpPr>
                <p:spPr bwMode="auto">
                  <a:xfrm>
                    <a:off x="333"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57" name="任意多边形 9588"/>
                  <p:cNvSpPr/>
                  <p:nvPr/>
                </p:nvSpPr>
                <p:spPr bwMode="auto">
                  <a:xfrm>
                    <a:off x="328" y="3812"/>
                    <a:ext cx="5" cy="20"/>
                  </a:xfrm>
                  <a:custGeom>
                    <a:avLst/>
                    <a:gdLst/>
                    <a:ahLst/>
                    <a:cxnLst>
                      <a:cxn ang="0">
                        <a:pos x="5" y="0"/>
                      </a:cxn>
                      <a:cxn ang="0">
                        <a:pos x="0" y="18"/>
                      </a:cxn>
                      <a:cxn ang="0">
                        <a:pos x="2" y="20"/>
                      </a:cxn>
                    </a:cxnLst>
                    <a:rect l="0" t="0" r="r" b="b"/>
                    <a:pathLst>
                      <a:path w="5" h="20">
                        <a:moveTo>
                          <a:pt x="5"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56" name="任意多边形 9589"/>
                  <p:cNvSpPr/>
                  <p:nvPr/>
                </p:nvSpPr>
                <p:spPr bwMode="auto">
                  <a:xfrm>
                    <a:off x="347" y="3812"/>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55" name="任意多边形 9590"/>
                  <p:cNvSpPr/>
                  <p:nvPr/>
                </p:nvSpPr>
                <p:spPr bwMode="auto">
                  <a:xfrm>
                    <a:off x="363" y="381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54" name="矩形 9591"/>
                  <p:cNvSpPr>
                    <a:spLocks noChangeArrowheads="1"/>
                  </p:cNvSpPr>
                  <p:nvPr/>
                </p:nvSpPr>
                <p:spPr bwMode="auto">
                  <a:xfrm>
                    <a:off x="367"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53" name="任意多边形 9592"/>
                  <p:cNvSpPr/>
                  <p:nvPr/>
                </p:nvSpPr>
                <p:spPr bwMode="auto">
                  <a:xfrm>
                    <a:off x="359" y="381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52" name="任意多边形 9593"/>
                  <p:cNvSpPr/>
                  <p:nvPr/>
                </p:nvSpPr>
                <p:spPr bwMode="auto">
                  <a:xfrm>
                    <a:off x="381" y="381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51" name="任意多边形 9594"/>
                  <p:cNvSpPr/>
                  <p:nvPr/>
                </p:nvSpPr>
                <p:spPr bwMode="auto">
                  <a:xfrm>
                    <a:off x="397" y="381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50" name="矩形 9595"/>
                  <p:cNvSpPr>
                    <a:spLocks noChangeArrowheads="1"/>
                  </p:cNvSpPr>
                  <p:nvPr/>
                </p:nvSpPr>
                <p:spPr bwMode="auto">
                  <a:xfrm>
                    <a:off x="401"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49" name="任意多边形 9596"/>
                  <p:cNvSpPr/>
                  <p:nvPr/>
                </p:nvSpPr>
                <p:spPr bwMode="auto">
                  <a:xfrm>
                    <a:off x="393" y="381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48" name="任意多边形 9597"/>
                  <p:cNvSpPr/>
                  <p:nvPr/>
                </p:nvSpPr>
                <p:spPr bwMode="auto">
                  <a:xfrm>
                    <a:off x="415" y="381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47" name="任意多边形 9598"/>
                  <p:cNvSpPr/>
                  <p:nvPr/>
                </p:nvSpPr>
                <p:spPr bwMode="auto">
                  <a:xfrm>
                    <a:off x="431" y="381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46" name="矩形 9599"/>
                  <p:cNvSpPr>
                    <a:spLocks noChangeArrowheads="1"/>
                  </p:cNvSpPr>
                  <p:nvPr/>
                </p:nvSpPr>
                <p:spPr bwMode="auto">
                  <a:xfrm>
                    <a:off x="435"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45" name="任意多边形 9600"/>
                  <p:cNvSpPr/>
                  <p:nvPr/>
                </p:nvSpPr>
                <p:spPr bwMode="auto">
                  <a:xfrm>
                    <a:off x="427" y="381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44" name="任意多边形 9601"/>
                  <p:cNvSpPr/>
                  <p:nvPr/>
                </p:nvSpPr>
                <p:spPr bwMode="auto">
                  <a:xfrm>
                    <a:off x="449" y="381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43" name="任意多边形 9602"/>
                  <p:cNvSpPr/>
                  <p:nvPr/>
                </p:nvSpPr>
                <p:spPr bwMode="auto">
                  <a:xfrm>
                    <a:off x="465" y="3818"/>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42" name="矩形 9603"/>
                  <p:cNvSpPr>
                    <a:spLocks noChangeArrowheads="1"/>
                  </p:cNvSpPr>
                  <p:nvPr/>
                </p:nvSpPr>
                <p:spPr bwMode="auto">
                  <a:xfrm>
                    <a:off x="469"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41" name="任意多边形 9604"/>
                  <p:cNvSpPr/>
                  <p:nvPr/>
                </p:nvSpPr>
                <p:spPr bwMode="auto">
                  <a:xfrm>
                    <a:off x="461" y="3812"/>
                    <a:ext cx="8" cy="20"/>
                  </a:xfrm>
                  <a:custGeom>
                    <a:avLst/>
                    <a:gdLst/>
                    <a:ahLst/>
                    <a:cxnLst>
                      <a:cxn ang="0">
                        <a:pos x="8" y="0"/>
                      </a:cxn>
                      <a:cxn ang="0">
                        <a:pos x="0" y="18"/>
                      </a:cxn>
                      <a:cxn ang="0">
                        <a:pos x="2" y="20"/>
                      </a:cxn>
                    </a:cxnLst>
                    <a:rect l="0" t="0" r="r" b="b"/>
                    <a:pathLst>
                      <a:path w="8" h="20">
                        <a:moveTo>
                          <a:pt x="8"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40" name="任意多边形 9605"/>
                  <p:cNvSpPr/>
                  <p:nvPr/>
                </p:nvSpPr>
                <p:spPr bwMode="auto">
                  <a:xfrm>
                    <a:off x="483" y="381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39" name="任意多边形 9606"/>
                  <p:cNvSpPr/>
                  <p:nvPr/>
                </p:nvSpPr>
                <p:spPr bwMode="auto">
                  <a:xfrm>
                    <a:off x="499" y="381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38" name="矩形 9607"/>
                  <p:cNvSpPr>
                    <a:spLocks noChangeArrowheads="1"/>
                  </p:cNvSpPr>
                  <p:nvPr/>
                </p:nvSpPr>
                <p:spPr bwMode="auto">
                  <a:xfrm>
                    <a:off x="503"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37" name="任意多边形 9608"/>
                  <p:cNvSpPr/>
                  <p:nvPr/>
                </p:nvSpPr>
                <p:spPr bwMode="auto">
                  <a:xfrm>
                    <a:off x="495" y="3812"/>
                    <a:ext cx="8" cy="20"/>
                  </a:xfrm>
                  <a:custGeom>
                    <a:avLst/>
                    <a:gdLst/>
                    <a:ahLst/>
                    <a:cxnLst>
                      <a:cxn ang="0">
                        <a:pos x="8" y="0"/>
                      </a:cxn>
                      <a:cxn ang="0">
                        <a:pos x="0" y="18"/>
                      </a:cxn>
                      <a:cxn ang="0">
                        <a:pos x="2" y="20"/>
                      </a:cxn>
                    </a:cxnLst>
                    <a:rect l="0" t="0" r="r" b="b"/>
                    <a:pathLst>
                      <a:path w="8" h="20">
                        <a:moveTo>
                          <a:pt x="8"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36" name="任意多边形 9609"/>
                  <p:cNvSpPr/>
                  <p:nvPr/>
                </p:nvSpPr>
                <p:spPr bwMode="auto">
                  <a:xfrm>
                    <a:off x="517" y="381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35" name="任意多边形 9610"/>
                  <p:cNvSpPr/>
                  <p:nvPr/>
                </p:nvSpPr>
                <p:spPr bwMode="auto">
                  <a:xfrm>
                    <a:off x="533" y="381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34" name="矩形 9611"/>
                  <p:cNvSpPr>
                    <a:spLocks noChangeArrowheads="1"/>
                  </p:cNvSpPr>
                  <p:nvPr/>
                </p:nvSpPr>
                <p:spPr bwMode="auto">
                  <a:xfrm>
                    <a:off x="537"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33" name="任意多边形 9612"/>
                  <p:cNvSpPr/>
                  <p:nvPr/>
                </p:nvSpPr>
                <p:spPr bwMode="auto">
                  <a:xfrm>
                    <a:off x="529" y="3812"/>
                    <a:ext cx="8" cy="20"/>
                  </a:xfrm>
                  <a:custGeom>
                    <a:avLst/>
                    <a:gdLst/>
                    <a:ahLst/>
                    <a:cxnLst>
                      <a:cxn ang="0">
                        <a:pos x="8" y="0"/>
                      </a:cxn>
                      <a:cxn ang="0">
                        <a:pos x="0" y="18"/>
                      </a:cxn>
                      <a:cxn ang="0">
                        <a:pos x="2" y="20"/>
                      </a:cxn>
                    </a:cxnLst>
                    <a:rect l="0" t="0" r="r" b="b"/>
                    <a:pathLst>
                      <a:path w="8" h="20">
                        <a:moveTo>
                          <a:pt x="8"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32" name="任意多边形 9613"/>
                  <p:cNvSpPr/>
                  <p:nvPr/>
                </p:nvSpPr>
                <p:spPr bwMode="auto">
                  <a:xfrm>
                    <a:off x="551" y="381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31" name="任意多边形 9614"/>
                  <p:cNvSpPr/>
                  <p:nvPr/>
                </p:nvSpPr>
                <p:spPr bwMode="auto">
                  <a:xfrm>
                    <a:off x="567" y="381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30" name="矩形 9615"/>
                  <p:cNvSpPr>
                    <a:spLocks noChangeArrowheads="1"/>
                  </p:cNvSpPr>
                  <p:nvPr/>
                </p:nvSpPr>
                <p:spPr bwMode="auto">
                  <a:xfrm>
                    <a:off x="571"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29" name="任意多边形 9616"/>
                  <p:cNvSpPr/>
                  <p:nvPr/>
                </p:nvSpPr>
                <p:spPr bwMode="auto">
                  <a:xfrm>
                    <a:off x="565" y="3812"/>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28" name="任意多边形 9617"/>
                  <p:cNvSpPr/>
                  <p:nvPr/>
                </p:nvSpPr>
                <p:spPr bwMode="auto">
                  <a:xfrm>
                    <a:off x="585" y="3812"/>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27" name="任意多边形 9618"/>
                  <p:cNvSpPr/>
                  <p:nvPr/>
                </p:nvSpPr>
                <p:spPr bwMode="auto">
                  <a:xfrm>
                    <a:off x="601" y="3818"/>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26" name="矩形 9619"/>
                  <p:cNvSpPr>
                    <a:spLocks noChangeArrowheads="1"/>
                  </p:cNvSpPr>
                  <p:nvPr/>
                </p:nvSpPr>
                <p:spPr bwMode="auto">
                  <a:xfrm>
                    <a:off x="605"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25" name="任意多边形 9620"/>
                  <p:cNvSpPr/>
                  <p:nvPr/>
                </p:nvSpPr>
                <p:spPr bwMode="auto">
                  <a:xfrm>
                    <a:off x="597" y="3812"/>
                    <a:ext cx="8" cy="20"/>
                  </a:xfrm>
                  <a:custGeom>
                    <a:avLst/>
                    <a:gdLst/>
                    <a:ahLst/>
                    <a:cxnLst>
                      <a:cxn ang="0">
                        <a:pos x="8" y="0"/>
                      </a:cxn>
                      <a:cxn ang="0">
                        <a:pos x="0" y="18"/>
                      </a:cxn>
                      <a:cxn ang="0">
                        <a:pos x="2" y="20"/>
                      </a:cxn>
                    </a:cxnLst>
                    <a:rect l="0" t="0" r="r" b="b"/>
                    <a:pathLst>
                      <a:path w="8" h="20">
                        <a:moveTo>
                          <a:pt x="8"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24" name="任意多边形 9621"/>
                  <p:cNvSpPr/>
                  <p:nvPr/>
                </p:nvSpPr>
                <p:spPr bwMode="auto">
                  <a:xfrm>
                    <a:off x="619" y="381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23" name="任意多边形 9622"/>
                  <p:cNvSpPr/>
                  <p:nvPr/>
                </p:nvSpPr>
                <p:spPr bwMode="auto">
                  <a:xfrm>
                    <a:off x="635" y="3818"/>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22" name="矩形 9623"/>
                  <p:cNvSpPr>
                    <a:spLocks noChangeArrowheads="1"/>
                  </p:cNvSpPr>
                  <p:nvPr/>
                </p:nvSpPr>
                <p:spPr bwMode="auto">
                  <a:xfrm>
                    <a:off x="639"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21" name="任意多边形 9624"/>
                  <p:cNvSpPr/>
                  <p:nvPr/>
                </p:nvSpPr>
                <p:spPr bwMode="auto">
                  <a:xfrm>
                    <a:off x="631" y="3812"/>
                    <a:ext cx="8" cy="20"/>
                  </a:xfrm>
                  <a:custGeom>
                    <a:avLst/>
                    <a:gdLst/>
                    <a:ahLst/>
                    <a:cxnLst>
                      <a:cxn ang="0">
                        <a:pos x="8" y="0"/>
                      </a:cxn>
                      <a:cxn ang="0">
                        <a:pos x="0" y="18"/>
                      </a:cxn>
                      <a:cxn ang="0">
                        <a:pos x="2" y="20"/>
                      </a:cxn>
                    </a:cxnLst>
                    <a:rect l="0" t="0" r="r" b="b"/>
                    <a:pathLst>
                      <a:path w="8" h="20">
                        <a:moveTo>
                          <a:pt x="8"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20" name="任意多边形 9625"/>
                  <p:cNvSpPr/>
                  <p:nvPr/>
                </p:nvSpPr>
                <p:spPr bwMode="auto">
                  <a:xfrm>
                    <a:off x="653" y="381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19" name="任意多边形 9626"/>
                  <p:cNvSpPr/>
                  <p:nvPr/>
                </p:nvSpPr>
                <p:spPr bwMode="auto">
                  <a:xfrm>
                    <a:off x="717" y="3743"/>
                    <a:ext cx="44" cy="13"/>
                  </a:xfrm>
                  <a:custGeom>
                    <a:avLst/>
                    <a:gdLst/>
                    <a:ahLst/>
                    <a:cxnLst>
                      <a:cxn ang="0">
                        <a:pos x="38" y="0"/>
                      </a:cxn>
                      <a:cxn ang="0">
                        <a:pos x="6" y="0"/>
                      </a:cxn>
                      <a:cxn ang="0">
                        <a:pos x="0" y="13"/>
                      </a:cxn>
                      <a:cxn ang="0">
                        <a:pos x="44" y="13"/>
                      </a:cxn>
                      <a:cxn ang="0">
                        <a:pos x="38" y="0"/>
                      </a:cxn>
                    </a:cxnLst>
                    <a:rect l="0" t="0" r="r" b="b"/>
                    <a:pathLst>
                      <a:path w="44" h="13">
                        <a:moveTo>
                          <a:pt x="38" y="0"/>
                        </a:moveTo>
                        <a:lnTo>
                          <a:pt x="6" y="0"/>
                        </a:lnTo>
                        <a:lnTo>
                          <a:pt x="0" y="13"/>
                        </a:lnTo>
                        <a:lnTo>
                          <a:pt x="44" y="13"/>
                        </a:lnTo>
                        <a:lnTo>
                          <a:pt x="3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18" name="矩形 9627"/>
                  <p:cNvSpPr>
                    <a:spLocks noChangeArrowheads="1"/>
                  </p:cNvSpPr>
                  <p:nvPr/>
                </p:nvSpPr>
                <p:spPr bwMode="auto">
                  <a:xfrm>
                    <a:off x="721" y="3737"/>
                    <a:ext cx="3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17" name="任意多边形 9628"/>
                  <p:cNvSpPr/>
                  <p:nvPr/>
                </p:nvSpPr>
                <p:spPr bwMode="auto">
                  <a:xfrm>
                    <a:off x="709" y="3737"/>
                    <a:ext cx="14" cy="17"/>
                  </a:xfrm>
                  <a:custGeom>
                    <a:avLst/>
                    <a:gdLst/>
                    <a:ahLst/>
                    <a:cxnLst>
                      <a:cxn ang="0">
                        <a:pos x="14" y="0"/>
                      </a:cxn>
                      <a:cxn ang="0">
                        <a:pos x="0" y="15"/>
                      </a:cxn>
                      <a:cxn ang="0">
                        <a:pos x="6" y="17"/>
                      </a:cxn>
                    </a:cxnLst>
                    <a:rect l="0" t="0" r="r" b="b"/>
                    <a:pathLst>
                      <a:path w="14" h="17">
                        <a:moveTo>
                          <a:pt x="14" y="0"/>
                        </a:moveTo>
                        <a:lnTo>
                          <a:pt x="0" y="15"/>
                        </a:lnTo>
                        <a:lnTo>
                          <a:pt x="6"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16" name="任意多边形 9629"/>
                  <p:cNvSpPr/>
                  <p:nvPr/>
                </p:nvSpPr>
                <p:spPr bwMode="auto">
                  <a:xfrm>
                    <a:off x="755" y="3737"/>
                    <a:ext cx="12" cy="17"/>
                  </a:xfrm>
                  <a:custGeom>
                    <a:avLst/>
                    <a:gdLst/>
                    <a:ahLst/>
                    <a:cxnLst>
                      <a:cxn ang="0">
                        <a:pos x="0" y="0"/>
                      </a:cxn>
                      <a:cxn ang="0">
                        <a:pos x="12" y="15"/>
                      </a:cxn>
                      <a:cxn ang="0">
                        <a:pos x="8" y="17"/>
                      </a:cxn>
                    </a:cxnLst>
                    <a:rect l="0" t="0" r="r" b="b"/>
                    <a:pathLst>
                      <a:path w="12" h="17">
                        <a:moveTo>
                          <a:pt x="0" y="0"/>
                        </a:moveTo>
                        <a:lnTo>
                          <a:pt x="12" y="15"/>
                        </a:lnTo>
                        <a:lnTo>
                          <a:pt x="8"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15" name="直线 9630"/>
                  <p:cNvSpPr>
                    <a:spLocks noChangeShapeType="1"/>
                  </p:cNvSpPr>
                  <p:nvPr/>
                </p:nvSpPr>
                <p:spPr bwMode="auto">
                  <a:xfrm>
                    <a:off x="214" y="3696"/>
                    <a:ext cx="848"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14" name="任意多边形 9631"/>
                  <p:cNvSpPr/>
                  <p:nvPr/>
                </p:nvSpPr>
                <p:spPr bwMode="auto">
                  <a:xfrm>
                    <a:off x="703" y="3818"/>
                    <a:ext cx="56" cy="14"/>
                  </a:xfrm>
                  <a:custGeom>
                    <a:avLst/>
                    <a:gdLst/>
                    <a:ahLst/>
                    <a:cxnLst>
                      <a:cxn ang="0">
                        <a:pos x="48" y="0"/>
                      </a:cxn>
                      <a:cxn ang="0">
                        <a:pos x="8" y="0"/>
                      </a:cxn>
                      <a:cxn ang="0">
                        <a:pos x="0" y="14"/>
                      </a:cxn>
                      <a:cxn ang="0">
                        <a:pos x="56" y="14"/>
                      </a:cxn>
                      <a:cxn ang="0">
                        <a:pos x="48" y="0"/>
                      </a:cxn>
                    </a:cxnLst>
                    <a:rect l="0" t="0" r="r" b="b"/>
                    <a:pathLst>
                      <a:path w="56" h="14">
                        <a:moveTo>
                          <a:pt x="48" y="0"/>
                        </a:moveTo>
                        <a:lnTo>
                          <a:pt x="8" y="0"/>
                        </a:lnTo>
                        <a:lnTo>
                          <a:pt x="0" y="14"/>
                        </a:lnTo>
                        <a:lnTo>
                          <a:pt x="56" y="14"/>
                        </a:lnTo>
                        <a:lnTo>
                          <a:pt x="4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13" name="矩形 9632"/>
                  <p:cNvSpPr>
                    <a:spLocks noChangeArrowheads="1"/>
                  </p:cNvSpPr>
                  <p:nvPr/>
                </p:nvSpPr>
                <p:spPr bwMode="auto">
                  <a:xfrm>
                    <a:off x="711" y="3812"/>
                    <a:ext cx="40"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12" name="任意多边形 9633"/>
                  <p:cNvSpPr/>
                  <p:nvPr/>
                </p:nvSpPr>
                <p:spPr bwMode="auto">
                  <a:xfrm>
                    <a:off x="697" y="3814"/>
                    <a:ext cx="14" cy="18"/>
                  </a:xfrm>
                  <a:custGeom>
                    <a:avLst/>
                    <a:gdLst/>
                    <a:ahLst/>
                    <a:cxnLst>
                      <a:cxn ang="0">
                        <a:pos x="14" y="0"/>
                      </a:cxn>
                      <a:cxn ang="0">
                        <a:pos x="0" y="16"/>
                      </a:cxn>
                      <a:cxn ang="0">
                        <a:pos x="6" y="18"/>
                      </a:cxn>
                    </a:cxnLst>
                    <a:rect l="0" t="0" r="r" b="b"/>
                    <a:pathLst>
                      <a:path w="14" h="18">
                        <a:moveTo>
                          <a:pt x="14" y="0"/>
                        </a:moveTo>
                        <a:lnTo>
                          <a:pt x="0" y="16"/>
                        </a:lnTo>
                        <a:lnTo>
                          <a:pt x="6"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11" name="任意多边形 9634"/>
                  <p:cNvSpPr/>
                  <p:nvPr/>
                </p:nvSpPr>
                <p:spPr bwMode="auto">
                  <a:xfrm>
                    <a:off x="753" y="3814"/>
                    <a:ext cx="14" cy="18"/>
                  </a:xfrm>
                  <a:custGeom>
                    <a:avLst/>
                    <a:gdLst/>
                    <a:ahLst/>
                    <a:cxnLst>
                      <a:cxn ang="0">
                        <a:pos x="0" y="0"/>
                      </a:cxn>
                      <a:cxn ang="0">
                        <a:pos x="14" y="16"/>
                      </a:cxn>
                      <a:cxn ang="0">
                        <a:pos x="8" y="18"/>
                      </a:cxn>
                    </a:cxnLst>
                    <a:rect l="0" t="0" r="r" b="b"/>
                    <a:pathLst>
                      <a:path w="14" h="18">
                        <a:moveTo>
                          <a:pt x="0" y="0"/>
                        </a:moveTo>
                        <a:lnTo>
                          <a:pt x="14" y="16"/>
                        </a:lnTo>
                        <a:lnTo>
                          <a:pt x="8"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10" name="任意多边形 9635"/>
                  <p:cNvSpPr/>
                  <p:nvPr/>
                </p:nvSpPr>
                <p:spPr bwMode="auto">
                  <a:xfrm>
                    <a:off x="278" y="3793"/>
                    <a:ext cx="46" cy="14"/>
                  </a:xfrm>
                  <a:custGeom>
                    <a:avLst/>
                    <a:gdLst/>
                    <a:ahLst/>
                    <a:cxnLst>
                      <a:cxn ang="0">
                        <a:pos x="40" y="0"/>
                      </a:cxn>
                      <a:cxn ang="0">
                        <a:pos x="6" y="0"/>
                      </a:cxn>
                      <a:cxn ang="0">
                        <a:pos x="0" y="14"/>
                      </a:cxn>
                      <a:cxn ang="0">
                        <a:pos x="46" y="14"/>
                      </a:cxn>
                      <a:cxn ang="0">
                        <a:pos x="40" y="0"/>
                      </a:cxn>
                    </a:cxnLst>
                    <a:rect l="0" t="0" r="r" b="b"/>
                    <a:pathLst>
                      <a:path w="46" h="14">
                        <a:moveTo>
                          <a:pt x="40" y="0"/>
                        </a:moveTo>
                        <a:lnTo>
                          <a:pt x="6" y="0"/>
                        </a:lnTo>
                        <a:lnTo>
                          <a:pt x="0" y="14"/>
                        </a:lnTo>
                        <a:lnTo>
                          <a:pt x="46" y="14"/>
                        </a:lnTo>
                        <a:lnTo>
                          <a:pt x="40"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09" name="矩形 9636"/>
                  <p:cNvSpPr>
                    <a:spLocks noChangeArrowheads="1"/>
                  </p:cNvSpPr>
                  <p:nvPr/>
                </p:nvSpPr>
                <p:spPr bwMode="auto">
                  <a:xfrm>
                    <a:off x="284" y="3787"/>
                    <a:ext cx="3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08" name="任意多边形 9637"/>
                  <p:cNvSpPr/>
                  <p:nvPr/>
                </p:nvSpPr>
                <p:spPr bwMode="auto">
                  <a:xfrm>
                    <a:off x="272" y="3789"/>
                    <a:ext cx="12" cy="18"/>
                  </a:xfrm>
                  <a:custGeom>
                    <a:avLst/>
                    <a:gdLst/>
                    <a:ahLst/>
                    <a:cxnLst>
                      <a:cxn ang="0">
                        <a:pos x="12" y="0"/>
                      </a:cxn>
                      <a:cxn ang="0">
                        <a:pos x="0" y="14"/>
                      </a:cxn>
                      <a:cxn ang="0">
                        <a:pos x="4" y="18"/>
                      </a:cxn>
                    </a:cxnLst>
                    <a:rect l="0" t="0" r="r" b="b"/>
                    <a:pathLst>
                      <a:path w="12" h="18">
                        <a:moveTo>
                          <a:pt x="12" y="0"/>
                        </a:moveTo>
                        <a:lnTo>
                          <a:pt x="0"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07" name="任意多边形 9638"/>
                  <p:cNvSpPr/>
                  <p:nvPr/>
                </p:nvSpPr>
                <p:spPr bwMode="auto">
                  <a:xfrm>
                    <a:off x="318" y="3789"/>
                    <a:ext cx="12" cy="18"/>
                  </a:xfrm>
                  <a:custGeom>
                    <a:avLst/>
                    <a:gdLst/>
                    <a:ahLst/>
                    <a:cxnLst>
                      <a:cxn ang="0">
                        <a:pos x="0" y="0"/>
                      </a:cxn>
                      <a:cxn ang="0">
                        <a:pos x="12" y="14"/>
                      </a:cxn>
                      <a:cxn ang="0">
                        <a:pos x="6" y="18"/>
                      </a:cxn>
                    </a:cxnLst>
                    <a:rect l="0" t="0" r="r" b="b"/>
                    <a:pathLst>
                      <a:path w="12" h="18">
                        <a:moveTo>
                          <a:pt x="0" y="0"/>
                        </a:moveTo>
                        <a:lnTo>
                          <a:pt x="12" y="14"/>
                        </a:lnTo>
                        <a:lnTo>
                          <a:pt x="6"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06" name="任意多边形 9639"/>
                  <p:cNvSpPr/>
                  <p:nvPr/>
                </p:nvSpPr>
                <p:spPr bwMode="auto">
                  <a:xfrm>
                    <a:off x="276" y="3706"/>
                    <a:ext cx="20" cy="15"/>
                  </a:xfrm>
                  <a:custGeom>
                    <a:avLst/>
                    <a:gdLst/>
                    <a:ahLst/>
                    <a:cxnLst>
                      <a:cxn ang="0">
                        <a:pos x="18" y="0"/>
                      </a:cxn>
                      <a:cxn ang="0">
                        <a:pos x="4" y="0"/>
                      </a:cxn>
                      <a:cxn ang="0">
                        <a:pos x="0" y="15"/>
                      </a:cxn>
                      <a:cxn ang="0">
                        <a:pos x="20" y="15"/>
                      </a:cxn>
                      <a:cxn ang="0">
                        <a:pos x="18" y="0"/>
                      </a:cxn>
                    </a:cxnLst>
                    <a:rect l="0" t="0" r="r" b="b"/>
                    <a:pathLst>
                      <a:path w="20" h="15">
                        <a:moveTo>
                          <a:pt x="18" y="0"/>
                        </a:moveTo>
                        <a:lnTo>
                          <a:pt x="4" y="0"/>
                        </a:lnTo>
                        <a:lnTo>
                          <a:pt x="0" y="15"/>
                        </a:lnTo>
                        <a:lnTo>
                          <a:pt x="20"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05" name="矩形 9640"/>
                  <p:cNvSpPr>
                    <a:spLocks noChangeArrowheads="1"/>
                  </p:cNvSpPr>
                  <p:nvPr/>
                </p:nvSpPr>
                <p:spPr bwMode="auto">
                  <a:xfrm>
                    <a:off x="280"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04" name="任意多边形 9641"/>
                  <p:cNvSpPr/>
                  <p:nvPr/>
                </p:nvSpPr>
                <p:spPr bwMode="auto">
                  <a:xfrm>
                    <a:off x="272" y="3702"/>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03" name="任意多边形 9642"/>
                  <p:cNvSpPr/>
                  <p:nvPr/>
                </p:nvSpPr>
                <p:spPr bwMode="auto">
                  <a:xfrm>
                    <a:off x="294" y="3702"/>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02" name="任意多边形 9643"/>
                  <p:cNvSpPr/>
                  <p:nvPr/>
                </p:nvSpPr>
                <p:spPr bwMode="auto">
                  <a:xfrm>
                    <a:off x="310" y="3706"/>
                    <a:ext cx="21" cy="15"/>
                  </a:xfrm>
                  <a:custGeom>
                    <a:avLst/>
                    <a:gdLst/>
                    <a:ahLst/>
                    <a:cxnLst>
                      <a:cxn ang="0">
                        <a:pos x="18" y="0"/>
                      </a:cxn>
                      <a:cxn ang="0">
                        <a:pos x="4" y="0"/>
                      </a:cxn>
                      <a:cxn ang="0">
                        <a:pos x="0" y="15"/>
                      </a:cxn>
                      <a:cxn ang="0">
                        <a:pos x="21" y="15"/>
                      </a:cxn>
                      <a:cxn ang="0">
                        <a:pos x="18" y="0"/>
                      </a:cxn>
                    </a:cxnLst>
                    <a:rect l="0" t="0" r="r" b="b"/>
                    <a:pathLst>
                      <a:path w="21" h="15">
                        <a:moveTo>
                          <a:pt x="18" y="0"/>
                        </a:moveTo>
                        <a:lnTo>
                          <a:pt x="4" y="0"/>
                        </a:lnTo>
                        <a:lnTo>
                          <a:pt x="0" y="15"/>
                        </a:lnTo>
                        <a:lnTo>
                          <a:pt x="21"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01" name="矩形 9644"/>
                  <p:cNvSpPr>
                    <a:spLocks noChangeArrowheads="1"/>
                  </p:cNvSpPr>
                  <p:nvPr/>
                </p:nvSpPr>
                <p:spPr bwMode="auto">
                  <a:xfrm>
                    <a:off x="314"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00" name="任意多边形 9645"/>
                  <p:cNvSpPr/>
                  <p:nvPr/>
                </p:nvSpPr>
                <p:spPr bwMode="auto">
                  <a:xfrm>
                    <a:off x="306" y="3702"/>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99" name="任意多边形 9646"/>
                  <p:cNvSpPr/>
                  <p:nvPr/>
                </p:nvSpPr>
                <p:spPr bwMode="auto">
                  <a:xfrm>
                    <a:off x="328" y="3702"/>
                    <a:ext cx="5" cy="19"/>
                  </a:xfrm>
                  <a:custGeom>
                    <a:avLst/>
                    <a:gdLst/>
                    <a:ahLst/>
                    <a:cxnLst>
                      <a:cxn ang="0">
                        <a:pos x="0" y="0"/>
                      </a:cxn>
                      <a:cxn ang="0">
                        <a:pos x="5" y="17"/>
                      </a:cxn>
                      <a:cxn ang="0">
                        <a:pos x="3" y="19"/>
                      </a:cxn>
                    </a:cxnLst>
                    <a:rect l="0" t="0" r="r" b="b"/>
                    <a:pathLst>
                      <a:path w="5" h="19">
                        <a:moveTo>
                          <a:pt x="0" y="0"/>
                        </a:moveTo>
                        <a:lnTo>
                          <a:pt x="5" y="17"/>
                        </a:lnTo>
                        <a:lnTo>
                          <a:pt x="3"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98" name="任意多边形 9647"/>
                  <p:cNvSpPr/>
                  <p:nvPr/>
                </p:nvSpPr>
                <p:spPr bwMode="auto">
                  <a:xfrm>
                    <a:off x="343" y="3706"/>
                    <a:ext cx="22" cy="15"/>
                  </a:xfrm>
                  <a:custGeom>
                    <a:avLst/>
                    <a:gdLst/>
                    <a:ahLst/>
                    <a:cxnLst>
                      <a:cxn ang="0">
                        <a:pos x="18" y="0"/>
                      </a:cxn>
                      <a:cxn ang="0">
                        <a:pos x="4" y="0"/>
                      </a:cxn>
                      <a:cxn ang="0">
                        <a:pos x="0" y="15"/>
                      </a:cxn>
                      <a:cxn ang="0">
                        <a:pos x="22" y="15"/>
                      </a:cxn>
                      <a:cxn ang="0">
                        <a:pos x="18" y="0"/>
                      </a:cxn>
                    </a:cxnLst>
                    <a:rect l="0" t="0" r="r" b="b"/>
                    <a:pathLst>
                      <a:path w="22" h="15">
                        <a:moveTo>
                          <a:pt x="18" y="0"/>
                        </a:moveTo>
                        <a:lnTo>
                          <a:pt x="4" y="0"/>
                        </a:lnTo>
                        <a:lnTo>
                          <a:pt x="0" y="15"/>
                        </a:lnTo>
                        <a:lnTo>
                          <a:pt x="22"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97" name="矩形 9648"/>
                  <p:cNvSpPr>
                    <a:spLocks noChangeArrowheads="1"/>
                  </p:cNvSpPr>
                  <p:nvPr/>
                </p:nvSpPr>
                <p:spPr bwMode="auto">
                  <a:xfrm>
                    <a:off x="347"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96" name="任意多边形 9649"/>
                  <p:cNvSpPr/>
                  <p:nvPr/>
                </p:nvSpPr>
                <p:spPr bwMode="auto">
                  <a:xfrm>
                    <a:off x="339" y="3702"/>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95" name="任意多边形 9650"/>
                  <p:cNvSpPr/>
                  <p:nvPr/>
                </p:nvSpPr>
                <p:spPr bwMode="auto">
                  <a:xfrm>
                    <a:off x="361" y="3702"/>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94" name="任意多边形 9651"/>
                  <p:cNvSpPr/>
                  <p:nvPr/>
                </p:nvSpPr>
                <p:spPr bwMode="auto">
                  <a:xfrm>
                    <a:off x="377" y="3706"/>
                    <a:ext cx="22" cy="15"/>
                  </a:xfrm>
                  <a:custGeom>
                    <a:avLst/>
                    <a:gdLst/>
                    <a:ahLst/>
                    <a:cxnLst>
                      <a:cxn ang="0">
                        <a:pos x="18" y="0"/>
                      </a:cxn>
                      <a:cxn ang="0">
                        <a:pos x="4" y="0"/>
                      </a:cxn>
                      <a:cxn ang="0">
                        <a:pos x="0" y="15"/>
                      </a:cxn>
                      <a:cxn ang="0">
                        <a:pos x="22" y="15"/>
                      </a:cxn>
                      <a:cxn ang="0">
                        <a:pos x="18" y="0"/>
                      </a:cxn>
                    </a:cxnLst>
                    <a:rect l="0" t="0" r="r" b="b"/>
                    <a:pathLst>
                      <a:path w="22" h="15">
                        <a:moveTo>
                          <a:pt x="18" y="0"/>
                        </a:moveTo>
                        <a:lnTo>
                          <a:pt x="4" y="0"/>
                        </a:lnTo>
                        <a:lnTo>
                          <a:pt x="0" y="15"/>
                        </a:lnTo>
                        <a:lnTo>
                          <a:pt x="22"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93" name="矩形 9652"/>
                  <p:cNvSpPr>
                    <a:spLocks noChangeArrowheads="1"/>
                  </p:cNvSpPr>
                  <p:nvPr/>
                </p:nvSpPr>
                <p:spPr bwMode="auto">
                  <a:xfrm>
                    <a:off x="381"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92" name="任意多边形 9653"/>
                  <p:cNvSpPr/>
                  <p:nvPr/>
                </p:nvSpPr>
                <p:spPr bwMode="auto">
                  <a:xfrm>
                    <a:off x="373" y="3702"/>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91" name="任意多边形 9654"/>
                  <p:cNvSpPr/>
                  <p:nvPr/>
                </p:nvSpPr>
                <p:spPr bwMode="auto">
                  <a:xfrm>
                    <a:off x="395" y="3702"/>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90" name="任意多边形 9655"/>
                  <p:cNvSpPr/>
                  <p:nvPr/>
                </p:nvSpPr>
                <p:spPr bwMode="auto">
                  <a:xfrm>
                    <a:off x="435" y="3706"/>
                    <a:ext cx="22" cy="15"/>
                  </a:xfrm>
                  <a:custGeom>
                    <a:avLst/>
                    <a:gdLst/>
                    <a:ahLst/>
                    <a:cxnLst>
                      <a:cxn ang="0">
                        <a:pos x="18" y="0"/>
                      </a:cxn>
                      <a:cxn ang="0">
                        <a:pos x="4" y="0"/>
                      </a:cxn>
                      <a:cxn ang="0">
                        <a:pos x="0" y="15"/>
                      </a:cxn>
                      <a:cxn ang="0">
                        <a:pos x="22" y="15"/>
                      </a:cxn>
                      <a:cxn ang="0">
                        <a:pos x="18" y="0"/>
                      </a:cxn>
                    </a:cxnLst>
                    <a:rect l="0" t="0" r="r" b="b"/>
                    <a:pathLst>
                      <a:path w="22" h="15">
                        <a:moveTo>
                          <a:pt x="18" y="0"/>
                        </a:moveTo>
                        <a:lnTo>
                          <a:pt x="4" y="0"/>
                        </a:lnTo>
                        <a:lnTo>
                          <a:pt x="0" y="15"/>
                        </a:lnTo>
                        <a:lnTo>
                          <a:pt x="22"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89" name="矩形 9656"/>
                  <p:cNvSpPr>
                    <a:spLocks noChangeArrowheads="1"/>
                  </p:cNvSpPr>
                  <p:nvPr/>
                </p:nvSpPr>
                <p:spPr bwMode="auto">
                  <a:xfrm>
                    <a:off x="439"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88" name="任意多边形 9657"/>
                  <p:cNvSpPr/>
                  <p:nvPr/>
                </p:nvSpPr>
                <p:spPr bwMode="auto">
                  <a:xfrm>
                    <a:off x="431" y="3702"/>
                    <a:ext cx="8" cy="19"/>
                  </a:xfrm>
                  <a:custGeom>
                    <a:avLst/>
                    <a:gdLst/>
                    <a:ahLst/>
                    <a:cxnLst>
                      <a:cxn ang="0">
                        <a:pos x="8" y="0"/>
                      </a:cxn>
                      <a:cxn ang="0">
                        <a:pos x="0" y="17"/>
                      </a:cxn>
                      <a:cxn ang="0">
                        <a:pos x="2" y="19"/>
                      </a:cxn>
                    </a:cxnLst>
                    <a:rect l="0" t="0" r="r" b="b"/>
                    <a:pathLst>
                      <a:path w="8" h="19">
                        <a:moveTo>
                          <a:pt x="8"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87" name="任意多边形 9658"/>
                  <p:cNvSpPr/>
                  <p:nvPr/>
                </p:nvSpPr>
                <p:spPr bwMode="auto">
                  <a:xfrm>
                    <a:off x="453" y="3702"/>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86" name="任意多边形 9659"/>
                  <p:cNvSpPr/>
                  <p:nvPr/>
                </p:nvSpPr>
                <p:spPr bwMode="auto">
                  <a:xfrm>
                    <a:off x="469" y="3706"/>
                    <a:ext cx="22" cy="15"/>
                  </a:xfrm>
                  <a:custGeom>
                    <a:avLst/>
                    <a:gdLst/>
                    <a:ahLst/>
                    <a:cxnLst>
                      <a:cxn ang="0">
                        <a:pos x="18" y="0"/>
                      </a:cxn>
                      <a:cxn ang="0">
                        <a:pos x="4" y="0"/>
                      </a:cxn>
                      <a:cxn ang="0">
                        <a:pos x="0" y="15"/>
                      </a:cxn>
                      <a:cxn ang="0">
                        <a:pos x="22" y="15"/>
                      </a:cxn>
                      <a:cxn ang="0">
                        <a:pos x="18" y="0"/>
                      </a:cxn>
                    </a:cxnLst>
                    <a:rect l="0" t="0" r="r" b="b"/>
                    <a:pathLst>
                      <a:path w="22" h="15">
                        <a:moveTo>
                          <a:pt x="18" y="0"/>
                        </a:moveTo>
                        <a:lnTo>
                          <a:pt x="4" y="0"/>
                        </a:lnTo>
                        <a:lnTo>
                          <a:pt x="0" y="15"/>
                        </a:lnTo>
                        <a:lnTo>
                          <a:pt x="22"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85" name="矩形 9660"/>
                  <p:cNvSpPr>
                    <a:spLocks noChangeArrowheads="1"/>
                  </p:cNvSpPr>
                  <p:nvPr/>
                </p:nvSpPr>
                <p:spPr bwMode="auto">
                  <a:xfrm>
                    <a:off x="473"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84" name="任意多边形 9661"/>
                  <p:cNvSpPr/>
                  <p:nvPr/>
                </p:nvSpPr>
                <p:spPr bwMode="auto">
                  <a:xfrm>
                    <a:off x="465" y="3702"/>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83" name="任意多边形 9662"/>
                  <p:cNvSpPr/>
                  <p:nvPr/>
                </p:nvSpPr>
                <p:spPr bwMode="auto">
                  <a:xfrm>
                    <a:off x="487" y="3702"/>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82" name="任意多边形 9663"/>
                  <p:cNvSpPr/>
                  <p:nvPr/>
                </p:nvSpPr>
                <p:spPr bwMode="auto">
                  <a:xfrm>
                    <a:off x="503" y="3706"/>
                    <a:ext cx="22" cy="15"/>
                  </a:xfrm>
                  <a:custGeom>
                    <a:avLst/>
                    <a:gdLst/>
                    <a:ahLst/>
                    <a:cxnLst>
                      <a:cxn ang="0">
                        <a:pos x="18" y="0"/>
                      </a:cxn>
                      <a:cxn ang="0">
                        <a:pos x="4" y="0"/>
                      </a:cxn>
                      <a:cxn ang="0">
                        <a:pos x="0" y="15"/>
                      </a:cxn>
                      <a:cxn ang="0">
                        <a:pos x="22" y="15"/>
                      </a:cxn>
                      <a:cxn ang="0">
                        <a:pos x="18" y="0"/>
                      </a:cxn>
                    </a:cxnLst>
                    <a:rect l="0" t="0" r="r" b="b"/>
                    <a:pathLst>
                      <a:path w="22" h="15">
                        <a:moveTo>
                          <a:pt x="18" y="0"/>
                        </a:moveTo>
                        <a:lnTo>
                          <a:pt x="4" y="0"/>
                        </a:lnTo>
                        <a:lnTo>
                          <a:pt x="0" y="15"/>
                        </a:lnTo>
                        <a:lnTo>
                          <a:pt x="22"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81" name="矩形 9664"/>
                  <p:cNvSpPr>
                    <a:spLocks noChangeArrowheads="1"/>
                  </p:cNvSpPr>
                  <p:nvPr/>
                </p:nvSpPr>
                <p:spPr bwMode="auto">
                  <a:xfrm>
                    <a:off x="507"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80" name="任意多边形 9665"/>
                  <p:cNvSpPr/>
                  <p:nvPr/>
                </p:nvSpPr>
                <p:spPr bwMode="auto">
                  <a:xfrm>
                    <a:off x="501" y="3702"/>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79" name="任意多边形 9666"/>
                  <p:cNvSpPr/>
                  <p:nvPr/>
                </p:nvSpPr>
                <p:spPr bwMode="auto">
                  <a:xfrm>
                    <a:off x="521" y="3702"/>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78" name="任意多边形 9667"/>
                  <p:cNvSpPr/>
                  <p:nvPr/>
                </p:nvSpPr>
                <p:spPr bwMode="auto">
                  <a:xfrm>
                    <a:off x="537" y="3706"/>
                    <a:ext cx="22" cy="15"/>
                  </a:xfrm>
                  <a:custGeom>
                    <a:avLst/>
                    <a:gdLst/>
                    <a:ahLst/>
                    <a:cxnLst>
                      <a:cxn ang="0">
                        <a:pos x="18" y="0"/>
                      </a:cxn>
                      <a:cxn ang="0">
                        <a:pos x="4" y="0"/>
                      </a:cxn>
                      <a:cxn ang="0">
                        <a:pos x="0" y="15"/>
                      </a:cxn>
                      <a:cxn ang="0">
                        <a:pos x="22" y="15"/>
                      </a:cxn>
                      <a:cxn ang="0">
                        <a:pos x="18" y="0"/>
                      </a:cxn>
                    </a:cxnLst>
                    <a:rect l="0" t="0" r="r" b="b"/>
                    <a:pathLst>
                      <a:path w="22" h="15">
                        <a:moveTo>
                          <a:pt x="18" y="0"/>
                        </a:moveTo>
                        <a:lnTo>
                          <a:pt x="4" y="0"/>
                        </a:lnTo>
                        <a:lnTo>
                          <a:pt x="0" y="15"/>
                        </a:lnTo>
                        <a:lnTo>
                          <a:pt x="22"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77" name="矩形 9668"/>
                  <p:cNvSpPr>
                    <a:spLocks noChangeArrowheads="1"/>
                  </p:cNvSpPr>
                  <p:nvPr/>
                </p:nvSpPr>
                <p:spPr bwMode="auto">
                  <a:xfrm>
                    <a:off x="541"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76" name="任意多边形 9669"/>
                  <p:cNvSpPr/>
                  <p:nvPr/>
                </p:nvSpPr>
                <p:spPr bwMode="auto">
                  <a:xfrm>
                    <a:off x="535" y="3702"/>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75" name="任意多边形 9670"/>
                  <p:cNvSpPr/>
                  <p:nvPr/>
                </p:nvSpPr>
                <p:spPr bwMode="auto">
                  <a:xfrm>
                    <a:off x="555" y="3702"/>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74" name="任意多边形 9671"/>
                  <p:cNvSpPr/>
                  <p:nvPr/>
                </p:nvSpPr>
                <p:spPr bwMode="auto">
                  <a:xfrm>
                    <a:off x="641" y="3706"/>
                    <a:ext cx="20" cy="15"/>
                  </a:xfrm>
                  <a:custGeom>
                    <a:avLst/>
                    <a:gdLst/>
                    <a:ahLst/>
                    <a:cxnLst>
                      <a:cxn ang="0">
                        <a:pos x="18" y="0"/>
                      </a:cxn>
                      <a:cxn ang="0">
                        <a:pos x="4" y="0"/>
                      </a:cxn>
                      <a:cxn ang="0">
                        <a:pos x="0" y="15"/>
                      </a:cxn>
                      <a:cxn ang="0">
                        <a:pos x="20" y="15"/>
                      </a:cxn>
                      <a:cxn ang="0">
                        <a:pos x="18" y="0"/>
                      </a:cxn>
                    </a:cxnLst>
                    <a:rect l="0" t="0" r="r" b="b"/>
                    <a:pathLst>
                      <a:path w="20" h="15">
                        <a:moveTo>
                          <a:pt x="18" y="0"/>
                        </a:moveTo>
                        <a:lnTo>
                          <a:pt x="4" y="0"/>
                        </a:lnTo>
                        <a:lnTo>
                          <a:pt x="0" y="15"/>
                        </a:lnTo>
                        <a:lnTo>
                          <a:pt x="20"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73" name="矩形 9672"/>
                  <p:cNvSpPr>
                    <a:spLocks noChangeArrowheads="1"/>
                  </p:cNvSpPr>
                  <p:nvPr/>
                </p:nvSpPr>
                <p:spPr bwMode="auto">
                  <a:xfrm>
                    <a:off x="645"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72" name="任意多边形 9673"/>
                  <p:cNvSpPr/>
                  <p:nvPr/>
                </p:nvSpPr>
                <p:spPr bwMode="auto">
                  <a:xfrm>
                    <a:off x="637" y="3702"/>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71" name="任意多边形 9674"/>
                  <p:cNvSpPr/>
                  <p:nvPr/>
                </p:nvSpPr>
                <p:spPr bwMode="auto">
                  <a:xfrm>
                    <a:off x="659" y="3702"/>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70" name="任意多边形 9675"/>
                  <p:cNvSpPr/>
                  <p:nvPr/>
                </p:nvSpPr>
                <p:spPr bwMode="auto">
                  <a:xfrm>
                    <a:off x="675" y="3706"/>
                    <a:ext cx="20" cy="15"/>
                  </a:xfrm>
                  <a:custGeom>
                    <a:avLst/>
                    <a:gdLst/>
                    <a:ahLst/>
                    <a:cxnLst>
                      <a:cxn ang="0">
                        <a:pos x="18" y="0"/>
                      </a:cxn>
                      <a:cxn ang="0">
                        <a:pos x="4" y="0"/>
                      </a:cxn>
                      <a:cxn ang="0">
                        <a:pos x="0" y="15"/>
                      </a:cxn>
                      <a:cxn ang="0">
                        <a:pos x="20" y="15"/>
                      </a:cxn>
                      <a:cxn ang="0">
                        <a:pos x="18" y="0"/>
                      </a:cxn>
                    </a:cxnLst>
                    <a:rect l="0" t="0" r="r" b="b"/>
                    <a:pathLst>
                      <a:path w="20" h="15">
                        <a:moveTo>
                          <a:pt x="18" y="0"/>
                        </a:moveTo>
                        <a:lnTo>
                          <a:pt x="4" y="0"/>
                        </a:lnTo>
                        <a:lnTo>
                          <a:pt x="0" y="15"/>
                        </a:lnTo>
                        <a:lnTo>
                          <a:pt x="20"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69" name="矩形 9676"/>
                  <p:cNvSpPr>
                    <a:spLocks noChangeArrowheads="1"/>
                  </p:cNvSpPr>
                  <p:nvPr/>
                </p:nvSpPr>
                <p:spPr bwMode="auto">
                  <a:xfrm>
                    <a:off x="679"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68" name="任意多边形 9677"/>
                  <p:cNvSpPr/>
                  <p:nvPr/>
                </p:nvSpPr>
                <p:spPr bwMode="auto">
                  <a:xfrm>
                    <a:off x="671" y="3702"/>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67" name="任意多边形 9678"/>
                  <p:cNvSpPr/>
                  <p:nvPr/>
                </p:nvSpPr>
                <p:spPr bwMode="auto">
                  <a:xfrm>
                    <a:off x="693" y="3702"/>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66" name="任意多边形 9679"/>
                  <p:cNvSpPr/>
                  <p:nvPr/>
                </p:nvSpPr>
                <p:spPr bwMode="auto">
                  <a:xfrm>
                    <a:off x="709" y="3706"/>
                    <a:ext cx="22" cy="15"/>
                  </a:xfrm>
                  <a:custGeom>
                    <a:avLst/>
                    <a:gdLst/>
                    <a:ahLst/>
                    <a:cxnLst>
                      <a:cxn ang="0">
                        <a:pos x="18" y="0"/>
                      </a:cxn>
                      <a:cxn ang="0">
                        <a:pos x="4" y="0"/>
                      </a:cxn>
                      <a:cxn ang="0">
                        <a:pos x="0" y="15"/>
                      </a:cxn>
                      <a:cxn ang="0">
                        <a:pos x="22" y="15"/>
                      </a:cxn>
                      <a:cxn ang="0">
                        <a:pos x="18" y="0"/>
                      </a:cxn>
                    </a:cxnLst>
                    <a:rect l="0" t="0" r="r" b="b"/>
                    <a:pathLst>
                      <a:path w="22" h="15">
                        <a:moveTo>
                          <a:pt x="18" y="0"/>
                        </a:moveTo>
                        <a:lnTo>
                          <a:pt x="4" y="0"/>
                        </a:lnTo>
                        <a:lnTo>
                          <a:pt x="0" y="15"/>
                        </a:lnTo>
                        <a:lnTo>
                          <a:pt x="22"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grpSp>
            <p:sp>
              <p:nvSpPr>
                <p:cNvPr id="348764" name="矩形 9680"/>
                <p:cNvSpPr>
                  <a:spLocks noChangeArrowheads="1"/>
                </p:cNvSpPr>
                <p:nvPr/>
              </p:nvSpPr>
              <p:spPr bwMode="auto">
                <a:xfrm>
                  <a:off x="713"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63" name="任意多边形 9681"/>
                <p:cNvSpPr/>
                <p:nvPr/>
              </p:nvSpPr>
              <p:spPr bwMode="auto">
                <a:xfrm>
                  <a:off x="705" y="3702"/>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62" name="任意多边形 9682"/>
                <p:cNvSpPr/>
                <p:nvPr/>
              </p:nvSpPr>
              <p:spPr bwMode="auto">
                <a:xfrm>
                  <a:off x="727" y="3702"/>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61" name="任意多边形 9683"/>
                <p:cNvSpPr/>
                <p:nvPr/>
              </p:nvSpPr>
              <p:spPr bwMode="auto">
                <a:xfrm>
                  <a:off x="743" y="3706"/>
                  <a:ext cx="22" cy="15"/>
                </a:xfrm>
                <a:custGeom>
                  <a:avLst/>
                  <a:gdLst/>
                  <a:ahLst/>
                  <a:cxnLst>
                    <a:cxn ang="0">
                      <a:pos x="18" y="0"/>
                    </a:cxn>
                    <a:cxn ang="0">
                      <a:pos x="4" y="0"/>
                    </a:cxn>
                    <a:cxn ang="0">
                      <a:pos x="0" y="15"/>
                    </a:cxn>
                    <a:cxn ang="0">
                      <a:pos x="22" y="15"/>
                    </a:cxn>
                    <a:cxn ang="0">
                      <a:pos x="18" y="0"/>
                    </a:cxn>
                  </a:cxnLst>
                  <a:rect l="0" t="0" r="r" b="b"/>
                  <a:pathLst>
                    <a:path w="22" h="15">
                      <a:moveTo>
                        <a:pt x="18" y="0"/>
                      </a:moveTo>
                      <a:lnTo>
                        <a:pt x="4" y="0"/>
                      </a:lnTo>
                      <a:lnTo>
                        <a:pt x="0" y="15"/>
                      </a:lnTo>
                      <a:lnTo>
                        <a:pt x="22"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60" name="矩形 9684"/>
                <p:cNvSpPr>
                  <a:spLocks noChangeArrowheads="1"/>
                </p:cNvSpPr>
                <p:nvPr/>
              </p:nvSpPr>
              <p:spPr bwMode="auto">
                <a:xfrm>
                  <a:off x="747"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59" name="任意多边形 9685"/>
                <p:cNvSpPr/>
                <p:nvPr/>
              </p:nvSpPr>
              <p:spPr bwMode="auto">
                <a:xfrm>
                  <a:off x="739" y="3702"/>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58" name="任意多边形 9686"/>
                <p:cNvSpPr/>
                <p:nvPr/>
              </p:nvSpPr>
              <p:spPr bwMode="auto">
                <a:xfrm>
                  <a:off x="761" y="3702"/>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57" name="任意多边形 9687"/>
                <p:cNvSpPr/>
                <p:nvPr/>
              </p:nvSpPr>
              <p:spPr bwMode="auto">
                <a:xfrm>
                  <a:off x="805" y="3706"/>
                  <a:ext cx="20" cy="15"/>
                </a:xfrm>
                <a:custGeom>
                  <a:avLst/>
                  <a:gdLst/>
                  <a:ahLst/>
                  <a:cxnLst>
                    <a:cxn ang="0">
                      <a:pos x="16" y="0"/>
                    </a:cxn>
                    <a:cxn ang="0">
                      <a:pos x="2" y="0"/>
                    </a:cxn>
                    <a:cxn ang="0">
                      <a:pos x="0" y="15"/>
                    </a:cxn>
                    <a:cxn ang="0">
                      <a:pos x="20" y="15"/>
                    </a:cxn>
                    <a:cxn ang="0">
                      <a:pos x="16" y="0"/>
                    </a:cxn>
                  </a:cxnLst>
                  <a:rect l="0" t="0" r="r" b="b"/>
                  <a:pathLst>
                    <a:path w="20" h="15">
                      <a:moveTo>
                        <a:pt x="16" y="0"/>
                      </a:moveTo>
                      <a:lnTo>
                        <a:pt x="2" y="0"/>
                      </a:lnTo>
                      <a:lnTo>
                        <a:pt x="0" y="15"/>
                      </a:lnTo>
                      <a:lnTo>
                        <a:pt x="20" y="15"/>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56" name="矩形 9688"/>
                <p:cNvSpPr>
                  <a:spLocks noChangeArrowheads="1"/>
                </p:cNvSpPr>
                <p:nvPr/>
              </p:nvSpPr>
              <p:spPr bwMode="auto">
                <a:xfrm>
                  <a:off x="807"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55" name="任意多边形 9689"/>
                <p:cNvSpPr/>
                <p:nvPr/>
              </p:nvSpPr>
              <p:spPr bwMode="auto">
                <a:xfrm>
                  <a:off x="801" y="3702"/>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54" name="任意多边形 9690"/>
                <p:cNvSpPr/>
                <p:nvPr/>
              </p:nvSpPr>
              <p:spPr bwMode="auto">
                <a:xfrm>
                  <a:off x="821" y="3702"/>
                  <a:ext cx="8" cy="19"/>
                </a:xfrm>
                <a:custGeom>
                  <a:avLst/>
                  <a:gdLst/>
                  <a:ahLst/>
                  <a:cxnLst>
                    <a:cxn ang="0">
                      <a:pos x="0" y="0"/>
                    </a:cxn>
                    <a:cxn ang="0">
                      <a:pos x="8" y="17"/>
                    </a:cxn>
                    <a:cxn ang="0">
                      <a:pos x="6" y="19"/>
                    </a:cxn>
                  </a:cxnLst>
                  <a:rect l="0" t="0" r="r" b="b"/>
                  <a:pathLst>
                    <a:path w="8" h="19">
                      <a:moveTo>
                        <a:pt x="0" y="0"/>
                      </a:moveTo>
                      <a:lnTo>
                        <a:pt x="8" y="17"/>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53" name="任意多边形 9691"/>
                <p:cNvSpPr/>
                <p:nvPr/>
              </p:nvSpPr>
              <p:spPr bwMode="auto">
                <a:xfrm>
                  <a:off x="805" y="3743"/>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52" name="矩形 9692"/>
                <p:cNvSpPr>
                  <a:spLocks noChangeArrowheads="1"/>
                </p:cNvSpPr>
                <p:nvPr/>
              </p:nvSpPr>
              <p:spPr bwMode="auto">
                <a:xfrm>
                  <a:off x="807"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51" name="任意多边形 9693"/>
                <p:cNvSpPr/>
                <p:nvPr/>
              </p:nvSpPr>
              <p:spPr bwMode="auto">
                <a:xfrm>
                  <a:off x="801" y="3737"/>
                  <a:ext cx="6" cy="19"/>
                </a:xfrm>
                <a:custGeom>
                  <a:avLst/>
                  <a:gdLst/>
                  <a:ahLst/>
                  <a:cxnLst>
                    <a:cxn ang="0">
                      <a:pos x="6" y="0"/>
                    </a:cxn>
                    <a:cxn ang="0">
                      <a:pos x="0" y="15"/>
                    </a:cxn>
                    <a:cxn ang="0">
                      <a:pos x="2" y="19"/>
                    </a:cxn>
                  </a:cxnLst>
                  <a:rect l="0" t="0" r="r" b="b"/>
                  <a:pathLst>
                    <a:path w="6" h="19">
                      <a:moveTo>
                        <a:pt x="6" y="0"/>
                      </a:moveTo>
                      <a:lnTo>
                        <a:pt x="0" y="15"/>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50" name="任意多边形 9694"/>
                <p:cNvSpPr/>
                <p:nvPr/>
              </p:nvSpPr>
              <p:spPr bwMode="auto">
                <a:xfrm>
                  <a:off x="821" y="3737"/>
                  <a:ext cx="8" cy="19"/>
                </a:xfrm>
                <a:custGeom>
                  <a:avLst/>
                  <a:gdLst/>
                  <a:ahLst/>
                  <a:cxnLst>
                    <a:cxn ang="0">
                      <a:pos x="0" y="0"/>
                    </a:cxn>
                    <a:cxn ang="0">
                      <a:pos x="8" y="15"/>
                    </a:cxn>
                    <a:cxn ang="0">
                      <a:pos x="6" y="19"/>
                    </a:cxn>
                  </a:cxnLst>
                  <a:rect l="0" t="0" r="r" b="b"/>
                  <a:pathLst>
                    <a:path w="8" h="19">
                      <a:moveTo>
                        <a:pt x="0" y="0"/>
                      </a:moveTo>
                      <a:lnTo>
                        <a:pt x="8" y="15"/>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49" name="任意多边形 9695"/>
                <p:cNvSpPr/>
                <p:nvPr/>
              </p:nvSpPr>
              <p:spPr bwMode="auto">
                <a:xfrm>
                  <a:off x="839" y="3743"/>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48" name="矩形 9696"/>
                <p:cNvSpPr>
                  <a:spLocks noChangeArrowheads="1"/>
                </p:cNvSpPr>
                <p:nvPr/>
              </p:nvSpPr>
              <p:spPr bwMode="auto">
                <a:xfrm>
                  <a:off x="841"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47" name="任意多边形 9697"/>
                <p:cNvSpPr/>
                <p:nvPr/>
              </p:nvSpPr>
              <p:spPr bwMode="auto">
                <a:xfrm>
                  <a:off x="835" y="3737"/>
                  <a:ext cx="6" cy="19"/>
                </a:xfrm>
                <a:custGeom>
                  <a:avLst/>
                  <a:gdLst/>
                  <a:ahLst/>
                  <a:cxnLst>
                    <a:cxn ang="0">
                      <a:pos x="6" y="0"/>
                    </a:cxn>
                    <a:cxn ang="0">
                      <a:pos x="0" y="15"/>
                    </a:cxn>
                    <a:cxn ang="0">
                      <a:pos x="2" y="19"/>
                    </a:cxn>
                  </a:cxnLst>
                  <a:rect l="0" t="0" r="r" b="b"/>
                  <a:pathLst>
                    <a:path w="6" h="19">
                      <a:moveTo>
                        <a:pt x="6" y="0"/>
                      </a:moveTo>
                      <a:lnTo>
                        <a:pt x="0" y="15"/>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46" name="任意多边形 9698"/>
                <p:cNvSpPr/>
                <p:nvPr/>
              </p:nvSpPr>
              <p:spPr bwMode="auto">
                <a:xfrm>
                  <a:off x="855" y="3737"/>
                  <a:ext cx="8" cy="19"/>
                </a:xfrm>
                <a:custGeom>
                  <a:avLst/>
                  <a:gdLst/>
                  <a:ahLst/>
                  <a:cxnLst>
                    <a:cxn ang="0">
                      <a:pos x="0" y="0"/>
                    </a:cxn>
                    <a:cxn ang="0">
                      <a:pos x="8" y="15"/>
                    </a:cxn>
                    <a:cxn ang="0">
                      <a:pos x="6" y="19"/>
                    </a:cxn>
                  </a:cxnLst>
                  <a:rect l="0" t="0" r="r" b="b"/>
                  <a:pathLst>
                    <a:path w="8" h="19">
                      <a:moveTo>
                        <a:pt x="0" y="0"/>
                      </a:moveTo>
                      <a:lnTo>
                        <a:pt x="8" y="15"/>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45" name="任意多边形 9699"/>
                <p:cNvSpPr/>
                <p:nvPr/>
              </p:nvSpPr>
              <p:spPr bwMode="auto">
                <a:xfrm>
                  <a:off x="873" y="3743"/>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44" name="矩形 9700"/>
                <p:cNvSpPr>
                  <a:spLocks noChangeArrowheads="1"/>
                </p:cNvSpPr>
                <p:nvPr/>
              </p:nvSpPr>
              <p:spPr bwMode="auto">
                <a:xfrm>
                  <a:off x="875"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43" name="任意多边形 9701"/>
                <p:cNvSpPr/>
                <p:nvPr/>
              </p:nvSpPr>
              <p:spPr bwMode="auto">
                <a:xfrm>
                  <a:off x="869" y="3737"/>
                  <a:ext cx="6" cy="19"/>
                </a:xfrm>
                <a:custGeom>
                  <a:avLst/>
                  <a:gdLst/>
                  <a:ahLst/>
                  <a:cxnLst>
                    <a:cxn ang="0">
                      <a:pos x="6" y="0"/>
                    </a:cxn>
                    <a:cxn ang="0">
                      <a:pos x="0" y="15"/>
                    </a:cxn>
                    <a:cxn ang="0">
                      <a:pos x="2" y="19"/>
                    </a:cxn>
                  </a:cxnLst>
                  <a:rect l="0" t="0" r="r" b="b"/>
                  <a:pathLst>
                    <a:path w="6" h="19">
                      <a:moveTo>
                        <a:pt x="6" y="0"/>
                      </a:moveTo>
                      <a:lnTo>
                        <a:pt x="0" y="15"/>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42" name="任意多边形 9702"/>
                <p:cNvSpPr/>
                <p:nvPr/>
              </p:nvSpPr>
              <p:spPr bwMode="auto">
                <a:xfrm>
                  <a:off x="889" y="3737"/>
                  <a:ext cx="8" cy="19"/>
                </a:xfrm>
                <a:custGeom>
                  <a:avLst/>
                  <a:gdLst/>
                  <a:ahLst/>
                  <a:cxnLst>
                    <a:cxn ang="0">
                      <a:pos x="0" y="0"/>
                    </a:cxn>
                    <a:cxn ang="0">
                      <a:pos x="8" y="15"/>
                    </a:cxn>
                    <a:cxn ang="0">
                      <a:pos x="6" y="19"/>
                    </a:cxn>
                  </a:cxnLst>
                  <a:rect l="0" t="0" r="r" b="b"/>
                  <a:pathLst>
                    <a:path w="8" h="19">
                      <a:moveTo>
                        <a:pt x="0" y="0"/>
                      </a:moveTo>
                      <a:lnTo>
                        <a:pt x="8" y="15"/>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41" name="任意多边形 9703"/>
                <p:cNvSpPr/>
                <p:nvPr/>
              </p:nvSpPr>
              <p:spPr bwMode="auto">
                <a:xfrm>
                  <a:off x="805" y="3768"/>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40" name="矩形 9704"/>
                <p:cNvSpPr>
                  <a:spLocks noChangeArrowheads="1"/>
                </p:cNvSpPr>
                <p:nvPr/>
              </p:nvSpPr>
              <p:spPr bwMode="auto">
                <a:xfrm>
                  <a:off x="807"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39" name="任意多边形 9705"/>
                <p:cNvSpPr/>
                <p:nvPr/>
              </p:nvSpPr>
              <p:spPr bwMode="auto">
                <a:xfrm>
                  <a:off x="801"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38" name="任意多边形 9706"/>
                <p:cNvSpPr/>
                <p:nvPr/>
              </p:nvSpPr>
              <p:spPr bwMode="auto">
                <a:xfrm>
                  <a:off x="821" y="3760"/>
                  <a:ext cx="8" cy="20"/>
                </a:xfrm>
                <a:custGeom>
                  <a:avLst/>
                  <a:gdLst/>
                  <a:ahLst/>
                  <a:cxnLst>
                    <a:cxn ang="0">
                      <a:pos x="0" y="0"/>
                    </a:cxn>
                    <a:cxn ang="0">
                      <a:pos x="8" y="18"/>
                    </a:cxn>
                    <a:cxn ang="0">
                      <a:pos x="6" y="20"/>
                    </a:cxn>
                  </a:cxnLst>
                  <a:rect l="0" t="0" r="r" b="b"/>
                  <a:pathLst>
                    <a:path w="8" h="20">
                      <a:moveTo>
                        <a:pt x="0" y="0"/>
                      </a:moveTo>
                      <a:lnTo>
                        <a:pt x="8" y="18"/>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37" name="任意多边形 9707"/>
                <p:cNvSpPr/>
                <p:nvPr/>
              </p:nvSpPr>
              <p:spPr bwMode="auto">
                <a:xfrm>
                  <a:off x="839" y="3768"/>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36" name="矩形 9708"/>
                <p:cNvSpPr>
                  <a:spLocks noChangeArrowheads="1"/>
                </p:cNvSpPr>
                <p:nvPr/>
              </p:nvSpPr>
              <p:spPr bwMode="auto">
                <a:xfrm>
                  <a:off x="841"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35" name="任意多边形 9709"/>
                <p:cNvSpPr/>
                <p:nvPr/>
              </p:nvSpPr>
              <p:spPr bwMode="auto">
                <a:xfrm>
                  <a:off x="835"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34" name="任意多边形 9710"/>
                <p:cNvSpPr/>
                <p:nvPr/>
              </p:nvSpPr>
              <p:spPr bwMode="auto">
                <a:xfrm>
                  <a:off x="855" y="3760"/>
                  <a:ext cx="8" cy="20"/>
                </a:xfrm>
                <a:custGeom>
                  <a:avLst/>
                  <a:gdLst/>
                  <a:ahLst/>
                  <a:cxnLst>
                    <a:cxn ang="0">
                      <a:pos x="0" y="0"/>
                    </a:cxn>
                    <a:cxn ang="0">
                      <a:pos x="8" y="18"/>
                    </a:cxn>
                    <a:cxn ang="0">
                      <a:pos x="6" y="20"/>
                    </a:cxn>
                  </a:cxnLst>
                  <a:rect l="0" t="0" r="r" b="b"/>
                  <a:pathLst>
                    <a:path w="8" h="20">
                      <a:moveTo>
                        <a:pt x="0" y="0"/>
                      </a:moveTo>
                      <a:lnTo>
                        <a:pt x="8" y="18"/>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33" name="任意多边形 9711"/>
                <p:cNvSpPr/>
                <p:nvPr/>
              </p:nvSpPr>
              <p:spPr bwMode="auto">
                <a:xfrm>
                  <a:off x="873" y="3768"/>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32" name="矩形 9712"/>
                <p:cNvSpPr>
                  <a:spLocks noChangeArrowheads="1"/>
                </p:cNvSpPr>
                <p:nvPr/>
              </p:nvSpPr>
              <p:spPr bwMode="auto">
                <a:xfrm>
                  <a:off x="875"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31" name="任意多边形 9713"/>
                <p:cNvSpPr/>
                <p:nvPr/>
              </p:nvSpPr>
              <p:spPr bwMode="auto">
                <a:xfrm>
                  <a:off x="869"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30" name="任意多边形 9714"/>
                <p:cNvSpPr/>
                <p:nvPr/>
              </p:nvSpPr>
              <p:spPr bwMode="auto">
                <a:xfrm>
                  <a:off x="889" y="3760"/>
                  <a:ext cx="8" cy="20"/>
                </a:xfrm>
                <a:custGeom>
                  <a:avLst/>
                  <a:gdLst/>
                  <a:ahLst/>
                  <a:cxnLst>
                    <a:cxn ang="0">
                      <a:pos x="0" y="0"/>
                    </a:cxn>
                    <a:cxn ang="0">
                      <a:pos x="8" y="18"/>
                    </a:cxn>
                    <a:cxn ang="0">
                      <a:pos x="6" y="20"/>
                    </a:cxn>
                  </a:cxnLst>
                  <a:rect l="0" t="0" r="r" b="b"/>
                  <a:pathLst>
                    <a:path w="8" h="20">
                      <a:moveTo>
                        <a:pt x="0" y="0"/>
                      </a:moveTo>
                      <a:lnTo>
                        <a:pt x="8" y="18"/>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29" name="任意多边形 9715"/>
                <p:cNvSpPr/>
                <p:nvPr/>
              </p:nvSpPr>
              <p:spPr bwMode="auto">
                <a:xfrm>
                  <a:off x="841" y="3793"/>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28" name="矩形 9716"/>
                <p:cNvSpPr>
                  <a:spLocks noChangeArrowheads="1"/>
                </p:cNvSpPr>
                <p:nvPr/>
              </p:nvSpPr>
              <p:spPr bwMode="auto">
                <a:xfrm>
                  <a:off x="843"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27" name="任意多边形 9717"/>
                <p:cNvSpPr/>
                <p:nvPr/>
              </p:nvSpPr>
              <p:spPr bwMode="auto">
                <a:xfrm>
                  <a:off x="835" y="3787"/>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26" name="任意多边形 9718"/>
                <p:cNvSpPr/>
                <p:nvPr/>
              </p:nvSpPr>
              <p:spPr bwMode="auto">
                <a:xfrm>
                  <a:off x="857" y="3787"/>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25" name="任意多边形 9719"/>
                <p:cNvSpPr/>
                <p:nvPr/>
              </p:nvSpPr>
              <p:spPr bwMode="auto">
                <a:xfrm>
                  <a:off x="349" y="3845"/>
                  <a:ext cx="340" cy="14"/>
                </a:xfrm>
                <a:custGeom>
                  <a:avLst/>
                  <a:gdLst/>
                  <a:ahLst/>
                  <a:cxnLst>
                    <a:cxn ang="0">
                      <a:pos x="332" y="0"/>
                    </a:cxn>
                    <a:cxn ang="0">
                      <a:pos x="6" y="0"/>
                    </a:cxn>
                    <a:cxn ang="0">
                      <a:pos x="0" y="14"/>
                    </a:cxn>
                    <a:cxn ang="0">
                      <a:pos x="340" y="14"/>
                    </a:cxn>
                    <a:cxn ang="0">
                      <a:pos x="332" y="0"/>
                    </a:cxn>
                  </a:cxnLst>
                  <a:rect l="0" t="0" r="r" b="b"/>
                  <a:pathLst>
                    <a:path w="340" h="14">
                      <a:moveTo>
                        <a:pt x="332" y="0"/>
                      </a:moveTo>
                      <a:lnTo>
                        <a:pt x="6" y="0"/>
                      </a:lnTo>
                      <a:lnTo>
                        <a:pt x="0" y="14"/>
                      </a:lnTo>
                      <a:lnTo>
                        <a:pt x="340" y="14"/>
                      </a:lnTo>
                      <a:lnTo>
                        <a:pt x="332"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24" name="矩形 9720"/>
                <p:cNvSpPr>
                  <a:spLocks noChangeArrowheads="1"/>
                </p:cNvSpPr>
                <p:nvPr/>
              </p:nvSpPr>
              <p:spPr bwMode="auto">
                <a:xfrm>
                  <a:off x="355" y="3840"/>
                  <a:ext cx="326"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23" name="任意多边形 9721"/>
                <p:cNvSpPr/>
                <p:nvPr/>
              </p:nvSpPr>
              <p:spPr bwMode="auto">
                <a:xfrm>
                  <a:off x="681" y="3840"/>
                  <a:ext cx="14" cy="19"/>
                </a:xfrm>
                <a:custGeom>
                  <a:avLst/>
                  <a:gdLst/>
                  <a:ahLst/>
                  <a:cxnLst>
                    <a:cxn ang="0">
                      <a:pos x="0" y="0"/>
                    </a:cxn>
                    <a:cxn ang="0">
                      <a:pos x="14" y="17"/>
                    </a:cxn>
                    <a:cxn ang="0">
                      <a:pos x="8" y="19"/>
                    </a:cxn>
                  </a:cxnLst>
                  <a:rect l="0" t="0" r="r" b="b"/>
                  <a:pathLst>
                    <a:path w="14" h="19">
                      <a:moveTo>
                        <a:pt x="0" y="0"/>
                      </a:moveTo>
                      <a:lnTo>
                        <a:pt x="14" y="17"/>
                      </a:lnTo>
                      <a:lnTo>
                        <a:pt x="8"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22" name="任意多边形 9722"/>
                <p:cNvSpPr/>
                <p:nvPr/>
              </p:nvSpPr>
              <p:spPr bwMode="auto">
                <a:xfrm>
                  <a:off x="343" y="3840"/>
                  <a:ext cx="12" cy="17"/>
                </a:xfrm>
                <a:custGeom>
                  <a:avLst/>
                  <a:gdLst/>
                  <a:ahLst/>
                  <a:cxnLst>
                    <a:cxn ang="0">
                      <a:pos x="12" y="0"/>
                    </a:cxn>
                    <a:cxn ang="0">
                      <a:pos x="0" y="15"/>
                    </a:cxn>
                    <a:cxn ang="0">
                      <a:pos x="8" y="17"/>
                    </a:cxn>
                  </a:cxnLst>
                  <a:rect l="0" t="0" r="r" b="b"/>
                  <a:pathLst>
                    <a:path w="12" h="17">
                      <a:moveTo>
                        <a:pt x="12" y="0"/>
                      </a:moveTo>
                      <a:lnTo>
                        <a:pt x="0" y="15"/>
                      </a:lnTo>
                      <a:lnTo>
                        <a:pt x="8"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21" name="任意多边形 9723"/>
                <p:cNvSpPr/>
                <p:nvPr/>
              </p:nvSpPr>
              <p:spPr bwMode="auto">
                <a:xfrm>
                  <a:off x="807" y="3818"/>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20" name="矩形 9724"/>
                <p:cNvSpPr>
                  <a:spLocks noChangeArrowheads="1"/>
                </p:cNvSpPr>
                <p:nvPr/>
              </p:nvSpPr>
              <p:spPr bwMode="auto">
                <a:xfrm>
                  <a:off x="809"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19" name="任意多边形 9725"/>
                <p:cNvSpPr/>
                <p:nvPr/>
              </p:nvSpPr>
              <p:spPr bwMode="auto">
                <a:xfrm>
                  <a:off x="801" y="381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18" name="任意多边形 9726"/>
                <p:cNvSpPr/>
                <p:nvPr/>
              </p:nvSpPr>
              <p:spPr bwMode="auto">
                <a:xfrm>
                  <a:off x="823" y="3812"/>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17" name="任意多边形 9727"/>
                <p:cNvSpPr/>
                <p:nvPr/>
              </p:nvSpPr>
              <p:spPr bwMode="auto">
                <a:xfrm>
                  <a:off x="841" y="3818"/>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16" name="矩形 9728"/>
                <p:cNvSpPr>
                  <a:spLocks noChangeArrowheads="1"/>
                </p:cNvSpPr>
                <p:nvPr/>
              </p:nvSpPr>
              <p:spPr bwMode="auto">
                <a:xfrm>
                  <a:off x="843"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15" name="任意多边形 9729"/>
                <p:cNvSpPr/>
                <p:nvPr/>
              </p:nvSpPr>
              <p:spPr bwMode="auto">
                <a:xfrm>
                  <a:off x="835" y="381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14" name="任意多边形 9730"/>
                <p:cNvSpPr/>
                <p:nvPr/>
              </p:nvSpPr>
              <p:spPr bwMode="auto">
                <a:xfrm>
                  <a:off x="857" y="3812"/>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13" name="任意多边形 9731"/>
                <p:cNvSpPr/>
                <p:nvPr/>
              </p:nvSpPr>
              <p:spPr bwMode="auto">
                <a:xfrm>
                  <a:off x="873" y="381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12" name="矩形 9732"/>
                <p:cNvSpPr>
                  <a:spLocks noChangeArrowheads="1"/>
                </p:cNvSpPr>
                <p:nvPr/>
              </p:nvSpPr>
              <p:spPr bwMode="auto">
                <a:xfrm>
                  <a:off x="877"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11" name="任意多边形 9733"/>
                <p:cNvSpPr/>
                <p:nvPr/>
              </p:nvSpPr>
              <p:spPr bwMode="auto">
                <a:xfrm>
                  <a:off x="869" y="381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10" name="任意多边形 9734"/>
                <p:cNvSpPr/>
                <p:nvPr/>
              </p:nvSpPr>
              <p:spPr bwMode="auto">
                <a:xfrm>
                  <a:off x="891" y="381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09" name="任意多边形 9735"/>
                <p:cNvSpPr/>
                <p:nvPr/>
              </p:nvSpPr>
              <p:spPr bwMode="auto">
                <a:xfrm>
                  <a:off x="937" y="3743"/>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08" name="矩形 9736"/>
                <p:cNvSpPr>
                  <a:spLocks noChangeArrowheads="1"/>
                </p:cNvSpPr>
                <p:nvPr/>
              </p:nvSpPr>
              <p:spPr bwMode="auto">
                <a:xfrm>
                  <a:off x="941"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07" name="任意多边形 9737"/>
                <p:cNvSpPr/>
                <p:nvPr/>
              </p:nvSpPr>
              <p:spPr bwMode="auto">
                <a:xfrm>
                  <a:off x="933" y="3737"/>
                  <a:ext cx="8" cy="19"/>
                </a:xfrm>
                <a:custGeom>
                  <a:avLst/>
                  <a:gdLst/>
                  <a:ahLst/>
                  <a:cxnLst>
                    <a:cxn ang="0">
                      <a:pos x="8" y="0"/>
                    </a:cxn>
                    <a:cxn ang="0">
                      <a:pos x="0" y="15"/>
                    </a:cxn>
                    <a:cxn ang="0">
                      <a:pos x="4" y="19"/>
                    </a:cxn>
                  </a:cxnLst>
                  <a:rect l="0" t="0" r="r" b="b"/>
                  <a:pathLst>
                    <a:path w="8" h="19">
                      <a:moveTo>
                        <a:pt x="8" y="0"/>
                      </a:moveTo>
                      <a:lnTo>
                        <a:pt x="0"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06" name="任意多边形 9738"/>
                <p:cNvSpPr/>
                <p:nvPr/>
              </p:nvSpPr>
              <p:spPr bwMode="auto">
                <a:xfrm>
                  <a:off x="955" y="3737"/>
                  <a:ext cx="6" cy="19"/>
                </a:xfrm>
                <a:custGeom>
                  <a:avLst/>
                  <a:gdLst/>
                  <a:ahLst/>
                  <a:cxnLst>
                    <a:cxn ang="0">
                      <a:pos x="0" y="0"/>
                    </a:cxn>
                    <a:cxn ang="0">
                      <a:pos x="6" y="15"/>
                    </a:cxn>
                    <a:cxn ang="0">
                      <a:pos x="4" y="19"/>
                    </a:cxn>
                  </a:cxnLst>
                  <a:rect l="0" t="0" r="r" b="b"/>
                  <a:pathLst>
                    <a:path w="6" h="19">
                      <a:moveTo>
                        <a:pt x="0" y="0"/>
                      </a:moveTo>
                      <a:lnTo>
                        <a:pt x="6"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05" name="任意多边形 9739"/>
                <p:cNvSpPr/>
                <p:nvPr/>
              </p:nvSpPr>
              <p:spPr bwMode="auto">
                <a:xfrm>
                  <a:off x="971" y="3743"/>
                  <a:ext cx="21" cy="13"/>
                </a:xfrm>
                <a:custGeom>
                  <a:avLst/>
                  <a:gdLst/>
                  <a:ahLst/>
                  <a:cxnLst>
                    <a:cxn ang="0">
                      <a:pos x="18" y="0"/>
                    </a:cxn>
                    <a:cxn ang="0">
                      <a:pos x="4" y="0"/>
                    </a:cxn>
                    <a:cxn ang="0">
                      <a:pos x="0" y="13"/>
                    </a:cxn>
                    <a:cxn ang="0">
                      <a:pos x="21" y="13"/>
                    </a:cxn>
                    <a:cxn ang="0">
                      <a:pos x="18" y="0"/>
                    </a:cxn>
                  </a:cxnLst>
                  <a:rect l="0" t="0" r="r" b="b"/>
                  <a:pathLst>
                    <a:path w="21" h="13">
                      <a:moveTo>
                        <a:pt x="18" y="0"/>
                      </a:moveTo>
                      <a:lnTo>
                        <a:pt x="4" y="0"/>
                      </a:lnTo>
                      <a:lnTo>
                        <a:pt x="0" y="13"/>
                      </a:lnTo>
                      <a:lnTo>
                        <a:pt x="21"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04" name="矩形 9740"/>
                <p:cNvSpPr>
                  <a:spLocks noChangeArrowheads="1"/>
                </p:cNvSpPr>
                <p:nvPr/>
              </p:nvSpPr>
              <p:spPr bwMode="auto">
                <a:xfrm>
                  <a:off x="975"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03" name="任意多边形 9741"/>
                <p:cNvSpPr/>
                <p:nvPr/>
              </p:nvSpPr>
              <p:spPr bwMode="auto">
                <a:xfrm>
                  <a:off x="967" y="3737"/>
                  <a:ext cx="8" cy="19"/>
                </a:xfrm>
                <a:custGeom>
                  <a:avLst/>
                  <a:gdLst/>
                  <a:ahLst/>
                  <a:cxnLst>
                    <a:cxn ang="0">
                      <a:pos x="8" y="0"/>
                    </a:cxn>
                    <a:cxn ang="0">
                      <a:pos x="0" y="15"/>
                    </a:cxn>
                    <a:cxn ang="0">
                      <a:pos x="4" y="19"/>
                    </a:cxn>
                  </a:cxnLst>
                  <a:rect l="0" t="0" r="r" b="b"/>
                  <a:pathLst>
                    <a:path w="8" h="19">
                      <a:moveTo>
                        <a:pt x="8" y="0"/>
                      </a:moveTo>
                      <a:lnTo>
                        <a:pt x="0"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02" name="任意多边形 9742"/>
                <p:cNvSpPr/>
                <p:nvPr/>
              </p:nvSpPr>
              <p:spPr bwMode="auto">
                <a:xfrm>
                  <a:off x="989" y="3737"/>
                  <a:ext cx="5" cy="19"/>
                </a:xfrm>
                <a:custGeom>
                  <a:avLst/>
                  <a:gdLst/>
                  <a:ahLst/>
                  <a:cxnLst>
                    <a:cxn ang="0">
                      <a:pos x="0" y="0"/>
                    </a:cxn>
                    <a:cxn ang="0">
                      <a:pos x="5" y="15"/>
                    </a:cxn>
                    <a:cxn ang="0">
                      <a:pos x="3" y="19"/>
                    </a:cxn>
                  </a:cxnLst>
                  <a:rect l="0" t="0" r="r" b="b"/>
                  <a:pathLst>
                    <a:path w="5" h="19">
                      <a:moveTo>
                        <a:pt x="0" y="0"/>
                      </a:moveTo>
                      <a:lnTo>
                        <a:pt x="5" y="15"/>
                      </a:lnTo>
                      <a:lnTo>
                        <a:pt x="3"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01" name="任意多边形 9743"/>
                <p:cNvSpPr/>
                <p:nvPr/>
              </p:nvSpPr>
              <p:spPr bwMode="auto">
                <a:xfrm>
                  <a:off x="1004" y="3743"/>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00" name="矩形 9744"/>
                <p:cNvSpPr>
                  <a:spLocks noChangeArrowheads="1"/>
                </p:cNvSpPr>
                <p:nvPr/>
              </p:nvSpPr>
              <p:spPr bwMode="auto">
                <a:xfrm>
                  <a:off x="1008"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99" name="任意多边形 9745"/>
                <p:cNvSpPr/>
                <p:nvPr/>
              </p:nvSpPr>
              <p:spPr bwMode="auto">
                <a:xfrm>
                  <a:off x="1000" y="3737"/>
                  <a:ext cx="8" cy="19"/>
                </a:xfrm>
                <a:custGeom>
                  <a:avLst/>
                  <a:gdLst/>
                  <a:ahLst/>
                  <a:cxnLst>
                    <a:cxn ang="0">
                      <a:pos x="8" y="0"/>
                    </a:cxn>
                    <a:cxn ang="0">
                      <a:pos x="0" y="15"/>
                    </a:cxn>
                    <a:cxn ang="0">
                      <a:pos x="4" y="19"/>
                    </a:cxn>
                  </a:cxnLst>
                  <a:rect l="0" t="0" r="r" b="b"/>
                  <a:pathLst>
                    <a:path w="8" h="19">
                      <a:moveTo>
                        <a:pt x="8" y="0"/>
                      </a:moveTo>
                      <a:lnTo>
                        <a:pt x="0"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98" name="任意多边形 9746"/>
                <p:cNvSpPr/>
                <p:nvPr/>
              </p:nvSpPr>
              <p:spPr bwMode="auto">
                <a:xfrm>
                  <a:off x="1022" y="3737"/>
                  <a:ext cx="6" cy="19"/>
                </a:xfrm>
                <a:custGeom>
                  <a:avLst/>
                  <a:gdLst/>
                  <a:ahLst/>
                  <a:cxnLst>
                    <a:cxn ang="0">
                      <a:pos x="0" y="0"/>
                    </a:cxn>
                    <a:cxn ang="0">
                      <a:pos x="6" y="15"/>
                    </a:cxn>
                    <a:cxn ang="0">
                      <a:pos x="4" y="19"/>
                    </a:cxn>
                  </a:cxnLst>
                  <a:rect l="0" t="0" r="r" b="b"/>
                  <a:pathLst>
                    <a:path w="6" h="19">
                      <a:moveTo>
                        <a:pt x="0" y="0"/>
                      </a:moveTo>
                      <a:lnTo>
                        <a:pt x="6"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97" name="任意多边形 9747"/>
                <p:cNvSpPr/>
                <p:nvPr/>
              </p:nvSpPr>
              <p:spPr bwMode="auto">
                <a:xfrm>
                  <a:off x="1038" y="3743"/>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96" name="矩形 9748"/>
                <p:cNvSpPr>
                  <a:spLocks noChangeArrowheads="1"/>
                </p:cNvSpPr>
                <p:nvPr/>
              </p:nvSpPr>
              <p:spPr bwMode="auto">
                <a:xfrm>
                  <a:off x="1042"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95" name="任意多边形 9749"/>
                <p:cNvSpPr/>
                <p:nvPr/>
              </p:nvSpPr>
              <p:spPr bwMode="auto">
                <a:xfrm>
                  <a:off x="1034" y="3737"/>
                  <a:ext cx="8" cy="19"/>
                </a:xfrm>
                <a:custGeom>
                  <a:avLst/>
                  <a:gdLst/>
                  <a:ahLst/>
                  <a:cxnLst>
                    <a:cxn ang="0">
                      <a:pos x="8" y="0"/>
                    </a:cxn>
                    <a:cxn ang="0">
                      <a:pos x="0" y="15"/>
                    </a:cxn>
                    <a:cxn ang="0">
                      <a:pos x="4" y="19"/>
                    </a:cxn>
                  </a:cxnLst>
                  <a:rect l="0" t="0" r="r" b="b"/>
                  <a:pathLst>
                    <a:path w="8" h="19">
                      <a:moveTo>
                        <a:pt x="8" y="0"/>
                      </a:moveTo>
                      <a:lnTo>
                        <a:pt x="0"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94" name="任意多边形 9750"/>
                <p:cNvSpPr/>
                <p:nvPr/>
              </p:nvSpPr>
              <p:spPr bwMode="auto">
                <a:xfrm>
                  <a:off x="1056" y="3737"/>
                  <a:ext cx="6" cy="19"/>
                </a:xfrm>
                <a:custGeom>
                  <a:avLst/>
                  <a:gdLst/>
                  <a:ahLst/>
                  <a:cxnLst>
                    <a:cxn ang="0">
                      <a:pos x="0" y="0"/>
                    </a:cxn>
                    <a:cxn ang="0">
                      <a:pos x="6" y="15"/>
                    </a:cxn>
                    <a:cxn ang="0">
                      <a:pos x="4" y="19"/>
                    </a:cxn>
                  </a:cxnLst>
                  <a:rect l="0" t="0" r="r" b="b"/>
                  <a:pathLst>
                    <a:path w="6" h="19">
                      <a:moveTo>
                        <a:pt x="0" y="0"/>
                      </a:moveTo>
                      <a:lnTo>
                        <a:pt x="6"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93" name="任意多边形 9751"/>
                <p:cNvSpPr/>
                <p:nvPr/>
              </p:nvSpPr>
              <p:spPr bwMode="auto">
                <a:xfrm>
                  <a:off x="937" y="3768"/>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92" name="矩形 9752"/>
                <p:cNvSpPr>
                  <a:spLocks noChangeArrowheads="1"/>
                </p:cNvSpPr>
                <p:nvPr/>
              </p:nvSpPr>
              <p:spPr bwMode="auto">
                <a:xfrm>
                  <a:off x="941"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91" name="任意多边形 9753"/>
                <p:cNvSpPr/>
                <p:nvPr/>
              </p:nvSpPr>
              <p:spPr bwMode="auto">
                <a:xfrm>
                  <a:off x="933" y="3760"/>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90" name="任意多边形 9754"/>
                <p:cNvSpPr/>
                <p:nvPr/>
              </p:nvSpPr>
              <p:spPr bwMode="auto">
                <a:xfrm>
                  <a:off x="955" y="3760"/>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89" name="任意多边形 9755"/>
                <p:cNvSpPr/>
                <p:nvPr/>
              </p:nvSpPr>
              <p:spPr bwMode="auto">
                <a:xfrm>
                  <a:off x="971" y="3768"/>
                  <a:ext cx="21" cy="13"/>
                </a:xfrm>
                <a:custGeom>
                  <a:avLst/>
                  <a:gdLst/>
                  <a:ahLst/>
                  <a:cxnLst>
                    <a:cxn ang="0">
                      <a:pos x="18" y="0"/>
                    </a:cxn>
                    <a:cxn ang="0">
                      <a:pos x="4" y="0"/>
                    </a:cxn>
                    <a:cxn ang="0">
                      <a:pos x="0" y="13"/>
                    </a:cxn>
                    <a:cxn ang="0">
                      <a:pos x="21" y="13"/>
                    </a:cxn>
                    <a:cxn ang="0">
                      <a:pos x="18" y="0"/>
                    </a:cxn>
                  </a:cxnLst>
                  <a:rect l="0" t="0" r="r" b="b"/>
                  <a:pathLst>
                    <a:path w="21" h="13">
                      <a:moveTo>
                        <a:pt x="18" y="0"/>
                      </a:moveTo>
                      <a:lnTo>
                        <a:pt x="4" y="0"/>
                      </a:lnTo>
                      <a:lnTo>
                        <a:pt x="0" y="13"/>
                      </a:lnTo>
                      <a:lnTo>
                        <a:pt x="21"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88" name="矩形 9756"/>
                <p:cNvSpPr>
                  <a:spLocks noChangeArrowheads="1"/>
                </p:cNvSpPr>
                <p:nvPr/>
              </p:nvSpPr>
              <p:spPr bwMode="auto">
                <a:xfrm>
                  <a:off x="975"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87" name="任意多边形 9757"/>
                <p:cNvSpPr/>
                <p:nvPr/>
              </p:nvSpPr>
              <p:spPr bwMode="auto">
                <a:xfrm>
                  <a:off x="967" y="3760"/>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86" name="任意多边形 9758"/>
                <p:cNvSpPr/>
                <p:nvPr/>
              </p:nvSpPr>
              <p:spPr bwMode="auto">
                <a:xfrm>
                  <a:off x="989" y="3760"/>
                  <a:ext cx="5" cy="20"/>
                </a:xfrm>
                <a:custGeom>
                  <a:avLst/>
                  <a:gdLst/>
                  <a:ahLst/>
                  <a:cxnLst>
                    <a:cxn ang="0">
                      <a:pos x="0" y="0"/>
                    </a:cxn>
                    <a:cxn ang="0">
                      <a:pos x="5" y="18"/>
                    </a:cxn>
                    <a:cxn ang="0">
                      <a:pos x="3" y="20"/>
                    </a:cxn>
                  </a:cxnLst>
                  <a:rect l="0" t="0" r="r" b="b"/>
                  <a:pathLst>
                    <a:path w="5" h="20">
                      <a:moveTo>
                        <a:pt x="0" y="0"/>
                      </a:moveTo>
                      <a:lnTo>
                        <a:pt x="5" y="18"/>
                      </a:lnTo>
                      <a:lnTo>
                        <a:pt x="3"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85" name="任意多边形 9759"/>
                <p:cNvSpPr/>
                <p:nvPr/>
              </p:nvSpPr>
              <p:spPr bwMode="auto">
                <a:xfrm>
                  <a:off x="1004" y="3768"/>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84" name="矩形 9760"/>
                <p:cNvSpPr>
                  <a:spLocks noChangeArrowheads="1"/>
                </p:cNvSpPr>
                <p:nvPr/>
              </p:nvSpPr>
              <p:spPr bwMode="auto">
                <a:xfrm>
                  <a:off x="1008"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83" name="任意多边形 9761"/>
                <p:cNvSpPr/>
                <p:nvPr/>
              </p:nvSpPr>
              <p:spPr bwMode="auto">
                <a:xfrm>
                  <a:off x="1000" y="3760"/>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82" name="任意多边形 9762"/>
                <p:cNvSpPr/>
                <p:nvPr/>
              </p:nvSpPr>
              <p:spPr bwMode="auto">
                <a:xfrm>
                  <a:off x="1022" y="3760"/>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81" name="任意多边形 9763"/>
                <p:cNvSpPr/>
                <p:nvPr/>
              </p:nvSpPr>
              <p:spPr bwMode="auto">
                <a:xfrm>
                  <a:off x="937" y="3793"/>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80" name="矩形 9764"/>
                <p:cNvSpPr>
                  <a:spLocks noChangeArrowheads="1"/>
                </p:cNvSpPr>
                <p:nvPr/>
              </p:nvSpPr>
              <p:spPr bwMode="auto">
                <a:xfrm>
                  <a:off x="941"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79" name="任意多边形 9765"/>
                <p:cNvSpPr/>
                <p:nvPr/>
              </p:nvSpPr>
              <p:spPr bwMode="auto">
                <a:xfrm>
                  <a:off x="933" y="3787"/>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78" name="任意多边形 9766"/>
                <p:cNvSpPr/>
                <p:nvPr/>
              </p:nvSpPr>
              <p:spPr bwMode="auto">
                <a:xfrm>
                  <a:off x="955" y="3787"/>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77" name="任意多边形 9767"/>
                <p:cNvSpPr/>
                <p:nvPr/>
              </p:nvSpPr>
              <p:spPr bwMode="auto">
                <a:xfrm>
                  <a:off x="971" y="3793"/>
                  <a:ext cx="21" cy="14"/>
                </a:xfrm>
                <a:custGeom>
                  <a:avLst/>
                  <a:gdLst/>
                  <a:ahLst/>
                  <a:cxnLst>
                    <a:cxn ang="0">
                      <a:pos x="18" y="0"/>
                    </a:cxn>
                    <a:cxn ang="0">
                      <a:pos x="4" y="0"/>
                    </a:cxn>
                    <a:cxn ang="0">
                      <a:pos x="0" y="14"/>
                    </a:cxn>
                    <a:cxn ang="0">
                      <a:pos x="21" y="14"/>
                    </a:cxn>
                    <a:cxn ang="0">
                      <a:pos x="18" y="0"/>
                    </a:cxn>
                  </a:cxnLst>
                  <a:rect l="0" t="0" r="r" b="b"/>
                  <a:pathLst>
                    <a:path w="21" h="14">
                      <a:moveTo>
                        <a:pt x="18" y="0"/>
                      </a:moveTo>
                      <a:lnTo>
                        <a:pt x="4" y="0"/>
                      </a:lnTo>
                      <a:lnTo>
                        <a:pt x="0" y="14"/>
                      </a:lnTo>
                      <a:lnTo>
                        <a:pt x="21"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76" name="矩形 9768"/>
                <p:cNvSpPr>
                  <a:spLocks noChangeArrowheads="1"/>
                </p:cNvSpPr>
                <p:nvPr/>
              </p:nvSpPr>
              <p:spPr bwMode="auto">
                <a:xfrm>
                  <a:off x="975"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75" name="任意多边形 9769"/>
                <p:cNvSpPr/>
                <p:nvPr/>
              </p:nvSpPr>
              <p:spPr bwMode="auto">
                <a:xfrm>
                  <a:off x="967" y="3787"/>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74" name="任意多边形 9770"/>
                <p:cNvSpPr/>
                <p:nvPr/>
              </p:nvSpPr>
              <p:spPr bwMode="auto">
                <a:xfrm>
                  <a:off x="989" y="3787"/>
                  <a:ext cx="5" cy="20"/>
                </a:xfrm>
                <a:custGeom>
                  <a:avLst/>
                  <a:gdLst/>
                  <a:ahLst/>
                  <a:cxnLst>
                    <a:cxn ang="0">
                      <a:pos x="0" y="0"/>
                    </a:cxn>
                    <a:cxn ang="0">
                      <a:pos x="5" y="18"/>
                    </a:cxn>
                    <a:cxn ang="0">
                      <a:pos x="3" y="20"/>
                    </a:cxn>
                  </a:cxnLst>
                  <a:rect l="0" t="0" r="r" b="b"/>
                  <a:pathLst>
                    <a:path w="5" h="20">
                      <a:moveTo>
                        <a:pt x="0" y="0"/>
                      </a:moveTo>
                      <a:lnTo>
                        <a:pt x="5" y="18"/>
                      </a:lnTo>
                      <a:lnTo>
                        <a:pt x="3"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73" name="任意多边形 9771"/>
                <p:cNvSpPr/>
                <p:nvPr/>
              </p:nvSpPr>
              <p:spPr bwMode="auto">
                <a:xfrm>
                  <a:off x="1004" y="379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72" name="矩形 9772"/>
                <p:cNvSpPr>
                  <a:spLocks noChangeArrowheads="1"/>
                </p:cNvSpPr>
                <p:nvPr/>
              </p:nvSpPr>
              <p:spPr bwMode="auto">
                <a:xfrm>
                  <a:off x="1008"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71" name="任意多边形 9773"/>
                <p:cNvSpPr/>
                <p:nvPr/>
              </p:nvSpPr>
              <p:spPr bwMode="auto">
                <a:xfrm>
                  <a:off x="1000" y="3787"/>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70" name="任意多边形 9774"/>
                <p:cNvSpPr/>
                <p:nvPr/>
              </p:nvSpPr>
              <p:spPr bwMode="auto">
                <a:xfrm>
                  <a:off x="1022" y="3787"/>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69" name="任意多边形 9775"/>
                <p:cNvSpPr/>
                <p:nvPr/>
              </p:nvSpPr>
              <p:spPr bwMode="auto">
                <a:xfrm>
                  <a:off x="1004" y="381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68" name="矩形 9776"/>
                <p:cNvSpPr>
                  <a:spLocks noChangeArrowheads="1"/>
                </p:cNvSpPr>
                <p:nvPr/>
              </p:nvSpPr>
              <p:spPr bwMode="auto">
                <a:xfrm>
                  <a:off x="1008"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67" name="任意多边形 9777"/>
                <p:cNvSpPr/>
                <p:nvPr/>
              </p:nvSpPr>
              <p:spPr bwMode="auto">
                <a:xfrm>
                  <a:off x="1000" y="381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66" name="任意多边形 9778"/>
                <p:cNvSpPr/>
                <p:nvPr/>
              </p:nvSpPr>
              <p:spPr bwMode="auto">
                <a:xfrm>
                  <a:off x="1022" y="381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65" name="任意多边形 9779"/>
                <p:cNvSpPr/>
                <p:nvPr/>
              </p:nvSpPr>
              <p:spPr bwMode="auto">
                <a:xfrm>
                  <a:off x="941" y="3818"/>
                  <a:ext cx="44" cy="14"/>
                </a:xfrm>
                <a:custGeom>
                  <a:avLst/>
                  <a:gdLst/>
                  <a:ahLst/>
                  <a:cxnLst>
                    <a:cxn ang="0">
                      <a:pos x="38" y="0"/>
                    </a:cxn>
                    <a:cxn ang="0">
                      <a:pos x="6" y="0"/>
                    </a:cxn>
                    <a:cxn ang="0">
                      <a:pos x="0" y="14"/>
                    </a:cxn>
                    <a:cxn ang="0">
                      <a:pos x="44" y="14"/>
                    </a:cxn>
                    <a:cxn ang="0">
                      <a:pos x="38" y="0"/>
                    </a:cxn>
                  </a:cxnLst>
                  <a:rect l="0" t="0" r="r" b="b"/>
                  <a:pathLst>
                    <a:path w="44" h="14">
                      <a:moveTo>
                        <a:pt x="38" y="0"/>
                      </a:moveTo>
                      <a:lnTo>
                        <a:pt x="6" y="0"/>
                      </a:lnTo>
                      <a:lnTo>
                        <a:pt x="0" y="14"/>
                      </a:lnTo>
                      <a:lnTo>
                        <a:pt x="44" y="14"/>
                      </a:lnTo>
                      <a:lnTo>
                        <a:pt x="3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64" name="矩形 9780"/>
                <p:cNvSpPr>
                  <a:spLocks noChangeArrowheads="1"/>
                </p:cNvSpPr>
                <p:nvPr/>
              </p:nvSpPr>
              <p:spPr bwMode="auto">
                <a:xfrm>
                  <a:off x="947" y="3812"/>
                  <a:ext cx="32"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63" name="任意多边形 9781"/>
                <p:cNvSpPr/>
                <p:nvPr/>
              </p:nvSpPr>
              <p:spPr bwMode="auto">
                <a:xfrm>
                  <a:off x="935" y="3814"/>
                  <a:ext cx="12" cy="18"/>
                </a:xfrm>
                <a:custGeom>
                  <a:avLst/>
                  <a:gdLst/>
                  <a:ahLst/>
                  <a:cxnLst>
                    <a:cxn ang="0">
                      <a:pos x="12" y="0"/>
                    </a:cxn>
                    <a:cxn ang="0">
                      <a:pos x="0" y="16"/>
                    </a:cxn>
                    <a:cxn ang="0">
                      <a:pos x="4" y="18"/>
                    </a:cxn>
                  </a:cxnLst>
                  <a:rect l="0" t="0" r="r" b="b"/>
                  <a:pathLst>
                    <a:path w="12" h="18">
                      <a:moveTo>
                        <a:pt x="12" y="0"/>
                      </a:moveTo>
                      <a:lnTo>
                        <a:pt x="0" y="16"/>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62" name="任意多边形 9782"/>
                <p:cNvSpPr/>
                <p:nvPr/>
              </p:nvSpPr>
              <p:spPr bwMode="auto">
                <a:xfrm>
                  <a:off x="981" y="3814"/>
                  <a:ext cx="11" cy="18"/>
                </a:xfrm>
                <a:custGeom>
                  <a:avLst/>
                  <a:gdLst/>
                  <a:ahLst/>
                  <a:cxnLst>
                    <a:cxn ang="0">
                      <a:pos x="0" y="0"/>
                    </a:cxn>
                    <a:cxn ang="0">
                      <a:pos x="11" y="16"/>
                    </a:cxn>
                    <a:cxn ang="0">
                      <a:pos x="6" y="18"/>
                    </a:cxn>
                  </a:cxnLst>
                  <a:rect l="0" t="0" r="r" b="b"/>
                  <a:pathLst>
                    <a:path w="11" h="18">
                      <a:moveTo>
                        <a:pt x="0" y="0"/>
                      </a:moveTo>
                      <a:lnTo>
                        <a:pt x="11" y="16"/>
                      </a:lnTo>
                      <a:lnTo>
                        <a:pt x="6"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61" name="任意多边形 9783"/>
                <p:cNvSpPr/>
                <p:nvPr/>
              </p:nvSpPr>
              <p:spPr bwMode="auto">
                <a:xfrm>
                  <a:off x="1040" y="3824"/>
                  <a:ext cx="22" cy="8"/>
                </a:xfrm>
                <a:custGeom>
                  <a:avLst/>
                  <a:gdLst/>
                  <a:ahLst/>
                  <a:cxnLst>
                    <a:cxn ang="0">
                      <a:pos x="20" y="0"/>
                    </a:cxn>
                    <a:cxn ang="0">
                      <a:pos x="0" y="0"/>
                    </a:cxn>
                    <a:cxn ang="0">
                      <a:pos x="0" y="8"/>
                    </a:cxn>
                    <a:cxn ang="0">
                      <a:pos x="22" y="8"/>
                    </a:cxn>
                    <a:cxn ang="0">
                      <a:pos x="20" y="0"/>
                    </a:cxn>
                  </a:cxnLst>
                  <a:rect l="0" t="0" r="r" b="b"/>
                  <a:pathLst>
                    <a:path w="22" h="8">
                      <a:moveTo>
                        <a:pt x="20" y="0"/>
                      </a:moveTo>
                      <a:lnTo>
                        <a:pt x="0" y="0"/>
                      </a:lnTo>
                      <a:lnTo>
                        <a:pt x="0" y="8"/>
                      </a:lnTo>
                      <a:lnTo>
                        <a:pt x="22" y="8"/>
                      </a:lnTo>
                      <a:lnTo>
                        <a:pt x="20"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60" name="任意多边形 9784"/>
                <p:cNvSpPr/>
                <p:nvPr/>
              </p:nvSpPr>
              <p:spPr bwMode="auto">
                <a:xfrm>
                  <a:off x="1034" y="3785"/>
                  <a:ext cx="6" cy="47"/>
                </a:xfrm>
                <a:custGeom>
                  <a:avLst/>
                  <a:gdLst/>
                  <a:ahLst/>
                  <a:cxnLst>
                    <a:cxn ang="0">
                      <a:pos x="6" y="0"/>
                    </a:cxn>
                    <a:cxn ang="0">
                      <a:pos x="0" y="43"/>
                    </a:cxn>
                    <a:cxn ang="0">
                      <a:pos x="6" y="47"/>
                    </a:cxn>
                  </a:cxnLst>
                  <a:rect l="0" t="0" r="r" b="b"/>
                  <a:pathLst>
                    <a:path w="6" h="47">
                      <a:moveTo>
                        <a:pt x="6" y="0"/>
                      </a:moveTo>
                      <a:lnTo>
                        <a:pt x="0" y="43"/>
                      </a:lnTo>
                      <a:lnTo>
                        <a:pt x="6" y="4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59" name="矩形 9785"/>
                <p:cNvSpPr>
                  <a:spLocks noChangeArrowheads="1"/>
                </p:cNvSpPr>
                <p:nvPr/>
              </p:nvSpPr>
              <p:spPr bwMode="auto">
                <a:xfrm>
                  <a:off x="1040" y="3787"/>
                  <a:ext cx="20" cy="37"/>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58" name="任意多边形 9786"/>
                <p:cNvSpPr/>
                <p:nvPr/>
              </p:nvSpPr>
              <p:spPr bwMode="auto">
                <a:xfrm>
                  <a:off x="1060" y="3785"/>
                  <a:ext cx="2" cy="47"/>
                </a:xfrm>
                <a:custGeom>
                  <a:avLst/>
                  <a:gdLst/>
                  <a:ahLst/>
                  <a:cxnLst>
                    <a:cxn ang="0">
                      <a:pos x="0" y="0"/>
                    </a:cxn>
                    <a:cxn ang="0">
                      <a:pos x="2" y="37"/>
                    </a:cxn>
                    <a:cxn ang="0">
                      <a:pos x="2" y="47"/>
                    </a:cxn>
                  </a:cxnLst>
                  <a:rect l="0" t="0" r="r" b="b"/>
                  <a:pathLst>
                    <a:path w="2" h="47">
                      <a:moveTo>
                        <a:pt x="0" y="0"/>
                      </a:moveTo>
                      <a:lnTo>
                        <a:pt x="2" y="37"/>
                      </a:lnTo>
                      <a:lnTo>
                        <a:pt x="2" y="4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57" name="任意多边形 9787"/>
                <p:cNvSpPr/>
                <p:nvPr/>
              </p:nvSpPr>
              <p:spPr bwMode="auto">
                <a:xfrm>
                  <a:off x="571" y="3706"/>
                  <a:ext cx="22" cy="15"/>
                </a:xfrm>
                <a:custGeom>
                  <a:avLst/>
                  <a:gdLst/>
                  <a:ahLst/>
                  <a:cxnLst>
                    <a:cxn ang="0">
                      <a:pos x="18" y="0"/>
                    </a:cxn>
                    <a:cxn ang="0">
                      <a:pos x="4" y="0"/>
                    </a:cxn>
                    <a:cxn ang="0">
                      <a:pos x="0" y="15"/>
                    </a:cxn>
                    <a:cxn ang="0">
                      <a:pos x="22" y="15"/>
                    </a:cxn>
                    <a:cxn ang="0">
                      <a:pos x="18" y="0"/>
                    </a:cxn>
                  </a:cxnLst>
                  <a:rect l="0" t="0" r="r" b="b"/>
                  <a:pathLst>
                    <a:path w="22" h="15">
                      <a:moveTo>
                        <a:pt x="18" y="0"/>
                      </a:moveTo>
                      <a:lnTo>
                        <a:pt x="4" y="0"/>
                      </a:lnTo>
                      <a:lnTo>
                        <a:pt x="0" y="15"/>
                      </a:lnTo>
                      <a:lnTo>
                        <a:pt x="22"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56" name="矩形 9788"/>
                <p:cNvSpPr>
                  <a:spLocks noChangeArrowheads="1"/>
                </p:cNvSpPr>
                <p:nvPr/>
              </p:nvSpPr>
              <p:spPr bwMode="auto">
                <a:xfrm>
                  <a:off x="575"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55" name="任意多边形 9789"/>
                <p:cNvSpPr/>
                <p:nvPr/>
              </p:nvSpPr>
              <p:spPr bwMode="auto">
                <a:xfrm>
                  <a:off x="569" y="3702"/>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54" name="任意多边形 9790"/>
                <p:cNvSpPr/>
                <p:nvPr/>
              </p:nvSpPr>
              <p:spPr bwMode="auto">
                <a:xfrm>
                  <a:off x="589" y="3702"/>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53" name="任意多边形 9791"/>
                <p:cNvSpPr/>
                <p:nvPr/>
              </p:nvSpPr>
              <p:spPr bwMode="auto">
                <a:xfrm>
                  <a:off x="845" y="3706"/>
                  <a:ext cx="46" cy="15"/>
                </a:xfrm>
                <a:custGeom>
                  <a:avLst/>
                  <a:gdLst/>
                  <a:ahLst/>
                  <a:cxnLst>
                    <a:cxn ang="0">
                      <a:pos x="38" y="0"/>
                    </a:cxn>
                    <a:cxn ang="0">
                      <a:pos x="6" y="0"/>
                    </a:cxn>
                    <a:cxn ang="0">
                      <a:pos x="0" y="15"/>
                    </a:cxn>
                    <a:cxn ang="0">
                      <a:pos x="46" y="15"/>
                    </a:cxn>
                    <a:cxn ang="0">
                      <a:pos x="38" y="0"/>
                    </a:cxn>
                  </a:cxnLst>
                  <a:rect l="0" t="0" r="r" b="b"/>
                  <a:pathLst>
                    <a:path w="46" h="15">
                      <a:moveTo>
                        <a:pt x="38" y="0"/>
                      </a:moveTo>
                      <a:lnTo>
                        <a:pt x="6" y="0"/>
                      </a:lnTo>
                      <a:lnTo>
                        <a:pt x="0" y="15"/>
                      </a:lnTo>
                      <a:lnTo>
                        <a:pt x="46" y="15"/>
                      </a:lnTo>
                      <a:lnTo>
                        <a:pt x="3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52" name="矩形 9792"/>
                <p:cNvSpPr>
                  <a:spLocks noChangeArrowheads="1"/>
                </p:cNvSpPr>
                <p:nvPr/>
              </p:nvSpPr>
              <p:spPr bwMode="auto">
                <a:xfrm>
                  <a:off x="851" y="3702"/>
                  <a:ext cx="3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51" name="任意多边形 9793"/>
                <p:cNvSpPr/>
                <p:nvPr/>
              </p:nvSpPr>
              <p:spPr bwMode="auto">
                <a:xfrm>
                  <a:off x="839" y="3704"/>
                  <a:ext cx="12" cy="17"/>
                </a:xfrm>
                <a:custGeom>
                  <a:avLst/>
                  <a:gdLst/>
                  <a:ahLst/>
                  <a:cxnLst>
                    <a:cxn ang="0">
                      <a:pos x="12" y="0"/>
                    </a:cxn>
                    <a:cxn ang="0">
                      <a:pos x="0" y="14"/>
                    </a:cxn>
                    <a:cxn ang="0">
                      <a:pos x="6" y="17"/>
                    </a:cxn>
                  </a:cxnLst>
                  <a:rect l="0" t="0" r="r" b="b"/>
                  <a:pathLst>
                    <a:path w="12" h="17">
                      <a:moveTo>
                        <a:pt x="12" y="0"/>
                      </a:moveTo>
                      <a:lnTo>
                        <a:pt x="0" y="14"/>
                      </a:lnTo>
                      <a:lnTo>
                        <a:pt x="6"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50" name="任意多边形 9794"/>
                <p:cNvSpPr/>
                <p:nvPr/>
              </p:nvSpPr>
              <p:spPr bwMode="auto">
                <a:xfrm>
                  <a:off x="885" y="3704"/>
                  <a:ext cx="12" cy="17"/>
                </a:xfrm>
                <a:custGeom>
                  <a:avLst/>
                  <a:gdLst/>
                  <a:ahLst/>
                  <a:cxnLst>
                    <a:cxn ang="0">
                      <a:pos x="0" y="0"/>
                    </a:cxn>
                    <a:cxn ang="0">
                      <a:pos x="12" y="14"/>
                    </a:cxn>
                    <a:cxn ang="0">
                      <a:pos x="8" y="17"/>
                    </a:cxn>
                  </a:cxnLst>
                  <a:rect l="0" t="0" r="r" b="b"/>
                  <a:pathLst>
                    <a:path w="12" h="17">
                      <a:moveTo>
                        <a:pt x="0" y="0"/>
                      </a:moveTo>
                      <a:lnTo>
                        <a:pt x="12" y="14"/>
                      </a:lnTo>
                      <a:lnTo>
                        <a:pt x="8"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49" name="任意多边形 9795"/>
                <p:cNvSpPr/>
                <p:nvPr/>
              </p:nvSpPr>
              <p:spPr bwMode="auto">
                <a:xfrm>
                  <a:off x="937" y="3706"/>
                  <a:ext cx="20" cy="15"/>
                </a:xfrm>
                <a:custGeom>
                  <a:avLst/>
                  <a:gdLst/>
                  <a:ahLst/>
                  <a:cxnLst>
                    <a:cxn ang="0">
                      <a:pos x="18" y="0"/>
                    </a:cxn>
                    <a:cxn ang="0">
                      <a:pos x="4" y="0"/>
                    </a:cxn>
                    <a:cxn ang="0">
                      <a:pos x="0" y="15"/>
                    </a:cxn>
                    <a:cxn ang="0">
                      <a:pos x="20" y="15"/>
                    </a:cxn>
                    <a:cxn ang="0">
                      <a:pos x="18" y="0"/>
                    </a:cxn>
                  </a:cxnLst>
                  <a:rect l="0" t="0" r="r" b="b"/>
                  <a:pathLst>
                    <a:path w="20" h="15">
                      <a:moveTo>
                        <a:pt x="18" y="0"/>
                      </a:moveTo>
                      <a:lnTo>
                        <a:pt x="4" y="0"/>
                      </a:lnTo>
                      <a:lnTo>
                        <a:pt x="0" y="15"/>
                      </a:lnTo>
                      <a:lnTo>
                        <a:pt x="20"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48" name="矩形 9796"/>
                <p:cNvSpPr>
                  <a:spLocks noChangeArrowheads="1"/>
                </p:cNvSpPr>
                <p:nvPr/>
              </p:nvSpPr>
              <p:spPr bwMode="auto">
                <a:xfrm>
                  <a:off x="941"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47" name="任意多边形 9797"/>
                <p:cNvSpPr/>
                <p:nvPr/>
              </p:nvSpPr>
              <p:spPr bwMode="auto">
                <a:xfrm>
                  <a:off x="933" y="3702"/>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46" name="任意多边形 9798"/>
                <p:cNvSpPr/>
                <p:nvPr/>
              </p:nvSpPr>
              <p:spPr bwMode="auto">
                <a:xfrm>
                  <a:off x="955" y="3702"/>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45" name="任意多边形 9799"/>
                <p:cNvSpPr/>
                <p:nvPr/>
              </p:nvSpPr>
              <p:spPr bwMode="auto">
                <a:xfrm>
                  <a:off x="971" y="3706"/>
                  <a:ext cx="21" cy="15"/>
                </a:xfrm>
                <a:custGeom>
                  <a:avLst/>
                  <a:gdLst/>
                  <a:ahLst/>
                  <a:cxnLst>
                    <a:cxn ang="0">
                      <a:pos x="18" y="0"/>
                    </a:cxn>
                    <a:cxn ang="0">
                      <a:pos x="4" y="0"/>
                    </a:cxn>
                    <a:cxn ang="0">
                      <a:pos x="0" y="15"/>
                    </a:cxn>
                    <a:cxn ang="0">
                      <a:pos x="21" y="15"/>
                    </a:cxn>
                    <a:cxn ang="0">
                      <a:pos x="18" y="0"/>
                    </a:cxn>
                  </a:cxnLst>
                  <a:rect l="0" t="0" r="r" b="b"/>
                  <a:pathLst>
                    <a:path w="21" h="15">
                      <a:moveTo>
                        <a:pt x="18" y="0"/>
                      </a:moveTo>
                      <a:lnTo>
                        <a:pt x="4" y="0"/>
                      </a:lnTo>
                      <a:lnTo>
                        <a:pt x="0" y="15"/>
                      </a:lnTo>
                      <a:lnTo>
                        <a:pt x="21"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44" name="矩形 9800"/>
                <p:cNvSpPr>
                  <a:spLocks noChangeArrowheads="1"/>
                </p:cNvSpPr>
                <p:nvPr/>
              </p:nvSpPr>
              <p:spPr bwMode="auto">
                <a:xfrm>
                  <a:off x="975"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43" name="任意多边形 9801"/>
                <p:cNvSpPr/>
                <p:nvPr/>
              </p:nvSpPr>
              <p:spPr bwMode="auto">
                <a:xfrm>
                  <a:off x="967" y="3702"/>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42" name="任意多边形 9802"/>
                <p:cNvSpPr/>
                <p:nvPr/>
              </p:nvSpPr>
              <p:spPr bwMode="auto">
                <a:xfrm>
                  <a:off x="989" y="3702"/>
                  <a:ext cx="5" cy="19"/>
                </a:xfrm>
                <a:custGeom>
                  <a:avLst/>
                  <a:gdLst/>
                  <a:ahLst/>
                  <a:cxnLst>
                    <a:cxn ang="0">
                      <a:pos x="0" y="0"/>
                    </a:cxn>
                    <a:cxn ang="0">
                      <a:pos x="5" y="17"/>
                    </a:cxn>
                    <a:cxn ang="0">
                      <a:pos x="3" y="19"/>
                    </a:cxn>
                  </a:cxnLst>
                  <a:rect l="0" t="0" r="r" b="b"/>
                  <a:pathLst>
                    <a:path w="5" h="19">
                      <a:moveTo>
                        <a:pt x="0" y="0"/>
                      </a:moveTo>
                      <a:lnTo>
                        <a:pt x="5" y="17"/>
                      </a:lnTo>
                      <a:lnTo>
                        <a:pt x="3"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41" name="任意多边形 9803"/>
                <p:cNvSpPr/>
                <p:nvPr/>
              </p:nvSpPr>
              <p:spPr bwMode="auto">
                <a:xfrm>
                  <a:off x="1004" y="3706"/>
                  <a:ext cx="22" cy="15"/>
                </a:xfrm>
                <a:custGeom>
                  <a:avLst/>
                  <a:gdLst/>
                  <a:ahLst/>
                  <a:cxnLst>
                    <a:cxn ang="0">
                      <a:pos x="18" y="0"/>
                    </a:cxn>
                    <a:cxn ang="0">
                      <a:pos x="4" y="0"/>
                    </a:cxn>
                    <a:cxn ang="0">
                      <a:pos x="0" y="15"/>
                    </a:cxn>
                    <a:cxn ang="0">
                      <a:pos x="22" y="15"/>
                    </a:cxn>
                    <a:cxn ang="0">
                      <a:pos x="18" y="0"/>
                    </a:cxn>
                  </a:cxnLst>
                  <a:rect l="0" t="0" r="r" b="b"/>
                  <a:pathLst>
                    <a:path w="22" h="15">
                      <a:moveTo>
                        <a:pt x="18" y="0"/>
                      </a:moveTo>
                      <a:lnTo>
                        <a:pt x="4" y="0"/>
                      </a:lnTo>
                      <a:lnTo>
                        <a:pt x="0" y="15"/>
                      </a:lnTo>
                      <a:lnTo>
                        <a:pt x="22"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40" name="矩形 9804"/>
                <p:cNvSpPr>
                  <a:spLocks noChangeArrowheads="1"/>
                </p:cNvSpPr>
                <p:nvPr/>
              </p:nvSpPr>
              <p:spPr bwMode="auto">
                <a:xfrm>
                  <a:off x="1008"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39" name="任意多边形 9805"/>
                <p:cNvSpPr/>
                <p:nvPr/>
              </p:nvSpPr>
              <p:spPr bwMode="auto">
                <a:xfrm>
                  <a:off x="1000" y="3702"/>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38" name="任意多边形 9806"/>
                <p:cNvSpPr/>
                <p:nvPr/>
              </p:nvSpPr>
              <p:spPr bwMode="auto">
                <a:xfrm>
                  <a:off x="1022" y="3702"/>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37" name="任意多边形 9807"/>
                <p:cNvSpPr/>
                <p:nvPr/>
              </p:nvSpPr>
              <p:spPr bwMode="auto">
                <a:xfrm>
                  <a:off x="1038" y="3706"/>
                  <a:ext cx="22" cy="15"/>
                </a:xfrm>
                <a:custGeom>
                  <a:avLst/>
                  <a:gdLst/>
                  <a:ahLst/>
                  <a:cxnLst>
                    <a:cxn ang="0">
                      <a:pos x="18" y="0"/>
                    </a:cxn>
                    <a:cxn ang="0">
                      <a:pos x="4" y="0"/>
                    </a:cxn>
                    <a:cxn ang="0">
                      <a:pos x="0" y="15"/>
                    </a:cxn>
                    <a:cxn ang="0">
                      <a:pos x="22" y="15"/>
                    </a:cxn>
                    <a:cxn ang="0">
                      <a:pos x="18" y="0"/>
                    </a:cxn>
                  </a:cxnLst>
                  <a:rect l="0" t="0" r="r" b="b"/>
                  <a:pathLst>
                    <a:path w="22" h="15">
                      <a:moveTo>
                        <a:pt x="18" y="0"/>
                      </a:moveTo>
                      <a:lnTo>
                        <a:pt x="4" y="0"/>
                      </a:lnTo>
                      <a:lnTo>
                        <a:pt x="0" y="15"/>
                      </a:lnTo>
                      <a:lnTo>
                        <a:pt x="22"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36" name="矩形 9808"/>
                <p:cNvSpPr>
                  <a:spLocks noChangeArrowheads="1"/>
                </p:cNvSpPr>
                <p:nvPr/>
              </p:nvSpPr>
              <p:spPr bwMode="auto">
                <a:xfrm>
                  <a:off x="1042"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35" name="任意多边形 9809"/>
                <p:cNvSpPr/>
                <p:nvPr/>
              </p:nvSpPr>
              <p:spPr bwMode="auto">
                <a:xfrm>
                  <a:off x="1034" y="3702"/>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34" name="任意多边形 9810"/>
                <p:cNvSpPr/>
                <p:nvPr/>
              </p:nvSpPr>
              <p:spPr bwMode="auto">
                <a:xfrm>
                  <a:off x="1056" y="3702"/>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33" name="任意多边形 9811"/>
                <p:cNvSpPr/>
                <p:nvPr/>
              </p:nvSpPr>
              <p:spPr bwMode="auto">
                <a:xfrm>
                  <a:off x="1040" y="3768"/>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32" name="矩形 9812"/>
                <p:cNvSpPr>
                  <a:spLocks noChangeArrowheads="1"/>
                </p:cNvSpPr>
                <p:nvPr/>
              </p:nvSpPr>
              <p:spPr bwMode="auto">
                <a:xfrm>
                  <a:off x="1042"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31" name="任意多边形 9813"/>
                <p:cNvSpPr/>
                <p:nvPr/>
              </p:nvSpPr>
              <p:spPr bwMode="auto">
                <a:xfrm>
                  <a:off x="1036"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30" name="任意多边形 9814"/>
                <p:cNvSpPr/>
                <p:nvPr/>
              </p:nvSpPr>
              <p:spPr bwMode="auto">
                <a:xfrm>
                  <a:off x="1056" y="3760"/>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29" name="矩形 9815"/>
                <p:cNvSpPr>
                  <a:spLocks noChangeArrowheads="1"/>
                </p:cNvSpPr>
                <p:nvPr/>
              </p:nvSpPr>
              <p:spPr bwMode="auto">
                <a:xfrm>
                  <a:off x="743" y="3799"/>
                  <a:ext cx="22"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28" name="任意多边形 9816"/>
                <p:cNvSpPr/>
                <p:nvPr/>
              </p:nvSpPr>
              <p:spPr bwMode="auto">
                <a:xfrm>
                  <a:off x="739" y="3760"/>
                  <a:ext cx="4" cy="45"/>
                </a:xfrm>
                <a:custGeom>
                  <a:avLst/>
                  <a:gdLst/>
                  <a:ahLst/>
                  <a:cxnLst>
                    <a:cxn ang="0">
                      <a:pos x="4" y="0"/>
                    </a:cxn>
                    <a:cxn ang="0">
                      <a:pos x="0" y="41"/>
                    </a:cxn>
                    <a:cxn ang="0">
                      <a:pos x="4" y="45"/>
                    </a:cxn>
                  </a:cxnLst>
                  <a:rect l="0" t="0" r="r" b="b"/>
                  <a:pathLst>
                    <a:path w="4" h="45">
                      <a:moveTo>
                        <a:pt x="4" y="0"/>
                      </a:moveTo>
                      <a:lnTo>
                        <a:pt x="0" y="41"/>
                      </a:lnTo>
                      <a:lnTo>
                        <a:pt x="4" y="45"/>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27" name="矩形 9817"/>
                <p:cNvSpPr>
                  <a:spLocks noChangeArrowheads="1"/>
                </p:cNvSpPr>
                <p:nvPr/>
              </p:nvSpPr>
              <p:spPr bwMode="auto">
                <a:xfrm>
                  <a:off x="743" y="3760"/>
                  <a:ext cx="20" cy="39"/>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26" name="任意多边形 9818"/>
                <p:cNvSpPr/>
                <p:nvPr/>
              </p:nvSpPr>
              <p:spPr bwMode="auto">
                <a:xfrm>
                  <a:off x="765" y="3760"/>
                  <a:ext cx="2" cy="45"/>
                </a:xfrm>
                <a:custGeom>
                  <a:avLst/>
                  <a:gdLst/>
                  <a:ahLst/>
                  <a:cxnLst>
                    <a:cxn ang="0">
                      <a:pos x="0" y="0"/>
                    </a:cxn>
                    <a:cxn ang="0">
                      <a:pos x="2" y="37"/>
                    </a:cxn>
                    <a:cxn ang="0">
                      <a:pos x="0" y="45"/>
                    </a:cxn>
                  </a:cxnLst>
                  <a:rect l="0" t="0" r="r" b="b"/>
                  <a:pathLst>
                    <a:path w="2" h="45">
                      <a:moveTo>
                        <a:pt x="0" y="0"/>
                      </a:moveTo>
                      <a:lnTo>
                        <a:pt x="2" y="37"/>
                      </a:lnTo>
                      <a:lnTo>
                        <a:pt x="0" y="45"/>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25" name="任意多边形 9819"/>
                <p:cNvSpPr/>
                <p:nvPr/>
              </p:nvSpPr>
              <p:spPr bwMode="auto">
                <a:xfrm>
                  <a:off x="276" y="3768"/>
                  <a:ext cx="46" cy="13"/>
                </a:xfrm>
                <a:custGeom>
                  <a:avLst/>
                  <a:gdLst/>
                  <a:ahLst/>
                  <a:cxnLst>
                    <a:cxn ang="0">
                      <a:pos x="40" y="0"/>
                    </a:cxn>
                    <a:cxn ang="0">
                      <a:pos x="8" y="0"/>
                    </a:cxn>
                    <a:cxn ang="0">
                      <a:pos x="0" y="13"/>
                    </a:cxn>
                    <a:cxn ang="0">
                      <a:pos x="46" y="13"/>
                    </a:cxn>
                    <a:cxn ang="0">
                      <a:pos x="40" y="0"/>
                    </a:cxn>
                  </a:cxnLst>
                  <a:rect l="0" t="0" r="r" b="b"/>
                  <a:pathLst>
                    <a:path w="46" h="13">
                      <a:moveTo>
                        <a:pt x="40" y="0"/>
                      </a:moveTo>
                      <a:lnTo>
                        <a:pt x="8" y="0"/>
                      </a:lnTo>
                      <a:lnTo>
                        <a:pt x="0" y="13"/>
                      </a:lnTo>
                      <a:lnTo>
                        <a:pt x="46" y="13"/>
                      </a:lnTo>
                      <a:lnTo>
                        <a:pt x="40"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24" name="矩形 9820"/>
                <p:cNvSpPr>
                  <a:spLocks noChangeArrowheads="1"/>
                </p:cNvSpPr>
                <p:nvPr/>
              </p:nvSpPr>
              <p:spPr bwMode="auto">
                <a:xfrm>
                  <a:off x="284" y="3762"/>
                  <a:ext cx="32"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23" name="任意多边形 9821"/>
                <p:cNvSpPr/>
                <p:nvPr/>
              </p:nvSpPr>
              <p:spPr bwMode="auto">
                <a:xfrm>
                  <a:off x="270" y="3762"/>
                  <a:ext cx="14" cy="18"/>
                </a:xfrm>
                <a:custGeom>
                  <a:avLst/>
                  <a:gdLst/>
                  <a:ahLst/>
                  <a:cxnLst>
                    <a:cxn ang="0">
                      <a:pos x="14" y="0"/>
                    </a:cxn>
                    <a:cxn ang="0">
                      <a:pos x="0" y="16"/>
                    </a:cxn>
                    <a:cxn ang="0">
                      <a:pos x="6" y="18"/>
                    </a:cxn>
                  </a:cxnLst>
                  <a:rect l="0" t="0" r="r" b="b"/>
                  <a:pathLst>
                    <a:path w="14" h="18">
                      <a:moveTo>
                        <a:pt x="14" y="0"/>
                      </a:moveTo>
                      <a:lnTo>
                        <a:pt x="0" y="16"/>
                      </a:lnTo>
                      <a:lnTo>
                        <a:pt x="6"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22" name="任意多边形 9822"/>
                <p:cNvSpPr/>
                <p:nvPr/>
              </p:nvSpPr>
              <p:spPr bwMode="auto">
                <a:xfrm>
                  <a:off x="318" y="3762"/>
                  <a:ext cx="12" cy="18"/>
                </a:xfrm>
                <a:custGeom>
                  <a:avLst/>
                  <a:gdLst/>
                  <a:ahLst/>
                  <a:cxnLst>
                    <a:cxn ang="0">
                      <a:pos x="0" y="0"/>
                    </a:cxn>
                    <a:cxn ang="0">
                      <a:pos x="12" y="16"/>
                    </a:cxn>
                    <a:cxn ang="0">
                      <a:pos x="6" y="18"/>
                    </a:cxn>
                  </a:cxnLst>
                  <a:rect l="0" t="0" r="r" b="b"/>
                  <a:pathLst>
                    <a:path w="12" h="18">
                      <a:moveTo>
                        <a:pt x="0" y="0"/>
                      </a:moveTo>
                      <a:lnTo>
                        <a:pt x="12" y="16"/>
                      </a:lnTo>
                      <a:lnTo>
                        <a:pt x="6"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21" name="任意多边形 9823"/>
                <p:cNvSpPr/>
                <p:nvPr/>
              </p:nvSpPr>
              <p:spPr bwMode="auto">
                <a:xfrm>
                  <a:off x="238" y="3818"/>
                  <a:ext cx="46" cy="14"/>
                </a:xfrm>
                <a:custGeom>
                  <a:avLst/>
                  <a:gdLst/>
                  <a:ahLst/>
                  <a:cxnLst>
                    <a:cxn ang="0">
                      <a:pos x="38" y="0"/>
                    </a:cxn>
                    <a:cxn ang="0">
                      <a:pos x="6" y="0"/>
                    </a:cxn>
                    <a:cxn ang="0">
                      <a:pos x="0" y="14"/>
                    </a:cxn>
                    <a:cxn ang="0">
                      <a:pos x="46" y="14"/>
                    </a:cxn>
                    <a:cxn ang="0">
                      <a:pos x="38" y="0"/>
                    </a:cxn>
                  </a:cxnLst>
                  <a:rect l="0" t="0" r="r" b="b"/>
                  <a:pathLst>
                    <a:path w="46" h="14">
                      <a:moveTo>
                        <a:pt x="38" y="0"/>
                      </a:moveTo>
                      <a:lnTo>
                        <a:pt x="6" y="0"/>
                      </a:lnTo>
                      <a:lnTo>
                        <a:pt x="0" y="14"/>
                      </a:lnTo>
                      <a:lnTo>
                        <a:pt x="46" y="14"/>
                      </a:lnTo>
                      <a:lnTo>
                        <a:pt x="3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20" name="矩形 9824"/>
                <p:cNvSpPr>
                  <a:spLocks noChangeArrowheads="1"/>
                </p:cNvSpPr>
                <p:nvPr/>
              </p:nvSpPr>
              <p:spPr bwMode="auto">
                <a:xfrm>
                  <a:off x="244" y="3812"/>
                  <a:ext cx="32"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19" name="任意多边形 9825"/>
                <p:cNvSpPr/>
                <p:nvPr/>
              </p:nvSpPr>
              <p:spPr bwMode="auto">
                <a:xfrm>
                  <a:off x="230" y="3814"/>
                  <a:ext cx="12" cy="18"/>
                </a:xfrm>
                <a:custGeom>
                  <a:avLst/>
                  <a:gdLst/>
                  <a:ahLst/>
                  <a:cxnLst>
                    <a:cxn ang="0">
                      <a:pos x="12" y="0"/>
                    </a:cxn>
                    <a:cxn ang="0">
                      <a:pos x="0" y="16"/>
                    </a:cxn>
                    <a:cxn ang="0">
                      <a:pos x="6" y="18"/>
                    </a:cxn>
                  </a:cxnLst>
                  <a:rect l="0" t="0" r="r" b="b"/>
                  <a:pathLst>
                    <a:path w="12" h="18">
                      <a:moveTo>
                        <a:pt x="12" y="0"/>
                      </a:moveTo>
                      <a:lnTo>
                        <a:pt x="0" y="16"/>
                      </a:lnTo>
                      <a:lnTo>
                        <a:pt x="6"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18" name="任意多边形 9826"/>
                <p:cNvSpPr/>
                <p:nvPr/>
              </p:nvSpPr>
              <p:spPr bwMode="auto">
                <a:xfrm>
                  <a:off x="278" y="3814"/>
                  <a:ext cx="12" cy="18"/>
                </a:xfrm>
                <a:custGeom>
                  <a:avLst/>
                  <a:gdLst/>
                  <a:ahLst/>
                  <a:cxnLst>
                    <a:cxn ang="0">
                      <a:pos x="0" y="0"/>
                    </a:cxn>
                    <a:cxn ang="0">
                      <a:pos x="12" y="16"/>
                    </a:cxn>
                    <a:cxn ang="0">
                      <a:pos x="6" y="18"/>
                    </a:cxn>
                  </a:cxnLst>
                  <a:rect l="0" t="0" r="r" b="b"/>
                  <a:pathLst>
                    <a:path w="12" h="18">
                      <a:moveTo>
                        <a:pt x="0" y="0"/>
                      </a:moveTo>
                      <a:lnTo>
                        <a:pt x="12" y="16"/>
                      </a:lnTo>
                      <a:lnTo>
                        <a:pt x="6"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17" name="任意多边形 9827"/>
                <p:cNvSpPr/>
                <p:nvPr/>
              </p:nvSpPr>
              <p:spPr bwMode="auto">
                <a:xfrm>
                  <a:off x="200" y="381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16" name="矩形 9828"/>
                <p:cNvSpPr>
                  <a:spLocks noChangeArrowheads="1"/>
                </p:cNvSpPr>
                <p:nvPr/>
              </p:nvSpPr>
              <p:spPr bwMode="auto">
                <a:xfrm>
                  <a:off x="204"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15" name="任意多边形 9829"/>
                <p:cNvSpPr/>
                <p:nvPr/>
              </p:nvSpPr>
              <p:spPr bwMode="auto">
                <a:xfrm>
                  <a:off x="198" y="3812"/>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14" name="任意多边形 9830"/>
                <p:cNvSpPr/>
                <p:nvPr/>
              </p:nvSpPr>
              <p:spPr bwMode="auto">
                <a:xfrm>
                  <a:off x="218" y="3812"/>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13" name="任意多边形 9831"/>
                <p:cNvSpPr/>
                <p:nvPr/>
              </p:nvSpPr>
              <p:spPr bwMode="auto">
                <a:xfrm>
                  <a:off x="278" y="3845"/>
                  <a:ext cx="46" cy="14"/>
                </a:xfrm>
                <a:custGeom>
                  <a:avLst/>
                  <a:gdLst/>
                  <a:ahLst/>
                  <a:cxnLst>
                    <a:cxn ang="0">
                      <a:pos x="40" y="0"/>
                    </a:cxn>
                    <a:cxn ang="0">
                      <a:pos x="6" y="0"/>
                    </a:cxn>
                    <a:cxn ang="0">
                      <a:pos x="0" y="14"/>
                    </a:cxn>
                    <a:cxn ang="0">
                      <a:pos x="46" y="14"/>
                    </a:cxn>
                    <a:cxn ang="0">
                      <a:pos x="40" y="0"/>
                    </a:cxn>
                  </a:cxnLst>
                  <a:rect l="0" t="0" r="r" b="b"/>
                  <a:pathLst>
                    <a:path w="46" h="14">
                      <a:moveTo>
                        <a:pt x="40" y="0"/>
                      </a:moveTo>
                      <a:lnTo>
                        <a:pt x="6" y="0"/>
                      </a:lnTo>
                      <a:lnTo>
                        <a:pt x="0" y="14"/>
                      </a:lnTo>
                      <a:lnTo>
                        <a:pt x="46" y="14"/>
                      </a:lnTo>
                      <a:lnTo>
                        <a:pt x="40"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12" name="矩形 9832"/>
                <p:cNvSpPr>
                  <a:spLocks noChangeArrowheads="1"/>
                </p:cNvSpPr>
                <p:nvPr/>
              </p:nvSpPr>
              <p:spPr bwMode="auto">
                <a:xfrm>
                  <a:off x="284" y="3840"/>
                  <a:ext cx="3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11" name="任意多边形 9833"/>
                <p:cNvSpPr/>
                <p:nvPr/>
              </p:nvSpPr>
              <p:spPr bwMode="auto">
                <a:xfrm>
                  <a:off x="272" y="3840"/>
                  <a:ext cx="12" cy="17"/>
                </a:xfrm>
                <a:custGeom>
                  <a:avLst/>
                  <a:gdLst/>
                  <a:ahLst/>
                  <a:cxnLst>
                    <a:cxn ang="0">
                      <a:pos x="12" y="0"/>
                    </a:cxn>
                    <a:cxn ang="0">
                      <a:pos x="0" y="15"/>
                    </a:cxn>
                    <a:cxn ang="0">
                      <a:pos x="4" y="17"/>
                    </a:cxn>
                  </a:cxnLst>
                  <a:rect l="0" t="0" r="r" b="b"/>
                  <a:pathLst>
                    <a:path w="12" h="17">
                      <a:moveTo>
                        <a:pt x="12" y="0"/>
                      </a:moveTo>
                      <a:lnTo>
                        <a:pt x="0" y="15"/>
                      </a:lnTo>
                      <a:lnTo>
                        <a:pt x="4"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10" name="任意多边形 9834"/>
                <p:cNvSpPr/>
                <p:nvPr/>
              </p:nvSpPr>
              <p:spPr bwMode="auto">
                <a:xfrm>
                  <a:off x="318" y="3840"/>
                  <a:ext cx="12" cy="17"/>
                </a:xfrm>
                <a:custGeom>
                  <a:avLst/>
                  <a:gdLst/>
                  <a:ahLst/>
                  <a:cxnLst>
                    <a:cxn ang="0">
                      <a:pos x="0" y="0"/>
                    </a:cxn>
                    <a:cxn ang="0">
                      <a:pos x="12" y="15"/>
                    </a:cxn>
                    <a:cxn ang="0">
                      <a:pos x="6" y="17"/>
                    </a:cxn>
                  </a:cxnLst>
                  <a:rect l="0" t="0" r="r" b="b"/>
                  <a:pathLst>
                    <a:path w="12" h="17">
                      <a:moveTo>
                        <a:pt x="0" y="0"/>
                      </a:moveTo>
                      <a:lnTo>
                        <a:pt x="12" y="15"/>
                      </a:lnTo>
                      <a:lnTo>
                        <a:pt x="6"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09" name="任意多边形 9835"/>
                <p:cNvSpPr/>
                <p:nvPr/>
              </p:nvSpPr>
              <p:spPr bwMode="auto">
                <a:xfrm>
                  <a:off x="298" y="3818"/>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08" name="矩形 9836"/>
                <p:cNvSpPr>
                  <a:spLocks noChangeArrowheads="1"/>
                </p:cNvSpPr>
                <p:nvPr/>
              </p:nvSpPr>
              <p:spPr bwMode="auto">
                <a:xfrm>
                  <a:off x="302"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07" name="任意多边形 9837"/>
                <p:cNvSpPr/>
                <p:nvPr/>
              </p:nvSpPr>
              <p:spPr bwMode="auto">
                <a:xfrm>
                  <a:off x="294" y="3812"/>
                  <a:ext cx="8" cy="20"/>
                </a:xfrm>
                <a:custGeom>
                  <a:avLst/>
                  <a:gdLst/>
                  <a:ahLst/>
                  <a:cxnLst>
                    <a:cxn ang="0">
                      <a:pos x="8" y="0"/>
                    </a:cxn>
                    <a:cxn ang="0">
                      <a:pos x="0" y="18"/>
                    </a:cxn>
                    <a:cxn ang="0">
                      <a:pos x="2" y="20"/>
                    </a:cxn>
                  </a:cxnLst>
                  <a:rect l="0" t="0" r="r" b="b"/>
                  <a:pathLst>
                    <a:path w="8" h="20">
                      <a:moveTo>
                        <a:pt x="8"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06" name="任意多边形 9838"/>
                <p:cNvSpPr/>
                <p:nvPr/>
              </p:nvSpPr>
              <p:spPr bwMode="auto">
                <a:xfrm>
                  <a:off x="316" y="381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05" name="任意多边形 9839"/>
                <p:cNvSpPr/>
                <p:nvPr/>
              </p:nvSpPr>
              <p:spPr bwMode="auto">
                <a:xfrm>
                  <a:off x="337" y="3793"/>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04" name="矩形 9840"/>
                <p:cNvSpPr>
                  <a:spLocks noChangeArrowheads="1"/>
                </p:cNvSpPr>
                <p:nvPr/>
              </p:nvSpPr>
              <p:spPr bwMode="auto">
                <a:xfrm>
                  <a:off x="339"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03" name="任意多边形 9841"/>
                <p:cNvSpPr/>
                <p:nvPr/>
              </p:nvSpPr>
              <p:spPr bwMode="auto">
                <a:xfrm>
                  <a:off x="333" y="3787"/>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02" name="任意多边形 9842"/>
                <p:cNvSpPr/>
                <p:nvPr/>
              </p:nvSpPr>
              <p:spPr bwMode="auto">
                <a:xfrm>
                  <a:off x="353" y="3787"/>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01" name="任意多边形 9843"/>
                <p:cNvSpPr/>
                <p:nvPr/>
              </p:nvSpPr>
              <p:spPr bwMode="auto">
                <a:xfrm>
                  <a:off x="669" y="3818"/>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00" name="矩形 9844"/>
                <p:cNvSpPr>
                  <a:spLocks noChangeArrowheads="1"/>
                </p:cNvSpPr>
                <p:nvPr/>
              </p:nvSpPr>
              <p:spPr bwMode="auto">
                <a:xfrm>
                  <a:off x="671"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99" name="任意多边形 9845"/>
                <p:cNvSpPr/>
                <p:nvPr/>
              </p:nvSpPr>
              <p:spPr bwMode="auto">
                <a:xfrm>
                  <a:off x="665" y="3812"/>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98" name="任意多边形 9846"/>
                <p:cNvSpPr/>
                <p:nvPr/>
              </p:nvSpPr>
              <p:spPr bwMode="auto">
                <a:xfrm>
                  <a:off x="685" y="3812"/>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97" name="直线 9847"/>
                <p:cNvSpPr>
                  <a:spLocks noChangeShapeType="1"/>
                </p:cNvSpPr>
                <p:nvPr/>
              </p:nvSpPr>
              <p:spPr bwMode="auto">
                <a:xfrm>
                  <a:off x="214" y="3690"/>
                  <a:ext cx="848"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96" name="任意多边形 9848"/>
                <p:cNvSpPr/>
                <p:nvPr/>
              </p:nvSpPr>
              <p:spPr bwMode="auto">
                <a:xfrm>
                  <a:off x="379" y="3127"/>
                  <a:ext cx="528" cy="439"/>
                </a:xfrm>
                <a:custGeom>
                  <a:avLst/>
                  <a:gdLst/>
                  <a:ahLst/>
                  <a:cxnLst>
                    <a:cxn ang="0">
                      <a:pos x="526" y="21"/>
                    </a:cxn>
                    <a:cxn ang="0">
                      <a:pos x="526" y="17"/>
                    </a:cxn>
                    <a:cxn ang="0">
                      <a:pos x="524" y="11"/>
                    </a:cxn>
                    <a:cxn ang="0">
                      <a:pos x="522" y="9"/>
                    </a:cxn>
                    <a:cxn ang="0">
                      <a:pos x="518" y="5"/>
                    </a:cxn>
                    <a:cxn ang="0">
                      <a:pos x="516" y="4"/>
                    </a:cxn>
                    <a:cxn ang="0">
                      <a:pos x="512" y="2"/>
                    </a:cxn>
                    <a:cxn ang="0">
                      <a:pos x="506" y="0"/>
                    </a:cxn>
                    <a:cxn ang="0">
                      <a:pos x="24" y="0"/>
                    </a:cxn>
                    <a:cxn ang="0">
                      <a:pos x="18" y="2"/>
                    </a:cxn>
                    <a:cxn ang="0">
                      <a:pos x="14" y="2"/>
                    </a:cxn>
                    <a:cxn ang="0">
                      <a:pos x="10" y="4"/>
                    </a:cxn>
                    <a:cxn ang="0">
                      <a:pos x="8" y="7"/>
                    </a:cxn>
                    <a:cxn ang="0">
                      <a:pos x="4" y="9"/>
                    </a:cxn>
                    <a:cxn ang="0">
                      <a:pos x="2" y="13"/>
                    </a:cxn>
                    <a:cxn ang="0">
                      <a:pos x="0" y="19"/>
                    </a:cxn>
                    <a:cxn ang="0">
                      <a:pos x="0" y="23"/>
                    </a:cxn>
                    <a:cxn ang="0">
                      <a:pos x="0" y="420"/>
                    </a:cxn>
                    <a:cxn ang="0">
                      <a:pos x="2" y="424"/>
                    </a:cxn>
                    <a:cxn ang="0">
                      <a:pos x="4" y="428"/>
                    </a:cxn>
                    <a:cxn ang="0">
                      <a:pos x="6" y="432"/>
                    </a:cxn>
                    <a:cxn ang="0">
                      <a:pos x="8" y="436"/>
                    </a:cxn>
                    <a:cxn ang="0">
                      <a:pos x="12" y="437"/>
                    </a:cxn>
                    <a:cxn ang="0">
                      <a:pos x="16" y="439"/>
                    </a:cxn>
                    <a:cxn ang="0">
                      <a:pos x="20" y="439"/>
                    </a:cxn>
                    <a:cxn ang="0">
                      <a:pos x="504" y="439"/>
                    </a:cxn>
                    <a:cxn ang="0">
                      <a:pos x="508" y="439"/>
                    </a:cxn>
                    <a:cxn ang="0">
                      <a:pos x="514" y="439"/>
                    </a:cxn>
                    <a:cxn ang="0">
                      <a:pos x="518" y="436"/>
                    </a:cxn>
                    <a:cxn ang="0">
                      <a:pos x="520" y="434"/>
                    </a:cxn>
                    <a:cxn ang="0">
                      <a:pos x="524" y="430"/>
                    </a:cxn>
                    <a:cxn ang="0">
                      <a:pos x="526" y="426"/>
                    </a:cxn>
                    <a:cxn ang="0">
                      <a:pos x="526" y="422"/>
                    </a:cxn>
                    <a:cxn ang="0">
                      <a:pos x="528" y="418"/>
                    </a:cxn>
                  </a:cxnLst>
                  <a:rect l="0" t="0" r="r" b="b"/>
                  <a:pathLst>
                    <a:path w="528" h="439">
                      <a:moveTo>
                        <a:pt x="528" y="23"/>
                      </a:moveTo>
                      <a:lnTo>
                        <a:pt x="526" y="21"/>
                      </a:lnTo>
                      <a:lnTo>
                        <a:pt x="526" y="19"/>
                      </a:lnTo>
                      <a:lnTo>
                        <a:pt x="526" y="17"/>
                      </a:lnTo>
                      <a:lnTo>
                        <a:pt x="526" y="13"/>
                      </a:lnTo>
                      <a:lnTo>
                        <a:pt x="524" y="11"/>
                      </a:lnTo>
                      <a:lnTo>
                        <a:pt x="524" y="9"/>
                      </a:lnTo>
                      <a:lnTo>
                        <a:pt x="522" y="9"/>
                      </a:lnTo>
                      <a:lnTo>
                        <a:pt x="520" y="7"/>
                      </a:lnTo>
                      <a:lnTo>
                        <a:pt x="518" y="5"/>
                      </a:lnTo>
                      <a:lnTo>
                        <a:pt x="518" y="4"/>
                      </a:lnTo>
                      <a:lnTo>
                        <a:pt x="516" y="4"/>
                      </a:lnTo>
                      <a:lnTo>
                        <a:pt x="514" y="2"/>
                      </a:lnTo>
                      <a:lnTo>
                        <a:pt x="512" y="2"/>
                      </a:lnTo>
                      <a:lnTo>
                        <a:pt x="508" y="2"/>
                      </a:lnTo>
                      <a:lnTo>
                        <a:pt x="506" y="0"/>
                      </a:lnTo>
                      <a:lnTo>
                        <a:pt x="504" y="0"/>
                      </a:lnTo>
                      <a:lnTo>
                        <a:pt x="24" y="0"/>
                      </a:lnTo>
                      <a:lnTo>
                        <a:pt x="20" y="0"/>
                      </a:lnTo>
                      <a:lnTo>
                        <a:pt x="18" y="2"/>
                      </a:lnTo>
                      <a:lnTo>
                        <a:pt x="16" y="2"/>
                      </a:lnTo>
                      <a:lnTo>
                        <a:pt x="14" y="2"/>
                      </a:lnTo>
                      <a:lnTo>
                        <a:pt x="12" y="4"/>
                      </a:lnTo>
                      <a:lnTo>
                        <a:pt x="10" y="4"/>
                      </a:lnTo>
                      <a:lnTo>
                        <a:pt x="8" y="5"/>
                      </a:lnTo>
                      <a:lnTo>
                        <a:pt x="8" y="7"/>
                      </a:lnTo>
                      <a:lnTo>
                        <a:pt x="6" y="9"/>
                      </a:lnTo>
                      <a:lnTo>
                        <a:pt x="4" y="9"/>
                      </a:lnTo>
                      <a:lnTo>
                        <a:pt x="4" y="11"/>
                      </a:lnTo>
                      <a:lnTo>
                        <a:pt x="2" y="13"/>
                      </a:lnTo>
                      <a:lnTo>
                        <a:pt x="2" y="17"/>
                      </a:lnTo>
                      <a:lnTo>
                        <a:pt x="0" y="19"/>
                      </a:lnTo>
                      <a:lnTo>
                        <a:pt x="0" y="21"/>
                      </a:lnTo>
                      <a:lnTo>
                        <a:pt x="0" y="23"/>
                      </a:lnTo>
                      <a:lnTo>
                        <a:pt x="0" y="418"/>
                      </a:lnTo>
                      <a:lnTo>
                        <a:pt x="0" y="420"/>
                      </a:lnTo>
                      <a:lnTo>
                        <a:pt x="0" y="422"/>
                      </a:lnTo>
                      <a:lnTo>
                        <a:pt x="2" y="424"/>
                      </a:lnTo>
                      <a:lnTo>
                        <a:pt x="2" y="426"/>
                      </a:lnTo>
                      <a:lnTo>
                        <a:pt x="4" y="428"/>
                      </a:lnTo>
                      <a:lnTo>
                        <a:pt x="4" y="430"/>
                      </a:lnTo>
                      <a:lnTo>
                        <a:pt x="6" y="432"/>
                      </a:lnTo>
                      <a:lnTo>
                        <a:pt x="8" y="434"/>
                      </a:lnTo>
                      <a:lnTo>
                        <a:pt x="8" y="436"/>
                      </a:lnTo>
                      <a:lnTo>
                        <a:pt x="10" y="436"/>
                      </a:lnTo>
                      <a:lnTo>
                        <a:pt x="12" y="437"/>
                      </a:lnTo>
                      <a:lnTo>
                        <a:pt x="14" y="439"/>
                      </a:lnTo>
                      <a:lnTo>
                        <a:pt x="16" y="439"/>
                      </a:lnTo>
                      <a:lnTo>
                        <a:pt x="18" y="439"/>
                      </a:lnTo>
                      <a:lnTo>
                        <a:pt x="20" y="439"/>
                      </a:lnTo>
                      <a:lnTo>
                        <a:pt x="24" y="439"/>
                      </a:lnTo>
                      <a:lnTo>
                        <a:pt x="504" y="439"/>
                      </a:lnTo>
                      <a:lnTo>
                        <a:pt x="506" y="439"/>
                      </a:lnTo>
                      <a:lnTo>
                        <a:pt x="508" y="439"/>
                      </a:lnTo>
                      <a:lnTo>
                        <a:pt x="512" y="439"/>
                      </a:lnTo>
                      <a:lnTo>
                        <a:pt x="514" y="439"/>
                      </a:lnTo>
                      <a:lnTo>
                        <a:pt x="516" y="437"/>
                      </a:lnTo>
                      <a:lnTo>
                        <a:pt x="518" y="436"/>
                      </a:lnTo>
                      <a:lnTo>
                        <a:pt x="520" y="434"/>
                      </a:lnTo>
                      <a:lnTo>
                        <a:pt x="522" y="432"/>
                      </a:lnTo>
                      <a:lnTo>
                        <a:pt x="524" y="430"/>
                      </a:lnTo>
                      <a:lnTo>
                        <a:pt x="524" y="428"/>
                      </a:lnTo>
                      <a:lnTo>
                        <a:pt x="526" y="426"/>
                      </a:lnTo>
                      <a:lnTo>
                        <a:pt x="526" y="424"/>
                      </a:lnTo>
                      <a:lnTo>
                        <a:pt x="526" y="422"/>
                      </a:lnTo>
                      <a:lnTo>
                        <a:pt x="526" y="420"/>
                      </a:lnTo>
                      <a:lnTo>
                        <a:pt x="528" y="418"/>
                      </a:lnTo>
                      <a:lnTo>
                        <a:pt x="528" y="23"/>
                      </a:lnTo>
                      <a:close/>
                    </a:path>
                  </a:pathLst>
                </a:custGeom>
                <a:solidFill>
                  <a:srgbClr val="E5E5E5"/>
                </a:solidFill>
                <a:ln w="6">
                  <a:solidFill>
                    <a:srgbClr val="000000"/>
                  </a:solidFill>
                  <a:round/>
                </a:ln>
              </p:spPr>
              <p:txBody>
                <a:bodyPr vert="horz" wrap="square" lIns="91440" tIns="45720" rIns="91440" bIns="45720" numCol="1" anchor="t" anchorCtr="0" compatLnSpc="1"/>
                <a:lstStyle/>
                <a:p>
                  <a:endParaRPr lang="zh-CN" altLang="en-US"/>
                </a:p>
              </p:txBody>
            </p:sp>
            <p:sp>
              <p:nvSpPr>
                <p:cNvPr id="348595" name="任意多边形 9849"/>
                <p:cNvSpPr/>
                <p:nvPr/>
              </p:nvSpPr>
              <p:spPr bwMode="auto">
                <a:xfrm>
                  <a:off x="379" y="3127"/>
                  <a:ext cx="528" cy="439"/>
                </a:xfrm>
                <a:custGeom>
                  <a:avLst/>
                  <a:gdLst/>
                  <a:ahLst/>
                  <a:cxnLst>
                    <a:cxn ang="0">
                      <a:pos x="526" y="21"/>
                    </a:cxn>
                    <a:cxn ang="0">
                      <a:pos x="526" y="17"/>
                    </a:cxn>
                    <a:cxn ang="0">
                      <a:pos x="524" y="11"/>
                    </a:cxn>
                    <a:cxn ang="0">
                      <a:pos x="522" y="9"/>
                    </a:cxn>
                    <a:cxn ang="0">
                      <a:pos x="518" y="5"/>
                    </a:cxn>
                    <a:cxn ang="0">
                      <a:pos x="516" y="4"/>
                    </a:cxn>
                    <a:cxn ang="0">
                      <a:pos x="512" y="2"/>
                    </a:cxn>
                    <a:cxn ang="0">
                      <a:pos x="506" y="0"/>
                    </a:cxn>
                    <a:cxn ang="0">
                      <a:pos x="24" y="0"/>
                    </a:cxn>
                    <a:cxn ang="0">
                      <a:pos x="18" y="2"/>
                    </a:cxn>
                    <a:cxn ang="0">
                      <a:pos x="14" y="2"/>
                    </a:cxn>
                    <a:cxn ang="0">
                      <a:pos x="10" y="4"/>
                    </a:cxn>
                    <a:cxn ang="0">
                      <a:pos x="8" y="7"/>
                    </a:cxn>
                    <a:cxn ang="0">
                      <a:pos x="4" y="9"/>
                    </a:cxn>
                    <a:cxn ang="0">
                      <a:pos x="2" y="13"/>
                    </a:cxn>
                    <a:cxn ang="0">
                      <a:pos x="0" y="19"/>
                    </a:cxn>
                    <a:cxn ang="0">
                      <a:pos x="0" y="23"/>
                    </a:cxn>
                    <a:cxn ang="0">
                      <a:pos x="0" y="420"/>
                    </a:cxn>
                    <a:cxn ang="0">
                      <a:pos x="2" y="424"/>
                    </a:cxn>
                    <a:cxn ang="0">
                      <a:pos x="4" y="428"/>
                    </a:cxn>
                    <a:cxn ang="0">
                      <a:pos x="6" y="432"/>
                    </a:cxn>
                    <a:cxn ang="0">
                      <a:pos x="8" y="436"/>
                    </a:cxn>
                    <a:cxn ang="0">
                      <a:pos x="12" y="437"/>
                    </a:cxn>
                    <a:cxn ang="0">
                      <a:pos x="16" y="439"/>
                    </a:cxn>
                    <a:cxn ang="0">
                      <a:pos x="20" y="439"/>
                    </a:cxn>
                    <a:cxn ang="0">
                      <a:pos x="504" y="439"/>
                    </a:cxn>
                    <a:cxn ang="0">
                      <a:pos x="508" y="439"/>
                    </a:cxn>
                    <a:cxn ang="0">
                      <a:pos x="514" y="439"/>
                    </a:cxn>
                    <a:cxn ang="0">
                      <a:pos x="518" y="436"/>
                    </a:cxn>
                    <a:cxn ang="0">
                      <a:pos x="520" y="434"/>
                    </a:cxn>
                    <a:cxn ang="0">
                      <a:pos x="524" y="430"/>
                    </a:cxn>
                    <a:cxn ang="0">
                      <a:pos x="526" y="426"/>
                    </a:cxn>
                    <a:cxn ang="0">
                      <a:pos x="526" y="422"/>
                    </a:cxn>
                    <a:cxn ang="0">
                      <a:pos x="528" y="418"/>
                    </a:cxn>
                  </a:cxnLst>
                  <a:rect l="0" t="0" r="r" b="b"/>
                  <a:pathLst>
                    <a:path w="528" h="439">
                      <a:moveTo>
                        <a:pt x="528" y="23"/>
                      </a:moveTo>
                      <a:lnTo>
                        <a:pt x="526" y="21"/>
                      </a:lnTo>
                      <a:lnTo>
                        <a:pt x="526" y="19"/>
                      </a:lnTo>
                      <a:lnTo>
                        <a:pt x="526" y="17"/>
                      </a:lnTo>
                      <a:lnTo>
                        <a:pt x="526" y="13"/>
                      </a:lnTo>
                      <a:lnTo>
                        <a:pt x="524" y="11"/>
                      </a:lnTo>
                      <a:lnTo>
                        <a:pt x="524" y="9"/>
                      </a:lnTo>
                      <a:lnTo>
                        <a:pt x="522" y="9"/>
                      </a:lnTo>
                      <a:lnTo>
                        <a:pt x="520" y="7"/>
                      </a:lnTo>
                      <a:lnTo>
                        <a:pt x="518" y="5"/>
                      </a:lnTo>
                      <a:lnTo>
                        <a:pt x="518" y="4"/>
                      </a:lnTo>
                      <a:lnTo>
                        <a:pt x="516" y="4"/>
                      </a:lnTo>
                      <a:lnTo>
                        <a:pt x="514" y="2"/>
                      </a:lnTo>
                      <a:lnTo>
                        <a:pt x="512" y="2"/>
                      </a:lnTo>
                      <a:lnTo>
                        <a:pt x="508" y="2"/>
                      </a:lnTo>
                      <a:lnTo>
                        <a:pt x="506" y="0"/>
                      </a:lnTo>
                      <a:lnTo>
                        <a:pt x="504" y="0"/>
                      </a:lnTo>
                      <a:lnTo>
                        <a:pt x="24" y="0"/>
                      </a:lnTo>
                      <a:lnTo>
                        <a:pt x="20" y="0"/>
                      </a:lnTo>
                      <a:lnTo>
                        <a:pt x="18" y="2"/>
                      </a:lnTo>
                      <a:lnTo>
                        <a:pt x="16" y="2"/>
                      </a:lnTo>
                      <a:lnTo>
                        <a:pt x="14" y="2"/>
                      </a:lnTo>
                      <a:lnTo>
                        <a:pt x="12" y="4"/>
                      </a:lnTo>
                      <a:lnTo>
                        <a:pt x="10" y="4"/>
                      </a:lnTo>
                      <a:lnTo>
                        <a:pt x="8" y="5"/>
                      </a:lnTo>
                      <a:lnTo>
                        <a:pt x="8" y="7"/>
                      </a:lnTo>
                      <a:lnTo>
                        <a:pt x="6" y="9"/>
                      </a:lnTo>
                      <a:lnTo>
                        <a:pt x="4" y="9"/>
                      </a:lnTo>
                      <a:lnTo>
                        <a:pt x="4" y="11"/>
                      </a:lnTo>
                      <a:lnTo>
                        <a:pt x="2" y="13"/>
                      </a:lnTo>
                      <a:lnTo>
                        <a:pt x="2" y="17"/>
                      </a:lnTo>
                      <a:lnTo>
                        <a:pt x="0" y="19"/>
                      </a:lnTo>
                      <a:lnTo>
                        <a:pt x="0" y="21"/>
                      </a:lnTo>
                      <a:lnTo>
                        <a:pt x="0" y="23"/>
                      </a:lnTo>
                      <a:lnTo>
                        <a:pt x="0" y="418"/>
                      </a:lnTo>
                      <a:lnTo>
                        <a:pt x="0" y="420"/>
                      </a:lnTo>
                      <a:lnTo>
                        <a:pt x="0" y="422"/>
                      </a:lnTo>
                      <a:lnTo>
                        <a:pt x="2" y="424"/>
                      </a:lnTo>
                      <a:lnTo>
                        <a:pt x="2" y="426"/>
                      </a:lnTo>
                      <a:lnTo>
                        <a:pt x="4" y="428"/>
                      </a:lnTo>
                      <a:lnTo>
                        <a:pt x="4" y="430"/>
                      </a:lnTo>
                      <a:lnTo>
                        <a:pt x="6" y="432"/>
                      </a:lnTo>
                      <a:lnTo>
                        <a:pt x="8" y="434"/>
                      </a:lnTo>
                      <a:lnTo>
                        <a:pt x="8" y="436"/>
                      </a:lnTo>
                      <a:lnTo>
                        <a:pt x="10" y="436"/>
                      </a:lnTo>
                      <a:lnTo>
                        <a:pt x="12" y="437"/>
                      </a:lnTo>
                      <a:lnTo>
                        <a:pt x="14" y="439"/>
                      </a:lnTo>
                      <a:lnTo>
                        <a:pt x="16" y="439"/>
                      </a:lnTo>
                      <a:lnTo>
                        <a:pt x="18" y="439"/>
                      </a:lnTo>
                      <a:lnTo>
                        <a:pt x="20" y="439"/>
                      </a:lnTo>
                      <a:lnTo>
                        <a:pt x="24" y="439"/>
                      </a:lnTo>
                      <a:lnTo>
                        <a:pt x="504" y="439"/>
                      </a:lnTo>
                      <a:lnTo>
                        <a:pt x="506" y="439"/>
                      </a:lnTo>
                      <a:lnTo>
                        <a:pt x="508" y="439"/>
                      </a:lnTo>
                      <a:lnTo>
                        <a:pt x="512" y="439"/>
                      </a:lnTo>
                      <a:lnTo>
                        <a:pt x="514" y="439"/>
                      </a:lnTo>
                      <a:lnTo>
                        <a:pt x="516" y="437"/>
                      </a:lnTo>
                      <a:lnTo>
                        <a:pt x="518" y="436"/>
                      </a:lnTo>
                      <a:lnTo>
                        <a:pt x="520" y="434"/>
                      </a:lnTo>
                      <a:lnTo>
                        <a:pt x="522" y="432"/>
                      </a:lnTo>
                      <a:lnTo>
                        <a:pt x="524" y="430"/>
                      </a:lnTo>
                      <a:lnTo>
                        <a:pt x="524" y="428"/>
                      </a:lnTo>
                      <a:lnTo>
                        <a:pt x="526" y="426"/>
                      </a:lnTo>
                      <a:lnTo>
                        <a:pt x="526" y="424"/>
                      </a:lnTo>
                      <a:lnTo>
                        <a:pt x="526" y="422"/>
                      </a:lnTo>
                      <a:lnTo>
                        <a:pt x="526" y="420"/>
                      </a:lnTo>
                      <a:lnTo>
                        <a:pt x="528" y="418"/>
                      </a:lnTo>
                      <a:lnTo>
                        <a:pt x="528" y="23"/>
                      </a:lnTo>
                    </a:path>
                  </a:pathLst>
                </a:custGeom>
                <a:noFill/>
                <a:ln w="6">
                  <a:solidFill>
                    <a:srgbClr val="000000"/>
                  </a:solidFill>
                  <a:round/>
                </a:ln>
              </p:spPr>
              <p:txBody>
                <a:bodyPr vert="horz" wrap="square" lIns="91440" tIns="45720" rIns="91440" bIns="45720" numCol="1" anchor="t" anchorCtr="0" compatLnSpc="1"/>
                <a:lstStyle/>
                <a:p>
                  <a:endParaRPr lang="zh-CN" altLang="en-US"/>
                </a:p>
              </p:txBody>
            </p:sp>
            <p:sp>
              <p:nvSpPr>
                <p:cNvPr id="348594" name="任意多边形 9850"/>
                <p:cNvSpPr/>
                <p:nvPr/>
              </p:nvSpPr>
              <p:spPr bwMode="auto">
                <a:xfrm>
                  <a:off x="423" y="3187"/>
                  <a:ext cx="440" cy="321"/>
                </a:xfrm>
                <a:custGeom>
                  <a:avLst/>
                  <a:gdLst/>
                  <a:ahLst/>
                  <a:cxnLst>
                    <a:cxn ang="0">
                      <a:pos x="440" y="19"/>
                    </a:cxn>
                    <a:cxn ang="0">
                      <a:pos x="438" y="15"/>
                    </a:cxn>
                    <a:cxn ang="0">
                      <a:pos x="436" y="11"/>
                    </a:cxn>
                    <a:cxn ang="0">
                      <a:pos x="434" y="7"/>
                    </a:cxn>
                    <a:cxn ang="0">
                      <a:pos x="432" y="6"/>
                    </a:cxn>
                    <a:cxn ang="0">
                      <a:pos x="428" y="2"/>
                    </a:cxn>
                    <a:cxn ang="0">
                      <a:pos x="424" y="0"/>
                    </a:cxn>
                    <a:cxn ang="0">
                      <a:pos x="418" y="0"/>
                    </a:cxn>
                    <a:cxn ang="0">
                      <a:pos x="22" y="0"/>
                    </a:cxn>
                    <a:cxn ang="0">
                      <a:pos x="18" y="0"/>
                    </a:cxn>
                    <a:cxn ang="0">
                      <a:pos x="14" y="2"/>
                    </a:cxn>
                    <a:cxn ang="0">
                      <a:pos x="10" y="4"/>
                    </a:cxn>
                    <a:cxn ang="0">
                      <a:pos x="6" y="6"/>
                    </a:cxn>
                    <a:cxn ang="0">
                      <a:pos x="4" y="9"/>
                    </a:cxn>
                    <a:cxn ang="0">
                      <a:pos x="2" y="13"/>
                    </a:cxn>
                    <a:cxn ang="0">
                      <a:pos x="0" y="17"/>
                    </a:cxn>
                    <a:cxn ang="0">
                      <a:pos x="0" y="23"/>
                    </a:cxn>
                    <a:cxn ang="0">
                      <a:pos x="0" y="300"/>
                    </a:cxn>
                    <a:cxn ang="0">
                      <a:pos x="2" y="306"/>
                    </a:cxn>
                    <a:cxn ang="0">
                      <a:pos x="2" y="310"/>
                    </a:cxn>
                    <a:cxn ang="0">
                      <a:pos x="6" y="314"/>
                    </a:cxn>
                    <a:cxn ang="0">
                      <a:pos x="8" y="315"/>
                    </a:cxn>
                    <a:cxn ang="0">
                      <a:pos x="12" y="319"/>
                    </a:cxn>
                    <a:cxn ang="0">
                      <a:pos x="16" y="319"/>
                    </a:cxn>
                    <a:cxn ang="0">
                      <a:pos x="20" y="321"/>
                    </a:cxn>
                    <a:cxn ang="0">
                      <a:pos x="416" y="321"/>
                    </a:cxn>
                    <a:cxn ang="0">
                      <a:pos x="422" y="321"/>
                    </a:cxn>
                    <a:cxn ang="0">
                      <a:pos x="426" y="319"/>
                    </a:cxn>
                    <a:cxn ang="0">
                      <a:pos x="430" y="317"/>
                    </a:cxn>
                    <a:cxn ang="0">
                      <a:pos x="432" y="315"/>
                    </a:cxn>
                    <a:cxn ang="0">
                      <a:pos x="436" y="312"/>
                    </a:cxn>
                    <a:cxn ang="0">
                      <a:pos x="438" y="308"/>
                    </a:cxn>
                    <a:cxn ang="0">
                      <a:pos x="438" y="304"/>
                    </a:cxn>
                    <a:cxn ang="0">
                      <a:pos x="440" y="298"/>
                    </a:cxn>
                  </a:cxnLst>
                  <a:rect l="0" t="0" r="r" b="b"/>
                  <a:pathLst>
                    <a:path w="440" h="321">
                      <a:moveTo>
                        <a:pt x="440" y="23"/>
                      </a:moveTo>
                      <a:lnTo>
                        <a:pt x="440" y="19"/>
                      </a:lnTo>
                      <a:lnTo>
                        <a:pt x="438" y="17"/>
                      </a:lnTo>
                      <a:lnTo>
                        <a:pt x="438" y="15"/>
                      </a:lnTo>
                      <a:lnTo>
                        <a:pt x="438" y="13"/>
                      </a:lnTo>
                      <a:lnTo>
                        <a:pt x="436" y="11"/>
                      </a:lnTo>
                      <a:lnTo>
                        <a:pt x="436" y="9"/>
                      </a:lnTo>
                      <a:lnTo>
                        <a:pt x="434" y="7"/>
                      </a:lnTo>
                      <a:lnTo>
                        <a:pt x="432" y="6"/>
                      </a:lnTo>
                      <a:lnTo>
                        <a:pt x="430" y="4"/>
                      </a:lnTo>
                      <a:lnTo>
                        <a:pt x="428" y="2"/>
                      </a:lnTo>
                      <a:lnTo>
                        <a:pt x="426" y="2"/>
                      </a:lnTo>
                      <a:lnTo>
                        <a:pt x="424" y="0"/>
                      </a:lnTo>
                      <a:lnTo>
                        <a:pt x="422" y="0"/>
                      </a:lnTo>
                      <a:lnTo>
                        <a:pt x="418" y="0"/>
                      </a:lnTo>
                      <a:lnTo>
                        <a:pt x="416" y="0"/>
                      </a:lnTo>
                      <a:lnTo>
                        <a:pt x="22" y="0"/>
                      </a:lnTo>
                      <a:lnTo>
                        <a:pt x="20" y="0"/>
                      </a:lnTo>
                      <a:lnTo>
                        <a:pt x="18" y="0"/>
                      </a:lnTo>
                      <a:lnTo>
                        <a:pt x="16" y="0"/>
                      </a:lnTo>
                      <a:lnTo>
                        <a:pt x="14" y="2"/>
                      </a:lnTo>
                      <a:lnTo>
                        <a:pt x="12" y="2"/>
                      </a:lnTo>
                      <a:lnTo>
                        <a:pt x="10" y="4"/>
                      </a:lnTo>
                      <a:lnTo>
                        <a:pt x="8" y="6"/>
                      </a:lnTo>
                      <a:lnTo>
                        <a:pt x="6" y="6"/>
                      </a:lnTo>
                      <a:lnTo>
                        <a:pt x="6" y="7"/>
                      </a:lnTo>
                      <a:lnTo>
                        <a:pt x="4" y="9"/>
                      </a:lnTo>
                      <a:lnTo>
                        <a:pt x="2" y="11"/>
                      </a:lnTo>
                      <a:lnTo>
                        <a:pt x="2" y="13"/>
                      </a:lnTo>
                      <a:lnTo>
                        <a:pt x="2" y="15"/>
                      </a:lnTo>
                      <a:lnTo>
                        <a:pt x="0" y="17"/>
                      </a:lnTo>
                      <a:lnTo>
                        <a:pt x="0" y="19"/>
                      </a:lnTo>
                      <a:lnTo>
                        <a:pt x="0" y="23"/>
                      </a:lnTo>
                      <a:lnTo>
                        <a:pt x="0" y="298"/>
                      </a:lnTo>
                      <a:lnTo>
                        <a:pt x="0" y="300"/>
                      </a:lnTo>
                      <a:lnTo>
                        <a:pt x="0" y="304"/>
                      </a:lnTo>
                      <a:lnTo>
                        <a:pt x="2" y="306"/>
                      </a:lnTo>
                      <a:lnTo>
                        <a:pt x="2" y="308"/>
                      </a:lnTo>
                      <a:lnTo>
                        <a:pt x="2" y="310"/>
                      </a:lnTo>
                      <a:lnTo>
                        <a:pt x="4" y="312"/>
                      </a:lnTo>
                      <a:lnTo>
                        <a:pt x="6" y="314"/>
                      </a:lnTo>
                      <a:lnTo>
                        <a:pt x="6" y="315"/>
                      </a:lnTo>
                      <a:lnTo>
                        <a:pt x="8" y="315"/>
                      </a:lnTo>
                      <a:lnTo>
                        <a:pt x="10" y="317"/>
                      </a:lnTo>
                      <a:lnTo>
                        <a:pt x="12" y="319"/>
                      </a:lnTo>
                      <a:lnTo>
                        <a:pt x="14" y="319"/>
                      </a:lnTo>
                      <a:lnTo>
                        <a:pt x="16" y="319"/>
                      </a:lnTo>
                      <a:lnTo>
                        <a:pt x="18" y="321"/>
                      </a:lnTo>
                      <a:lnTo>
                        <a:pt x="20" y="321"/>
                      </a:lnTo>
                      <a:lnTo>
                        <a:pt x="22" y="321"/>
                      </a:lnTo>
                      <a:lnTo>
                        <a:pt x="416" y="321"/>
                      </a:lnTo>
                      <a:lnTo>
                        <a:pt x="418" y="321"/>
                      </a:lnTo>
                      <a:lnTo>
                        <a:pt x="422" y="321"/>
                      </a:lnTo>
                      <a:lnTo>
                        <a:pt x="424" y="319"/>
                      </a:lnTo>
                      <a:lnTo>
                        <a:pt x="426" y="319"/>
                      </a:lnTo>
                      <a:lnTo>
                        <a:pt x="428" y="319"/>
                      </a:lnTo>
                      <a:lnTo>
                        <a:pt x="430" y="317"/>
                      </a:lnTo>
                      <a:lnTo>
                        <a:pt x="432" y="315"/>
                      </a:lnTo>
                      <a:lnTo>
                        <a:pt x="434" y="314"/>
                      </a:lnTo>
                      <a:lnTo>
                        <a:pt x="436" y="312"/>
                      </a:lnTo>
                      <a:lnTo>
                        <a:pt x="436" y="310"/>
                      </a:lnTo>
                      <a:lnTo>
                        <a:pt x="438" y="308"/>
                      </a:lnTo>
                      <a:lnTo>
                        <a:pt x="438" y="306"/>
                      </a:lnTo>
                      <a:lnTo>
                        <a:pt x="438" y="304"/>
                      </a:lnTo>
                      <a:lnTo>
                        <a:pt x="440" y="300"/>
                      </a:lnTo>
                      <a:lnTo>
                        <a:pt x="440" y="298"/>
                      </a:lnTo>
                      <a:lnTo>
                        <a:pt x="440" y="23"/>
                      </a:lnTo>
                      <a:close/>
                    </a:path>
                  </a:pathLst>
                </a:custGeom>
                <a:solidFill>
                  <a:srgbClr val="FFFFFF"/>
                </a:solidFill>
                <a:ln w="0">
                  <a:solidFill>
                    <a:srgbClr val="000000"/>
                  </a:solidFill>
                  <a:round/>
                </a:ln>
              </p:spPr>
              <p:txBody>
                <a:bodyPr vert="horz" wrap="square" lIns="91440" tIns="45720" rIns="91440" bIns="45720" numCol="1" anchor="t" anchorCtr="0" compatLnSpc="1"/>
                <a:lstStyle/>
                <a:p>
                  <a:endParaRPr lang="zh-CN" altLang="en-US"/>
                </a:p>
              </p:txBody>
            </p:sp>
            <p:sp>
              <p:nvSpPr>
                <p:cNvPr id="348593" name="任意多边形 9851"/>
                <p:cNvSpPr/>
                <p:nvPr/>
              </p:nvSpPr>
              <p:spPr bwMode="auto">
                <a:xfrm>
                  <a:off x="423" y="3187"/>
                  <a:ext cx="440" cy="321"/>
                </a:xfrm>
                <a:custGeom>
                  <a:avLst/>
                  <a:gdLst/>
                  <a:ahLst/>
                  <a:cxnLst>
                    <a:cxn ang="0">
                      <a:pos x="440" y="19"/>
                    </a:cxn>
                    <a:cxn ang="0">
                      <a:pos x="438" y="15"/>
                    </a:cxn>
                    <a:cxn ang="0">
                      <a:pos x="436" y="11"/>
                    </a:cxn>
                    <a:cxn ang="0">
                      <a:pos x="434" y="7"/>
                    </a:cxn>
                    <a:cxn ang="0">
                      <a:pos x="432" y="6"/>
                    </a:cxn>
                    <a:cxn ang="0">
                      <a:pos x="428" y="2"/>
                    </a:cxn>
                    <a:cxn ang="0">
                      <a:pos x="424" y="0"/>
                    </a:cxn>
                    <a:cxn ang="0">
                      <a:pos x="418" y="0"/>
                    </a:cxn>
                    <a:cxn ang="0">
                      <a:pos x="22" y="0"/>
                    </a:cxn>
                    <a:cxn ang="0">
                      <a:pos x="18" y="0"/>
                    </a:cxn>
                    <a:cxn ang="0">
                      <a:pos x="14" y="2"/>
                    </a:cxn>
                    <a:cxn ang="0">
                      <a:pos x="10" y="4"/>
                    </a:cxn>
                    <a:cxn ang="0">
                      <a:pos x="6" y="6"/>
                    </a:cxn>
                    <a:cxn ang="0">
                      <a:pos x="4" y="9"/>
                    </a:cxn>
                    <a:cxn ang="0">
                      <a:pos x="2" y="13"/>
                    </a:cxn>
                    <a:cxn ang="0">
                      <a:pos x="0" y="17"/>
                    </a:cxn>
                    <a:cxn ang="0">
                      <a:pos x="0" y="23"/>
                    </a:cxn>
                    <a:cxn ang="0">
                      <a:pos x="0" y="300"/>
                    </a:cxn>
                    <a:cxn ang="0">
                      <a:pos x="2" y="306"/>
                    </a:cxn>
                    <a:cxn ang="0">
                      <a:pos x="2" y="310"/>
                    </a:cxn>
                    <a:cxn ang="0">
                      <a:pos x="6" y="314"/>
                    </a:cxn>
                    <a:cxn ang="0">
                      <a:pos x="8" y="315"/>
                    </a:cxn>
                    <a:cxn ang="0">
                      <a:pos x="12" y="319"/>
                    </a:cxn>
                    <a:cxn ang="0">
                      <a:pos x="16" y="319"/>
                    </a:cxn>
                    <a:cxn ang="0">
                      <a:pos x="20" y="321"/>
                    </a:cxn>
                    <a:cxn ang="0">
                      <a:pos x="416" y="321"/>
                    </a:cxn>
                    <a:cxn ang="0">
                      <a:pos x="422" y="321"/>
                    </a:cxn>
                    <a:cxn ang="0">
                      <a:pos x="426" y="319"/>
                    </a:cxn>
                    <a:cxn ang="0">
                      <a:pos x="430" y="317"/>
                    </a:cxn>
                    <a:cxn ang="0">
                      <a:pos x="432" y="315"/>
                    </a:cxn>
                    <a:cxn ang="0">
                      <a:pos x="436" y="312"/>
                    </a:cxn>
                    <a:cxn ang="0">
                      <a:pos x="438" y="308"/>
                    </a:cxn>
                    <a:cxn ang="0">
                      <a:pos x="438" y="304"/>
                    </a:cxn>
                    <a:cxn ang="0">
                      <a:pos x="440" y="298"/>
                    </a:cxn>
                  </a:cxnLst>
                  <a:rect l="0" t="0" r="r" b="b"/>
                  <a:pathLst>
                    <a:path w="440" h="321">
                      <a:moveTo>
                        <a:pt x="440" y="23"/>
                      </a:moveTo>
                      <a:lnTo>
                        <a:pt x="440" y="19"/>
                      </a:lnTo>
                      <a:lnTo>
                        <a:pt x="438" y="17"/>
                      </a:lnTo>
                      <a:lnTo>
                        <a:pt x="438" y="15"/>
                      </a:lnTo>
                      <a:lnTo>
                        <a:pt x="438" y="13"/>
                      </a:lnTo>
                      <a:lnTo>
                        <a:pt x="436" y="11"/>
                      </a:lnTo>
                      <a:lnTo>
                        <a:pt x="436" y="9"/>
                      </a:lnTo>
                      <a:lnTo>
                        <a:pt x="434" y="7"/>
                      </a:lnTo>
                      <a:lnTo>
                        <a:pt x="432" y="6"/>
                      </a:lnTo>
                      <a:lnTo>
                        <a:pt x="430" y="4"/>
                      </a:lnTo>
                      <a:lnTo>
                        <a:pt x="428" y="2"/>
                      </a:lnTo>
                      <a:lnTo>
                        <a:pt x="426" y="2"/>
                      </a:lnTo>
                      <a:lnTo>
                        <a:pt x="424" y="0"/>
                      </a:lnTo>
                      <a:lnTo>
                        <a:pt x="422" y="0"/>
                      </a:lnTo>
                      <a:lnTo>
                        <a:pt x="418" y="0"/>
                      </a:lnTo>
                      <a:lnTo>
                        <a:pt x="416" y="0"/>
                      </a:lnTo>
                      <a:lnTo>
                        <a:pt x="22" y="0"/>
                      </a:lnTo>
                      <a:lnTo>
                        <a:pt x="20" y="0"/>
                      </a:lnTo>
                      <a:lnTo>
                        <a:pt x="18" y="0"/>
                      </a:lnTo>
                      <a:lnTo>
                        <a:pt x="16" y="0"/>
                      </a:lnTo>
                      <a:lnTo>
                        <a:pt x="14" y="2"/>
                      </a:lnTo>
                      <a:lnTo>
                        <a:pt x="12" y="2"/>
                      </a:lnTo>
                      <a:lnTo>
                        <a:pt x="10" y="4"/>
                      </a:lnTo>
                      <a:lnTo>
                        <a:pt x="8" y="6"/>
                      </a:lnTo>
                      <a:lnTo>
                        <a:pt x="6" y="6"/>
                      </a:lnTo>
                      <a:lnTo>
                        <a:pt x="6" y="7"/>
                      </a:lnTo>
                      <a:lnTo>
                        <a:pt x="4" y="9"/>
                      </a:lnTo>
                      <a:lnTo>
                        <a:pt x="2" y="11"/>
                      </a:lnTo>
                      <a:lnTo>
                        <a:pt x="2" y="13"/>
                      </a:lnTo>
                      <a:lnTo>
                        <a:pt x="2" y="15"/>
                      </a:lnTo>
                      <a:lnTo>
                        <a:pt x="0" y="17"/>
                      </a:lnTo>
                      <a:lnTo>
                        <a:pt x="0" y="19"/>
                      </a:lnTo>
                      <a:lnTo>
                        <a:pt x="0" y="23"/>
                      </a:lnTo>
                      <a:lnTo>
                        <a:pt x="0" y="298"/>
                      </a:lnTo>
                      <a:lnTo>
                        <a:pt x="0" y="300"/>
                      </a:lnTo>
                      <a:lnTo>
                        <a:pt x="0" y="304"/>
                      </a:lnTo>
                      <a:lnTo>
                        <a:pt x="2" y="306"/>
                      </a:lnTo>
                      <a:lnTo>
                        <a:pt x="2" y="308"/>
                      </a:lnTo>
                      <a:lnTo>
                        <a:pt x="2" y="310"/>
                      </a:lnTo>
                      <a:lnTo>
                        <a:pt x="4" y="312"/>
                      </a:lnTo>
                      <a:lnTo>
                        <a:pt x="6" y="314"/>
                      </a:lnTo>
                      <a:lnTo>
                        <a:pt x="6" y="315"/>
                      </a:lnTo>
                      <a:lnTo>
                        <a:pt x="8" y="315"/>
                      </a:lnTo>
                      <a:lnTo>
                        <a:pt x="10" y="317"/>
                      </a:lnTo>
                      <a:lnTo>
                        <a:pt x="12" y="319"/>
                      </a:lnTo>
                      <a:lnTo>
                        <a:pt x="14" y="319"/>
                      </a:lnTo>
                      <a:lnTo>
                        <a:pt x="16" y="319"/>
                      </a:lnTo>
                      <a:lnTo>
                        <a:pt x="18" y="321"/>
                      </a:lnTo>
                      <a:lnTo>
                        <a:pt x="20" y="321"/>
                      </a:lnTo>
                      <a:lnTo>
                        <a:pt x="22" y="321"/>
                      </a:lnTo>
                      <a:lnTo>
                        <a:pt x="416" y="321"/>
                      </a:lnTo>
                      <a:lnTo>
                        <a:pt x="418" y="321"/>
                      </a:lnTo>
                      <a:lnTo>
                        <a:pt x="422" y="321"/>
                      </a:lnTo>
                      <a:lnTo>
                        <a:pt x="424" y="319"/>
                      </a:lnTo>
                      <a:lnTo>
                        <a:pt x="426" y="319"/>
                      </a:lnTo>
                      <a:lnTo>
                        <a:pt x="428" y="319"/>
                      </a:lnTo>
                      <a:lnTo>
                        <a:pt x="430" y="317"/>
                      </a:lnTo>
                      <a:lnTo>
                        <a:pt x="432" y="315"/>
                      </a:lnTo>
                      <a:lnTo>
                        <a:pt x="434" y="314"/>
                      </a:lnTo>
                      <a:lnTo>
                        <a:pt x="436" y="312"/>
                      </a:lnTo>
                      <a:lnTo>
                        <a:pt x="436" y="310"/>
                      </a:lnTo>
                      <a:lnTo>
                        <a:pt x="438" y="308"/>
                      </a:lnTo>
                      <a:lnTo>
                        <a:pt x="438" y="306"/>
                      </a:lnTo>
                      <a:lnTo>
                        <a:pt x="438" y="304"/>
                      </a:lnTo>
                      <a:lnTo>
                        <a:pt x="440" y="300"/>
                      </a:lnTo>
                      <a:lnTo>
                        <a:pt x="440" y="298"/>
                      </a:lnTo>
                      <a:lnTo>
                        <a:pt x="440" y="23"/>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92" name="任意多边形 9852"/>
                <p:cNvSpPr/>
                <p:nvPr/>
              </p:nvSpPr>
              <p:spPr bwMode="auto">
                <a:xfrm>
                  <a:off x="413" y="3175"/>
                  <a:ext cx="458" cy="345"/>
                </a:xfrm>
                <a:custGeom>
                  <a:avLst/>
                  <a:gdLst/>
                  <a:ahLst/>
                  <a:cxnLst>
                    <a:cxn ang="0">
                      <a:pos x="458" y="19"/>
                    </a:cxn>
                    <a:cxn ang="0">
                      <a:pos x="458" y="16"/>
                    </a:cxn>
                    <a:cxn ang="0">
                      <a:pos x="456" y="12"/>
                    </a:cxn>
                    <a:cxn ang="0">
                      <a:pos x="454" y="8"/>
                    </a:cxn>
                    <a:cxn ang="0">
                      <a:pos x="450" y="4"/>
                    </a:cxn>
                    <a:cxn ang="0">
                      <a:pos x="446" y="2"/>
                    </a:cxn>
                    <a:cxn ang="0">
                      <a:pos x="442" y="0"/>
                    </a:cxn>
                    <a:cxn ang="0">
                      <a:pos x="438" y="0"/>
                    </a:cxn>
                    <a:cxn ang="0">
                      <a:pos x="24" y="0"/>
                    </a:cxn>
                    <a:cxn ang="0">
                      <a:pos x="20" y="0"/>
                    </a:cxn>
                    <a:cxn ang="0">
                      <a:pos x="14" y="2"/>
                    </a:cxn>
                    <a:cxn ang="0">
                      <a:pos x="10" y="4"/>
                    </a:cxn>
                    <a:cxn ang="0">
                      <a:pos x="8" y="6"/>
                    </a:cxn>
                    <a:cxn ang="0">
                      <a:pos x="4" y="10"/>
                    </a:cxn>
                    <a:cxn ang="0">
                      <a:pos x="2" y="14"/>
                    </a:cxn>
                    <a:cxn ang="0">
                      <a:pos x="2" y="18"/>
                    </a:cxn>
                    <a:cxn ang="0">
                      <a:pos x="0" y="21"/>
                    </a:cxn>
                    <a:cxn ang="0">
                      <a:pos x="2" y="326"/>
                    </a:cxn>
                    <a:cxn ang="0">
                      <a:pos x="2" y="329"/>
                    </a:cxn>
                    <a:cxn ang="0">
                      <a:pos x="4" y="333"/>
                    </a:cxn>
                    <a:cxn ang="0">
                      <a:pos x="6" y="337"/>
                    </a:cxn>
                    <a:cxn ang="0">
                      <a:pos x="10" y="339"/>
                    </a:cxn>
                    <a:cxn ang="0">
                      <a:pos x="12" y="343"/>
                    </a:cxn>
                    <a:cxn ang="0">
                      <a:pos x="16" y="345"/>
                    </a:cxn>
                    <a:cxn ang="0">
                      <a:pos x="22" y="345"/>
                    </a:cxn>
                    <a:cxn ang="0">
                      <a:pos x="436" y="345"/>
                    </a:cxn>
                    <a:cxn ang="0">
                      <a:pos x="440" y="345"/>
                    </a:cxn>
                    <a:cxn ang="0">
                      <a:pos x="444" y="343"/>
                    </a:cxn>
                    <a:cxn ang="0">
                      <a:pos x="448" y="341"/>
                    </a:cxn>
                    <a:cxn ang="0">
                      <a:pos x="452" y="339"/>
                    </a:cxn>
                    <a:cxn ang="0">
                      <a:pos x="454" y="335"/>
                    </a:cxn>
                    <a:cxn ang="0">
                      <a:pos x="456" y="331"/>
                    </a:cxn>
                    <a:cxn ang="0">
                      <a:pos x="458" y="327"/>
                    </a:cxn>
                    <a:cxn ang="0">
                      <a:pos x="458" y="322"/>
                    </a:cxn>
                  </a:cxnLst>
                  <a:rect l="0" t="0" r="r" b="b"/>
                  <a:pathLst>
                    <a:path w="458" h="345">
                      <a:moveTo>
                        <a:pt x="458" y="21"/>
                      </a:moveTo>
                      <a:lnTo>
                        <a:pt x="458" y="19"/>
                      </a:lnTo>
                      <a:lnTo>
                        <a:pt x="458" y="18"/>
                      </a:lnTo>
                      <a:lnTo>
                        <a:pt x="458" y="16"/>
                      </a:lnTo>
                      <a:lnTo>
                        <a:pt x="456" y="14"/>
                      </a:lnTo>
                      <a:lnTo>
                        <a:pt x="456" y="12"/>
                      </a:lnTo>
                      <a:lnTo>
                        <a:pt x="454" y="10"/>
                      </a:lnTo>
                      <a:lnTo>
                        <a:pt x="454" y="8"/>
                      </a:lnTo>
                      <a:lnTo>
                        <a:pt x="452" y="6"/>
                      </a:lnTo>
                      <a:lnTo>
                        <a:pt x="450" y="4"/>
                      </a:lnTo>
                      <a:lnTo>
                        <a:pt x="448" y="4"/>
                      </a:lnTo>
                      <a:lnTo>
                        <a:pt x="446" y="2"/>
                      </a:lnTo>
                      <a:lnTo>
                        <a:pt x="444" y="2"/>
                      </a:lnTo>
                      <a:lnTo>
                        <a:pt x="442" y="0"/>
                      </a:lnTo>
                      <a:lnTo>
                        <a:pt x="440" y="0"/>
                      </a:lnTo>
                      <a:lnTo>
                        <a:pt x="438" y="0"/>
                      </a:lnTo>
                      <a:lnTo>
                        <a:pt x="436" y="0"/>
                      </a:lnTo>
                      <a:lnTo>
                        <a:pt x="24" y="0"/>
                      </a:lnTo>
                      <a:lnTo>
                        <a:pt x="22" y="0"/>
                      </a:lnTo>
                      <a:lnTo>
                        <a:pt x="20" y="0"/>
                      </a:lnTo>
                      <a:lnTo>
                        <a:pt x="16" y="0"/>
                      </a:lnTo>
                      <a:lnTo>
                        <a:pt x="14" y="2"/>
                      </a:lnTo>
                      <a:lnTo>
                        <a:pt x="12" y="2"/>
                      </a:lnTo>
                      <a:lnTo>
                        <a:pt x="10" y="4"/>
                      </a:lnTo>
                      <a:lnTo>
                        <a:pt x="8" y="6"/>
                      </a:lnTo>
                      <a:lnTo>
                        <a:pt x="6" y="8"/>
                      </a:lnTo>
                      <a:lnTo>
                        <a:pt x="4" y="10"/>
                      </a:lnTo>
                      <a:lnTo>
                        <a:pt x="4" y="12"/>
                      </a:lnTo>
                      <a:lnTo>
                        <a:pt x="2" y="14"/>
                      </a:lnTo>
                      <a:lnTo>
                        <a:pt x="2" y="16"/>
                      </a:lnTo>
                      <a:lnTo>
                        <a:pt x="2" y="18"/>
                      </a:lnTo>
                      <a:lnTo>
                        <a:pt x="2" y="19"/>
                      </a:lnTo>
                      <a:lnTo>
                        <a:pt x="0" y="21"/>
                      </a:lnTo>
                      <a:lnTo>
                        <a:pt x="0" y="322"/>
                      </a:lnTo>
                      <a:lnTo>
                        <a:pt x="2" y="326"/>
                      </a:lnTo>
                      <a:lnTo>
                        <a:pt x="2" y="327"/>
                      </a:lnTo>
                      <a:lnTo>
                        <a:pt x="2" y="329"/>
                      </a:lnTo>
                      <a:lnTo>
                        <a:pt x="2" y="331"/>
                      </a:lnTo>
                      <a:lnTo>
                        <a:pt x="4" y="333"/>
                      </a:lnTo>
                      <a:lnTo>
                        <a:pt x="4" y="335"/>
                      </a:lnTo>
                      <a:lnTo>
                        <a:pt x="6" y="337"/>
                      </a:lnTo>
                      <a:lnTo>
                        <a:pt x="8" y="339"/>
                      </a:lnTo>
                      <a:lnTo>
                        <a:pt x="10" y="339"/>
                      </a:lnTo>
                      <a:lnTo>
                        <a:pt x="10" y="341"/>
                      </a:lnTo>
                      <a:lnTo>
                        <a:pt x="12" y="343"/>
                      </a:lnTo>
                      <a:lnTo>
                        <a:pt x="14" y="343"/>
                      </a:lnTo>
                      <a:lnTo>
                        <a:pt x="16" y="345"/>
                      </a:lnTo>
                      <a:lnTo>
                        <a:pt x="20" y="345"/>
                      </a:lnTo>
                      <a:lnTo>
                        <a:pt x="22" y="345"/>
                      </a:lnTo>
                      <a:lnTo>
                        <a:pt x="24" y="345"/>
                      </a:lnTo>
                      <a:lnTo>
                        <a:pt x="436" y="345"/>
                      </a:lnTo>
                      <a:lnTo>
                        <a:pt x="438" y="345"/>
                      </a:lnTo>
                      <a:lnTo>
                        <a:pt x="440" y="345"/>
                      </a:lnTo>
                      <a:lnTo>
                        <a:pt x="442" y="345"/>
                      </a:lnTo>
                      <a:lnTo>
                        <a:pt x="444" y="343"/>
                      </a:lnTo>
                      <a:lnTo>
                        <a:pt x="446" y="343"/>
                      </a:lnTo>
                      <a:lnTo>
                        <a:pt x="448" y="341"/>
                      </a:lnTo>
                      <a:lnTo>
                        <a:pt x="450" y="339"/>
                      </a:lnTo>
                      <a:lnTo>
                        <a:pt x="452" y="339"/>
                      </a:lnTo>
                      <a:lnTo>
                        <a:pt x="454" y="337"/>
                      </a:lnTo>
                      <a:lnTo>
                        <a:pt x="454" y="335"/>
                      </a:lnTo>
                      <a:lnTo>
                        <a:pt x="456" y="333"/>
                      </a:lnTo>
                      <a:lnTo>
                        <a:pt x="456" y="331"/>
                      </a:lnTo>
                      <a:lnTo>
                        <a:pt x="458" y="329"/>
                      </a:lnTo>
                      <a:lnTo>
                        <a:pt x="458" y="327"/>
                      </a:lnTo>
                      <a:lnTo>
                        <a:pt x="458" y="326"/>
                      </a:lnTo>
                      <a:lnTo>
                        <a:pt x="458" y="322"/>
                      </a:lnTo>
                      <a:lnTo>
                        <a:pt x="458" y="21"/>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91" name="任意多边形 9853"/>
                <p:cNvSpPr/>
                <p:nvPr/>
              </p:nvSpPr>
              <p:spPr bwMode="auto">
                <a:xfrm>
                  <a:off x="465" y="3599"/>
                  <a:ext cx="356" cy="70"/>
                </a:xfrm>
                <a:custGeom>
                  <a:avLst/>
                  <a:gdLst/>
                  <a:ahLst/>
                  <a:cxnLst>
                    <a:cxn ang="0">
                      <a:pos x="316" y="0"/>
                    </a:cxn>
                    <a:cxn ang="0">
                      <a:pos x="36" y="0"/>
                    </a:cxn>
                    <a:cxn ang="0">
                      <a:pos x="0" y="70"/>
                    </a:cxn>
                    <a:cxn ang="0">
                      <a:pos x="356" y="70"/>
                    </a:cxn>
                    <a:cxn ang="0">
                      <a:pos x="316" y="0"/>
                    </a:cxn>
                  </a:cxnLst>
                  <a:rect l="0" t="0" r="r" b="b"/>
                  <a:pathLst>
                    <a:path w="356" h="70">
                      <a:moveTo>
                        <a:pt x="316" y="0"/>
                      </a:moveTo>
                      <a:lnTo>
                        <a:pt x="36" y="0"/>
                      </a:lnTo>
                      <a:lnTo>
                        <a:pt x="0" y="70"/>
                      </a:lnTo>
                      <a:lnTo>
                        <a:pt x="356" y="70"/>
                      </a:lnTo>
                      <a:lnTo>
                        <a:pt x="316" y="0"/>
                      </a:lnTo>
                      <a:close/>
                    </a:path>
                  </a:pathLst>
                </a:custGeom>
                <a:solidFill>
                  <a:srgbClr val="E5E5E5"/>
                </a:solidFill>
                <a:ln w="6">
                  <a:solidFill>
                    <a:srgbClr val="000000"/>
                  </a:solidFill>
                  <a:round/>
                </a:ln>
              </p:spPr>
              <p:txBody>
                <a:bodyPr vert="horz" wrap="square" lIns="91440" tIns="45720" rIns="91440" bIns="45720" numCol="1" anchor="t" anchorCtr="0" compatLnSpc="1"/>
                <a:lstStyle/>
                <a:p>
                  <a:endParaRPr lang="zh-CN" altLang="en-US"/>
                </a:p>
              </p:txBody>
            </p:sp>
            <p:sp>
              <p:nvSpPr>
                <p:cNvPr id="348590" name="任意多边形 9854"/>
                <p:cNvSpPr/>
                <p:nvPr/>
              </p:nvSpPr>
              <p:spPr bwMode="auto">
                <a:xfrm>
                  <a:off x="465" y="3599"/>
                  <a:ext cx="356" cy="70"/>
                </a:xfrm>
                <a:custGeom>
                  <a:avLst/>
                  <a:gdLst/>
                  <a:ahLst/>
                  <a:cxnLst>
                    <a:cxn ang="0">
                      <a:pos x="316" y="0"/>
                    </a:cxn>
                    <a:cxn ang="0">
                      <a:pos x="36" y="0"/>
                    </a:cxn>
                    <a:cxn ang="0">
                      <a:pos x="0" y="70"/>
                    </a:cxn>
                    <a:cxn ang="0">
                      <a:pos x="356" y="70"/>
                    </a:cxn>
                    <a:cxn ang="0">
                      <a:pos x="316" y="0"/>
                    </a:cxn>
                  </a:cxnLst>
                  <a:rect l="0" t="0" r="r" b="b"/>
                  <a:pathLst>
                    <a:path w="356" h="70">
                      <a:moveTo>
                        <a:pt x="316" y="0"/>
                      </a:moveTo>
                      <a:lnTo>
                        <a:pt x="36" y="0"/>
                      </a:lnTo>
                      <a:lnTo>
                        <a:pt x="0" y="70"/>
                      </a:lnTo>
                      <a:lnTo>
                        <a:pt x="356" y="70"/>
                      </a:lnTo>
                      <a:lnTo>
                        <a:pt x="316" y="0"/>
                      </a:lnTo>
                    </a:path>
                  </a:pathLst>
                </a:custGeom>
                <a:noFill/>
                <a:ln w="6">
                  <a:solidFill>
                    <a:srgbClr val="000000"/>
                  </a:solidFill>
                  <a:round/>
                </a:ln>
              </p:spPr>
              <p:txBody>
                <a:bodyPr vert="horz" wrap="square" lIns="91440" tIns="45720" rIns="91440" bIns="45720" numCol="1" anchor="t" anchorCtr="0" compatLnSpc="1"/>
                <a:lstStyle/>
                <a:p>
                  <a:endParaRPr lang="zh-CN" altLang="en-US"/>
                </a:p>
              </p:txBody>
            </p:sp>
            <p:sp>
              <p:nvSpPr>
                <p:cNvPr id="348589" name="直线 9855"/>
                <p:cNvSpPr>
                  <a:spLocks noChangeShapeType="1"/>
                </p:cNvSpPr>
                <p:nvPr/>
              </p:nvSpPr>
              <p:spPr bwMode="auto">
                <a:xfrm>
                  <a:off x="475" y="3654"/>
                  <a:ext cx="334"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88" name="矩形 9856"/>
                <p:cNvSpPr>
                  <a:spLocks noChangeArrowheads="1"/>
                </p:cNvSpPr>
                <p:nvPr/>
              </p:nvSpPr>
              <p:spPr bwMode="auto">
                <a:xfrm>
                  <a:off x="567" y="3599"/>
                  <a:ext cx="142" cy="20"/>
                </a:xfrm>
                <a:prstGeom prst="rect">
                  <a:avLst/>
                </a:prstGeom>
                <a:solidFill>
                  <a:srgbClr val="000000"/>
                </a:solid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87" name="矩形 9857"/>
                <p:cNvSpPr>
                  <a:spLocks noChangeArrowheads="1"/>
                </p:cNvSpPr>
                <p:nvPr/>
              </p:nvSpPr>
              <p:spPr bwMode="auto">
                <a:xfrm>
                  <a:off x="567" y="3599"/>
                  <a:ext cx="142" cy="20"/>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86" name="任意多边形 9858"/>
                <p:cNvSpPr/>
                <p:nvPr/>
              </p:nvSpPr>
              <p:spPr bwMode="auto">
                <a:xfrm>
                  <a:off x="463" y="3572"/>
                  <a:ext cx="358" cy="23"/>
                </a:xfrm>
                <a:custGeom>
                  <a:avLst/>
                  <a:gdLst/>
                  <a:ahLst/>
                  <a:cxnLst>
                    <a:cxn ang="0">
                      <a:pos x="358" y="0"/>
                    </a:cxn>
                    <a:cxn ang="0">
                      <a:pos x="0" y="0"/>
                    </a:cxn>
                    <a:cxn ang="0">
                      <a:pos x="10" y="23"/>
                    </a:cxn>
                    <a:cxn ang="0">
                      <a:pos x="350" y="23"/>
                    </a:cxn>
                    <a:cxn ang="0">
                      <a:pos x="358" y="0"/>
                    </a:cxn>
                  </a:cxnLst>
                  <a:rect l="0" t="0" r="r" b="b"/>
                  <a:pathLst>
                    <a:path w="358" h="23">
                      <a:moveTo>
                        <a:pt x="358" y="0"/>
                      </a:moveTo>
                      <a:lnTo>
                        <a:pt x="0" y="0"/>
                      </a:lnTo>
                      <a:lnTo>
                        <a:pt x="10" y="23"/>
                      </a:lnTo>
                      <a:lnTo>
                        <a:pt x="350" y="23"/>
                      </a:lnTo>
                      <a:lnTo>
                        <a:pt x="35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grpSp>
          <p:grpSp>
            <p:nvGrpSpPr>
              <p:cNvPr id="348161" name="组合 9859"/>
              <p:cNvGrpSpPr/>
              <p:nvPr/>
            </p:nvGrpSpPr>
            <p:grpSpPr bwMode="auto">
              <a:xfrm>
                <a:off x="28" y="78"/>
                <a:ext cx="943" cy="760"/>
                <a:chOff x="28" y="27"/>
                <a:chExt cx="943" cy="760"/>
              </a:xfrm>
            </p:grpSpPr>
            <p:sp>
              <p:nvSpPr>
                <p:cNvPr id="348584" name="任意多边形 9860"/>
                <p:cNvSpPr/>
                <p:nvPr/>
              </p:nvSpPr>
              <p:spPr bwMode="auto">
                <a:xfrm>
                  <a:off x="28" y="583"/>
                  <a:ext cx="943" cy="186"/>
                </a:xfrm>
                <a:custGeom>
                  <a:avLst/>
                  <a:gdLst/>
                  <a:ahLst/>
                  <a:cxnLst>
                    <a:cxn ang="0">
                      <a:pos x="0" y="186"/>
                    </a:cxn>
                    <a:cxn ang="0">
                      <a:pos x="34" y="0"/>
                    </a:cxn>
                    <a:cxn ang="0">
                      <a:pos x="895" y="0"/>
                    </a:cxn>
                    <a:cxn ang="0">
                      <a:pos x="943" y="186"/>
                    </a:cxn>
                    <a:cxn ang="0">
                      <a:pos x="0" y="186"/>
                    </a:cxn>
                  </a:cxnLst>
                  <a:rect l="0" t="0" r="r" b="b"/>
                  <a:pathLst>
                    <a:path w="943" h="186">
                      <a:moveTo>
                        <a:pt x="0" y="186"/>
                      </a:moveTo>
                      <a:lnTo>
                        <a:pt x="34" y="0"/>
                      </a:lnTo>
                      <a:lnTo>
                        <a:pt x="895" y="0"/>
                      </a:lnTo>
                      <a:lnTo>
                        <a:pt x="943" y="186"/>
                      </a:lnTo>
                      <a:lnTo>
                        <a:pt x="0" y="186"/>
                      </a:lnTo>
                      <a:close/>
                    </a:path>
                  </a:pathLst>
                </a:custGeom>
                <a:solidFill>
                  <a:srgbClr val="FFFFFF"/>
                </a:solidFill>
                <a:ln w="4">
                  <a:solidFill>
                    <a:srgbClr val="000000"/>
                  </a:solidFill>
                  <a:round/>
                </a:ln>
              </p:spPr>
              <p:txBody>
                <a:bodyPr vert="horz" wrap="square" lIns="91440" tIns="45720" rIns="91440" bIns="45720" numCol="1" anchor="t" anchorCtr="0" compatLnSpc="1"/>
                <a:lstStyle/>
                <a:p>
                  <a:endParaRPr lang="zh-CN" altLang="en-US"/>
                </a:p>
              </p:txBody>
            </p:sp>
            <p:sp>
              <p:nvSpPr>
                <p:cNvPr id="348583" name="任意多边形 9861"/>
                <p:cNvSpPr/>
                <p:nvPr/>
              </p:nvSpPr>
              <p:spPr bwMode="auto">
                <a:xfrm>
                  <a:off x="28" y="583"/>
                  <a:ext cx="943" cy="186"/>
                </a:xfrm>
                <a:custGeom>
                  <a:avLst/>
                  <a:gdLst/>
                  <a:ahLst/>
                  <a:cxnLst>
                    <a:cxn ang="0">
                      <a:pos x="0" y="186"/>
                    </a:cxn>
                    <a:cxn ang="0">
                      <a:pos x="34" y="0"/>
                    </a:cxn>
                    <a:cxn ang="0">
                      <a:pos x="895" y="0"/>
                    </a:cxn>
                    <a:cxn ang="0">
                      <a:pos x="943" y="186"/>
                    </a:cxn>
                    <a:cxn ang="0">
                      <a:pos x="0" y="186"/>
                    </a:cxn>
                  </a:cxnLst>
                  <a:rect l="0" t="0" r="r" b="b"/>
                  <a:pathLst>
                    <a:path w="943" h="186">
                      <a:moveTo>
                        <a:pt x="0" y="186"/>
                      </a:moveTo>
                      <a:lnTo>
                        <a:pt x="34" y="0"/>
                      </a:lnTo>
                      <a:lnTo>
                        <a:pt x="895" y="0"/>
                      </a:lnTo>
                      <a:lnTo>
                        <a:pt x="943" y="186"/>
                      </a:lnTo>
                      <a:lnTo>
                        <a:pt x="0" y="186"/>
                      </a:lnTo>
                    </a:path>
                  </a:pathLst>
                </a:custGeom>
                <a:noFill/>
                <a:ln w="4">
                  <a:solidFill>
                    <a:srgbClr val="000000"/>
                  </a:solidFill>
                  <a:round/>
                </a:ln>
              </p:spPr>
              <p:txBody>
                <a:bodyPr vert="horz" wrap="square" lIns="91440" tIns="45720" rIns="91440" bIns="45720" numCol="1" anchor="t" anchorCtr="0" compatLnSpc="1"/>
                <a:lstStyle/>
                <a:p>
                  <a:endParaRPr lang="zh-CN" altLang="en-US"/>
                </a:p>
              </p:txBody>
            </p:sp>
            <p:sp>
              <p:nvSpPr>
                <p:cNvPr id="348582" name="任意多边形 9862"/>
                <p:cNvSpPr/>
                <p:nvPr/>
              </p:nvSpPr>
              <p:spPr bwMode="auto">
                <a:xfrm>
                  <a:off x="28" y="767"/>
                  <a:ext cx="943" cy="20"/>
                </a:xfrm>
                <a:custGeom>
                  <a:avLst/>
                  <a:gdLst/>
                  <a:ahLst/>
                  <a:cxnLst>
                    <a:cxn ang="0">
                      <a:pos x="0" y="0"/>
                    </a:cxn>
                    <a:cxn ang="0">
                      <a:pos x="8" y="20"/>
                    </a:cxn>
                    <a:cxn ang="0">
                      <a:pos x="935" y="20"/>
                    </a:cxn>
                    <a:cxn ang="0">
                      <a:pos x="943" y="0"/>
                    </a:cxn>
                    <a:cxn ang="0">
                      <a:pos x="0" y="0"/>
                    </a:cxn>
                  </a:cxnLst>
                  <a:rect l="0" t="0" r="r" b="b"/>
                  <a:pathLst>
                    <a:path w="943" h="20">
                      <a:moveTo>
                        <a:pt x="0" y="0"/>
                      </a:moveTo>
                      <a:lnTo>
                        <a:pt x="8" y="20"/>
                      </a:lnTo>
                      <a:lnTo>
                        <a:pt x="935" y="20"/>
                      </a:lnTo>
                      <a:lnTo>
                        <a:pt x="943" y="0"/>
                      </a:lnTo>
                      <a:lnTo>
                        <a:pt x="0" y="0"/>
                      </a:lnTo>
                      <a:close/>
                    </a:path>
                  </a:pathLst>
                </a:custGeom>
                <a:solidFill>
                  <a:srgbClr val="D8D8D8"/>
                </a:solidFill>
                <a:ln w="4">
                  <a:solidFill>
                    <a:srgbClr val="000000"/>
                  </a:solidFill>
                  <a:round/>
                </a:ln>
              </p:spPr>
              <p:txBody>
                <a:bodyPr vert="horz" wrap="square" lIns="91440" tIns="45720" rIns="91440" bIns="45720" numCol="1" anchor="t" anchorCtr="0" compatLnSpc="1"/>
                <a:lstStyle/>
                <a:p>
                  <a:endParaRPr lang="zh-CN" altLang="en-US"/>
                </a:p>
              </p:txBody>
            </p:sp>
            <p:sp>
              <p:nvSpPr>
                <p:cNvPr id="348581" name="任意多边形 9863"/>
                <p:cNvSpPr/>
                <p:nvPr/>
              </p:nvSpPr>
              <p:spPr bwMode="auto">
                <a:xfrm>
                  <a:off x="28" y="767"/>
                  <a:ext cx="943" cy="20"/>
                </a:xfrm>
                <a:custGeom>
                  <a:avLst/>
                  <a:gdLst/>
                  <a:ahLst/>
                  <a:cxnLst>
                    <a:cxn ang="0">
                      <a:pos x="0" y="0"/>
                    </a:cxn>
                    <a:cxn ang="0">
                      <a:pos x="8" y="20"/>
                    </a:cxn>
                    <a:cxn ang="0">
                      <a:pos x="935" y="20"/>
                    </a:cxn>
                    <a:cxn ang="0">
                      <a:pos x="943" y="0"/>
                    </a:cxn>
                    <a:cxn ang="0">
                      <a:pos x="0" y="0"/>
                    </a:cxn>
                  </a:cxnLst>
                  <a:rect l="0" t="0" r="r" b="b"/>
                  <a:pathLst>
                    <a:path w="943" h="20">
                      <a:moveTo>
                        <a:pt x="0" y="0"/>
                      </a:moveTo>
                      <a:lnTo>
                        <a:pt x="8" y="20"/>
                      </a:lnTo>
                      <a:lnTo>
                        <a:pt x="935" y="20"/>
                      </a:lnTo>
                      <a:lnTo>
                        <a:pt x="943" y="0"/>
                      </a:lnTo>
                      <a:lnTo>
                        <a:pt x="0" y="0"/>
                      </a:lnTo>
                    </a:path>
                  </a:pathLst>
                </a:custGeom>
                <a:noFill/>
                <a:ln w="4">
                  <a:solidFill>
                    <a:srgbClr val="000000"/>
                  </a:solidFill>
                  <a:round/>
                </a:ln>
              </p:spPr>
              <p:txBody>
                <a:bodyPr vert="horz" wrap="square" lIns="91440" tIns="45720" rIns="91440" bIns="45720" numCol="1" anchor="t" anchorCtr="0" compatLnSpc="1"/>
                <a:lstStyle/>
                <a:p>
                  <a:endParaRPr lang="zh-CN" altLang="en-US"/>
                </a:p>
              </p:txBody>
            </p:sp>
            <p:sp>
              <p:nvSpPr>
                <p:cNvPr id="348580" name="任意多边形 9864"/>
                <p:cNvSpPr/>
                <p:nvPr/>
              </p:nvSpPr>
              <p:spPr bwMode="auto">
                <a:xfrm>
                  <a:off x="194" y="668"/>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79" name="矩形 9865"/>
                <p:cNvSpPr>
                  <a:spLocks noChangeArrowheads="1"/>
                </p:cNvSpPr>
                <p:nvPr/>
              </p:nvSpPr>
              <p:spPr bwMode="auto">
                <a:xfrm>
                  <a:off x="196"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78" name="任意多边形 9866"/>
                <p:cNvSpPr/>
                <p:nvPr/>
              </p:nvSpPr>
              <p:spPr bwMode="auto">
                <a:xfrm>
                  <a:off x="190"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77" name="任意多边形 9867"/>
                <p:cNvSpPr/>
                <p:nvPr/>
              </p:nvSpPr>
              <p:spPr bwMode="auto">
                <a:xfrm>
                  <a:off x="210" y="661"/>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76" name="任意多边形 9868"/>
                <p:cNvSpPr/>
                <p:nvPr/>
              </p:nvSpPr>
              <p:spPr bwMode="auto">
                <a:xfrm>
                  <a:off x="228" y="668"/>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75" name="矩形 9869"/>
                <p:cNvSpPr>
                  <a:spLocks noChangeArrowheads="1"/>
                </p:cNvSpPr>
                <p:nvPr/>
              </p:nvSpPr>
              <p:spPr bwMode="auto">
                <a:xfrm>
                  <a:off x="230"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74" name="任意多边形 9870"/>
                <p:cNvSpPr/>
                <p:nvPr/>
              </p:nvSpPr>
              <p:spPr bwMode="auto">
                <a:xfrm>
                  <a:off x="224"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73" name="任意多边形 9871"/>
                <p:cNvSpPr/>
                <p:nvPr/>
              </p:nvSpPr>
              <p:spPr bwMode="auto">
                <a:xfrm>
                  <a:off x="244" y="661"/>
                  <a:ext cx="8" cy="19"/>
                </a:xfrm>
                <a:custGeom>
                  <a:avLst/>
                  <a:gdLst/>
                  <a:ahLst/>
                  <a:cxnLst>
                    <a:cxn ang="0">
                      <a:pos x="0" y="0"/>
                    </a:cxn>
                    <a:cxn ang="0">
                      <a:pos x="8" y="17"/>
                    </a:cxn>
                    <a:cxn ang="0">
                      <a:pos x="6" y="19"/>
                    </a:cxn>
                  </a:cxnLst>
                  <a:rect l="0" t="0" r="r" b="b"/>
                  <a:pathLst>
                    <a:path w="8" h="19">
                      <a:moveTo>
                        <a:pt x="0" y="0"/>
                      </a:moveTo>
                      <a:lnTo>
                        <a:pt x="8" y="17"/>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72" name="任意多边形 9872"/>
                <p:cNvSpPr/>
                <p:nvPr/>
              </p:nvSpPr>
              <p:spPr bwMode="auto">
                <a:xfrm>
                  <a:off x="262" y="668"/>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71" name="矩形 9873"/>
                <p:cNvSpPr>
                  <a:spLocks noChangeArrowheads="1"/>
                </p:cNvSpPr>
                <p:nvPr/>
              </p:nvSpPr>
              <p:spPr bwMode="auto">
                <a:xfrm>
                  <a:off x="264"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70" name="任意多边形 9874"/>
                <p:cNvSpPr/>
                <p:nvPr/>
              </p:nvSpPr>
              <p:spPr bwMode="auto">
                <a:xfrm>
                  <a:off x="256" y="661"/>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69" name="任意多边形 9875"/>
                <p:cNvSpPr/>
                <p:nvPr/>
              </p:nvSpPr>
              <p:spPr bwMode="auto">
                <a:xfrm>
                  <a:off x="278" y="661"/>
                  <a:ext cx="8" cy="19"/>
                </a:xfrm>
                <a:custGeom>
                  <a:avLst/>
                  <a:gdLst/>
                  <a:ahLst/>
                  <a:cxnLst>
                    <a:cxn ang="0">
                      <a:pos x="0" y="0"/>
                    </a:cxn>
                    <a:cxn ang="0">
                      <a:pos x="8" y="17"/>
                    </a:cxn>
                    <a:cxn ang="0">
                      <a:pos x="6" y="19"/>
                    </a:cxn>
                  </a:cxnLst>
                  <a:rect l="0" t="0" r="r" b="b"/>
                  <a:pathLst>
                    <a:path w="8" h="19">
                      <a:moveTo>
                        <a:pt x="0" y="0"/>
                      </a:moveTo>
                      <a:lnTo>
                        <a:pt x="8" y="17"/>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68" name="任意多边形 9876"/>
                <p:cNvSpPr/>
                <p:nvPr/>
              </p:nvSpPr>
              <p:spPr bwMode="auto">
                <a:xfrm>
                  <a:off x="296" y="668"/>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67" name="矩形 9877"/>
                <p:cNvSpPr>
                  <a:spLocks noChangeArrowheads="1"/>
                </p:cNvSpPr>
                <p:nvPr/>
              </p:nvSpPr>
              <p:spPr bwMode="auto">
                <a:xfrm>
                  <a:off x="298"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66" name="任意多边形 9878"/>
                <p:cNvSpPr/>
                <p:nvPr/>
              </p:nvSpPr>
              <p:spPr bwMode="auto">
                <a:xfrm>
                  <a:off x="292"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65" name="任意多边形 9879"/>
                <p:cNvSpPr/>
                <p:nvPr/>
              </p:nvSpPr>
              <p:spPr bwMode="auto">
                <a:xfrm>
                  <a:off x="312" y="661"/>
                  <a:ext cx="8" cy="19"/>
                </a:xfrm>
                <a:custGeom>
                  <a:avLst/>
                  <a:gdLst/>
                  <a:ahLst/>
                  <a:cxnLst>
                    <a:cxn ang="0">
                      <a:pos x="0" y="0"/>
                    </a:cxn>
                    <a:cxn ang="0">
                      <a:pos x="8" y="17"/>
                    </a:cxn>
                    <a:cxn ang="0">
                      <a:pos x="6" y="19"/>
                    </a:cxn>
                  </a:cxnLst>
                  <a:rect l="0" t="0" r="r" b="b"/>
                  <a:pathLst>
                    <a:path w="8" h="19">
                      <a:moveTo>
                        <a:pt x="0" y="0"/>
                      </a:moveTo>
                      <a:lnTo>
                        <a:pt x="8" y="17"/>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64" name="任意多边形 9880"/>
                <p:cNvSpPr/>
                <p:nvPr/>
              </p:nvSpPr>
              <p:spPr bwMode="auto">
                <a:xfrm>
                  <a:off x="330" y="668"/>
                  <a:ext cx="19" cy="14"/>
                </a:xfrm>
                <a:custGeom>
                  <a:avLst/>
                  <a:gdLst/>
                  <a:ahLst/>
                  <a:cxnLst>
                    <a:cxn ang="0">
                      <a:pos x="15" y="0"/>
                    </a:cxn>
                    <a:cxn ang="0">
                      <a:pos x="1" y="0"/>
                    </a:cxn>
                    <a:cxn ang="0">
                      <a:pos x="0" y="14"/>
                    </a:cxn>
                    <a:cxn ang="0">
                      <a:pos x="19" y="14"/>
                    </a:cxn>
                    <a:cxn ang="0">
                      <a:pos x="15" y="0"/>
                    </a:cxn>
                  </a:cxnLst>
                  <a:rect l="0" t="0" r="r" b="b"/>
                  <a:pathLst>
                    <a:path w="19" h="14">
                      <a:moveTo>
                        <a:pt x="15" y="0"/>
                      </a:moveTo>
                      <a:lnTo>
                        <a:pt x="1" y="0"/>
                      </a:lnTo>
                      <a:lnTo>
                        <a:pt x="0" y="14"/>
                      </a:lnTo>
                      <a:lnTo>
                        <a:pt x="19" y="14"/>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grpSp>
              <p:nvGrpSpPr>
                <p:cNvPr id="348363" name="组合 9881"/>
                <p:cNvGrpSpPr/>
                <p:nvPr/>
              </p:nvGrpSpPr>
              <p:grpSpPr bwMode="auto">
                <a:xfrm>
                  <a:off x="70" y="597"/>
                  <a:ext cx="849" cy="135"/>
                  <a:chOff x="70" y="597"/>
                  <a:chExt cx="849" cy="135"/>
                </a:xfrm>
              </p:grpSpPr>
              <p:sp>
                <p:nvSpPr>
                  <p:cNvPr id="348563" name="矩形 9882"/>
                  <p:cNvSpPr>
                    <a:spLocks noChangeArrowheads="1"/>
                  </p:cNvSpPr>
                  <p:nvPr/>
                </p:nvSpPr>
                <p:spPr bwMode="auto">
                  <a:xfrm>
                    <a:off x="331"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62" name="任意多边形 9883"/>
                  <p:cNvSpPr/>
                  <p:nvPr/>
                </p:nvSpPr>
                <p:spPr bwMode="auto">
                  <a:xfrm>
                    <a:off x="326" y="661"/>
                    <a:ext cx="5" cy="19"/>
                  </a:xfrm>
                  <a:custGeom>
                    <a:avLst/>
                    <a:gdLst/>
                    <a:ahLst/>
                    <a:cxnLst>
                      <a:cxn ang="0">
                        <a:pos x="5" y="0"/>
                      </a:cxn>
                      <a:cxn ang="0">
                        <a:pos x="0" y="17"/>
                      </a:cxn>
                      <a:cxn ang="0">
                        <a:pos x="2" y="19"/>
                      </a:cxn>
                    </a:cxnLst>
                    <a:rect l="0" t="0" r="r" b="b"/>
                    <a:pathLst>
                      <a:path w="5" h="19">
                        <a:moveTo>
                          <a:pt x="5"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61" name="任意多边形 9884"/>
                  <p:cNvSpPr/>
                  <p:nvPr/>
                </p:nvSpPr>
                <p:spPr bwMode="auto">
                  <a:xfrm>
                    <a:off x="345" y="661"/>
                    <a:ext cx="8" cy="19"/>
                  </a:xfrm>
                  <a:custGeom>
                    <a:avLst/>
                    <a:gdLst/>
                    <a:ahLst/>
                    <a:cxnLst>
                      <a:cxn ang="0">
                        <a:pos x="0" y="0"/>
                      </a:cxn>
                      <a:cxn ang="0">
                        <a:pos x="8" y="17"/>
                      </a:cxn>
                      <a:cxn ang="0">
                        <a:pos x="6" y="19"/>
                      </a:cxn>
                    </a:cxnLst>
                    <a:rect l="0" t="0" r="r" b="b"/>
                    <a:pathLst>
                      <a:path w="8" h="19">
                        <a:moveTo>
                          <a:pt x="0" y="0"/>
                        </a:moveTo>
                        <a:lnTo>
                          <a:pt x="8" y="17"/>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60" name="任意多边形 9885"/>
                  <p:cNvSpPr/>
                  <p:nvPr/>
                </p:nvSpPr>
                <p:spPr bwMode="auto">
                  <a:xfrm>
                    <a:off x="363" y="668"/>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59" name="矩形 9886"/>
                  <p:cNvSpPr>
                    <a:spLocks noChangeArrowheads="1"/>
                  </p:cNvSpPr>
                  <p:nvPr/>
                </p:nvSpPr>
                <p:spPr bwMode="auto">
                  <a:xfrm>
                    <a:off x="365"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58" name="任意多边形 9887"/>
                  <p:cNvSpPr/>
                  <p:nvPr/>
                </p:nvSpPr>
                <p:spPr bwMode="auto">
                  <a:xfrm>
                    <a:off x="359"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57" name="任意多边形 9888"/>
                  <p:cNvSpPr/>
                  <p:nvPr/>
                </p:nvSpPr>
                <p:spPr bwMode="auto">
                  <a:xfrm>
                    <a:off x="379" y="661"/>
                    <a:ext cx="8" cy="19"/>
                  </a:xfrm>
                  <a:custGeom>
                    <a:avLst/>
                    <a:gdLst/>
                    <a:ahLst/>
                    <a:cxnLst>
                      <a:cxn ang="0">
                        <a:pos x="0" y="0"/>
                      </a:cxn>
                      <a:cxn ang="0">
                        <a:pos x="8" y="17"/>
                      </a:cxn>
                      <a:cxn ang="0">
                        <a:pos x="6" y="19"/>
                      </a:cxn>
                    </a:cxnLst>
                    <a:rect l="0" t="0" r="r" b="b"/>
                    <a:pathLst>
                      <a:path w="8" h="19">
                        <a:moveTo>
                          <a:pt x="0" y="0"/>
                        </a:moveTo>
                        <a:lnTo>
                          <a:pt x="8" y="17"/>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56" name="任意多边形 9889"/>
                  <p:cNvSpPr/>
                  <p:nvPr/>
                </p:nvSpPr>
                <p:spPr bwMode="auto">
                  <a:xfrm>
                    <a:off x="395" y="66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55" name="矩形 9890"/>
                  <p:cNvSpPr>
                    <a:spLocks noChangeArrowheads="1"/>
                  </p:cNvSpPr>
                  <p:nvPr/>
                </p:nvSpPr>
                <p:spPr bwMode="auto">
                  <a:xfrm>
                    <a:off x="399"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54" name="任意多边形 9891"/>
                  <p:cNvSpPr/>
                  <p:nvPr/>
                </p:nvSpPr>
                <p:spPr bwMode="auto">
                  <a:xfrm>
                    <a:off x="393"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53" name="任意多边形 9892"/>
                  <p:cNvSpPr/>
                  <p:nvPr/>
                </p:nvSpPr>
                <p:spPr bwMode="auto">
                  <a:xfrm>
                    <a:off x="413" y="661"/>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52" name="任意多边形 9893"/>
                  <p:cNvSpPr/>
                  <p:nvPr/>
                </p:nvSpPr>
                <p:spPr bwMode="auto">
                  <a:xfrm>
                    <a:off x="429" y="66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51" name="矩形 9894"/>
                  <p:cNvSpPr>
                    <a:spLocks noChangeArrowheads="1"/>
                  </p:cNvSpPr>
                  <p:nvPr/>
                </p:nvSpPr>
                <p:spPr bwMode="auto">
                  <a:xfrm>
                    <a:off x="433"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50" name="任意多边形 9895"/>
                  <p:cNvSpPr/>
                  <p:nvPr/>
                </p:nvSpPr>
                <p:spPr bwMode="auto">
                  <a:xfrm>
                    <a:off x="427"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49" name="任意多边形 9896"/>
                  <p:cNvSpPr/>
                  <p:nvPr/>
                </p:nvSpPr>
                <p:spPr bwMode="auto">
                  <a:xfrm>
                    <a:off x="449" y="661"/>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48" name="任意多边形 9897"/>
                  <p:cNvSpPr/>
                  <p:nvPr/>
                </p:nvSpPr>
                <p:spPr bwMode="auto">
                  <a:xfrm>
                    <a:off x="463" y="66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47" name="矩形 9898"/>
                  <p:cNvSpPr>
                    <a:spLocks noChangeArrowheads="1"/>
                  </p:cNvSpPr>
                  <p:nvPr/>
                </p:nvSpPr>
                <p:spPr bwMode="auto">
                  <a:xfrm>
                    <a:off x="467"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46" name="任意多边形 9899"/>
                  <p:cNvSpPr/>
                  <p:nvPr/>
                </p:nvSpPr>
                <p:spPr bwMode="auto">
                  <a:xfrm>
                    <a:off x="461"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45" name="任意多边形 9900"/>
                  <p:cNvSpPr/>
                  <p:nvPr/>
                </p:nvSpPr>
                <p:spPr bwMode="auto">
                  <a:xfrm>
                    <a:off x="483" y="661"/>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44" name="任意多边形 9901"/>
                  <p:cNvSpPr/>
                  <p:nvPr/>
                </p:nvSpPr>
                <p:spPr bwMode="auto">
                  <a:xfrm>
                    <a:off x="499" y="668"/>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43" name="矩形 9902"/>
                  <p:cNvSpPr>
                    <a:spLocks noChangeArrowheads="1"/>
                  </p:cNvSpPr>
                  <p:nvPr/>
                </p:nvSpPr>
                <p:spPr bwMode="auto">
                  <a:xfrm>
                    <a:off x="503"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42" name="任意多边形 9903"/>
                  <p:cNvSpPr/>
                  <p:nvPr/>
                </p:nvSpPr>
                <p:spPr bwMode="auto">
                  <a:xfrm>
                    <a:off x="495"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41" name="任意多边形 9904"/>
                  <p:cNvSpPr/>
                  <p:nvPr/>
                </p:nvSpPr>
                <p:spPr bwMode="auto">
                  <a:xfrm>
                    <a:off x="517" y="661"/>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40" name="任意多边形 9905"/>
                  <p:cNvSpPr/>
                  <p:nvPr/>
                </p:nvSpPr>
                <p:spPr bwMode="auto">
                  <a:xfrm>
                    <a:off x="531" y="66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39" name="矩形 9906"/>
                  <p:cNvSpPr>
                    <a:spLocks noChangeArrowheads="1"/>
                  </p:cNvSpPr>
                  <p:nvPr/>
                </p:nvSpPr>
                <p:spPr bwMode="auto">
                  <a:xfrm>
                    <a:off x="535"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38" name="任意多边形 9907"/>
                  <p:cNvSpPr/>
                  <p:nvPr/>
                </p:nvSpPr>
                <p:spPr bwMode="auto">
                  <a:xfrm>
                    <a:off x="529"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37" name="任意多边形 9908"/>
                  <p:cNvSpPr/>
                  <p:nvPr/>
                </p:nvSpPr>
                <p:spPr bwMode="auto">
                  <a:xfrm>
                    <a:off x="549" y="661"/>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36" name="任意多边形 9909"/>
                  <p:cNvSpPr/>
                  <p:nvPr/>
                </p:nvSpPr>
                <p:spPr bwMode="auto">
                  <a:xfrm>
                    <a:off x="565" y="66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35" name="矩形 9910"/>
                  <p:cNvSpPr>
                    <a:spLocks noChangeArrowheads="1"/>
                  </p:cNvSpPr>
                  <p:nvPr/>
                </p:nvSpPr>
                <p:spPr bwMode="auto">
                  <a:xfrm>
                    <a:off x="569"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34" name="任意多边形 9911"/>
                  <p:cNvSpPr/>
                  <p:nvPr/>
                </p:nvSpPr>
                <p:spPr bwMode="auto">
                  <a:xfrm>
                    <a:off x="563"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33" name="任意多边形 9912"/>
                  <p:cNvSpPr/>
                  <p:nvPr/>
                </p:nvSpPr>
                <p:spPr bwMode="auto">
                  <a:xfrm>
                    <a:off x="583" y="661"/>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32" name="任意多边形 9913"/>
                  <p:cNvSpPr/>
                  <p:nvPr/>
                </p:nvSpPr>
                <p:spPr bwMode="auto">
                  <a:xfrm>
                    <a:off x="130" y="643"/>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31" name="矩形 9914"/>
                  <p:cNvSpPr>
                    <a:spLocks noChangeArrowheads="1"/>
                  </p:cNvSpPr>
                  <p:nvPr/>
                </p:nvSpPr>
                <p:spPr bwMode="auto">
                  <a:xfrm>
                    <a:off x="132"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30" name="任意多边形 9915"/>
                  <p:cNvSpPr/>
                  <p:nvPr/>
                </p:nvSpPr>
                <p:spPr bwMode="auto">
                  <a:xfrm>
                    <a:off x="126" y="637"/>
                    <a:ext cx="6" cy="20"/>
                  </a:xfrm>
                  <a:custGeom>
                    <a:avLst/>
                    <a:gdLst/>
                    <a:ahLst/>
                    <a:cxnLst>
                      <a:cxn ang="0">
                        <a:pos x="6" y="0"/>
                      </a:cxn>
                      <a:cxn ang="0">
                        <a:pos x="0" y="16"/>
                      </a:cxn>
                      <a:cxn ang="0">
                        <a:pos x="2" y="20"/>
                      </a:cxn>
                    </a:cxnLst>
                    <a:rect l="0" t="0" r="r" b="b"/>
                    <a:pathLst>
                      <a:path w="6" h="20">
                        <a:moveTo>
                          <a:pt x="6" y="0"/>
                        </a:moveTo>
                        <a:lnTo>
                          <a:pt x="0" y="16"/>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29" name="任意多边形 9916"/>
                  <p:cNvSpPr/>
                  <p:nvPr/>
                </p:nvSpPr>
                <p:spPr bwMode="auto">
                  <a:xfrm>
                    <a:off x="146" y="637"/>
                    <a:ext cx="8" cy="20"/>
                  </a:xfrm>
                  <a:custGeom>
                    <a:avLst/>
                    <a:gdLst/>
                    <a:ahLst/>
                    <a:cxnLst>
                      <a:cxn ang="0">
                        <a:pos x="0" y="0"/>
                      </a:cxn>
                      <a:cxn ang="0">
                        <a:pos x="8" y="16"/>
                      </a:cxn>
                      <a:cxn ang="0">
                        <a:pos x="6" y="20"/>
                      </a:cxn>
                    </a:cxnLst>
                    <a:rect l="0" t="0" r="r" b="b"/>
                    <a:pathLst>
                      <a:path w="8" h="20">
                        <a:moveTo>
                          <a:pt x="0" y="0"/>
                        </a:moveTo>
                        <a:lnTo>
                          <a:pt x="8" y="16"/>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28" name="任意多边形 9917"/>
                  <p:cNvSpPr/>
                  <p:nvPr/>
                </p:nvSpPr>
                <p:spPr bwMode="auto">
                  <a:xfrm>
                    <a:off x="164" y="643"/>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27" name="矩形 9918"/>
                  <p:cNvSpPr>
                    <a:spLocks noChangeArrowheads="1"/>
                  </p:cNvSpPr>
                  <p:nvPr/>
                </p:nvSpPr>
                <p:spPr bwMode="auto">
                  <a:xfrm>
                    <a:off x="166"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26" name="任意多边形 9919"/>
                  <p:cNvSpPr/>
                  <p:nvPr/>
                </p:nvSpPr>
                <p:spPr bwMode="auto">
                  <a:xfrm>
                    <a:off x="160" y="637"/>
                    <a:ext cx="6" cy="20"/>
                  </a:xfrm>
                  <a:custGeom>
                    <a:avLst/>
                    <a:gdLst/>
                    <a:ahLst/>
                    <a:cxnLst>
                      <a:cxn ang="0">
                        <a:pos x="6" y="0"/>
                      </a:cxn>
                      <a:cxn ang="0">
                        <a:pos x="0" y="16"/>
                      </a:cxn>
                      <a:cxn ang="0">
                        <a:pos x="2" y="20"/>
                      </a:cxn>
                    </a:cxnLst>
                    <a:rect l="0" t="0" r="r" b="b"/>
                    <a:pathLst>
                      <a:path w="6" h="20">
                        <a:moveTo>
                          <a:pt x="6" y="0"/>
                        </a:moveTo>
                        <a:lnTo>
                          <a:pt x="0" y="16"/>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25" name="任意多边形 9920"/>
                  <p:cNvSpPr/>
                  <p:nvPr/>
                </p:nvSpPr>
                <p:spPr bwMode="auto">
                  <a:xfrm>
                    <a:off x="182"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24" name="任意多边形 9921"/>
                  <p:cNvSpPr/>
                  <p:nvPr/>
                </p:nvSpPr>
                <p:spPr bwMode="auto">
                  <a:xfrm>
                    <a:off x="198" y="643"/>
                    <a:ext cx="20" cy="14"/>
                  </a:xfrm>
                  <a:custGeom>
                    <a:avLst/>
                    <a:gdLst/>
                    <a:ahLst/>
                    <a:cxnLst>
                      <a:cxn ang="0">
                        <a:pos x="16" y="0"/>
                      </a:cxn>
                      <a:cxn ang="0">
                        <a:pos x="4" y="0"/>
                      </a:cxn>
                      <a:cxn ang="0">
                        <a:pos x="0" y="14"/>
                      </a:cxn>
                      <a:cxn ang="0">
                        <a:pos x="20" y="14"/>
                      </a:cxn>
                      <a:cxn ang="0">
                        <a:pos x="16" y="0"/>
                      </a:cxn>
                    </a:cxnLst>
                    <a:rect l="0" t="0" r="r" b="b"/>
                    <a:pathLst>
                      <a:path w="20" h="14">
                        <a:moveTo>
                          <a:pt x="16" y="0"/>
                        </a:moveTo>
                        <a:lnTo>
                          <a:pt x="4"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23" name="矩形 9922"/>
                  <p:cNvSpPr>
                    <a:spLocks noChangeArrowheads="1"/>
                  </p:cNvSpPr>
                  <p:nvPr/>
                </p:nvSpPr>
                <p:spPr bwMode="auto">
                  <a:xfrm>
                    <a:off x="202" y="637"/>
                    <a:ext cx="12"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22" name="任意多边形 9923"/>
                  <p:cNvSpPr/>
                  <p:nvPr/>
                </p:nvSpPr>
                <p:spPr bwMode="auto">
                  <a:xfrm>
                    <a:off x="194" y="637"/>
                    <a:ext cx="8" cy="20"/>
                  </a:xfrm>
                  <a:custGeom>
                    <a:avLst/>
                    <a:gdLst/>
                    <a:ahLst/>
                    <a:cxnLst>
                      <a:cxn ang="0">
                        <a:pos x="8" y="0"/>
                      </a:cxn>
                      <a:cxn ang="0">
                        <a:pos x="0" y="16"/>
                      </a:cxn>
                      <a:cxn ang="0">
                        <a:pos x="2" y="20"/>
                      </a:cxn>
                    </a:cxnLst>
                    <a:rect l="0" t="0" r="r" b="b"/>
                    <a:pathLst>
                      <a:path w="8" h="20">
                        <a:moveTo>
                          <a:pt x="8" y="0"/>
                        </a:moveTo>
                        <a:lnTo>
                          <a:pt x="0" y="16"/>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21" name="任意多边形 9924"/>
                  <p:cNvSpPr/>
                  <p:nvPr/>
                </p:nvSpPr>
                <p:spPr bwMode="auto">
                  <a:xfrm>
                    <a:off x="214" y="637"/>
                    <a:ext cx="8" cy="20"/>
                  </a:xfrm>
                  <a:custGeom>
                    <a:avLst/>
                    <a:gdLst/>
                    <a:ahLst/>
                    <a:cxnLst>
                      <a:cxn ang="0">
                        <a:pos x="0" y="0"/>
                      </a:cxn>
                      <a:cxn ang="0">
                        <a:pos x="8" y="16"/>
                      </a:cxn>
                      <a:cxn ang="0">
                        <a:pos x="6" y="20"/>
                      </a:cxn>
                    </a:cxnLst>
                    <a:rect l="0" t="0" r="r" b="b"/>
                    <a:pathLst>
                      <a:path w="8" h="20">
                        <a:moveTo>
                          <a:pt x="0" y="0"/>
                        </a:moveTo>
                        <a:lnTo>
                          <a:pt x="8" y="16"/>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20" name="任意多边形 9925"/>
                  <p:cNvSpPr/>
                  <p:nvPr/>
                </p:nvSpPr>
                <p:spPr bwMode="auto">
                  <a:xfrm>
                    <a:off x="232" y="643"/>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19" name="矩形 9926"/>
                  <p:cNvSpPr>
                    <a:spLocks noChangeArrowheads="1"/>
                  </p:cNvSpPr>
                  <p:nvPr/>
                </p:nvSpPr>
                <p:spPr bwMode="auto">
                  <a:xfrm>
                    <a:off x="236"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18" name="任意多边形 9927"/>
                  <p:cNvSpPr/>
                  <p:nvPr/>
                </p:nvSpPr>
                <p:spPr bwMode="auto">
                  <a:xfrm>
                    <a:off x="228" y="637"/>
                    <a:ext cx="8" cy="20"/>
                  </a:xfrm>
                  <a:custGeom>
                    <a:avLst/>
                    <a:gdLst/>
                    <a:ahLst/>
                    <a:cxnLst>
                      <a:cxn ang="0">
                        <a:pos x="8" y="0"/>
                      </a:cxn>
                      <a:cxn ang="0">
                        <a:pos x="0" y="16"/>
                      </a:cxn>
                      <a:cxn ang="0">
                        <a:pos x="2" y="20"/>
                      </a:cxn>
                    </a:cxnLst>
                    <a:rect l="0" t="0" r="r" b="b"/>
                    <a:pathLst>
                      <a:path w="8" h="20">
                        <a:moveTo>
                          <a:pt x="8" y="0"/>
                        </a:moveTo>
                        <a:lnTo>
                          <a:pt x="0" y="16"/>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17" name="任意多边形 9928"/>
                  <p:cNvSpPr/>
                  <p:nvPr/>
                </p:nvSpPr>
                <p:spPr bwMode="auto">
                  <a:xfrm>
                    <a:off x="250"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16" name="任意多边形 9929"/>
                  <p:cNvSpPr/>
                  <p:nvPr/>
                </p:nvSpPr>
                <p:spPr bwMode="auto">
                  <a:xfrm>
                    <a:off x="266" y="643"/>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15" name="矩形 9930"/>
                  <p:cNvSpPr>
                    <a:spLocks noChangeArrowheads="1"/>
                  </p:cNvSpPr>
                  <p:nvPr/>
                </p:nvSpPr>
                <p:spPr bwMode="auto">
                  <a:xfrm>
                    <a:off x="270"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14" name="任意多边形 9931"/>
                  <p:cNvSpPr/>
                  <p:nvPr/>
                </p:nvSpPr>
                <p:spPr bwMode="auto">
                  <a:xfrm>
                    <a:off x="262" y="637"/>
                    <a:ext cx="8" cy="20"/>
                  </a:xfrm>
                  <a:custGeom>
                    <a:avLst/>
                    <a:gdLst/>
                    <a:ahLst/>
                    <a:cxnLst>
                      <a:cxn ang="0">
                        <a:pos x="8" y="0"/>
                      </a:cxn>
                      <a:cxn ang="0">
                        <a:pos x="0" y="16"/>
                      </a:cxn>
                      <a:cxn ang="0">
                        <a:pos x="2" y="20"/>
                      </a:cxn>
                    </a:cxnLst>
                    <a:rect l="0" t="0" r="r" b="b"/>
                    <a:pathLst>
                      <a:path w="8" h="20">
                        <a:moveTo>
                          <a:pt x="8" y="0"/>
                        </a:moveTo>
                        <a:lnTo>
                          <a:pt x="0" y="16"/>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13" name="任意多边形 9932"/>
                  <p:cNvSpPr/>
                  <p:nvPr/>
                </p:nvSpPr>
                <p:spPr bwMode="auto">
                  <a:xfrm>
                    <a:off x="284"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12" name="任意多边形 9933"/>
                  <p:cNvSpPr/>
                  <p:nvPr/>
                </p:nvSpPr>
                <p:spPr bwMode="auto">
                  <a:xfrm>
                    <a:off x="300" y="643"/>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11" name="矩形 9934"/>
                  <p:cNvSpPr>
                    <a:spLocks noChangeArrowheads="1"/>
                  </p:cNvSpPr>
                  <p:nvPr/>
                </p:nvSpPr>
                <p:spPr bwMode="auto">
                  <a:xfrm>
                    <a:off x="304"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10" name="任意多边形 9935"/>
                  <p:cNvSpPr/>
                  <p:nvPr/>
                </p:nvSpPr>
                <p:spPr bwMode="auto">
                  <a:xfrm>
                    <a:off x="296" y="637"/>
                    <a:ext cx="8" cy="20"/>
                  </a:xfrm>
                  <a:custGeom>
                    <a:avLst/>
                    <a:gdLst/>
                    <a:ahLst/>
                    <a:cxnLst>
                      <a:cxn ang="0">
                        <a:pos x="8" y="0"/>
                      </a:cxn>
                      <a:cxn ang="0">
                        <a:pos x="0" y="16"/>
                      </a:cxn>
                      <a:cxn ang="0">
                        <a:pos x="2" y="20"/>
                      </a:cxn>
                    </a:cxnLst>
                    <a:rect l="0" t="0" r="r" b="b"/>
                    <a:pathLst>
                      <a:path w="8" h="20">
                        <a:moveTo>
                          <a:pt x="8" y="0"/>
                        </a:moveTo>
                        <a:lnTo>
                          <a:pt x="0" y="16"/>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09" name="任意多边形 9936"/>
                  <p:cNvSpPr/>
                  <p:nvPr/>
                </p:nvSpPr>
                <p:spPr bwMode="auto">
                  <a:xfrm>
                    <a:off x="318"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08" name="任意多边形 9937"/>
                  <p:cNvSpPr/>
                  <p:nvPr/>
                </p:nvSpPr>
                <p:spPr bwMode="auto">
                  <a:xfrm>
                    <a:off x="333" y="643"/>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07" name="矩形 9938"/>
                  <p:cNvSpPr>
                    <a:spLocks noChangeArrowheads="1"/>
                  </p:cNvSpPr>
                  <p:nvPr/>
                </p:nvSpPr>
                <p:spPr bwMode="auto">
                  <a:xfrm>
                    <a:off x="337"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06" name="任意多边形 9939"/>
                  <p:cNvSpPr/>
                  <p:nvPr/>
                </p:nvSpPr>
                <p:spPr bwMode="auto">
                  <a:xfrm>
                    <a:off x="330" y="637"/>
                    <a:ext cx="7" cy="20"/>
                  </a:xfrm>
                  <a:custGeom>
                    <a:avLst/>
                    <a:gdLst/>
                    <a:ahLst/>
                    <a:cxnLst>
                      <a:cxn ang="0">
                        <a:pos x="7" y="0"/>
                      </a:cxn>
                      <a:cxn ang="0">
                        <a:pos x="0" y="16"/>
                      </a:cxn>
                      <a:cxn ang="0">
                        <a:pos x="1" y="20"/>
                      </a:cxn>
                    </a:cxnLst>
                    <a:rect l="0" t="0" r="r" b="b"/>
                    <a:pathLst>
                      <a:path w="7" h="20">
                        <a:moveTo>
                          <a:pt x="7" y="0"/>
                        </a:moveTo>
                        <a:lnTo>
                          <a:pt x="0" y="16"/>
                        </a:lnTo>
                        <a:lnTo>
                          <a:pt x="1"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05" name="任意多边形 9940"/>
                  <p:cNvSpPr/>
                  <p:nvPr/>
                </p:nvSpPr>
                <p:spPr bwMode="auto">
                  <a:xfrm>
                    <a:off x="351"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04" name="任意多边形 9941"/>
                  <p:cNvSpPr/>
                  <p:nvPr/>
                </p:nvSpPr>
                <p:spPr bwMode="auto">
                  <a:xfrm>
                    <a:off x="367" y="643"/>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03" name="矩形 9942"/>
                  <p:cNvSpPr>
                    <a:spLocks noChangeArrowheads="1"/>
                  </p:cNvSpPr>
                  <p:nvPr/>
                </p:nvSpPr>
                <p:spPr bwMode="auto">
                  <a:xfrm>
                    <a:off x="371"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02" name="任意多边形 9943"/>
                  <p:cNvSpPr/>
                  <p:nvPr/>
                </p:nvSpPr>
                <p:spPr bwMode="auto">
                  <a:xfrm>
                    <a:off x="363" y="637"/>
                    <a:ext cx="8" cy="20"/>
                  </a:xfrm>
                  <a:custGeom>
                    <a:avLst/>
                    <a:gdLst/>
                    <a:ahLst/>
                    <a:cxnLst>
                      <a:cxn ang="0">
                        <a:pos x="8" y="0"/>
                      </a:cxn>
                      <a:cxn ang="0">
                        <a:pos x="0" y="16"/>
                      </a:cxn>
                      <a:cxn ang="0">
                        <a:pos x="2" y="20"/>
                      </a:cxn>
                    </a:cxnLst>
                    <a:rect l="0" t="0" r="r" b="b"/>
                    <a:pathLst>
                      <a:path w="8" h="20">
                        <a:moveTo>
                          <a:pt x="8" y="0"/>
                        </a:moveTo>
                        <a:lnTo>
                          <a:pt x="0" y="16"/>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01" name="任意多边形 9944"/>
                  <p:cNvSpPr/>
                  <p:nvPr/>
                </p:nvSpPr>
                <p:spPr bwMode="auto">
                  <a:xfrm>
                    <a:off x="385"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00" name="任意多边形 9945"/>
                  <p:cNvSpPr/>
                  <p:nvPr/>
                </p:nvSpPr>
                <p:spPr bwMode="auto">
                  <a:xfrm>
                    <a:off x="401" y="643"/>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99" name="矩形 9946"/>
                  <p:cNvSpPr>
                    <a:spLocks noChangeArrowheads="1"/>
                  </p:cNvSpPr>
                  <p:nvPr/>
                </p:nvSpPr>
                <p:spPr bwMode="auto">
                  <a:xfrm>
                    <a:off x="405"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98" name="任意多边形 9947"/>
                  <p:cNvSpPr/>
                  <p:nvPr/>
                </p:nvSpPr>
                <p:spPr bwMode="auto">
                  <a:xfrm>
                    <a:off x="397" y="637"/>
                    <a:ext cx="8" cy="20"/>
                  </a:xfrm>
                  <a:custGeom>
                    <a:avLst/>
                    <a:gdLst/>
                    <a:ahLst/>
                    <a:cxnLst>
                      <a:cxn ang="0">
                        <a:pos x="8" y="0"/>
                      </a:cxn>
                      <a:cxn ang="0">
                        <a:pos x="0" y="16"/>
                      </a:cxn>
                      <a:cxn ang="0">
                        <a:pos x="4" y="20"/>
                      </a:cxn>
                    </a:cxnLst>
                    <a:rect l="0" t="0" r="r" b="b"/>
                    <a:pathLst>
                      <a:path w="8" h="20">
                        <a:moveTo>
                          <a:pt x="8" y="0"/>
                        </a:moveTo>
                        <a:lnTo>
                          <a:pt x="0"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97" name="任意多边形 9948"/>
                  <p:cNvSpPr/>
                  <p:nvPr/>
                </p:nvSpPr>
                <p:spPr bwMode="auto">
                  <a:xfrm>
                    <a:off x="419"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96" name="任意多边形 9949"/>
                  <p:cNvSpPr/>
                  <p:nvPr/>
                </p:nvSpPr>
                <p:spPr bwMode="auto">
                  <a:xfrm>
                    <a:off x="435" y="643"/>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95" name="矩形 9950"/>
                  <p:cNvSpPr>
                    <a:spLocks noChangeArrowheads="1"/>
                  </p:cNvSpPr>
                  <p:nvPr/>
                </p:nvSpPr>
                <p:spPr bwMode="auto">
                  <a:xfrm>
                    <a:off x="439"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94" name="任意多边形 9951"/>
                  <p:cNvSpPr/>
                  <p:nvPr/>
                </p:nvSpPr>
                <p:spPr bwMode="auto">
                  <a:xfrm>
                    <a:off x="431" y="637"/>
                    <a:ext cx="8" cy="20"/>
                  </a:xfrm>
                  <a:custGeom>
                    <a:avLst/>
                    <a:gdLst/>
                    <a:ahLst/>
                    <a:cxnLst>
                      <a:cxn ang="0">
                        <a:pos x="8" y="0"/>
                      </a:cxn>
                      <a:cxn ang="0">
                        <a:pos x="0" y="16"/>
                      </a:cxn>
                      <a:cxn ang="0">
                        <a:pos x="4" y="20"/>
                      </a:cxn>
                    </a:cxnLst>
                    <a:rect l="0" t="0" r="r" b="b"/>
                    <a:pathLst>
                      <a:path w="8" h="20">
                        <a:moveTo>
                          <a:pt x="8" y="0"/>
                        </a:moveTo>
                        <a:lnTo>
                          <a:pt x="0"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93" name="任意多边形 9952"/>
                  <p:cNvSpPr/>
                  <p:nvPr/>
                </p:nvSpPr>
                <p:spPr bwMode="auto">
                  <a:xfrm>
                    <a:off x="453"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92" name="任意多边形 9953"/>
                  <p:cNvSpPr/>
                  <p:nvPr/>
                </p:nvSpPr>
                <p:spPr bwMode="auto">
                  <a:xfrm>
                    <a:off x="469" y="643"/>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91" name="矩形 9954"/>
                  <p:cNvSpPr>
                    <a:spLocks noChangeArrowheads="1"/>
                  </p:cNvSpPr>
                  <p:nvPr/>
                </p:nvSpPr>
                <p:spPr bwMode="auto">
                  <a:xfrm>
                    <a:off x="473"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90" name="任意多边形 9955"/>
                  <p:cNvSpPr/>
                  <p:nvPr/>
                </p:nvSpPr>
                <p:spPr bwMode="auto">
                  <a:xfrm>
                    <a:off x="465" y="637"/>
                    <a:ext cx="6" cy="20"/>
                  </a:xfrm>
                  <a:custGeom>
                    <a:avLst/>
                    <a:gdLst/>
                    <a:ahLst/>
                    <a:cxnLst>
                      <a:cxn ang="0">
                        <a:pos x="6" y="0"/>
                      </a:cxn>
                      <a:cxn ang="0">
                        <a:pos x="0" y="16"/>
                      </a:cxn>
                      <a:cxn ang="0">
                        <a:pos x="2" y="20"/>
                      </a:cxn>
                    </a:cxnLst>
                    <a:rect l="0" t="0" r="r" b="b"/>
                    <a:pathLst>
                      <a:path w="6" h="20">
                        <a:moveTo>
                          <a:pt x="6" y="0"/>
                        </a:moveTo>
                        <a:lnTo>
                          <a:pt x="0" y="16"/>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89" name="任意多边形 9956"/>
                  <p:cNvSpPr/>
                  <p:nvPr/>
                </p:nvSpPr>
                <p:spPr bwMode="auto">
                  <a:xfrm>
                    <a:off x="487"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88" name="任意多边形 9957"/>
                  <p:cNvSpPr/>
                  <p:nvPr/>
                </p:nvSpPr>
                <p:spPr bwMode="auto">
                  <a:xfrm>
                    <a:off x="503" y="64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87" name="矩形 9958"/>
                  <p:cNvSpPr>
                    <a:spLocks noChangeArrowheads="1"/>
                  </p:cNvSpPr>
                  <p:nvPr/>
                </p:nvSpPr>
                <p:spPr bwMode="auto">
                  <a:xfrm>
                    <a:off x="507"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86" name="任意多边形 9959"/>
                  <p:cNvSpPr/>
                  <p:nvPr/>
                </p:nvSpPr>
                <p:spPr bwMode="auto">
                  <a:xfrm>
                    <a:off x="499" y="637"/>
                    <a:ext cx="6" cy="20"/>
                  </a:xfrm>
                  <a:custGeom>
                    <a:avLst/>
                    <a:gdLst/>
                    <a:ahLst/>
                    <a:cxnLst>
                      <a:cxn ang="0">
                        <a:pos x="6" y="0"/>
                      </a:cxn>
                      <a:cxn ang="0">
                        <a:pos x="0" y="16"/>
                      </a:cxn>
                      <a:cxn ang="0">
                        <a:pos x="2" y="20"/>
                      </a:cxn>
                    </a:cxnLst>
                    <a:rect l="0" t="0" r="r" b="b"/>
                    <a:pathLst>
                      <a:path w="6" h="20">
                        <a:moveTo>
                          <a:pt x="6" y="0"/>
                        </a:moveTo>
                        <a:lnTo>
                          <a:pt x="0" y="16"/>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85" name="任意多边形 9960"/>
                  <p:cNvSpPr/>
                  <p:nvPr/>
                </p:nvSpPr>
                <p:spPr bwMode="auto">
                  <a:xfrm>
                    <a:off x="521"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84" name="任意多边形 9961"/>
                  <p:cNvSpPr/>
                  <p:nvPr/>
                </p:nvSpPr>
                <p:spPr bwMode="auto">
                  <a:xfrm>
                    <a:off x="537" y="64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83" name="矩形 9962"/>
                  <p:cNvSpPr>
                    <a:spLocks noChangeArrowheads="1"/>
                  </p:cNvSpPr>
                  <p:nvPr/>
                </p:nvSpPr>
                <p:spPr bwMode="auto">
                  <a:xfrm>
                    <a:off x="541"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82" name="任意多边形 9963"/>
                  <p:cNvSpPr/>
                  <p:nvPr/>
                </p:nvSpPr>
                <p:spPr bwMode="auto">
                  <a:xfrm>
                    <a:off x="533" y="637"/>
                    <a:ext cx="8" cy="20"/>
                  </a:xfrm>
                  <a:custGeom>
                    <a:avLst/>
                    <a:gdLst/>
                    <a:ahLst/>
                    <a:cxnLst>
                      <a:cxn ang="0">
                        <a:pos x="8" y="0"/>
                      </a:cxn>
                      <a:cxn ang="0">
                        <a:pos x="0" y="16"/>
                      </a:cxn>
                      <a:cxn ang="0">
                        <a:pos x="4" y="20"/>
                      </a:cxn>
                    </a:cxnLst>
                    <a:rect l="0" t="0" r="r" b="b"/>
                    <a:pathLst>
                      <a:path w="8" h="20">
                        <a:moveTo>
                          <a:pt x="8" y="0"/>
                        </a:moveTo>
                        <a:lnTo>
                          <a:pt x="0"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81" name="任意多边形 9964"/>
                  <p:cNvSpPr/>
                  <p:nvPr/>
                </p:nvSpPr>
                <p:spPr bwMode="auto">
                  <a:xfrm>
                    <a:off x="555"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80" name="任意多边形 9965"/>
                  <p:cNvSpPr/>
                  <p:nvPr/>
                </p:nvSpPr>
                <p:spPr bwMode="auto">
                  <a:xfrm>
                    <a:off x="224" y="694"/>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79" name="矩形 9966"/>
                  <p:cNvSpPr>
                    <a:spLocks noChangeArrowheads="1"/>
                  </p:cNvSpPr>
                  <p:nvPr/>
                </p:nvSpPr>
                <p:spPr bwMode="auto">
                  <a:xfrm>
                    <a:off x="228"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78" name="任意多边形 9967"/>
                  <p:cNvSpPr/>
                  <p:nvPr/>
                </p:nvSpPr>
                <p:spPr bwMode="auto">
                  <a:xfrm>
                    <a:off x="222" y="688"/>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77" name="任意多边形 9968"/>
                  <p:cNvSpPr/>
                  <p:nvPr/>
                </p:nvSpPr>
                <p:spPr bwMode="auto">
                  <a:xfrm>
                    <a:off x="242" y="688"/>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76" name="任意多边形 9969"/>
                  <p:cNvSpPr/>
                  <p:nvPr/>
                </p:nvSpPr>
                <p:spPr bwMode="auto">
                  <a:xfrm>
                    <a:off x="258" y="694"/>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75" name="矩形 9970"/>
                  <p:cNvSpPr>
                    <a:spLocks noChangeArrowheads="1"/>
                  </p:cNvSpPr>
                  <p:nvPr/>
                </p:nvSpPr>
                <p:spPr bwMode="auto">
                  <a:xfrm>
                    <a:off x="262"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74" name="任意多边形 9971"/>
                  <p:cNvSpPr/>
                  <p:nvPr/>
                </p:nvSpPr>
                <p:spPr bwMode="auto">
                  <a:xfrm>
                    <a:off x="256" y="688"/>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73" name="任意多边形 9972"/>
                  <p:cNvSpPr/>
                  <p:nvPr/>
                </p:nvSpPr>
                <p:spPr bwMode="auto">
                  <a:xfrm>
                    <a:off x="276" y="688"/>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72" name="任意多边形 9973"/>
                  <p:cNvSpPr/>
                  <p:nvPr/>
                </p:nvSpPr>
                <p:spPr bwMode="auto">
                  <a:xfrm>
                    <a:off x="292" y="694"/>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71" name="矩形 9974"/>
                  <p:cNvSpPr>
                    <a:spLocks noChangeArrowheads="1"/>
                  </p:cNvSpPr>
                  <p:nvPr/>
                </p:nvSpPr>
                <p:spPr bwMode="auto">
                  <a:xfrm>
                    <a:off x="296"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70" name="任意多边形 9975"/>
                  <p:cNvSpPr/>
                  <p:nvPr/>
                </p:nvSpPr>
                <p:spPr bwMode="auto">
                  <a:xfrm>
                    <a:off x="290" y="688"/>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69" name="任意多边形 9976"/>
                  <p:cNvSpPr/>
                  <p:nvPr/>
                </p:nvSpPr>
                <p:spPr bwMode="auto">
                  <a:xfrm>
                    <a:off x="310" y="688"/>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68" name="任意多边形 9977"/>
                  <p:cNvSpPr/>
                  <p:nvPr/>
                </p:nvSpPr>
                <p:spPr bwMode="auto">
                  <a:xfrm>
                    <a:off x="326" y="694"/>
                    <a:ext cx="21" cy="13"/>
                  </a:xfrm>
                  <a:custGeom>
                    <a:avLst/>
                    <a:gdLst/>
                    <a:ahLst/>
                    <a:cxnLst>
                      <a:cxn ang="0">
                        <a:pos x="17" y="0"/>
                      </a:cxn>
                      <a:cxn ang="0">
                        <a:pos x="4" y="0"/>
                      </a:cxn>
                      <a:cxn ang="0">
                        <a:pos x="0" y="13"/>
                      </a:cxn>
                      <a:cxn ang="0">
                        <a:pos x="21" y="13"/>
                      </a:cxn>
                      <a:cxn ang="0">
                        <a:pos x="17" y="0"/>
                      </a:cxn>
                    </a:cxnLst>
                    <a:rect l="0" t="0" r="r" b="b"/>
                    <a:pathLst>
                      <a:path w="21" h="13">
                        <a:moveTo>
                          <a:pt x="17" y="0"/>
                        </a:moveTo>
                        <a:lnTo>
                          <a:pt x="4" y="0"/>
                        </a:lnTo>
                        <a:lnTo>
                          <a:pt x="0" y="13"/>
                        </a:lnTo>
                        <a:lnTo>
                          <a:pt x="21"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67" name="矩形 9978"/>
                  <p:cNvSpPr>
                    <a:spLocks noChangeArrowheads="1"/>
                  </p:cNvSpPr>
                  <p:nvPr/>
                </p:nvSpPr>
                <p:spPr bwMode="auto">
                  <a:xfrm>
                    <a:off x="330" y="688"/>
                    <a:ext cx="13"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66" name="任意多边形 9979"/>
                  <p:cNvSpPr/>
                  <p:nvPr/>
                </p:nvSpPr>
                <p:spPr bwMode="auto">
                  <a:xfrm>
                    <a:off x="324" y="688"/>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65" name="任意多边形 9980"/>
                  <p:cNvSpPr/>
                  <p:nvPr/>
                </p:nvSpPr>
                <p:spPr bwMode="auto">
                  <a:xfrm>
                    <a:off x="343" y="688"/>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64" name="任意多边形 9981"/>
                  <p:cNvSpPr/>
                  <p:nvPr/>
                </p:nvSpPr>
                <p:spPr bwMode="auto">
                  <a:xfrm>
                    <a:off x="359" y="694"/>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63" name="矩形 9982"/>
                  <p:cNvSpPr>
                    <a:spLocks noChangeArrowheads="1"/>
                  </p:cNvSpPr>
                  <p:nvPr/>
                </p:nvSpPr>
                <p:spPr bwMode="auto">
                  <a:xfrm>
                    <a:off x="363"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62" name="任意多边形 9983"/>
                  <p:cNvSpPr/>
                  <p:nvPr/>
                </p:nvSpPr>
                <p:spPr bwMode="auto">
                  <a:xfrm>
                    <a:off x="357" y="688"/>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61" name="任意多边形 9984"/>
                  <p:cNvSpPr/>
                  <p:nvPr/>
                </p:nvSpPr>
                <p:spPr bwMode="auto">
                  <a:xfrm>
                    <a:off x="377" y="688"/>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60" name="任意多边形 9985"/>
                  <p:cNvSpPr/>
                  <p:nvPr/>
                </p:nvSpPr>
                <p:spPr bwMode="auto">
                  <a:xfrm>
                    <a:off x="393" y="694"/>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59" name="矩形 9986"/>
                  <p:cNvSpPr>
                    <a:spLocks noChangeArrowheads="1"/>
                  </p:cNvSpPr>
                  <p:nvPr/>
                </p:nvSpPr>
                <p:spPr bwMode="auto">
                  <a:xfrm>
                    <a:off x="397"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58" name="任意多边形 9987"/>
                  <p:cNvSpPr/>
                  <p:nvPr/>
                </p:nvSpPr>
                <p:spPr bwMode="auto">
                  <a:xfrm>
                    <a:off x="391" y="688"/>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57" name="任意多边形 9988"/>
                  <p:cNvSpPr/>
                  <p:nvPr/>
                </p:nvSpPr>
                <p:spPr bwMode="auto">
                  <a:xfrm>
                    <a:off x="411" y="688"/>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56" name="任意多边形 9989"/>
                  <p:cNvSpPr/>
                  <p:nvPr/>
                </p:nvSpPr>
                <p:spPr bwMode="auto">
                  <a:xfrm>
                    <a:off x="427" y="694"/>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55" name="矩形 9990"/>
                  <p:cNvSpPr>
                    <a:spLocks noChangeArrowheads="1"/>
                  </p:cNvSpPr>
                  <p:nvPr/>
                </p:nvSpPr>
                <p:spPr bwMode="auto">
                  <a:xfrm>
                    <a:off x="431"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54" name="任意多边形 9991"/>
                  <p:cNvSpPr/>
                  <p:nvPr/>
                </p:nvSpPr>
                <p:spPr bwMode="auto">
                  <a:xfrm>
                    <a:off x="425" y="688"/>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53" name="任意多边形 9992"/>
                  <p:cNvSpPr/>
                  <p:nvPr/>
                </p:nvSpPr>
                <p:spPr bwMode="auto">
                  <a:xfrm>
                    <a:off x="445" y="688"/>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52" name="任意多边形 9993"/>
                  <p:cNvSpPr/>
                  <p:nvPr/>
                </p:nvSpPr>
                <p:spPr bwMode="auto">
                  <a:xfrm>
                    <a:off x="463" y="694"/>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51" name="矩形 9994"/>
                  <p:cNvSpPr>
                    <a:spLocks noChangeArrowheads="1"/>
                  </p:cNvSpPr>
                  <p:nvPr/>
                </p:nvSpPr>
                <p:spPr bwMode="auto">
                  <a:xfrm>
                    <a:off x="465"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50" name="任意多边形 9995"/>
                  <p:cNvSpPr/>
                  <p:nvPr/>
                </p:nvSpPr>
                <p:spPr bwMode="auto">
                  <a:xfrm>
                    <a:off x="459" y="688"/>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49" name="任意多边形 9996"/>
                  <p:cNvSpPr/>
                  <p:nvPr/>
                </p:nvSpPr>
                <p:spPr bwMode="auto">
                  <a:xfrm>
                    <a:off x="479" y="688"/>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48" name="任意多边形 9997"/>
                  <p:cNvSpPr/>
                  <p:nvPr/>
                </p:nvSpPr>
                <p:spPr bwMode="auto">
                  <a:xfrm>
                    <a:off x="497" y="694"/>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47" name="矩形 9998"/>
                  <p:cNvSpPr>
                    <a:spLocks noChangeArrowheads="1"/>
                  </p:cNvSpPr>
                  <p:nvPr/>
                </p:nvSpPr>
                <p:spPr bwMode="auto">
                  <a:xfrm>
                    <a:off x="499"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46" name="任意多边形 9999"/>
                  <p:cNvSpPr/>
                  <p:nvPr/>
                </p:nvSpPr>
                <p:spPr bwMode="auto">
                  <a:xfrm>
                    <a:off x="493" y="688"/>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45" name="任意多边形 10000"/>
                  <p:cNvSpPr/>
                  <p:nvPr/>
                </p:nvSpPr>
                <p:spPr bwMode="auto">
                  <a:xfrm>
                    <a:off x="513" y="688"/>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44" name="任意多边形 10001"/>
                  <p:cNvSpPr/>
                  <p:nvPr/>
                </p:nvSpPr>
                <p:spPr bwMode="auto">
                  <a:xfrm>
                    <a:off x="531" y="694"/>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43" name="矩形 10002"/>
                  <p:cNvSpPr>
                    <a:spLocks noChangeArrowheads="1"/>
                  </p:cNvSpPr>
                  <p:nvPr/>
                </p:nvSpPr>
                <p:spPr bwMode="auto">
                  <a:xfrm>
                    <a:off x="533"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42" name="任意多边形 10003"/>
                  <p:cNvSpPr/>
                  <p:nvPr/>
                </p:nvSpPr>
                <p:spPr bwMode="auto">
                  <a:xfrm>
                    <a:off x="527" y="688"/>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41" name="任意多边形 10004"/>
                  <p:cNvSpPr/>
                  <p:nvPr/>
                </p:nvSpPr>
                <p:spPr bwMode="auto">
                  <a:xfrm>
                    <a:off x="547" y="688"/>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40" name="任意多边形 10005"/>
                  <p:cNvSpPr/>
                  <p:nvPr/>
                </p:nvSpPr>
                <p:spPr bwMode="auto">
                  <a:xfrm>
                    <a:off x="563" y="694"/>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39" name="矩形 10006"/>
                  <p:cNvSpPr>
                    <a:spLocks noChangeArrowheads="1"/>
                  </p:cNvSpPr>
                  <p:nvPr/>
                </p:nvSpPr>
                <p:spPr bwMode="auto">
                  <a:xfrm>
                    <a:off x="567"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38" name="任意多边形 10007"/>
                  <p:cNvSpPr/>
                  <p:nvPr/>
                </p:nvSpPr>
                <p:spPr bwMode="auto">
                  <a:xfrm>
                    <a:off x="559" y="688"/>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37" name="任意多边形 10008"/>
                  <p:cNvSpPr/>
                  <p:nvPr/>
                </p:nvSpPr>
                <p:spPr bwMode="auto">
                  <a:xfrm>
                    <a:off x="581" y="688"/>
                    <a:ext cx="8" cy="19"/>
                  </a:xfrm>
                  <a:custGeom>
                    <a:avLst/>
                    <a:gdLst/>
                    <a:ahLst/>
                    <a:cxnLst>
                      <a:cxn ang="0">
                        <a:pos x="0" y="0"/>
                      </a:cxn>
                      <a:cxn ang="0">
                        <a:pos x="8" y="17"/>
                      </a:cxn>
                      <a:cxn ang="0">
                        <a:pos x="6" y="19"/>
                      </a:cxn>
                    </a:cxnLst>
                    <a:rect l="0" t="0" r="r" b="b"/>
                    <a:pathLst>
                      <a:path w="8" h="19">
                        <a:moveTo>
                          <a:pt x="0" y="0"/>
                        </a:moveTo>
                        <a:lnTo>
                          <a:pt x="8" y="17"/>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36" name="任意多边形 10009"/>
                  <p:cNvSpPr/>
                  <p:nvPr/>
                </p:nvSpPr>
                <p:spPr bwMode="auto">
                  <a:xfrm>
                    <a:off x="188" y="719"/>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35" name="矩形 10010"/>
                  <p:cNvSpPr>
                    <a:spLocks noChangeArrowheads="1"/>
                  </p:cNvSpPr>
                  <p:nvPr/>
                </p:nvSpPr>
                <p:spPr bwMode="auto">
                  <a:xfrm>
                    <a:off x="190"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34" name="任意多边形 10011"/>
                  <p:cNvSpPr/>
                  <p:nvPr/>
                </p:nvSpPr>
                <p:spPr bwMode="auto">
                  <a:xfrm>
                    <a:off x="184" y="713"/>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33" name="任意多边形 10012"/>
                  <p:cNvSpPr/>
                  <p:nvPr/>
                </p:nvSpPr>
                <p:spPr bwMode="auto">
                  <a:xfrm>
                    <a:off x="204" y="713"/>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32" name="任意多边形 10013"/>
                  <p:cNvSpPr/>
                  <p:nvPr/>
                </p:nvSpPr>
                <p:spPr bwMode="auto">
                  <a:xfrm>
                    <a:off x="220" y="719"/>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31" name="矩形 10014"/>
                  <p:cNvSpPr>
                    <a:spLocks noChangeArrowheads="1"/>
                  </p:cNvSpPr>
                  <p:nvPr/>
                </p:nvSpPr>
                <p:spPr bwMode="auto">
                  <a:xfrm>
                    <a:off x="224"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30" name="任意多边形 10015"/>
                  <p:cNvSpPr/>
                  <p:nvPr/>
                </p:nvSpPr>
                <p:spPr bwMode="auto">
                  <a:xfrm>
                    <a:off x="216" y="713"/>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29" name="任意多边形 10016"/>
                  <p:cNvSpPr/>
                  <p:nvPr/>
                </p:nvSpPr>
                <p:spPr bwMode="auto">
                  <a:xfrm>
                    <a:off x="238" y="713"/>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28" name="任意多边形 10017"/>
                  <p:cNvSpPr/>
                  <p:nvPr/>
                </p:nvSpPr>
                <p:spPr bwMode="auto">
                  <a:xfrm>
                    <a:off x="254" y="719"/>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27" name="矩形 10018"/>
                  <p:cNvSpPr>
                    <a:spLocks noChangeArrowheads="1"/>
                  </p:cNvSpPr>
                  <p:nvPr/>
                </p:nvSpPr>
                <p:spPr bwMode="auto">
                  <a:xfrm>
                    <a:off x="258"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26" name="任意多边形 10019"/>
                  <p:cNvSpPr/>
                  <p:nvPr/>
                </p:nvSpPr>
                <p:spPr bwMode="auto">
                  <a:xfrm>
                    <a:off x="250" y="713"/>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25" name="任意多边形 10020"/>
                  <p:cNvSpPr/>
                  <p:nvPr/>
                </p:nvSpPr>
                <p:spPr bwMode="auto">
                  <a:xfrm>
                    <a:off x="272" y="713"/>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24" name="任意多边形 10021"/>
                  <p:cNvSpPr/>
                  <p:nvPr/>
                </p:nvSpPr>
                <p:spPr bwMode="auto">
                  <a:xfrm>
                    <a:off x="288" y="719"/>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23" name="矩形 10022"/>
                  <p:cNvSpPr>
                    <a:spLocks noChangeArrowheads="1"/>
                  </p:cNvSpPr>
                  <p:nvPr/>
                </p:nvSpPr>
                <p:spPr bwMode="auto">
                  <a:xfrm>
                    <a:off x="292"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22" name="任意多边形 10023"/>
                  <p:cNvSpPr/>
                  <p:nvPr/>
                </p:nvSpPr>
                <p:spPr bwMode="auto">
                  <a:xfrm>
                    <a:off x="284" y="713"/>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21" name="任意多边形 10024"/>
                  <p:cNvSpPr/>
                  <p:nvPr/>
                </p:nvSpPr>
                <p:spPr bwMode="auto">
                  <a:xfrm>
                    <a:off x="306" y="713"/>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20" name="任意多边形 10025"/>
                  <p:cNvSpPr/>
                  <p:nvPr/>
                </p:nvSpPr>
                <p:spPr bwMode="auto">
                  <a:xfrm>
                    <a:off x="322" y="719"/>
                    <a:ext cx="19" cy="13"/>
                  </a:xfrm>
                  <a:custGeom>
                    <a:avLst/>
                    <a:gdLst/>
                    <a:ahLst/>
                    <a:cxnLst>
                      <a:cxn ang="0">
                        <a:pos x="17" y="0"/>
                      </a:cxn>
                      <a:cxn ang="0">
                        <a:pos x="4" y="0"/>
                      </a:cxn>
                      <a:cxn ang="0">
                        <a:pos x="0" y="13"/>
                      </a:cxn>
                      <a:cxn ang="0">
                        <a:pos x="19" y="13"/>
                      </a:cxn>
                      <a:cxn ang="0">
                        <a:pos x="17" y="0"/>
                      </a:cxn>
                    </a:cxnLst>
                    <a:rect l="0" t="0" r="r" b="b"/>
                    <a:pathLst>
                      <a:path w="19" h="13">
                        <a:moveTo>
                          <a:pt x="17" y="0"/>
                        </a:moveTo>
                        <a:lnTo>
                          <a:pt x="4" y="0"/>
                        </a:lnTo>
                        <a:lnTo>
                          <a:pt x="0" y="13"/>
                        </a:lnTo>
                        <a:lnTo>
                          <a:pt x="19"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19" name="矩形 10026"/>
                  <p:cNvSpPr>
                    <a:spLocks noChangeArrowheads="1"/>
                  </p:cNvSpPr>
                  <p:nvPr/>
                </p:nvSpPr>
                <p:spPr bwMode="auto">
                  <a:xfrm>
                    <a:off x="326" y="713"/>
                    <a:ext cx="13"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18" name="任意多边形 10027"/>
                  <p:cNvSpPr/>
                  <p:nvPr/>
                </p:nvSpPr>
                <p:spPr bwMode="auto">
                  <a:xfrm>
                    <a:off x="318" y="713"/>
                    <a:ext cx="8" cy="19"/>
                  </a:xfrm>
                  <a:custGeom>
                    <a:avLst/>
                    <a:gdLst/>
                    <a:ahLst/>
                    <a:cxnLst>
                      <a:cxn ang="0">
                        <a:pos x="8" y="0"/>
                      </a:cxn>
                      <a:cxn ang="0">
                        <a:pos x="0" y="17"/>
                      </a:cxn>
                      <a:cxn ang="0">
                        <a:pos x="2" y="19"/>
                      </a:cxn>
                    </a:cxnLst>
                    <a:rect l="0" t="0" r="r" b="b"/>
                    <a:pathLst>
                      <a:path w="8" h="19">
                        <a:moveTo>
                          <a:pt x="8"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17" name="任意多边形 10028"/>
                  <p:cNvSpPr/>
                  <p:nvPr/>
                </p:nvSpPr>
                <p:spPr bwMode="auto">
                  <a:xfrm>
                    <a:off x="339" y="713"/>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16" name="任意多边形 10029"/>
                  <p:cNvSpPr/>
                  <p:nvPr/>
                </p:nvSpPr>
                <p:spPr bwMode="auto">
                  <a:xfrm>
                    <a:off x="355" y="719"/>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15" name="矩形 10030"/>
                  <p:cNvSpPr>
                    <a:spLocks noChangeArrowheads="1"/>
                  </p:cNvSpPr>
                  <p:nvPr/>
                </p:nvSpPr>
                <p:spPr bwMode="auto">
                  <a:xfrm>
                    <a:off x="359"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14" name="任意多边形 10031"/>
                  <p:cNvSpPr/>
                  <p:nvPr/>
                </p:nvSpPr>
                <p:spPr bwMode="auto">
                  <a:xfrm>
                    <a:off x="351" y="713"/>
                    <a:ext cx="8" cy="19"/>
                  </a:xfrm>
                  <a:custGeom>
                    <a:avLst/>
                    <a:gdLst/>
                    <a:ahLst/>
                    <a:cxnLst>
                      <a:cxn ang="0">
                        <a:pos x="8" y="0"/>
                      </a:cxn>
                      <a:cxn ang="0">
                        <a:pos x="0" y="17"/>
                      </a:cxn>
                      <a:cxn ang="0">
                        <a:pos x="2" y="19"/>
                      </a:cxn>
                    </a:cxnLst>
                    <a:rect l="0" t="0" r="r" b="b"/>
                    <a:pathLst>
                      <a:path w="8" h="19">
                        <a:moveTo>
                          <a:pt x="8"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13" name="任意多边形 10032"/>
                  <p:cNvSpPr/>
                  <p:nvPr/>
                </p:nvSpPr>
                <p:spPr bwMode="auto">
                  <a:xfrm>
                    <a:off x="373" y="713"/>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12" name="任意多边形 10033"/>
                  <p:cNvSpPr/>
                  <p:nvPr/>
                </p:nvSpPr>
                <p:spPr bwMode="auto">
                  <a:xfrm>
                    <a:off x="389" y="719"/>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11" name="矩形 10034"/>
                  <p:cNvSpPr>
                    <a:spLocks noChangeArrowheads="1"/>
                  </p:cNvSpPr>
                  <p:nvPr/>
                </p:nvSpPr>
                <p:spPr bwMode="auto">
                  <a:xfrm>
                    <a:off x="393"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10" name="任意多边形 10035"/>
                  <p:cNvSpPr/>
                  <p:nvPr/>
                </p:nvSpPr>
                <p:spPr bwMode="auto">
                  <a:xfrm>
                    <a:off x="385" y="713"/>
                    <a:ext cx="8" cy="19"/>
                  </a:xfrm>
                  <a:custGeom>
                    <a:avLst/>
                    <a:gdLst/>
                    <a:ahLst/>
                    <a:cxnLst>
                      <a:cxn ang="0">
                        <a:pos x="8" y="0"/>
                      </a:cxn>
                      <a:cxn ang="0">
                        <a:pos x="0" y="17"/>
                      </a:cxn>
                      <a:cxn ang="0">
                        <a:pos x="2" y="19"/>
                      </a:cxn>
                    </a:cxnLst>
                    <a:rect l="0" t="0" r="r" b="b"/>
                    <a:pathLst>
                      <a:path w="8" h="19">
                        <a:moveTo>
                          <a:pt x="8"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09" name="任意多边形 10036"/>
                  <p:cNvSpPr/>
                  <p:nvPr/>
                </p:nvSpPr>
                <p:spPr bwMode="auto">
                  <a:xfrm>
                    <a:off x="407" y="713"/>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08" name="任意多边形 10037"/>
                  <p:cNvSpPr/>
                  <p:nvPr/>
                </p:nvSpPr>
                <p:spPr bwMode="auto">
                  <a:xfrm>
                    <a:off x="423" y="719"/>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07" name="矩形 10038"/>
                  <p:cNvSpPr>
                    <a:spLocks noChangeArrowheads="1"/>
                  </p:cNvSpPr>
                  <p:nvPr/>
                </p:nvSpPr>
                <p:spPr bwMode="auto">
                  <a:xfrm>
                    <a:off x="427"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06" name="任意多边形 10039"/>
                  <p:cNvSpPr/>
                  <p:nvPr/>
                </p:nvSpPr>
                <p:spPr bwMode="auto">
                  <a:xfrm>
                    <a:off x="421" y="713"/>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05" name="任意多边形 10040"/>
                  <p:cNvSpPr/>
                  <p:nvPr/>
                </p:nvSpPr>
                <p:spPr bwMode="auto">
                  <a:xfrm>
                    <a:off x="441" y="713"/>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04" name="任意多边形 10041"/>
                  <p:cNvSpPr/>
                  <p:nvPr/>
                </p:nvSpPr>
                <p:spPr bwMode="auto">
                  <a:xfrm>
                    <a:off x="457" y="719"/>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03" name="矩形 10042"/>
                  <p:cNvSpPr>
                    <a:spLocks noChangeArrowheads="1"/>
                  </p:cNvSpPr>
                  <p:nvPr/>
                </p:nvSpPr>
                <p:spPr bwMode="auto">
                  <a:xfrm>
                    <a:off x="461"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02" name="任意多边形 10043"/>
                  <p:cNvSpPr/>
                  <p:nvPr/>
                </p:nvSpPr>
                <p:spPr bwMode="auto">
                  <a:xfrm>
                    <a:off x="453" y="713"/>
                    <a:ext cx="8" cy="19"/>
                  </a:xfrm>
                  <a:custGeom>
                    <a:avLst/>
                    <a:gdLst/>
                    <a:ahLst/>
                    <a:cxnLst>
                      <a:cxn ang="0">
                        <a:pos x="8" y="0"/>
                      </a:cxn>
                      <a:cxn ang="0">
                        <a:pos x="0" y="17"/>
                      </a:cxn>
                      <a:cxn ang="0">
                        <a:pos x="2" y="19"/>
                      </a:cxn>
                    </a:cxnLst>
                    <a:rect l="0" t="0" r="r" b="b"/>
                    <a:pathLst>
                      <a:path w="8" h="19">
                        <a:moveTo>
                          <a:pt x="8"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01" name="任意多边形 10044"/>
                  <p:cNvSpPr/>
                  <p:nvPr/>
                </p:nvSpPr>
                <p:spPr bwMode="auto">
                  <a:xfrm>
                    <a:off x="475" y="713"/>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00" name="任意多边形 10045"/>
                  <p:cNvSpPr/>
                  <p:nvPr/>
                </p:nvSpPr>
                <p:spPr bwMode="auto">
                  <a:xfrm>
                    <a:off x="491" y="719"/>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99" name="矩形 10046"/>
                  <p:cNvSpPr>
                    <a:spLocks noChangeArrowheads="1"/>
                  </p:cNvSpPr>
                  <p:nvPr/>
                </p:nvSpPr>
                <p:spPr bwMode="auto">
                  <a:xfrm>
                    <a:off x="495"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98" name="任意多边形 10047"/>
                  <p:cNvSpPr/>
                  <p:nvPr/>
                </p:nvSpPr>
                <p:spPr bwMode="auto">
                  <a:xfrm>
                    <a:off x="487" y="713"/>
                    <a:ext cx="8" cy="19"/>
                  </a:xfrm>
                  <a:custGeom>
                    <a:avLst/>
                    <a:gdLst/>
                    <a:ahLst/>
                    <a:cxnLst>
                      <a:cxn ang="0">
                        <a:pos x="8" y="0"/>
                      </a:cxn>
                      <a:cxn ang="0">
                        <a:pos x="0" y="17"/>
                      </a:cxn>
                      <a:cxn ang="0">
                        <a:pos x="2" y="19"/>
                      </a:cxn>
                    </a:cxnLst>
                    <a:rect l="0" t="0" r="r" b="b"/>
                    <a:pathLst>
                      <a:path w="8" h="19">
                        <a:moveTo>
                          <a:pt x="8"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97" name="任意多边形 10048"/>
                  <p:cNvSpPr/>
                  <p:nvPr/>
                </p:nvSpPr>
                <p:spPr bwMode="auto">
                  <a:xfrm>
                    <a:off x="509" y="713"/>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96" name="任意多边形 10049"/>
                  <p:cNvSpPr/>
                  <p:nvPr/>
                </p:nvSpPr>
                <p:spPr bwMode="auto">
                  <a:xfrm>
                    <a:off x="573" y="643"/>
                    <a:ext cx="44" cy="14"/>
                  </a:xfrm>
                  <a:custGeom>
                    <a:avLst/>
                    <a:gdLst/>
                    <a:ahLst/>
                    <a:cxnLst>
                      <a:cxn ang="0">
                        <a:pos x="38" y="0"/>
                      </a:cxn>
                      <a:cxn ang="0">
                        <a:pos x="6" y="0"/>
                      </a:cxn>
                      <a:cxn ang="0">
                        <a:pos x="0" y="14"/>
                      </a:cxn>
                      <a:cxn ang="0">
                        <a:pos x="44" y="14"/>
                      </a:cxn>
                      <a:cxn ang="0">
                        <a:pos x="38" y="0"/>
                      </a:cxn>
                    </a:cxnLst>
                    <a:rect l="0" t="0" r="r" b="b"/>
                    <a:pathLst>
                      <a:path w="44" h="14">
                        <a:moveTo>
                          <a:pt x="38" y="0"/>
                        </a:moveTo>
                        <a:lnTo>
                          <a:pt x="6" y="0"/>
                        </a:lnTo>
                        <a:lnTo>
                          <a:pt x="0" y="14"/>
                        </a:lnTo>
                        <a:lnTo>
                          <a:pt x="44" y="14"/>
                        </a:lnTo>
                        <a:lnTo>
                          <a:pt x="3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95" name="矩形 10050"/>
                  <p:cNvSpPr>
                    <a:spLocks noChangeArrowheads="1"/>
                  </p:cNvSpPr>
                  <p:nvPr/>
                </p:nvSpPr>
                <p:spPr bwMode="auto">
                  <a:xfrm>
                    <a:off x="577" y="637"/>
                    <a:ext cx="3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94" name="任意多边形 10051"/>
                  <p:cNvSpPr/>
                  <p:nvPr/>
                </p:nvSpPr>
                <p:spPr bwMode="auto">
                  <a:xfrm>
                    <a:off x="565" y="637"/>
                    <a:ext cx="14" cy="18"/>
                  </a:xfrm>
                  <a:custGeom>
                    <a:avLst/>
                    <a:gdLst/>
                    <a:ahLst/>
                    <a:cxnLst>
                      <a:cxn ang="0">
                        <a:pos x="14" y="0"/>
                      </a:cxn>
                      <a:cxn ang="0">
                        <a:pos x="0" y="16"/>
                      </a:cxn>
                      <a:cxn ang="0">
                        <a:pos x="6" y="18"/>
                      </a:cxn>
                    </a:cxnLst>
                    <a:rect l="0" t="0" r="r" b="b"/>
                    <a:pathLst>
                      <a:path w="14" h="18">
                        <a:moveTo>
                          <a:pt x="14" y="0"/>
                        </a:moveTo>
                        <a:lnTo>
                          <a:pt x="0" y="16"/>
                        </a:lnTo>
                        <a:lnTo>
                          <a:pt x="6"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93" name="任意多边形 10052"/>
                  <p:cNvSpPr/>
                  <p:nvPr/>
                </p:nvSpPr>
                <p:spPr bwMode="auto">
                  <a:xfrm>
                    <a:off x="611" y="637"/>
                    <a:ext cx="12" cy="18"/>
                  </a:xfrm>
                  <a:custGeom>
                    <a:avLst/>
                    <a:gdLst/>
                    <a:ahLst/>
                    <a:cxnLst>
                      <a:cxn ang="0">
                        <a:pos x="0" y="0"/>
                      </a:cxn>
                      <a:cxn ang="0">
                        <a:pos x="12" y="16"/>
                      </a:cxn>
                      <a:cxn ang="0">
                        <a:pos x="8" y="18"/>
                      </a:cxn>
                    </a:cxnLst>
                    <a:rect l="0" t="0" r="r" b="b"/>
                    <a:pathLst>
                      <a:path w="12" h="18">
                        <a:moveTo>
                          <a:pt x="0" y="0"/>
                        </a:moveTo>
                        <a:lnTo>
                          <a:pt x="12" y="16"/>
                        </a:lnTo>
                        <a:lnTo>
                          <a:pt x="8"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92" name="直线 10053"/>
                  <p:cNvSpPr>
                    <a:spLocks noChangeShapeType="1"/>
                  </p:cNvSpPr>
                  <p:nvPr/>
                </p:nvSpPr>
                <p:spPr bwMode="auto">
                  <a:xfrm>
                    <a:off x="70" y="597"/>
                    <a:ext cx="849"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91" name="任意多边形 10054"/>
                  <p:cNvSpPr/>
                  <p:nvPr/>
                </p:nvSpPr>
                <p:spPr bwMode="auto">
                  <a:xfrm>
                    <a:off x="559" y="719"/>
                    <a:ext cx="56" cy="13"/>
                  </a:xfrm>
                  <a:custGeom>
                    <a:avLst/>
                    <a:gdLst/>
                    <a:ahLst/>
                    <a:cxnLst>
                      <a:cxn ang="0">
                        <a:pos x="48" y="0"/>
                      </a:cxn>
                      <a:cxn ang="0">
                        <a:pos x="8" y="0"/>
                      </a:cxn>
                      <a:cxn ang="0">
                        <a:pos x="0" y="13"/>
                      </a:cxn>
                      <a:cxn ang="0">
                        <a:pos x="56" y="13"/>
                      </a:cxn>
                      <a:cxn ang="0">
                        <a:pos x="48" y="0"/>
                      </a:cxn>
                    </a:cxnLst>
                    <a:rect l="0" t="0" r="r" b="b"/>
                    <a:pathLst>
                      <a:path w="56" h="13">
                        <a:moveTo>
                          <a:pt x="48" y="0"/>
                        </a:moveTo>
                        <a:lnTo>
                          <a:pt x="8" y="0"/>
                        </a:lnTo>
                        <a:lnTo>
                          <a:pt x="0" y="13"/>
                        </a:lnTo>
                        <a:lnTo>
                          <a:pt x="56" y="13"/>
                        </a:lnTo>
                        <a:lnTo>
                          <a:pt x="4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90" name="矩形 10055"/>
                  <p:cNvSpPr>
                    <a:spLocks noChangeArrowheads="1"/>
                  </p:cNvSpPr>
                  <p:nvPr/>
                </p:nvSpPr>
                <p:spPr bwMode="auto">
                  <a:xfrm>
                    <a:off x="567" y="713"/>
                    <a:ext cx="40"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89" name="任意多边形 10056"/>
                  <p:cNvSpPr/>
                  <p:nvPr/>
                </p:nvSpPr>
                <p:spPr bwMode="auto">
                  <a:xfrm>
                    <a:off x="553" y="715"/>
                    <a:ext cx="14" cy="17"/>
                  </a:xfrm>
                  <a:custGeom>
                    <a:avLst/>
                    <a:gdLst/>
                    <a:ahLst/>
                    <a:cxnLst>
                      <a:cxn ang="0">
                        <a:pos x="14" y="0"/>
                      </a:cxn>
                      <a:cxn ang="0">
                        <a:pos x="0" y="15"/>
                      </a:cxn>
                      <a:cxn ang="0">
                        <a:pos x="6" y="17"/>
                      </a:cxn>
                    </a:cxnLst>
                    <a:rect l="0" t="0" r="r" b="b"/>
                    <a:pathLst>
                      <a:path w="14" h="17">
                        <a:moveTo>
                          <a:pt x="14" y="0"/>
                        </a:moveTo>
                        <a:lnTo>
                          <a:pt x="0" y="15"/>
                        </a:lnTo>
                        <a:lnTo>
                          <a:pt x="6"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88" name="任意多边形 10057"/>
                  <p:cNvSpPr/>
                  <p:nvPr/>
                </p:nvSpPr>
                <p:spPr bwMode="auto">
                  <a:xfrm>
                    <a:off x="609" y="715"/>
                    <a:ext cx="14" cy="17"/>
                  </a:xfrm>
                  <a:custGeom>
                    <a:avLst/>
                    <a:gdLst/>
                    <a:ahLst/>
                    <a:cxnLst>
                      <a:cxn ang="0">
                        <a:pos x="0" y="0"/>
                      </a:cxn>
                      <a:cxn ang="0">
                        <a:pos x="14" y="15"/>
                      </a:cxn>
                      <a:cxn ang="0">
                        <a:pos x="8" y="17"/>
                      </a:cxn>
                    </a:cxnLst>
                    <a:rect l="0" t="0" r="r" b="b"/>
                    <a:pathLst>
                      <a:path w="14" h="17">
                        <a:moveTo>
                          <a:pt x="0" y="0"/>
                        </a:moveTo>
                        <a:lnTo>
                          <a:pt x="14" y="15"/>
                        </a:lnTo>
                        <a:lnTo>
                          <a:pt x="8"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87" name="任意多边形 10058"/>
                  <p:cNvSpPr/>
                  <p:nvPr/>
                </p:nvSpPr>
                <p:spPr bwMode="auto">
                  <a:xfrm>
                    <a:off x="134" y="694"/>
                    <a:ext cx="46" cy="13"/>
                  </a:xfrm>
                  <a:custGeom>
                    <a:avLst/>
                    <a:gdLst/>
                    <a:ahLst/>
                    <a:cxnLst>
                      <a:cxn ang="0">
                        <a:pos x="40" y="0"/>
                      </a:cxn>
                      <a:cxn ang="0">
                        <a:pos x="6" y="0"/>
                      </a:cxn>
                      <a:cxn ang="0">
                        <a:pos x="0" y="13"/>
                      </a:cxn>
                      <a:cxn ang="0">
                        <a:pos x="46" y="13"/>
                      </a:cxn>
                      <a:cxn ang="0">
                        <a:pos x="40" y="0"/>
                      </a:cxn>
                    </a:cxnLst>
                    <a:rect l="0" t="0" r="r" b="b"/>
                    <a:pathLst>
                      <a:path w="46" h="13">
                        <a:moveTo>
                          <a:pt x="40" y="0"/>
                        </a:moveTo>
                        <a:lnTo>
                          <a:pt x="6" y="0"/>
                        </a:lnTo>
                        <a:lnTo>
                          <a:pt x="0" y="13"/>
                        </a:lnTo>
                        <a:lnTo>
                          <a:pt x="46" y="13"/>
                        </a:lnTo>
                        <a:lnTo>
                          <a:pt x="40"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86" name="矩形 10059"/>
                  <p:cNvSpPr>
                    <a:spLocks noChangeArrowheads="1"/>
                  </p:cNvSpPr>
                  <p:nvPr/>
                </p:nvSpPr>
                <p:spPr bwMode="auto">
                  <a:xfrm>
                    <a:off x="140" y="688"/>
                    <a:ext cx="3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85" name="任意多边形 10060"/>
                  <p:cNvSpPr/>
                  <p:nvPr/>
                </p:nvSpPr>
                <p:spPr bwMode="auto">
                  <a:xfrm>
                    <a:off x="128" y="690"/>
                    <a:ext cx="12" cy="17"/>
                  </a:xfrm>
                  <a:custGeom>
                    <a:avLst/>
                    <a:gdLst/>
                    <a:ahLst/>
                    <a:cxnLst>
                      <a:cxn ang="0">
                        <a:pos x="12" y="0"/>
                      </a:cxn>
                      <a:cxn ang="0">
                        <a:pos x="0" y="13"/>
                      </a:cxn>
                      <a:cxn ang="0">
                        <a:pos x="4" y="17"/>
                      </a:cxn>
                    </a:cxnLst>
                    <a:rect l="0" t="0" r="r" b="b"/>
                    <a:pathLst>
                      <a:path w="12" h="17">
                        <a:moveTo>
                          <a:pt x="12" y="0"/>
                        </a:moveTo>
                        <a:lnTo>
                          <a:pt x="0" y="13"/>
                        </a:lnTo>
                        <a:lnTo>
                          <a:pt x="4"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84" name="任意多边形 10061"/>
                  <p:cNvSpPr/>
                  <p:nvPr/>
                </p:nvSpPr>
                <p:spPr bwMode="auto">
                  <a:xfrm>
                    <a:off x="174" y="690"/>
                    <a:ext cx="12" cy="17"/>
                  </a:xfrm>
                  <a:custGeom>
                    <a:avLst/>
                    <a:gdLst/>
                    <a:ahLst/>
                    <a:cxnLst>
                      <a:cxn ang="0">
                        <a:pos x="0" y="0"/>
                      </a:cxn>
                      <a:cxn ang="0">
                        <a:pos x="12" y="13"/>
                      </a:cxn>
                      <a:cxn ang="0">
                        <a:pos x="6" y="17"/>
                      </a:cxn>
                    </a:cxnLst>
                    <a:rect l="0" t="0" r="r" b="b"/>
                    <a:pathLst>
                      <a:path w="12" h="17">
                        <a:moveTo>
                          <a:pt x="0" y="0"/>
                        </a:moveTo>
                        <a:lnTo>
                          <a:pt x="12" y="13"/>
                        </a:lnTo>
                        <a:lnTo>
                          <a:pt x="6"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83" name="任意多边形 10062"/>
                  <p:cNvSpPr/>
                  <p:nvPr/>
                </p:nvSpPr>
                <p:spPr bwMode="auto">
                  <a:xfrm>
                    <a:off x="132" y="606"/>
                    <a:ext cx="20" cy="16"/>
                  </a:xfrm>
                  <a:custGeom>
                    <a:avLst/>
                    <a:gdLst/>
                    <a:ahLst/>
                    <a:cxnLst>
                      <a:cxn ang="0">
                        <a:pos x="18" y="0"/>
                      </a:cxn>
                      <a:cxn ang="0">
                        <a:pos x="4" y="0"/>
                      </a:cxn>
                      <a:cxn ang="0">
                        <a:pos x="0" y="16"/>
                      </a:cxn>
                      <a:cxn ang="0">
                        <a:pos x="20" y="16"/>
                      </a:cxn>
                      <a:cxn ang="0">
                        <a:pos x="18" y="0"/>
                      </a:cxn>
                    </a:cxnLst>
                    <a:rect l="0" t="0" r="r" b="b"/>
                    <a:pathLst>
                      <a:path w="20" h="16">
                        <a:moveTo>
                          <a:pt x="18" y="0"/>
                        </a:moveTo>
                        <a:lnTo>
                          <a:pt x="4" y="0"/>
                        </a:lnTo>
                        <a:lnTo>
                          <a:pt x="0" y="16"/>
                        </a:lnTo>
                        <a:lnTo>
                          <a:pt x="20"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82" name="矩形 10063"/>
                  <p:cNvSpPr>
                    <a:spLocks noChangeArrowheads="1"/>
                  </p:cNvSpPr>
                  <p:nvPr/>
                </p:nvSpPr>
                <p:spPr bwMode="auto">
                  <a:xfrm>
                    <a:off x="136"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81" name="任意多边形 10064"/>
                  <p:cNvSpPr/>
                  <p:nvPr/>
                </p:nvSpPr>
                <p:spPr bwMode="auto">
                  <a:xfrm>
                    <a:off x="128" y="60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80" name="任意多边形 10065"/>
                  <p:cNvSpPr/>
                  <p:nvPr/>
                </p:nvSpPr>
                <p:spPr bwMode="auto">
                  <a:xfrm>
                    <a:off x="150" y="60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79" name="任意多边形 10066"/>
                  <p:cNvSpPr/>
                  <p:nvPr/>
                </p:nvSpPr>
                <p:spPr bwMode="auto">
                  <a:xfrm>
                    <a:off x="166" y="606"/>
                    <a:ext cx="22" cy="16"/>
                  </a:xfrm>
                  <a:custGeom>
                    <a:avLst/>
                    <a:gdLst/>
                    <a:ahLst/>
                    <a:cxnLst>
                      <a:cxn ang="0">
                        <a:pos x="18" y="0"/>
                      </a:cxn>
                      <a:cxn ang="0">
                        <a:pos x="4" y="0"/>
                      </a:cxn>
                      <a:cxn ang="0">
                        <a:pos x="0" y="16"/>
                      </a:cxn>
                      <a:cxn ang="0">
                        <a:pos x="22" y="16"/>
                      </a:cxn>
                      <a:cxn ang="0">
                        <a:pos x="18" y="0"/>
                      </a:cxn>
                    </a:cxnLst>
                    <a:rect l="0" t="0" r="r" b="b"/>
                    <a:pathLst>
                      <a:path w="22" h="16">
                        <a:moveTo>
                          <a:pt x="18" y="0"/>
                        </a:moveTo>
                        <a:lnTo>
                          <a:pt x="4" y="0"/>
                        </a:lnTo>
                        <a:lnTo>
                          <a:pt x="0" y="16"/>
                        </a:lnTo>
                        <a:lnTo>
                          <a:pt x="22"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78" name="矩形 10067"/>
                  <p:cNvSpPr>
                    <a:spLocks noChangeArrowheads="1"/>
                  </p:cNvSpPr>
                  <p:nvPr/>
                </p:nvSpPr>
                <p:spPr bwMode="auto">
                  <a:xfrm>
                    <a:off x="170"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77" name="任意多边形 10068"/>
                  <p:cNvSpPr/>
                  <p:nvPr/>
                </p:nvSpPr>
                <p:spPr bwMode="auto">
                  <a:xfrm>
                    <a:off x="162" y="60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76" name="任意多边形 10069"/>
                  <p:cNvSpPr/>
                  <p:nvPr/>
                </p:nvSpPr>
                <p:spPr bwMode="auto">
                  <a:xfrm>
                    <a:off x="184" y="60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75" name="任意多边形 10070"/>
                  <p:cNvSpPr/>
                  <p:nvPr/>
                </p:nvSpPr>
                <p:spPr bwMode="auto">
                  <a:xfrm>
                    <a:off x="200" y="606"/>
                    <a:ext cx="22" cy="16"/>
                  </a:xfrm>
                  <a:custGeom>
                    <a:avLst/>
                    <a:gdLst/>
                    <a:ahLst/>
                    <a:cxnLst>
                      <a:cxn ang="0">
                        <a:pos x="18" y="0"/>
                      </a:cxn>
                      <a:cxn ang="0">
                        <a:pos x="4" y="0"/>
                      </a:cxn>
                      <a:cxn ang="0">
                        <a:pos x="0" y="16"/>
                      </a:cxn>
                      <a:cxn ang="0">
                        <a:pos x="22" y="16"/>
                      </a:cxn>
                      <a:cxn ang="0">
                        <a:pos x="18" y="0"/>
                      </a:cxn>
                    </a:cxnLst>
                    <a:rect l="0" t="0" r="r" b="b"/>
                    <a:pathLst>
                      <a:path w="22" h="16">
                        <a:moveTo>
                          <a:pt x="18" y="0"/>
                        </a:moveTo>
                        <a:lnTo>
                          <a:pt x="4" y="0"/>
                        </a:lnTo>
                        <a:lnTo>
                          <a:pt x="0" y="16"/>
                        </a:lnTo>
                        <a:lnTo>
                          <a:pt x="22"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74" name="矩形 10071"/>
                  <p:cNvSpPr>
                    <a:spLocks noChangeArrowheads="1"/>
                  </p:cNvSpPr>
                  <p:nvPr/>
                </p:nvSpPr>
                <p:spPr bwMode="auto">
                  <a:xfrm>
                    <a:off x="204"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73" name="任意多边形 10072"/>
                  <p:cNvSpPr/>
                  <p:nvPr/>
                </p:nvSpPr>
                <p:spPr bwMode="auto">
                  <a:xfrm>
                    <a:off x="196" y="60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72" name="任意多边形 10073"/>
                  <p:cNvSpPr/>
                  <p:nvPr/>
                </p:nvSpPr>
                <p:spPr bwMode="auto">
                  <a:xfrm>
                    <a:off x="218" y="60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71" name="任意多边形 10074"/>
                  <p:cNvSpPr/>
                  <p:nvPr/>
                </p:nvSpPr>
                <p:spPr bwMode="auto">
                  <a:xfrm>
                    <a:off x="234" y="606"/>
                    <a:ext cx="22" cy="16"/>
                  </a:xfrm>
                  <a:custGeom>
                    <a:avLst/>
                    <a:gdLst/>
                    <a:ahLst/>
                    <a:cxnLst>
                      <a:cxn ang="0">
                        <a:pos x="18" y="0"/>
                      </a:cxn>
                      <a:cxn ang="0">
                        <a:pos x="4" y="0"/>
                      </a:cxn>
                      <a:cxn ang="0">
                        <a:pos x="0" y="16"/>
                      </a:cxn>
                      <a:cxn ang="0">
                        <a:pos x="22" y="16"/>
                      </a:cxn>
                      <a:cxn ang="0">
                        <a:pos x="18" y="0"/>
                      </a:cxn>
                    </a:cxnLst>
                    <a:rect l="0" t="0" r="r" b="b"/>
                    <a:pathLst>
                      <a:path w="22" h="16">
                        <a:moveTo>
                          <a:pt x="18" y="0"/>
                        </a:moveTo>
                        <a:lnTo>
                          <a:pt x="4" y="0"/>
                        </a:lnTo>
                        <a:lnTo>
                          <a:pt x="0" y="16"/>
                        </a:lnTo>
                        <a:lnTo>
                          <a:pt x="22"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70" name="矩形 10075"/>
                  <p:cNvSpPr>
                    <a:spLocks noChangeArrowheads="1"/>
                  </p:cNvSpPr>
                  <p:nvPr/>
                </p:nvSpPr>
                <p:spPr bwMode="auto">
                  <a:xfrm>
                    <a:off x="238"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69" name="任意多边形 10076"/>
                  <p:cNvSpPr/>
                  <p:nvPr/>
                </p:nvSpPr>
                <p:spPr bwMode="auto">
                  <a:xfrm>
                    <a:off x="230" y="60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68" name="任意多边形 10077"/>
                  <p:cNvSpPr/>
                  <p:nvPr/>
                </p:nvSpPr>
                <p:spPr bwMode="auto">
                  <a:xfrm>
                    <a:off x="252" y="60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67" name="任意多边形 10078"/>
                  <p:cNvSpPr/>
                  <p:nvPr/>
                </p:nvSpPr>
                <p:spPr bwMode="auto">
                  <a:xfrm>
                    <a:off x="292" y="606"/>
                    <a:ext cx="22" cy="16"/>
                  </a:xfrm>
                  <a:custGeom>
                    <a:avLst/>
                    <a:gdLst/>
                    <a:ahLst/>
                    <a:cxnLst>
                      <a:cxn ang="0">
                        <a:pos x="18" y="0"/>
                      </a:cxn>
                      <a:cxn ang="0">
                        <a:pos x="4" y="0"/>
                      </a:cxn>
                      <a:cxn ang="0">
                        <a:pos x="0" y="16"/>
                      </a:cxn>
                      <a:cxn ang="0">
                        <a:pos x="22" y="16"/>
                      </a:cxn>
                      <a:cxn ang="0">
                        <a:pos x="18" y="0"/>
                      </a:cxn>
                    </a:cxnLst>
                    <a:rect l="0" t="0" r="r" b="b"/>
                    <a:pathLst>
                      <a:path w="22" h="16">
                        <a:moveTo>
                          <a:pt x="18" y="0"/>
                        </a:moveTo>
                        <a:lnTo>
                          <a:pt x="4" y="0"/>
                        </a:lnTo>
                        <a:lnTo>
                          <a:pt x="0" y="16"/>
                        </a:lnTo>
                        <a:lnTo>
                          <a:pt x="22"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66" name="矩形 10079"/>
                  <p:cNvSpPr>
                    <a:spLocks noChangeArrowheads="1"/>
                  </p:cNvSpPr>
                  <p:nvPr/>
                </p:nvSpPr>
                <p:spPr bwMode="auto">
                  <a:xfrm>
                    <a:off x="296"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65" name="任意多边形 10080"/>
                  <p:cNvSpPr/>
                  <p:nvPr/>
                </p:nvSpPr>
                <p:spPr bwMode="auto">
                  <a:xfrm>
                    <a:off x="288" y="602"/>
                    <a:ext cx="8" cy="20"/>
                  </a:xfrm>
                  <a:custGeom>
                    <a:avLst/>
                    <a:gdLst/>
                    <a:ahLst/>
                    <a:cxnLst>
                      <a:cxn ang="0">
                        <a:pos x="8" y="0"/>
                      </a:cxn>
                      <a:cxn ang="0">
                        <a:pos x="0" y="18"/>
                      </a:cxn>
                      <a:cxn ang="0">
                        <a:pos x="2" y="20"/>
                      </a:cxn>
                    </a:cxnLst>
                    <a:rect l="0" t="0" r="r" b="b"/>
                    <a:pathLst>
                      <a:path w="8" h="20">
                        <a:moveTo>
                          <a:pt x="8"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64" name="任意多边形 10081"/>
                  <p:cNvSpPr/>
                  <p:nvPr/>
                </p:nvSpPr>
                <p:spPr bwMode="auto">
                  <a:xfrm>
                    <a:off x="310" y="602"/>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grpSp>
            <p:grpSp>
              <p:nvGrpSpPr>
                <p:cNvPr id="348162" name="组合 10082"/>
                <p:cNvGrpSpPr/>
                <p:nvPr/>
              </p:nvGrpSpPr>
              <p:grpSpPr bwMode="auto">
                <a:xfrm>
                  <a:off x="54" y="27"/>
                  <a:ext cx="867" cy="732"/>
                  <a:chOff x="54" y="27"/>
                  <a:chExt cx="867" cy="732"/>
                </a:xfrm>
              </p:grpSpPr>
              <p:sp>
                <p:nvSpPr>
                  <p:cNvPr id="348362" name="任意多边形 10083"/>
                  <p:cNvSpPr/>
                  <p:nvPr/>
                </p:nvSpPr>
                <p:spPr bwMode="auto">
                  <a:xfrm>
                    <a:off x="326" y="606"/>
                    <a:ext cx="21" cy="16"/>
                  </a:xfrm>
                  <a:custGeom>
                    <a:avLst/>
                    <a:gdLst/>
                    <a:ahLst/>
                    <a:cxnLst>
                      <a:cxn ang="0">
                        <a:pos x="17" y="0"/>
                      </a:cxn>
                      <a:cxn ang="0">
                        <a:pos x="4" y="0"/>
                      </a:cxn>
                      <a:cxn ang="0">
                        <a:pos x="0" y="16"/>
                      </a:cxn>
                      <a:cxn ang="0">
                        <a:pos x="21" y="16"/>
                      </a:cxn>
                      <a:cxn ang="0">
                        <a:pos x="17" y="0"/>
                      </a:cxn>
                    </a:cxnLst>
                    <a:rect l="0" t="0" r="r" b="b"/>
                    <a:pathLst>
                      <a:path w="21" h="16">
                        <a:moveTo>
                          <a:pt x="17" y="0"/>
                        </a:moveTo>
                        <a:lnTo>
                          <a:pt x="4" y="0"/>
                        </a:lnTo>
                        <a:lnTo>
                          <a:pt x="0" y="16"/>
                        </a:lnTo>
                        <a:lnTo>
                          <a:pt x="21" y="16"/>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61" name="矩形 10084"/>
                  <p:cNvSpPr>
                    <a:spLocks noChangeArrowheads="1"/>
                  </p:cNvSpPr>
                  <p:nvPr/>
                </p:nvSpPr>
                <p:spPr bwMode="auto">
                  <a:xfrm>
                    <a:off x="330" y="602"/>
                    <a:ext cx="13"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60" name="任意多边形 10085"/>
                  <p:cNvSpPr/>
                  <p:nvPr/>
                </p:nvSpPr>
                <p:spPr bwMode="auto">
                  <a:xfrm>
                    <a:off x="322" y="60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59" name="任意多边形 10086"/>
                  <p:cNvSpPr/>
                  <p:nvPr/>
                </p:nvSpPr>
                <p:spPr bwMode="auto">
                  <a:xfrm>
                    <a:off x="343" y="602"/>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58" name="任意多边形 10087"/>
                  <p:cNvSpPr/>
                  <p:nvPr/>
                </p:nvSpPr>
                <p:spPr bwMode="auto">
                  <a:xfrm>
                    <a:off x="359" y="606"/>
                    <a:ext cx="22" cy="16"/>
                  </a:xfrm>
                  <a:custGeom>
                    <a:avLst/>
                    <a:gdLst/>
                    <a:ahLst/>
                    <a:cxnLst>
                      <a:cxn ang="0">
                        <a:pos x="18" y="0"/>
                      </a:cxn>
                      <a:cxn ang="0">
                        <a:pos x="4" y="0"/>
                      </a:cxn>
                      <a:cxn ang="0">
                        <a:pos x="0" y="16"/>
                      </a:cxn>
                      <a:cxn ang="0">
                        <a:pos x="22" y="16"/>
                      </a:cxn>
                      <a:cxn ang="0">
                        <a:pos x="18" y="0"/>
                      </a:cxn>
                    </a:cxnLst>
                    <a:rect l="0" t="0" r="r" b="b"/>
                    <a:pathLst>
                      <a:path w="22" h="16">
                        <a:moveTo>
                          <a:pt x="18" y="0"/>
                        </a:moveTo>
                        <a:lnTo>
                          <a:pt x="4" y="0"/>
                        </a:lnTo>
                        <a:lnTo>
                          <a:pt x="0" y="16"/>
                        </a:lnTo>
                        <a:lnTo>
                          <a:pt x="22"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57" name="矩形 10088"/>
                  <p:cNvSpPr>
                    <a:spLocks noChangeArrowheads="1"/>
                  </p:cNvSpPr>
                  <p:nvPr/>
                </p:nvSpPr>
                <p:spPr bwMode="auto">
                  <a:xfrm>
                    <a:off x="363"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56" name="任意多边形 10089"/>
                  <p:cNvSpPr/>
                  <p:nvPr/>
                </p:nvSpPr>
                <p:spPr bwMode="auto">
                  <a:xfrm>
                    <a:off x="357" y="602"/>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55" name="任意多边形 10090"/>
                  <p:cNvSpPr/>
                  <p:nvPr/>
                </p:nvSpPr>
                <p:spPr bwMode="auto">
                  <a:xfrm>
                    <a:off x="377" y="602"/>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54" name="任意多边形 10091"/>
                  <p:cNvSpPr/>
                  <p:nvPr/>
                </p:nvSpPr>
                <p:spPr bwMode="auto">
                  <a:xfrm>
                    <a:off x="393" y="606"/>
                    <a:ext cx="22" cy="16"/>
                  </a:xfrm>
                  <a:custGeom>
                    <a:avLst/>
                    <a:gdLst/>
                    <a:ahLst/>
                    <a:cxnLst>
                      <a:cxn ang="0">
                        <a:pos x="18" y="0"/>
                      </a:cxn>
                      <a:cxn ang="0">
                        <a:pos x="4" y="0"/>
                      </a:cxn>
                      <a:cxn ang="0">
                        <a:pos x="0" y="16"/>
                      </a:cxn>
                      <a:cxn ang="0">
                        <a:pos x="22" y="16"/>
                      </a:cxn>
                      <a:cxn ang="0">
                        <a:pos x="18" y="0"/>
                      </a:cxn>
                    </a:cxnLst>
                    <a:rect l="0" t="0" r="r" b="b"/>
                    <a:pathLst>
                      <a:path w="22" h="16">
                        <a:moveTo>
                          <a:pt x="18" y="0"/>
                        </a:moveTo>
                        <a:lnTo>
                          <a:pt x="4" y="0"/>
                        </a:lnTo>
                        <a:lnTo>
                          <a:pt x="0" y="16"/>
                        </a:lnTo>
                        <a:lnTo>
                          <a:pt x="22"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53" name="矩形 10092"/>
                  <p:cNvSpPr>
                    <a:spLocks noChangeArrowheads="1"/>
                  </p:cNvSpPr>
                  <p:nvPr/>
                </p:nvSpPr>
                <p:spPr bwMode="auto">
                  <a:xfrm>
                    <a:off x="397"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52" name="任意多边形 10093"/>
                  <p:cNvSpPr/>
                  <p:nvPr/>
                </p:nvSpPr>
                <p:spPr bwMode="auto">
                  <a:xfrm>
                    <a:off x="391" y="602"/>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51" name="任意多边形 10094"/>
                  <p:cNvSpPr/>
                  <p:nvPr/>
                </p:nvSpPr>
                <p:spPr bwMode="auto">
                  <a:xfrm>
                    <a:off x="411" y="602"/>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50" name="任意多边形 10095"/>
                  <p:cNvSpPr/>
                  <p:nvPr/>
                </p:nvSpPr>
                <p:spPr bwMode="auto">
                  <a:xfrm>
                    <a:off x="497" y="606"/>
                    <a:ext cx="20" cy="16"/>
                  </a:xfrm>
                  <a:custGeom>
                    <a:avLst/>
                    <a:gdLst/>
                    <a:ahLst/>
                    <a:cxnLst>
                      <a:cxn ang="0">
                        <a:pos x="18" y="0"/>
                      </a:cxn>
                      <a:cxn ang="0">
                        <a:pos x="4" y="0"/>
                      </a:cxn>
                      <a:cxn ang="0">
                        <a:pos x="0" y="16"/>
                      </a:cxn>
                      <a:cxn ang="0">
                        <a:pos x="20" y="16"/>
                      </a:cxn>
                      <a:cxn ang="0">
                        <a:pos x="18" y="0"/>
                      </a:cxn>
                    </a:cxnLst>
                    <a:rect l="0" t="0" r="r" b="b"/>
                    <a:pathLst>
                      <a:path w="20" h="16">
                        <a:moveTo>
                          <a:pt x="18" y="0"/>
                        </a:moveTo>
                        <a:lnTo>
                          <a:pt x="4" y="0"/>
                        </a:lnTo>
                        <a:lnTo>
                          <a:pt x="0" y="16"/>
                        </a:lnTo>
                        <a:lnTo>
                          <a:pt x="20"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49" name="矩形 10096"/>
                  <p:cNvSpPr>
                    <a:spLocks noChangeArrowheads="1"/>
                  </p:cNvSpPr>
                  <p:nvPr/>
                </p:nvSpPr>
                <p:spPr bwMode="auto">
                  <a:xfrm>
                    <a:off x="501"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48" name="任意多边形 10097"/>
                  <p:cNvSpPr/>
                  <p:nvPr/>
                </p:nvSpPr>
                <p:spPr bwMode="auto">
                  <a:xfrm>
                    <a:off x="493" y="60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47" name="任意多边形 10098"/>
                  <p:cNvSpPr/>
                  <p:nvPr/>
                </p:nvSpPr>
                <p:spPr bwMode="auto">
                  <a:xfrm>
                    <a:off x="515" y="60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46" name="任意多边形 10099"/>
                  <p:cNvSpPr/>
                  <p:nvPr/>
                </p:nvSpPr>
                <p:spPr bwMode="auto">
                  <a:xfrm>
                    <a:off x="531" y="606"/>
                    <a:ext cx="20" cy="16"/>
                  </a:xfrm>
                  <a:custGeom>
                    <a:avLst/>
                    <a:gdLst/>
                    <a:ahLst/>
                    <a:cxnLst>
                      <a:cxn ang="0">
                        <a:pos x="18" y="0"/>
                      </a:cxn>
                      <a:cxn ang="0">
                        <a:pos x="4" y="0"/>
                      </a:cxn>
                      <a:cxn ang="0">
                        <a:pos x="0" y="16"/>
                      </a:cxn>
                      <a:cxn ang="0">
                        <a:pos x="20" y="16"/>
                      </a:cxn>
                      <a:cxn ang="0">
                        <a:pos x="18" y="0"/>
                      </a:cxn>
                    </a:cxnLst>
                    <a:rect l="0" t="0" r="r" b="b"/>
                    <a:pathLst>
                      <a:path w="20" h="16">
                        <a:moveTo>
                          <a:pt x="18" y="0"/>
                        </a:moveTo>
                        <a:lnTo>
                          <a:pt x="4" y="0"/>
                        </a:lnTo>
                        <a:lnTo>
                          <a:pt x="0" y="16"/>
                        </a:lnTo>
                        <a:lnTo>
                          <a:pt x="20"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45" name="矩形 10100"/>
                  <p:cNvSpPr>
                    <a:spLocks noChangeArrowheads="1"/>
                  </p:cNvSpPr>
                  <p:nvPr/>
                </p:nvSpPr>
                <p:spPr bwMode="auto">
                  <a:xfrm>
                    <a:off x="535"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44" name="任意多边形 10101"/>
                  <p:cNvSpPr/>
                  <p:nvPr/>
                </p:nvSpPr>
                <p:spPr bwMode="auto">
                  <a:xfrm>
                    <a:off x="527" y="602"/>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43" name="任意多边形 10102"/>
                  <p:cNvSpPr/>
                  <p:nvPr/>
                </p:nvSpPr>
                <p:spPr bwMode="auto">
                  <a:xfrm>
                    <a:off x="549" y="60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42" name="任意多边形 10103"/>
                  <p:cNvSpPr/>
                  <p:nvPr/>
                </p:nvSpPr>
                <p:spPr bwMode="auto">
                  <a:xfrm>
                    <a:off x="565" y="606"/>
                    <a:ext cx="22" cy="16"/>
                  </a:xfrm>
                  <a:custGeom>
                    <a:avLst/>
                    <a:gdLst/>
                    <a:ahLst/>
                    <a:cxnLst>
                      <a:cxn ang="0">
                        <a:pos x="18" y="0"/>
                      </a:cxn>
                      <a:cxn ang="0">
                        <a:pos x="4" y="0"/>
                      </a:cxn>
                      <a:cxn ang="0">
                        <a:pos x="0" y="16"/>
                      </a:cxn>
                      <a:cxn ang="0">
                        <a:pos x="22" y="16"/>
                      </a:cxn>
                      <a:cxn ang="0">
                        <a:pos x="18" y="0"/>
                      </a:cxn>
                    </a:cxnLst>
                    <a:rect l="0" t="0" r="r" b="b"/>
                    <a:pathLst>
                      <a:path w="22" h="16">
                        <a:moveTo>
                          <a:pt x="18" y="0"/>
                        </a:moveTo>
                        <a:lnTo>
                          <a:pt x="4" y="0"/>
                        </a:lnTo>
                        <a:lnTo>
                          <a:pt x="0" y="16"/>
                        </a:lnTo>
                        <a:lnTo>
                          <a:pt x="22"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41" name="矩形 10104"/>
                  <p:cNvSpPr>
                    <a:spLocks noChangeArrowheads="1"/>
                  </p:cNvSpPr>
                  <p:nvPr/>
                </p:nvSpPr>
                <p:spPr bwMode="auto">
                  <a:xfrm>
                    <a:off x="569"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40" name="任意多边形 10105"/>
                  <p:cNvSpPr/>
                  <p:nvPr/>
                </p:nvSpPr>
                <p:spPr bwMode="auto">
                  <a:xfrm>
                    <a:off x="561" y="60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39" name="任意多边形 10106"/>
                  <p:cNvSpPr/>
                  <p:nvPr/>
                </p:nvSpPr>
                <p:spPr bwMode="auto">
                  <a:xfrm>
                    <a:off x="583" y="60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38" name="任意多边形 10107"/>
                  <p:cNvSpPr/>
                  <p:nvPr/>
                </p:nvSpPr>
                <p:spPr bwMode="auto">
                  <a:xfrm>
                    <a:off x="599" y="606"/>
                    <a:ext cx="22" cy="16"/>
                  </a:xfrm>
                  <a:custGeom>
                    <a:avLst/>
                    <a:gdLst/>
                    <a:ahLst/>
                    <a:cxnLst>
                      <a:cxn ang="0">
                        <a:pos x="18" y="0"/>
                      </a:cxn>
                      <a:cxn ang="0">
                        <a:pos x="4" y="0"/>
                      </a:cxn>
                      <a:cxn ang="0">
                        <a:pos x="0" y="16"/>
                      </a:cxn>
                      <a:cxn ang="0">
                        <a:pos x="22" y="16"/>
                      </a:cxn>
                      <a:cxn ang="0">
                        <a:pos x="18" y="0"/>
                      </a:cxn>
                    </a:cxnLst>
                    <a:rect l="0" t="0" r="r" b="b"/>
                    <a:pathLst>
                      <a:path w="22" h="16">
                        <a:moveTo>
                          <a:pt x="18" y="0"/>
                        </a:moveTo>
                        <a:lnTo>
                          <a:pt x="4" y="0"/>
                        </a:lnTo>
                        <a:lnTo>
                          <a:pt x="0" y="16"/>
                        </a:lnTo>
                        <a:lnTo>
                          <a:pt x="22"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37" name="矩形 10108"/>
                  <p:cNvSpPr>
                    <a:spLocks noChangeArrowheads="1"/>
                  </p:cNvSpPr>
                  <p:nvPr/>
                </p:nvSpPr>
                <p:spPr bwMode="auto">
                  <a:xfrm>
                    <a:off x="603"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36" name="任意多边形 10109"/>
                  <p:cNvSpPr/>
                  <p:nvPr/>
                </p:nvSpPr>
                <p:spPr bwMode="auto">
                  <a:xfrm>
                    <a:off x="595" y="60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35" name="任意多边形 10110"/>
                  <p:cNvSpPr/>
                  <p:nvPr/>
                </p:nvSpPr>
                <p:spPr bwMode="auto">
                  <a:xfrm>
                    <a:off x="617" y="60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34" name="任意多边形 10111"/>
                  <p:cNvSpPr/>
                  <p:nvPr/>
                </p:nvSpPr>
                <p:spPr bwMode="auto">
                  <a:xfrm>
                    <a:off x="661" y="606"/>
                    <a:ext cx="20" cy="16"/>
                  </a:xfrm>
                  <a:custGeom>
                    <a:avLst/>
                    <a:gdLst/>
                    <a:ahLst/>
                    <a:cxnLst>
                      <a:cxn ang="0">
                        <a:pos x="16" y="0"/>
                      </a:cxn>
                      <a:cxn ang="0">
                        <a:pos x="2" y="0"/>
                      </a:cxn>
                      <a:cxn ang="0">
                        <a:pos x="0" y="16"/>
                      </a:cxn>
                      <a:cxn ang="0">
                        <a:pos x="20" y="16"/>
                      </a:cxn>
                      <a:cxn ang="0">
                        <a:pos x="16" y="0"/>
                      </a:cxn>
                    </a:cxnLst>
                    <a:rect l="0" t="0" r="r" b="b"/>
                    <a:pathLst>
                      <a:path w="20" h="16">
                        <a:moveTo>
                          <a:pt x="16" y="0"/>
                        </a:moveTo>
                        <a:lnTo>
                          <a:pt x="2" y="0"/>
                        </a:lnTo>
                        <a:lnTo>
                          <a:pt x="0" y="16"/>
                        </a:lnTo>
                        <a:lnTo>
                          <a:pt x="20" y="16"/>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33" name="矩形 10112"/>
                  <p:cNvSpPr>
                    <a:spLocks noChangeArrowheads="1"/>
                  </p:cNvSpPr>
                  <p:nvPr/>
                </p:nvSpPr>
                <p:spPr bwMode="auto">
                  <a:xfrm>
                    <a:off x="663"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32" name="任意多边形 10113"/>
                  <p:cNvSpPr/>
                  <p:nvPr/>
                </p:nvSpPr>
                <p:spPr bwMode="auto">
                  <a:xfrm>
                    <a:off x="657" y="602"/>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31" name="任意多边形 10114"/>
                  <p:cNvSpPr/>
                  <p:nvPr/>
                </p:nvSpPr>
                <p:spPr bwMode="auto">
                  <a:xfrm>
                    <a:off x="677" y="602"/>
                    <a:ext cx="8" cy="20"/>
                  </a:xfrm>
                  <a:custGeom>
                    <a:avLst/>
                    <a:gdLst/>
                    <a:ahLst/>
                    <a:cxnLst>
                      <a:cxn ang="0">
                        <a:pos x="0" y="0"/>
                      </a:cxn>
                      <a:cxn ang="0">
                        <a:pos x="8" y="18"/>
                      </a:cxn>
                      <a:cxn ang="0">
                        <a:pos x="6" y="20"/>
                      </a:cxn>
                    </a:cxnLst>
                    <a:rect l="0" t="0" r="r" b="b"/>
                    <a:pathLst>
                      <a:path w="8" h="20">
                        <a:moveTo>
                          <a:pt x="0" y="0"/>
                        </a:moveTo>
                        <a:lnTo>
                          <a:pt x="8" y="18"/>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30" name="任意多边形 10115"/>
                  <p:cNvSpPr/>
                  <p:nvPr/>
                </p:nvSpPr>
                <p:spPr bwMode="auto">
                  <a:xfrm>
                    <a:off x="661" y="643"/>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29" name="矩形 10116"/>
                  <p:cNvSpPr>
                    <a:spLocks noChangeArrowheads="1"/>
                  </p:cNvSpPr>
                  <p:nvPr/>
                </p:nvSpPr>
                <p:spPr bwMode="auto">
                  <a:xfrm>
                    <a:off x="663"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28" name="任意多边形 10117"/>
                  <p:cNvSpPr/>
                  <p:nvPr/>
                </p:nvSpPr>
                <p:spPr bwMode="auto">
                  <a:xfrm>
                    <a:off x="657" y="637"/>
                    <a:ext cx="6" cy="20"/>
                  </a:xfrm>
                  <a:custGeom>
                    <a:avLst/>
                    <a:gdLst/>
                    <a:ahLst/>
                    <a:cxnLst>
                      <a:cxn ang="0">
                        <a:pos x="6" y="0"/>
                      </a:cxn>
                      <a:cxn ang="0">
                        <a:pos x="0" y="16"/>
                      </a:cxn>
                      <a:cxn ang="0">
                        <a:pos x="2" y="20"/>
                      </a:cxn>
                    </a:cxnLst>
                    <a:rect l="0" t="0" r="r" b="b"/>
                    <a:pathLst>
                      <a:path w="6" h="20">
                        <a:moveTo>
                          <a:pt x="6" y="0"/>
                        </a:moveTo>
                        <a:lnTo>
                          <a:pt x="0" y="16"/>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27" name="任意多边形 10118"/>
                  <p:cNvSpPr/>
                  <p:nvPr/>
                </p:nvSpPr>
                <p:spPr bwMode="auto">
                  <a:xfrm>
                    <a:off x="677" y="637"/>
                    <a:ext cx="8" cy="20"/>
                  </a:xfrm>
                  <a:custGeom>
                    <a:avLst/>
                    <a:gdLst/>
                    <a:ahLst/>
                    <a:cxnLst>
                      <a:cxn ang="0">
                        <a:pos x="0" y="0"/>
                      </a:cxn>
                      <a:cxn ang="0">
                        <a:pos x="8" y="16"/>
                      </a:cxn>
                      <a:cxn ang="0">
                        <a:pos x="6" y="20"/>
                      </a:cxn>
                    </a:cxnLst>
                    <a:rect l="0" t="0" r="r" b="b"/>
                    <a:pathLst>
                      <a:path w="8" h="20">
                        <a:moveTo>
                          <a:pt x="0" y="0"/>
                        </a:moveTo>
                        <a:lnTo>
                          <a:pt x="8" y="16"/>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26" name="任意多边形 10119"/>
                  <p:cNvSpPr/>
                  <p:nvPr/>
                </p:nvSpPr>
                <p:spPr bwMode="auto">
                  <a:xfrm>
                    <a:off x="695" y="643"/>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25" name="矩形 10120"/>
                  <p:cNvSpPr>
                    <a:spLocks noChangeArrowheads="1"/>
                  </p:cNvSpPr>
                  <p:nvPr/>
                </p:nvSpPr>
                <p:spPr bwMode="auto">
                  <a:xfrm>
                    <a:off x="697"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24" name="任意多边形 10121"/>
                  <p:cNvSpPr/>
                  <p:nvPr/>
                </p:nvSpPr>
                <p:spPr bwMode="auto">
                  <a:xfrm>
                    <a:off x="691" y="637"/>
                    <a:ext cx="6" cy="20"/>
                  </a:xfrm>
                  <a:custGeom>
                    <a:avLst/>
                    <a:gdLst/>
                    <a:ahLst/>
                    <a:cxnLst>
                      <a:cxn ang="0">
                        <a:pos x="6" y="0"/>
                      </a:cxn>
                      <a:cxn ang="0">
                        <a:pos x="0" y="16"/>
                      </a:cxn>
                      <a:cxn ang="0">
                        <a:pos x="2" y="20"/>
                      </a:cxn>
                    </a:cxnLst>
                    <a:rect l="0" t="0" r="r" b="b"/>
                    <a:pathLst>
                      <a:path w="6" h="20">
                        <a:moveTo>
                          <a:pt x="6" y="0"/>
                        </a:moveTo>
                        <a:lnTo>
                          <a:pt x="0" y="16"/>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23" name="任意多边形 10122"/>
                  <p:cNvSpPr/>
                  <p:nvPr/>
                </p:nvSpPr>
                <p:spPr bwMode="auto">
                  <a:xfrm>
                    <a:off x="711" y="637"/>
                    <a:ext cx="8" cy="20"/>
                  </a:xfrm>
                  <a:custGeom>
                    <a:avLst/>
                    <a:gdLst/>
                    <a:ahLst/>
                    <a:cxnLst>
                      <a:cxn ang="0">
                        <a:pos x="0" y="0"/>
                      </a:cxn>
                      <a:cxn ang="0">
                        <a:pos x="8" y="16"/>
                      </a:cxn>
                      <a:cxn ang="0">
                        <a:pos x="6" y="20"/>
                      </a:cxn>
                    </a:cxnLst>
                    <a:rect l="0" t="0" r="r" b="b"/>
                    <a:pathLst>
                      <a:path w="8" h="20">
                        <a:moveTo>
                          <a:pt x="0" y="0"/>
                        </a:moveTo>
                        <a:lnTo>
                          <a:pt x="8" y="16"/>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22" name="任意多边形 10123"/>
                  <p:cNvSpPr/>
                  <p:nvPr/>
                </p:nvSpPr>
                <p:spPr bwMode="auto">
                  <a:xfrm>
                    <a:off x="729" y="643"/>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21" name="矩形 10124"/>
                  <p:cNvSpPr>
                    <a:spLocks noChangeArrowheads="1"/>
                  </p:cNvSpPr>
                  <p:nvPr/>
                </p:nvSpPr>
                <p:spPr bwMode="auto">
                  <a:xfrm>
                    <a:off x="731"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20" name="任意多边形 10125"/>
                  <p:cNvSpPr/>
                  <p:nvPr/>
                </p:nvSpPr>
                <p:spPr bwMode="auto">
                  <a:xfrm>
                    <a:off x="725" y="637"/>
                    <a:ext cx="6" cy="20"/>
                  </a:xfrm>
                  <a:custGeom>
                    <a:avLst/>
                    <a:gdLst/>
                    <a:ahLst/>
                    <a:cxnLst>
                      <a:cxn ang="0">
                        <a:pos x="6" y="0"/>
                      </a:cxn>
                      <a:cxn ang="0">
                        <a:pos x="0" y="16"/>
                      </a:cxn>
                      <a:cxn ang="0">
                        <a:pos x="2" y="20"/>
                      </a:cxn>
                    </a:cxnLst>
                    <a:rect l="0" t="0" r="r" b="b"/>
                    <a:pathLst>
                      <a:path w="6" h="20">
                        <a:moveTo>
                          <a:pt x="6" y="0"/>
                        </a:moveTo>
                        <a:lnTo>
                          <a:pt x="0" y="16"/>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19" name="任意多边形 10126"/>
                  <p:cNvSpPr/>
                  <p:nvPr/>
                </p:nvSpPr>
                <p:spPr bwMode="auto">
                  <a:xfrm>
                    <a:off x="745" y="637"/>
                    <a:ext cx="8" cy="20"/>
                  </a:xfrm>
                  <a:custGeom>
                    <a:avLst/>
                    <a:gdLst/>
                    <a:ahLst/>
                    <a:cxnLst>
                      <a:cxn ang="0">
                        <a:pos x="0" y="0"/>
                      </a:cxn>
                      <a:cxn ang="0">
                        <a:pos x="8" y="16"/>
                      </a:cxn>
                      <a:cxn ang="0">
                        <a:pos x="6" y="20"/>
                      </a:cxn>
                    </a:cxnLst>
                    <a:rect l="0" t="0" r="r" b="b"/>
                    <a:pathLst>
                      <a:path w="8" h="20">
                        <a:moveTo>
                          <a:pt x="0" y="0"/>
                        </a:moveTo>
                        <a:lnTo>
                          <a:pt x="8" y="16"/>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18" name="任意多边形 10127"/>
                  <p:cNvSpPr/>
                  <p:nvPr/>
                </p:nvSpPr>
                <p:spPr bwMode="auto">
                  <a:xfrm>
                    <a:off x="661" y="668"/>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17" name="矩形 10128"/>
                  <p:cNvSpPr>
                    <a:spLocks noChangeArrowheads="1"/>
                  </p:cNvSpPr>
                  <p:nvPr/>
                </p:nvSpPr>
                <p:spPr bwMode="auto">
                  <a:xfrm>
                    <a:off x="663"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16" name="任意多边形 10129"/>
                  <p:cNvSpPr/>
                  <p:nvPr/>
                </p:nvSpPr>
                <p:spPr bwMode="auto">
                  <a:xfrm>
                    <a:off x="657"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15" name="任意多边形 10130"/>
                  <p:cNvSpPr/>
                  <p:nvPr/>
                </p:nvSpPr>
                <p:spPr bwMode="auto">
                  <a:xfrm>
                    <a:off x="677" y="661"/>
                    <a:ext cx="8" cy="19"/>
                  </a:xfrm>
                  <a:custGeom>
                    <a:avLst/>
                    <a:gdLst/>
                    <a:ahLst/>
                    <a:cxnLst>
                      <a:cxn ang="0">
                        <a:pos x="0" y="0"/>
                      </a:cxn>
                      <a:cxn ang="0">
                        <a:pos x="8" y="17"/>
                      </a:cxn>
                      <a:cxn ang="0">
                        <a:pos x="6" y="19"/>
                      </a:cxn>
                    </a:cxnLst>
                    <a:rect l="0" t="0" r="r" b="b"/>
                    <a:pathLst>
                      <a:path w="8" h="19">
                        <a:moveTo>
                          <a:pt x="0" y="0"/>
                        </a:moveTo>
                        <a:lnTo>
                          <a:pt x="8" y="17"/>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14" name="任意多边形 10131"/>
                  <p:cNvSpPr/>
                  <p:nvPr/>
                </p:nvSpPr>
                <p:spPr bwMode="auto">
                  <a:xfrm>
                    <a:off x="695" y="668"/>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13" name="矩形 10132"/>
                  <p:cNvSpPr>
                    <a:spLocks noChangeArrowheads="1"/>
                  </p:cNvSpPr>
                  <p:nvPr/>
                </p:nvSpPr>
                <p:spPr bwMode="auto">
                  <a:xfrm>
                    <a:off x="697"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12" name="任意多边形 10133"/>
                  <p:cNvSpPr/>
                  <p:nvPr/>
                </p:nvSpPr>
                <p:spPr bwMode="auto">
                  <a:xfrm>
                    <a:off x="691"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11" name="任意多边形 10134"/>
                  <p:cNvSpPr/>
                  <p:nvPr/>
                </p:nvSpPr>
                <p:spPr bwMode="auto">
                  <a:xfrm>
                    <a:off x="711" y="661"/>
                    <a:ext cx="8" cy="19"/>
                  </a:xfrm>
                  <a:custGeom>
                    <a:avLst/>
                    <a:gdLst/>
                    <a:ahLst/>
                    <a:cxnLst>
                      <a:cxn ang="0">
                        <a:pos x="0" y="0"/>
                      </a:cxn>
                      <a:cxn ang="0">
                        <a:pos x="8" y="17"/>
                      </a:cxn>
                      <a:cxn ang="0">
                        <a:pos x="6" y="19"/>
                      </a:cxn>
                    </a:cxnLst>
                    <a:rect l="0" t="0" r="r" b="b"/>
                    <a:pathLst>
                      <a:path w="8" h="19">
                        <a:moveTo>
                          <a:pt x="0" y="0"/>
                        </a:moveTo>
                        <a:lnTo>
                          <a:pt x="8" y="17"/>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10" name="任意多边形 10135"/>
                  <p:cNvSpPr/>
                  <p:nvPr/>
                </p:nvSpPr>
                <p:spPr bwMode="auto">
                  <a:xfrm>
                    <a:off x="729" y="668"/>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09" name="矩形 10136"/>
                  <p:cNvSpPr>
                    <a:spLocks noChangeArrowheads="1"/>
                  </p:cNvSpPr>
                  <p:nvPr/>
                </p:nvSpPr>
                <p:spPr bwMode="auto">
                  <a:xfrm>
                    <a:off x="731"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08" name="任意多边形 10137"/>
                  <p:cNvSpPr/>
                  <p:nvPr/>
                </p:nvSpPr>
                <p:spPr bwMode="auto">
                  <a:xfrm>
                    <a:off x="725"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07" name="任意多边形 10138"/>
                  <p:cNvSpPr/>
                  <p:nvPr/>
                </p:nvSpPr>
                <p:spPr bwMode="auto">
                  <a:xfrm>
                    <a:off x="745" y="661"/>
                    <a:ext cx="8" cy="19"/>
                  </a:xfrm>
                  <a:custGeom>
                    <a:avLst/>
                    <a:gdLst/>
                    <a:ahLst/>
                    <a:cxnLst>
                      <a:cxn ang="0">
                        <a:pos x="0" y="0"/>
                      </a:cxn>
                      <a:cxn ang="0">
                        <a:pos x="8" y="17"/>
                      </a:cxn>
                      <a:cxn ang="0">
                        <a:pos x="6" y="19"/>
                      </a:cxn>
                    </a:cxnLst>
                    <a:rect l="0" t="0" r="r" b="b"/>
                    <a:pathLst>
                      <a:path w="8" h="19">
                        <a:moveTo>
                          <a:pt x="0" y="0"/>
                        </a:moveTo>
                        <a:lnTo>
                          <a:pt x="8" y="17"/>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06" name="任意多边形 10139"/>
                  <p:cNvSpPr/>
                  <p:nvPr/>
                </p:nvSpPr>
                <p:spPr bwMode="auto">
                  <a:xfrm>
                    <a:off x="697" y="694"/>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05" name="矩形 10140"/>
                  <p:cNvSpPr>
                    <a:spLocks noChangeArrowheads="1"/>
                  </p:cNvSpPr>
                  <p:nvPr/>
                </p:nvSpPr>
                <p:spPr bwMode="auto">
                  <a:xfrm>
                    <a:off x="699"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04" name="任意多边形 10141"/>
                  <p:cNvSpPr/>
                  <p:nvPr/>
                </p:nvSpPr>
                <p:spPr bwMode="auto">
                  <a:xfrm>
                    <a:off x="691" y="688"/>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03" name="任意多边形 10142"/>
                  <p:cNvSpPr/>
                  <p:nvPr/>
                </p:nvSpPr>
                <p:spPr bwMode="auto">
                  <a:xfrm>
                    <a:off x="713" y="688"/>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02" name="任意多边形 10143"/>
                  <p:cNvSpPr/>
                  <p:nvPr/>
                </p:nvSpPr>
                <p:spPr bwMode="auto">
                  <a:xfrm>
                    <a:off x="206" y="746"/>
                    <a:ext cx="339" cy="13"/>
                  </a:xfrm>
                  <a:custGeom>
                    <a:avLst/>
                    <a:gdLst/>
                    <a:ahLst/>
                    <a:cxnLst>
                      <a:cxn ang="0">
                        <a:pos x="331" y="0"/>
                      </a:cxn>
                      <a:cxn ang="0">
                        <a:pos x="6" y="0"/>
                      </a:cxn>
                      <a:cxn ang="0">
                        <a:pos x="0" y="13"/>
                      </a:cxn>
                      <a:cxn ang="0">
                        <a:pos x="339" y="13"/>
                      </a:cxn>
                      <a:cxn ang="0">
                        <a:pos x="331" y="0"/>
                      </a:cxn>
                    </a:cxnLst>
                    <a:rect l="0" t="0" r="r" b="b"/>
                    <a:pathLst>
                      <a:path w="339" h="13">
                        <a:moveTo>
                          <a:pt x="331" y="0"/>
                        </a:moveTo>
                        <a:lnTo>
                          <a:pt x="6" y="0"/>
                        </a:lnTo>
                        <a:lnTo>
                          <a:pt x="0" y="13"/>
                        </a:lnTo>
                        <a:lnTo>
                          <a:pt x="339" y="13"/>
                        </a:lnTo>
                        <a:lnTo>
                          <a:pt x="331"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01" name="矩形 10144"/>
                  <p:cNvSpPr>
                    <a:spLocks noChangeArrowheads="1"/>
                  </p:cNvSpPr>
                  <p:nvPr/>
                </p:nvSpPr>
                <p:spPr bwMode="auto">
                  <a:xfrm>
                    <a:off x="212" y="740"/>
                    <a:ext cx="325"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00" name="任意多边形 10145"/>
                  <p:cNvSpPr/>
                  <p:nvPr/>
                </p:nvSpPr>
                <p:spPr bwMode="auto">
                  <a:xfrm>
                    <a:off x="537" y="740"/>
                    <a:ext cx="14" cy="19"/>
                  </a:xfrm>
                  <a:custGeom>
                    <a:avLst/>
                    <a:gdLst/>
                    <a:ahLst/>
                    <a:cxnLst>
                      <a:cxn ang="0">
                        <a:pos x="0" y="0"/>
                      </a:cxn>
                      <a:cxn ang="0">
                        <a:pos x="14" y="17"/>
                      </a:cxn>
                      <a:cxn ang="0">
                        <a:pos x="8" y="19"/>
                      </a:cxn>
                    </a:cxnLst>
                    <a:rect l="0" t="0" r="r" b="b"/>
                    <a:pathLst>
                      <a:path w="14" h="19">
                        <a:moveTo>
                          <a:pt x="0" y="0"/>
                        </a:moveTo>
                        <a:lnTo>
                          <a:pt x="14" y="17"/>
                        </a:lnTo>
                        <a:lnTo>
                          <a:pt x="8"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99" name="任意多边形 10146"/>
                  <p:cNvSpPr/>
                  <p:nvPr/>
                </p:nvSpPr>
                <p:spPr bwMode="auto">
                  <a:xfrm>
                    <a:off x="200" y="740"/>
                    <a:ext cx="12" cy="17"/>
                  </a:xfrm>
                  <a:custGeom>
                    <a:avLst/>
                    <a:gdLst/>
                    <a:ahLst/>
                    <a:cxnLst>
                      <a:cxn ang="0">
                        <a:pos x="12" y="0"/>
                      </a:cxn>
                      <a:cxn ang="0">
                        <a:pos x="0" y="16"/>
                      </a:cxn>
                      <a:cxn ang="0">
                        <a:pos x="8" y="17"/>
                      </a:cxn>
                    </a:cxnLst>
                    <a:rect l="0" t="0" r="r" b="b"/>
                    <a:pathLst>
                      <a:path w="12" h="17">
                        <a:moveTo>
                          <a:pt x="12" y="0"/>
                        </a:moveTo>
                        <a:lnTo>
                          <a:pt x="0" y="16"/>
                        </a:lnTo>
                        <a:lnTo>
                          <a:pt x="8"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98" name="任意多边形 10147"/>
                  <p:cNvSpPr/>
                  <p:nvPr/>
                </p:nvSpPr>
                <p:spPr bwMode="auto">
                  <a:xfrm>
                    <a:off x="663" y="719"/>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97" name="矩形 10148"/>
                  <p:cNvSpPr>
                    <a:spLocks noChangeArrowheads="1"/>
                  </p:cNvSpPr>
                  <p:nvPr/>
                </p:nvSpPr>
                <p:spPr bwMode="auto">
                  <a:xfrm>
                    <a:off x="665"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96" name="任意多边形 10149"/>
                  <p:cNvSpPr/>
                  <p:nvPr/>
                </p:nvSpPr>
                <p:spPr bwMode="auto">
                  <a:xfrm>
                    <a:off x="657" y="713"/>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95" name="任意多边形 10150"/>
                  <p:cNvSpPr/>
                  <p:nvPr/>
                </p:nvSpPr>
                <p:spPr bwMode="auto">
                  <a:xfrm>
                    <a:off x="679" y="713"/>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94" name="任意多边形 10151"/>
                  <p:cNvSpPr/>
                  <p:nvPr/>
                </p:nvSpPr>
                <p:spPr bwMode="auto">
                  <a:xfrm>
                    <a:off x="697" y="719"/>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93" name="矩形 10152"/>
                  <p:cNvSpPr>
                    <a:spLocks noChangeArrowheads="1"/>
                  </p:cNvSpPr>
                  <p:nvPr/>
                </p:nvSpPr>
                <p:spPr bwMode="auto">
                  <a:xfrm>
                    <a:off x="699"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92" name="任意多边形 10153"/>
                  <p:cNvSpPr/>
                  <p:nvPr/>
                </p:nvSpPr>
                <p:spPr bwMode="auto">
                  <a:xfrm>
                    <a:off x="691" y="713"/>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91" name="任意多边形 10154"/>
                  <p:cNvSpPr/>
                  <p:nvPr/>
                </p:nvSpPr>
                <p:spPr bwMode="auto">
                  <a:xfrm>
                    <a:off x="713" y="713"/>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90" name="任意多边形 10155"/>
                  <p:cNvSpPr/>
                  <p:nvPr/>
                </p:nvSpPr>
                <p:spPr bwMode="auto">
                  <a:xfrm>
                    <a:off x="729" y="719"/>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89" name="矩形 10156"/>
                  <p:cNvSpPr>
                    <a:spLocks noChangeArrowheads="1"/>
                  </p:cNvSpPr>
                  <p:nvPr/>
                </p:nvSpPr>
                <p:spPr bwMode="auto">
                  <a:xfrm>
                    <a:off x="733"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88" name="任意多边形 10157"/>
                  <p:cNvSpPr/>
                  <p:nvPr/>
                </p:nvSpPr>
                <p:spPr bwMode="auto">
                  <a:xfrm>
                    <a:off x="725" y="713"/>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87" name="任意多边形 10158"/>
                  <p:cNvSpPr/>
                  <p:nvPr/>
                </p:nvSpPr>
                <p:spPr bwMode="auto">
                  <a:xfrm>
                    <a:off x="747" y="713"/>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86" name="任意多边形 10159"/>
                  <p:cNvSpPr/>
                  <p:nvPr/>
                </p:nvSpPr>
                <p:spPr bwMode="auto">
                  <a:xfrm>
                    <a:off x="793" y="643"/>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85" name="矩形 10160"/>
                  <p:cNvSpPr>
                    <a:spLocks noChangeArrowheads="1"/>
                  </p:cNvSpPr>
                  <p:nvPr/>
                </p:nvSpPr>
                <p:spPr bwMode="auto">
                  <a:xfrm>
                    <a:off x="797"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84" name="任意多边形 10161"/>
                  <p:cNvSpPr/>
                  <p:nvPr/>
                </p:nvSpPr>
                <p:spPr bwMode="auto">
                  <a:xfrm>
                    <a:off x="789" y="637"/>
                    <a:ext cx="8" cy="20"/>
                  </a:xfrm>
                  <a:custGeom>
                    <a:avLst/>
                    <a:gdLst/>
                    <a:ahLst/>
                    <a:cxnLst>
                      <a:cxn ang="0">
                        <a:pos x="8" y="0"/>
                      </a:cxn>
                      <a:cxn ang="0">
                        <a:pos x="0" y="16"/>
                      </a:cxn>
                      <a:cxn ang="0">
                        <a:pos x="4" y="20"/>
                      </a:cxn>
                    </a:cxnLst>
                    <a:rect l="0" t="0" r="r" b="b"/>
                    <a:pathLst>
                      <a:path w="8" h="20">
                        <a:moveTo>
                          <a:pt x="8" y="0"/>
                        </a:moveTo>
                        <a:lnTo>
                          <a:pt x="0"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83" name="任意多边形 10162"/>
                  <p:cNvSpPr/>
                  <p:nvPr/>
                </p:nvSpPr>
                <p:spPr bwMode="auto">
                  <a:xfrm>
                    <a:off x="811"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82" name="任意多边形 10163"/>
                  <p:cNvSpPr/>
                  <p:nvPr/>
                </p:nvSpPr>
                <p:spPr bwMode="auto">
                  <a:xfrm>
                    <a:off x="827" y="64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81" name="矩形 10164"/>
                  <p:cNvSpPr>
                    <a:spLocks noChangeArrowheads="1"/>
                  </p:cNvSpPr>
                  <p:nvPr/>
                </p:nvSpPr>
                <p:spPr bwMode="auto">
                  <a:xfrm>
                    <a:off x="831"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80" name="任意多边形 10165"/>
                  <p:cNvSpPr/>
                  <p:nvPr/>
                </p:nvSpPr>
                <p:spPr bwMode="auto">
                  <a:xfrm>
                    <a:off x="823" y="637"/>
                    <a:ext cx="8" cy="20"/>
                  </a:xfrm>
                  <a:custGeom>
                    <a:avLst/>
                    <a:gdLst/>
                    <a:ahLst/>
                    <a:cxnLst>
                      <a:cxn ang="0">
                        <a:pos x="8" y="0"/>
                      </a:cxn>
                      <a:cxn ang="0">
                        <a:pos x="0" y="16"/>
                      </a:cxn>
                      <a:cxn ang="0">
                        <a:pos x="4" y="20"/>
                      </a:cxn>
                    </a:cxnLst>
                    <a:rect l="0" t="0" r="r" b="b"/>
                    <a:pathLst>
                      <a:path w="8" h="20">
                        <a:moveTo>
                          <a:pt x="8" y="0"/>
                        </a:moveTo>
                        <a:lnTo>
                          <a:pt x="0"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79" name="任意多边形 10166"/>
                  <p:cNvSpPr/>
                  <p:nvPr/>
                </p:nvSpPr>
                <p:spPr bwMode="auto">
                  <a:xfrm>
                    <a:off x="845"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78" name="任意多边形 10167"/>
                  <p:cNvSpPr/>
                  <p:nvPr/>
                </p:nvSpPr>
                <p:spPr bwMode="auto">
                  <a:xfrm>
                    <a:off x="861" y="64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77" name="矩形 10168"/>
                  <p:cNvSpPr>
                    <a:spLocks noChangeArrowheads="1"/>
                  </p:cNvSpPr>
                  <p:nvPr/>
                </p:nvSpPr>
                <p:spPr bwMode="auto">
                  <a:xfrm>
                    <a:off x="865"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76" name="任意多边形 10169"/>
                  <p:cNvSpPr/>
                  <p:nvPr/>
                </p:nvSpPr>
                <p:spPr bwMode="auto">
                  <a:xfrm>
                    <a:off x="857" y="637"/>
                    <a:ext cx="8" cy="20"/>
                  </a:xfrm>
                  <a:custGeom>
                    <a:avLst/>
                    <a:gdLst/>
                    <a:ahLst/>
                    <a:cxnLst>
                      <a:cxn ang="0">
                        <a:pos x="8" y="0"/>
                      </a:cxn>
                      <a:cxn ang="0">
                        <a:pos x="0" y="16"/>
                      </a:cxn>
                      <a:cxn ang="0">
                        <a:pos x="4" y="20"/>
                      </a:cxn>
                    </a:cxnLst>
                    <a:rect l="0" t="0" r="r" b="b"/>
                    <a:pathLst>
                      <a:path w="8" h="20">
                        <a:moveTo>
                          <a:pt x="8" y="0"/>
                        </a:moveTo>
                        <a:lnTo>
                          <a:pt x="0"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75" name="任意多边形 10170"/>
                  <p:cNvSpPr/>
                  <p:nvPr/>
                </p:nvSpPr>
                <p:spPr bwMode="auto">
                  <a:xfrm>
                    <a:off x="879"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74" name="任意多边形 10171"/>
                  <p:cNvSpPr/>
                  <p:nvPr/>
                </p:nvSpPr>
                <p:spPr bwMode="auto">
                  <a:xfrm>
                    <a:off x="895" y="64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73" name="矩形 10172"/>
                  <p:cNvSpPr>
                    <a:spLocks noChangeArrowheads="1"/>
                  </p:cNvSpPr>
                  <p:nvPr/>
                </p:nvSpPr>
                <p:spPr bwMode="auto">
                  <a:xfrm>
                    <a:off x="899"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72" name="任意多边形 10173"/>
                  <p:cNvSpPr/>
                  <p:nvPr/>
                </p:nvSpPr>
                <p:spPr bwMode="auto">
                  <a:xfrm>
                    <a:off x="891" y="637"/>
                    <a:ext cx="8" cy="20"/>
                  </a:xfrm>
                  <a:custGeom>
                    <a:avLst/>
                    <a:gdLst/>
                    <a:ahLst/>
                    <a:cxnLst>
                      <a:cxn ang="0">
                        <a:pos x="8" y="0"/>
                      </a:cxn>
                      <a:cxn ang="0">
                        <a:pos x="0" y="16"/>
                      </a:cxn>
                      <a:cxn ang="0">
                        <a:pos x="4" y="20"/>
                      </a:cxn>
                    </a:cxnLst>
                    <a:rect l="0" t="0" r="r" b="b"/>
                    <a:pathLst>
                      <a:path w="8" h="20">
                        <a:moveTo>
                          <a:pt x="8" y="0"/>
                        </a:moveTo>
                        <a:lnTo>
                          <a:pt x="0"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71" name="任意多边形 10174"/>
                  <p:cNvSpPr/>
                  <p:nvPr/>
                </p:nvSpPr>
                <p:spPr bwMode="auto">
                  <a:xfrm>
                    <a:off x="913"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70" name="任意多边形 10175"/>
                  <p:cNvSpPr/>
                  <p:nvPr/>
                </p:nvSpPr>
                <p:spPr bwMode="auto">
                  <a:xfrm>
                    <a:off x="793" y="668"/>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69" name="矩形 10176"/>
                  <p:cNvSpPr>
                    <a:spLocks noChangeArrowheads="1"/>
                  </p:cNvSpPr>
                  <p:nvPr/>
                </p:nvSpPr>
                <p:spPr bwMode="auto">
                  <a:xfrm>
                    <a:off x="797"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68" name="任意多边形 10177"/>
                  <p:cNvSpPr/>
                  <p:nvPr/>
                </p:nvSpPr>
                <p:spPr bwMode="auto">
                  <a:xfrm>
                    <a:off x="789" y="661"/>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67" name="任意多边形 10178"/>
                  <p:cNvSpPr/>
                  <p:nvPr/>
                </p:nvSpPr>
                <p:spPr bwMode="auto">
                  <a:xfrm>
                    <a:off x="811" y="661"/>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66" name="任意多边形 10179"/>
                  <p:cNvSpPr/>
                  <p:nvPr/>
                </p:nvSpPr>
                <p:spPr bwMode="auto">
                  <a:xfrm>
                    <a:off x="827" y="66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65" name="矩形 10180"/>
                  <p:cNvSpPr>
                    <a:spLocks noChangeArrowheads="1"/>
                  </p:cNvSpPr>
                  <p:nvPr/>
                </p:nvSpPr>
                <p:spPr bwMode="auto">
                  <a:xfrm>
                    <a:off x="831"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64" name="任意多边形 10181"/>
                  <p:cNvSpPr/>
                  <p:nvPr/>
                </p:nvSpPr>
                <p:spPr bwMode="auto">
                  <a:xfrm>
                    <a:off x="823" y="661"/>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63" name="任意多边形 10182"/>
                  <p:cNvSpPr/>
                  <p:nvPr/>
                </p:nvSpPr>
                <p:spPr bwMode="auto">
                  <a:xfrm>
                    <a:off x="845" y="661"/>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62" name="任意多边形 10183"/>
                  <p:cNvSpPr/>
                  <p:nvPr/>
                </p:nvSpPr>
                <p:spPr bwMode="auto">
                  <a:xfrm>
                    <a:off x="861" y="66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61" name="矩形 10184"/>
                  <p:cNvSpPr>
                    <a:spLocks noChangeArrowheads="1"/>
                  </p:cNvSpPr>
                  <p:nvPr/>
                </p:nvSpPr>
                <p:spPr bwMode="auto">
                  <a:xfrm>
                    <a:off x="865"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60" name="任意多边形 10185"/>
                  <p:cNvSpPr/>
                  <p:nvPr/>
                </p:nvSpPr>
                <p:spPr bwMode="auto">
                  <a:xfrm>
                    <a:off x="857" y="661"/>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59" name="任意多边形 10186"/>
                  <p:cNvSpPr/>
                  <p:nvPr/>
                </p:nvSpPr>
                <p:spPr bwMode="auto">
                  <a:xfrm>
                    <a:off x="879" y="661"/>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58" name="任意多边形 10187"/>
                  <p:cNvSpPr/>
                  <p:nvPr/>
                </p:nvSpPr>
                <p:spPr bwMode="auto">
                  <a:xfrm>
                    <a:off x="793" y="694"/>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57" name="矩形 10188"/>
                  <p:cNvSpPr>
                    <a:spLocks noChangeArrowheads="1"/>
                  </p:cNvSpPr>
                  <p:nvPr/>
                </p:nvSpPr>
                <p:spPr bwMode="auto">
                  <a:xfrm>
                    <a:off x="797"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56" name="任意多边形 10189"/>
                  <p:cNvSpPr/>
                  <p:nvPr/>
                </p:nvSpPr>
                <p:spPr bwMode="auto">
                  <a:xfrm>
                    <a:off x="789" y="688"/>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55" name="任意多边形 10190"/>
                  <p:cNvSpPr/>
                  <p:nvPr/>
                </p:nvSpPr>
                <p:spPr bwMode="auto">
                  <a:xfrm>
                    <a:off x="811" y="688"/>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54" name="任意多边形 10191"/>
                  <p:cNvSpPr/>
                  <p:nvPr/>
                </p:nvSpPr>
                <p:spPr bwMode="auto">
                  <a:xfrm>
                    <a:off x="827" y="694"/>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53" name="矩形 10192"/>
                  <p:cNvSpPr>
                    <a:spLocks noChangeArrowheads="1"/>
                  </p:cNvSpPr>
                  <p:nvPr/>
                </p:nvSpPr>
                <p:spPr bwMode="auto">
                  <a:xfrm>
                    <a:off x="831"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52" name="任意多边形 10193"/>
                  <p:cNvSpPr/>
                  <p:nvPr/>
                </p:nvSpPr>
                <p:spPr bwMode="auto">
                  <a:xfrm>
                    <a:off x="823" y="688"/>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51" name="任意多边形 10194"/>
                  <p:cNvSpPr/>
                  <p:nvPr/>
                </p:nvSpPr>
                <p:spPr bwMode="auto">
                  <a:xfrm>
                    <a:off x="845" y="688"/>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50" name="任意多边形 10195"/>
                  <p:cNvSpPr/>
                  <p:nvPr/>
                </p:nvSpPr>
                <p:spPr bwMode="auto">
                  <a:xfrm>
                    <a:off x="861" y="694"/>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49" name="矩形 10196"/>
                  <p:cNvSpPr>
                    <a:spLocks noChangeArrowheads="1"/>
                  </p:cNvSpPr>
                  <p:nvPr/>
                </p:nvSpPr>
                <p:spPr bwMode="auto">
                  <a:xfrm>
                    <a:off x="865"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48" name="任意多边形 10197"/>
                  <p:cNvSpPr/>
                  <p:nvPr/>
                </p:nvSpPr>
                <p:spPr bwMode="auto">
                  <a:xfrm>
                    <a:off x="857" y="688"/>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47" name="任意多边形 10198"/>
                  <p:cNvSpPr/>
                  <p:nvPr/>
                </p:nvSpPr>
                <p:spPr bwMode="auto">
                  <a:xfrm>
                    <a:off x="879" y="688"/>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46" name="任意多边形 10199"/>
                  <p:cNvSpPr/>
                  <p:nvPr/>
                </p:nvSpPr>
                <p:spPr bwMode="auto">
                  <a:xfrm>
                    <a:off x="861" y="719"/>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45" name="矩形 10200"/>
                  <p:cNvSpPr>
                    <a:spLocks noChangeArrowheads="1"/>
                  </p:cNvSpPr>
                  <p:nvPr/>
                </p:nvSpPr>
                <p:spPr bwMode="auto">
                  <a:xfrm>
                    <a:off x="865"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44" name="任意多边形 10201"/>
                  <p:cNvSpPr/>
                  <p:nvPr/>
                </p:nvSpPr>
                <p:spPr bwMode="auto">
                  <a:xfrm>
                    <a:off x="857" y="713"/>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43" name="任意多边形 10202"/>
                  <p:cNvSpPr/>
                  <p:nvPr/>
                </p:nvSpPr>
                <p:spPr bwMode="auto">
                  <a:xfrm>
                    <a:off x="879" y="713"/>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42" name="任意多边形 10203"/>
                  <p:cNvSpPr/>
                  <p:nvPr/>
                </p:nvSpPr>
                <p:spPr bwMode="auto">
                  <a:xfrm>
                    <a:off x="797" y="719"/>
                    <a:ext cx="44" cy="13"/>
                  </a:xfrm>
                  <a:custGeom>
                    <a:avLst/>
                    <a:gdLst/>
                    <a:ahLst/>
                    <a:cxnLst>
                      <a:cxn ang="0">
                        <a:pos x="38" y="0"/>
                      </a:cxn>
                      <a:cxn ang="0">
                        <a:pos x="6" y="0"/>
                      </a:cxn>
                      <a:cxn ang="0">
                        <a:pos x="0" y="13"/>
                      </a:cxn>
                      <a:cxn ang="0">
                        <a:pos x="44" y="13"/>
                      </a:cxn>
                      <a:cxn ang="0">
                        <a:pos x="38" y="0"/>
                      </a:cxn>
                    </a:cxnLst>
                    <a:rect l="0" t="0" r="r" b="b"/>
                    <a:pathLst>
                      <a:path w="44" h="13">
                        <a:moveTo>
                          <a:pt x="38" y="0"/>
                        </a:moveTo>
                        <a:lnTo>
                          <a:pt x="6" y="0"/>
                        </a:lnTo>
                        <a:lnTo>
                          <a:pt x="0" y="13"/>
                        </a:lnTo>
                        <a:lnTo>
                          <a:pt x="44" y="13"/>
                        </a:lnTo>
                        <a:lnTo>
                          <a:pt x="3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41" name="矩形 10204"/>
                  <p:cNvSpPr>
                    <a:spLocks noChangeArrowheads="1"/>
                  </p:cNvSpPr>
                  <p:nvPr/>
                </p:nvSpPr>
                <p:spPr bwMode="auto">
                  <a:xfrm>
                    <a:off x="803" y="713"/>
                    <a:ext cx="32"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40" name="任意多边形 10205"/>
                  <p:cNvSpPr/>
                  <p:nvPr/>
                </p:nvSpPr>
                <p:spPr bwMode="auto">
                  <a:xfrm>
                    <a:off x="791" y="715"/>
                    <a:ext cx="12" cy="17"/>
                  </a:xfrm>
                  <a:custGeom>
                    <a:avLst/>
                    <a:gdLst/>
                    <a:ahLst/>
                    <a:cxnLst>
                      <a:cxn ang="0">
                        <a:pos x="12" y="0"/>
                      </a:cxn>
                      <a:cxn ang="0">
                        <a:pos x="0" y="15"/>
                      </a:cxn>
                      <a:cxn ang="0">
                        <a:pos x="4" y="17"/>
                      </a:cxn>
                    </a:cxnLst>
                    <a:rect l="0" t="0" r="r" b="b"/>
                    <a:pathLst>
                      <a:path w="12" h="17">
                        <a:moveTo>
                          <a:pt x="12" y="0"/>
                        </a:moveTo>
                        <a:lnTo>
                          <a:pt x="0" y="15"/>
                        </a:lnTo>
                        <a:lnTo>
                          <a:pt x="4"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39" name="任意多边形 10206"/>
                  <p:cNvSpPr/>
                  <p:nvPr/>
                </p:nvSpPr>
                <p:spPr bwMode="auto">
                  <a:xfrm>
                    <a:off x="837" y="715"/>
                    <a:ext cx="12" cy="17"/>
                  </a:xfrm>
                  <a:custGeom>
                    <a:avLst/>
                    <a:gdLst/>
                    <a:ahLst/>
                    <a:cxnLst>
                      <a:cxn ang="0">
                        <a:pos x="0" y="0"/>
                      </a:cxn>
                      <a:cxn ang="0">
                        <a:pos x="12" y="15"/>
                      </a:cxn>
                      <a:cxn ang="0">
                        <a:pos x="6" y="17"/>
                      </a:cxn>
                    </a:cxnLst>
                    <a:rect l="0" t="0" r="r" b="b"/>
                    <a:pathLst>
                      <a:path w="12" h="17">
                        <a:moveTo>
                          <a:pt x="0" y="0"/>
                        </a:moveTo>
                        <a:lnTo>
                          <a:pt x="12" y="15"/>
                        </a:lnTo>
                        <a:lnTo>
                          <a:pt x="6"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38" name="任意多边形 10207"/>
                  <p:cNvSpPr/>
                  <p:nvPr/>
                </p:nvSpPr>
                <p:spPr bwMode="auto">
                  <a:xfrm>
                    <a:off x="897" y="725"/>
                    <a:ext cx="22" cy="7"/>
                  </a:xfrm>
                  <a:custGeom>
                    <a:avLst/>
                    <a:gdLst/>
                    <a:ahLst/>
                    <a:cxnLst>
                      <a:cxn ang="0">
                        <a:pos x="20" y="0"/>
                      </a:cxn>
                      <a:cxn ang="0">
                        <a:pos x="0" y="0"/>
                      </a:cxn>
                      <a:cxn ang="0">
                        <a:pos x="0" y="7"/>
                      </a:cxn>
                      <a:cxn ang="0">
                        <a:pos x="22" y="7"/>
                      </a:cxn>
                      <a:cxn ang="0">
                        <a:pos x="20" y="0"/>
                      </a:cxn>
                    </a:cxnLst>
                    <a:rect l="0" t="0" r="r" b="b"/>
                    <a:pathLst>
                      <a:path w="22" h="7">
                        <a:moveTo>
                          <a:pt x="20" y="0"/>
                        </a:moveTo>
                        <a:lnTo>
                          <a:pt x="0" y="0"/>
                        </a:lnTo>
                        <a:lnTo>
                          <a:pt x="0" y="7"/>
                        </a:lnTo>
                        <a:lnTo>
                          <a:pt x="22" y="7"/>
                        </a:lnTo>
                        <a:lnTo>
                          <a:pt x="20"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37" name="任意多边形 10208"/>
                  <p:cNvSpPr/>
                  <p:nvPr/>
                </p:nvSpPr>
                <p:spPr bwMode="auto">
                  <a:xfrm>
                    <a:off x="891" y="686"/>
                    <a:ext cx="6" cy="46"/>
                  </a:xfrm>
                  <a:custGeom>
                    <a:avLst/>
                    <a:gdLst/>
                    <a:ahLst/>
                    <a:cxnLst>
                      <a:cxn ang="0">
                        <a:pos x="6" y="0"/>
                      </a:cxn>
                      <a:cxn ang="0">
                        <a:pos x="0" y="42"/>
                      </a:cxn>
                      <a:cxn ang="0">
                        <a:pos x="6" y="46"/>
                      </a:cxn>
                    </a:cxnLst>
                    <a:rect l="0" t="0" r="r" b="b"/>
                    <a:pathLst>
                      <a:path w="6" h="46">
                        <a:moveTo>
                          <a:pt x="6" y="0"/>
                        </a:moveTo>
                        <a:lnTo>
                          <a:pt x="0" y="42"/>
                        </a:lnTo>
                        <a:lnTo>
                          <a:pt x="6" y="46"/>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36" name="矩形 10209"/>
                  <p:cNvSpPr>
                    <a:spLocks noChangeArrowheads="1"/>
                  </p:cNvSpPr>
                  <p:nvPr/>
                </p:nvSpPr>
                <p:spPr bwMode="auto">
                  <a:xfrm>
                    <a:off x="897" y="688"/>
                    <a:ext cx="20" cy="37"/>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35" name="任意多边形 10210"/>
                  <p:cNvSpPr/>
                  <p:nvPr/>
                </p:nvSpPr>
                <p:spPr bwMode="auto">
                  <a:xfrm>
                    <a:off x="917" y="686"/>
                    <a:ext cx="2" cy="46"/>
                  </a:xfrm>
                  <a:custGeom>
                    <a:avLst/>
                    <a:gdLst/>
                    <a:ahLst/>
                    <a:cxnLst>
                      <a:cxn ang="0">
                        <a:pos x="0" y="0"/>
                      </a:cxn>
                      <a:cxn ang="0">
                        <a:pos x="2" y="37"/>
                      </a:cxn>
                      <a:cxn ang="0">
                        <a:pos x="2" y="46"/>
                      </a:cxn>
                    </a:cxnLst>
                    <a:rect l="0" t="0" r="r" b="b"/>
                    <a:pathLst>
                      <a:path w="2" h="46">
                        <a:moveTo>
                          <a:pt x="0" y="0"/>
                        </a:moveTo>
                        <a:lnTo>
                          <a:pt x="2" y="37"/>
                        </a:lnTo>
                        <a:lnTo>
                          <a:pt x="2" y="46"/>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34" name="任意多边形 10211"/>
                  <p:cNvSpPr/>
                  <p:nvPr/>
                </p:nvSpPr>
                <p:spPr bwMode="auto">
                  <a:xfrm>
                    <a:off x="427" y="606"/>
                    <a:ext cx="22" cy="16"/>
                  </a:xfrm>
                  <a:custGeom>
                    <a:avLst/>
                    <a:gdLst/>
                    <a:ahLst/>
                    <a:cxnLst>
                      <a:cxn ang="0">
                        <a:pos x="18" y="0"/>
                      </a:cxn>
                      <a:cxn ang="0">
                        <a:pos x="4" y="0"/>
                      </a:cxn>
                      <a:cxn ang="0">
                        <a:pos x="0" y="16"/>
                      </a:cxn>
                      <a:cxn ang="0">
                        <a:pos x="22" y="16"/>
                      </a:cxn>
                      <a:cxn ang="0">
                        <a:pos x="18" y="0"/>
                      </a:cxn>
                    </a:cxnLst>
                    <a:rect l="0" t="0" r="r" b="b"/>
                    <a:pathLst>
                      <a:path w="22" h="16">
                        <a:moveTo>
                          <a:pt x="18" y="0"/>
                        </a:moveTo>
                        <a:lnTo>
                          <a:pt x="4" y="0"/>
                        </a:lnTo>
                        <a:lnTo>
                          <a:pt x="0" y="16"/>
                        </a:lnTo>
                        <a:lnTo>
                          <a:pt x="22"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33" name="矩形 10212"/>
                  <p:cNvSpPr>
                    <a:spLocks noChangeArrowheads="1"/>
                  </p:cNvSpPr>
                  <p:nvPr/>
                </p:nvSpPr>
                <p:spPr bwMode="auto">
                  <a:xfrm>
                    <a:off x="431"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32" name="任意多边形 10213"/>
                  <p:cNvSpPr/>
                  <p:nvPr/>
                </p:nvSpPr>
                <p:spPr bwMode="auto">
                  <a:xfrm>
                    <a:off x="425" y="602"/>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31" name="任意多边形 10214"/>
                  <p:cNvSpPr/>
                  <p:nvPr/>
                </p:nvSpPr>
                <p:spPr bwMode="auto">
                  <a:xfrm>
                    <a:off x="445" y="602"/>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30" name="任意多边形 10215"/>
                  <p:cNvSpPr/>
                  <p:nvPr/>
                </p:nvSpPr>
                <p:spPr bwMode="auto">
                  <a:xfrm>
                    <a:off x="701" y="606"/>
                    <a:ext cx="46" cy="16"/>
                  </a:xfrm>
                  <a:custGeom>
                    <a:avLst/>
                    <a:gdLst/>
                    <a:ahLst/>
                    <a:cxnLst>
                      <a:cxn ang="0">
                        <a:pos x="38" y="0"/>
                      </a:cxn>
                      <a:cxn ang="0">
                        <a:pos x="6" y="0"/>
                      </a:cxn>
                      <a:cxn ang="0">
                        <a:pos x="0" y="16"/>
                      </a:cxn>
                      <a:cxn ang="0">
                        <a:pos x="46" y="16"/>
                      </a:cxn>
                      <a:cxn ang="0">
                        <a:pos x="38" y="0"/>
                      </a:cxn>
                    </a:cxnLst>
                    <a:rect l="0" t="0" r="r" b="b"/>
                    <a:pathLst>
                      <a:path w="46" h="16">
                        <a:moveTo>
                          <a:pt x="38" y="0"/>
                        </a:moveTo>
                        <a:lnTo>
                          <a:pt x="6" y="0"/>
                        </a:lnTo>
                        <a:lnTo>
                          <a:pt x="0" y="16"/>
                        </a:lnTo>
                        <a:lnTo>
                          <a:pt x="46" y="16"/>
                        </a:lnTo>
                        <a:lnTo>
                          <a:pt x="3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29" name="矩形 10216"/>
                  <p:cNvSpPr>
                    <a:spLocks noChangeArrowheads="1"/>
                  </p:cNvSpPr>
                  <p:nvPr/>
                </p:nvSpPr>
                <p:spPr bwMode="auto">
                  <a:xfrm>
                    <a:off x="707" y="602"/>
                    <a:ext cx="3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28" name="任意多边形 10217"/>
                  <p:cNvSpPr/>
                  <p:nvPr/>
                </p:nvSpPr>
                <p:spPr bwMode="auto">
                  <a:xfrm>
                    <a:off x="695" y="604"/>
                    <a:ext cx="12" cy="18"/>
                  </a:xfrm>
                  <a:custGeom>
                    <a:avLst/>
                    <a:gdLst/>
                    <a:ahLst/>
                    <a:cxnLst>
                      <a:cxn ang="0">
                        <a:pos x="12" y="0"/>
                      </a:cxn>
                      <a:cxn ang="0">
                        <a:pos x="0" y="14"/>
                      </a:cxn>
                      <a:cxn ang="0">
                        <a:pos x="6" y="18"/>
                      </a:cxn>
                    </a:cxnLst>
                    <a:rect l="0" t="0" r="r" b="b"/>
                    <a:pathLst>
                      <a:path w="12" h="18">
                        <a:moveTo>
                          <a:pt x="12" y="0"/>
                        </a:moveTo>
                        <a:lnTo>
                          <a:pt x="0" y="14"/>
                        </a:lnTo>
                        <a:lnTo>
                          <a:pt x="6"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27" name="任意多边形 10218"/>
                  <p:cNvSpPr/>
                  <p:nvPr/>
                </p:nvSpPr>
                <p:spPr bwMode="auto">
                  <a:xfrm>
                    <a:off x="741" y="604"/>
                    <a:ext cx="12" cy="18"/>
                  </a:xfrm>
                  <a:custGeom>
                    <a:avLst/>
                    <a:gdLst/>
                    <a:ahLst/>
                    <a:cxnLst>
                      <a:cxn ang="0">
                        <a:pos x="0" y="0"/>
                      </a:cxn>
                      <a:cxn ang="0">
                        <a:pos x="12" y="14"/>
                      </a:cxn>
                      <a:cxn ang="0">
                        <a:pos x="8" y="18"/>
                      </a:cxn>
                    </a:cxnLst>
                    <a:rect l="0" t="0" r="r" b="b"/>
                    <a:pathLst>
                      <a:path w="12" h="18">
                        <a:moveTo>
                          <a:pt x="0" y="0"/>
                        </a:moveTo>
                        <a:lnTo>
                          <a:pt x="12" y="14"/>
                        </a:lnTo>
                        <a:lnTo>
                          <a:pt x="8"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26" name="任意多边形 10219"/>
                  <p:cNvSpPr/>
                  <p:nvPr/>
                </p:nvSpPr>
                <p:spPr bwMode="auto">
                  <a:xfrm>
                    <a:off x="793" y="606"/>
                    <a:ext cx="20" cy="16"/>
                  </a:xfrm>
                  <a:custGeom>
                    <a:avLst/>
                    <a:gdLst/>
                    <a:ahLst/>
                    <a:cxnLst>
                      <a:cxn ang="0">
                        <a:pos x="18" y="0"/>
                      </a:cxn>
                      <a:cxn ang="0">
                        <a:pos x="4" y="0"/>
                      </a:cxn>
                      <a:cxn ang="0">
                        <a:pos x="0" y="16"/>
                      </a:cxn>
                      <a:cxn ang="0">
                        <a:pos x="20" y="16"/>
                      </a:cxn>
                      <a:cxn ang="0">
                        <a:pos x="18" y="0"/>
                      </a:cxn>
                    </a:cxnLst>
                    <a:rect l="0" t="0" r="r" b="b"/>
                    <a:pathLst>
                      <a:path w="20" h="16">
                        <a:moveTo>
                          <a:pt x="18" y="0"/>
                        </a:moveTo>
                        <a:lnTo>
                          <a:pt x="4" y="0"/>
                        </a:lnTo>
                        <a:lnTo>
                          <a:pt x="0" y="16"/>
                        </a:lnTo>
                        <a:lnTo>
                          <a:pt x="20"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25" name="矩形 10220"/>
                  <p:cNvSpPr>
                    <a:spLocks noChangeArrowheads="1"/>
                  </p:cNvSpPr>
                  <p:nvPr/>
                </p:nvSpPr>
                <p:spPr bwMode="auto">
                  <a:xfrm>
                    <a:off x="797"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24" name="任意多边形 10221"/>
                  <p:cNvSpPr/>
                  <p:nvPr/>
                </p:nvSpPr>
                <p:spPr bwMode="auto">
                  <a:xfrm>
                    <a:off x="789" y="60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23" name="任意多边形 10222"/>
                  <p:cNvSpPr/>
                  <p:nvPr/>
                </p:nvSpPr>
                <p:spPr bwMode="auto">
                  <a:xfrm>
                    <a:off x="811" y="60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22" name="任意多边形 10223"/>
                  <p:cNvSpPr/>
                  <p:nvPr/>
                </p:nvSpPr>
                <p:spPr bwMode="auto">
                  <a:xfrm>
                    <a:off x="827" y="606"/>
                    <a:ext cx="22" cy="16"/>
                  </a:xfrm>
                  <a:custGeom>
                    <a:avLst/>
                    <a:gdLst/>
                    <a:ahLst/>
                    <a:cxnLst>
                      <a:cxn ang="0">
                        <a:pos x="18" y="0"/>
                      </a:cxn>
                      <a:cxn ang="0">
                        <a:pos x="4" y="0"/>
                      </a:cxn>
                      <a:cxn ang="0">
                        <a:pos x="0" y="16"/>
                      </a:cxn>
                      <a:cxn ang="0">
                        <a:pos x="22" y="16"/>
                      </a:cxn>
                      <a:cxn ang="0">
                        <a:pos x="18" y="0"/>
                      </a:cxn>
                    </a:cxnLst>
                    <a:rect l="0" t="0" r="r" b="b"/>
                    <a:pathLst>
                      <a:path w="22" h="16">
                        <a:moveTo>
                          <a:pt x="18" y="0"/>
                        </a:moveTo>
                        <a:lnTo>
                          <a:pt x="4" y="0"/>
                        </a:lnTo>
                        <a:lnTo>
                          <a:pt x="0" y="16"/>
                        </a:lnTo>
                        <a:lnTo>
                          <a:pt x="22"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21" name="矩形 10224"/>
                  <p:cNvSpPr>
                    <a:spLocks noChangeArrowheads="1"/>
                  </p:cNvSpPr>
                  <p:nvPr/>
                </p:nvSpPr>
                <p:spPr bwMode="auto">
                  <a:xfrm>
                    <a:off x="831"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20" name="任意多边形 10225"/>
                  <p:cNvSpPr/>
                  <p:nvPr/>
                </p:nvSpPr>
                <p:spPr bwMode="auto">
                  <a:xfrm>
                    <a:off x="823" y="60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19" name="任意多边形 10226"/>
                  <p:cNvSpPr/>
                  <p:nvPr/>
                </p:nvSpPr>
                <p:spPr bwMode="auto">
                  <a:xfrm>
                    <a:off x="845" y="60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18" name="任意多边形 10227"/>
                  <p:cNvSpPr/>
                  <p:nvPr/>
                </p:nvSpPr>
                <p:spPr bwMode="auto">
                  <a:xfrm>
                    <a:off x="861" y="606"/>
                    <a:ext cx="22" cy="16"/>
                  </a:xfrm>
                  <a:custGeom>
                    <a:avLst/>
                    <a:gdLst/>
                    <a:ahLst/>
                    <a:cxnLst>
                      <a:cxn ang="0">
                        <a:pos x="18" y="0"/>
                      </a:cxn>
                      <a:cxn ang="0">
                        <a:pos x="4" y="0"/>
                      </a:cxn>
                      <a:cxn ang="0">
                        <a:pos x="0" y="16"/>
                      </a:cxn>
                      <a:cxn ang="0">
                        <a:pos x="22" y="16"/>
                      </a:cxn>
                      <a:cxn ang="0">
                        <a:pos x="18" y="0"/>
                      </a:cxn>
                    </a:cxnLst>
                    <a:rect l="0" t="0" r="r" b="b"/>
                    <a:pathLst>
                      <a:path w="22" h="16">
                        <a:moveTo>
                          <a:pt x="18" y="0"/>
                        </a:moveTo>
                        <a:lnTo>
                          <a:pt x="4" y="0"/>
                        </a:lnTo>
                        <a:lnTo>
                          <a:pt x="0" y="16"/>
                        </a:lnTo>
                        <a:lnTo>
                          <a:pt x="22"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17" name="矩形 10228"/>
                  <p:cNvSpPr>
                    <a:spLocks noChangeArrowheads="1"/>
                  </p:cNvSpPr>
                  <p:nvPr/>
                </p:nvSpPr>
                <p:spPr bwMode="auto">
                  <a:xfrm>
                    <a:off x="865"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16" name="任意多边形 10229"/>
                  <p:cNvSpPr/>
                  <p:nvPr/>
                </p:nvSpPr>
                <p:spPr bwMode="auto">
                  <a:xfrm>
                    <a:off x="857" y="60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15" name="任意多边形 10230"/>
                  <p:cNvSpPr/>
                  <p:nvPr/>
                </p:nvSpPr>
                <p:spPr bwMode="auto">
                  <a:xfrm>
                    <a:off x="879" y="60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14" name="任意多边形 10231"/>
                  <p:cNvSpPr/>
                  <p:nvPr/>
                </p:nvSpPr>
                <p:spPr bwMode="auto">
                  <a:xfrm>
                    <a:off x="895" y="606"/>
                    <a:ext cx="22" cy="16"/>
                  </a:xfrm>
                  <a:custGeom>
                    <a:avLst/>
                    <a:gdLst/>
                    <a:ahLst/>
                    <a:cxnLst>
                      <a:cxn ang="0">
                        <a:pos x="18" y="0"/>
                      </a:cxn>
                      <a:cxn ang="0">
                        <a:pos x="4" y="0"/>
                      </a:cxn>
                      <a:cxn ang="0">
                        <a:pos x="0" y="16"/>
                      </a:cxn>
                      <a:cxn ang="0">
                        <a:pos x="22" y="16"/>
                      </a:cxn>
                      <a:cxn ang="0">
                        <a:pos x="18" y="0"/>
                      </a:cxn>
                    </a:cxnLst>
                    <a:rect l="0" t="0" r="r" b="b"/>
                    <a:pathLst>
                      <a:path w="22" h="16">
                        <a:moveTo>
                          <a:pt x="18" y="0"/>
                        </a:moveTo>
                        <a:lnTo>
                          <a:pt x="4" y="0"/>
                        </a:lnTo>
                        <a:lnTo>
                          <a:pt x="0" y="16"/>
                        </a:lnTo>
                        <a:lnTo>
                          <a:pt x="22"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13" name="矩形 10232"/>
                  <p:cNvSpPr>
                    <a:spLocks noChangeArrowheads="1"/>
                  </p:cNvSpPr>
                  <p:nvPr/>
                </p:nvSpPr>
                <p:spPr bwMode="auto">
                  <a:xfrm>
                    <a:off x="899"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12" name="任意多边形 10233"/>
                  <p:cNvSpPr/>
                  <p:nvPr/>
                </p:nvSpPr>
                <p:spPr bwMode="auto">
                  <a:xfrm>
                    <a:off x="891" y="60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11" name="任意多边形 10234"/>
                  <p:cNvSpPr/>
                  <p:nvPr/>
                </p:nvSpPr>
                <p:spPr bwMode="auto">
                  <a:xfrm>
                    <a:off x="913" y="60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10" name="任意多边形 10235"/>
                  <p:cNvSpPr/>
                  <p:nvPr/>
                </p:nvSpPr>
                <p:spPr bwMode="auto">
                  <a:xfrm>
                    <a:off x="897" y="668"/>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09" name="矩形 10236"/>
                  <p:cNvSpPr>
                    <a:spLocks noChangeArrowheads="1"/>
                  </p:cNvSpPr>
                  <p:nvPr/>
                </p:nvSpPr>
                <p:spPr bwMode="auto">
                  <a:xfrm>
                    <a:off x="899"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08" name="任意多边形 10237"/>
                  <p:cNvSpPr/>
                  <p:nvPr/>
                </p:nvSpPr>
                <p:spPr bwMode="auto">
                  <a:xfrm>
                    <a:off x="893"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07" name="任意多边形 10238"/>
                  <p:cNvSpPr/>
                  <p:nvPr/>
                </p:nvSpPr>
                <p:spPr bwMode="auto">
                  <a:xfrm>
                    <a:off x="913" y="661"/>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06" name="矩形 10239"/>
                  <p:cNvSpPr>
                    <a:spLocks noChangeArrowheads="1"/>
                  </p:cNvSpPr>
                  <p:nvPr/>
                </p:nvSpPr>
                <p:spPr bwMode="auto">
                  <a:xfrm>
                    <a:off x="599" y="699"/>
                    <a:ext cx="22"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05" name="任意多边形 10240"/>
                  <p:cNvSpPr/>
                  <p:nvPr/>
                </p:nvSpPr>
                <p:spPr bwMode="auto">
                  <a:xfrm>
                    <a:off x="595" y="661"/>
                    <a:ext cx="4" cy="44"/>
                  </a:xfrm>
                  <a:custGeom>
                    <a:avLst/>
                    <a:gdLst/>
                    <a:ahLst/>
                    <a:cxnLst>
                      <a:cxn ang="0">
                        <a:pos x="4" y="0"/>
                      </a:cxn>
                      <a:cxn ang="0">
                        <a:pos x="0" y="40"/>
                      </a:cxn>
                      <a:cxn ang="0">
                        <a:pos x="4" y="44"/>
                      </a:cxn>
                    </a:cxnLst>
                    <a:rect l="0" t="0" r="r" b="b"/>
                    <a:pathLst>
                      <a:path w="4" h="44">
                        <a:moveTo>
                          <a:pt x="4" y="0"/>
                        </a:moveTo>
                        <a:lnTo>
                          <a:pt x="0" y="40"/>
                        </a:lnTo>
                        <a:lnTo>
                          <a:pt x="4" y="44"/>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04" name="矩形 10241"/>
                  <p:cNvSpPr>
                    <a:spLocks noChangeArrowheads="1"/>
                  </p:cNvSpPr>
                  <p:nvPr/>
                </p:nvSpPr>
                <p:spPr bwMode="auto">
                  <a:xfrm>
                    <a:off x="599" y="661"/>
                    <a:ext cx="20" cy="38"/>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03" name="任意多边形 10242"/>
                  <p:cNvSpPr/>
                  <p:nvPr/>
                </p:nvSpPr>
                <p:spPr bwMode="auto">
                  <a:xfrm>
                    <a:off x="621" y="661"/>
                    <a:ext cx="2" cy="44"/>
                  </a:xfrm>
                  <a:custGeom>
                    <a:avLst/>
                    <a:gdLst/>
                    <a:ahLst/>
                    <a:cxnLst>
                      <a:cxn ang="0">
                        <a:pos x="0" y="0"/>
                      </a:cxn>
                      <a:cxn ang="0">
                        <a:pos x="2" y="36"/>
                      </a:cxn>
                      <a:cxn ang="0">
                        <a:pos x="0" y="44"/>
                      </a:cxn>
                    </a:cxnLst>
                    <a:rect l="0" t="0" r="r" b="b"/>
                    <a:pathLst>
                      <a:path w="2" h="44">
                        <a:moveTo>
                          <a:pt x="0" y="0"/>
                        </a:moveTo>
                        <a:lnTo>
                          <a:pt x="2" y="36"/>
                        </a:lnTo>
                        <a:lnTo>
                          <a:pt x="0" y="44"/>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02" name="任意多边形 10243"/>
                  <p:cNvSpPr/>
                  <p:nvPr/>
                </p:nvSpPr>
                <p:spPr bwMode="auto">
                  <a:xfrm>
                    <a:off x="132" y="668"/>
                    <a:ext cx="46" cy="14"/>
                  </a:xfrm>
                  <a:custGeom>
                    <a:avLst/>
                    <a:gdLst/>
                    <a:ahLst/>
                    <a:cxnLst>
                      <a:cxn ang="0">
                        <a:pos x="40" y="0"/>
                      </a:cxn>
                      <a:cxn ang="0">
                        <a:pos x="8" y="0"/>
                      </a:cxn>
                      <a:cxn ang="0">
                        <a:pos x="0" y="14"/>
                      </a:cxn>
                      <a:cxn ang="0">
                        <a:pos x="46" y="14"/>
                      </a:cxn>
                      <a:cxn ang="0">
                        <a:pos x="40" y="0"/>
                      </a:cxn>
                    </a:cxnLst>
                    <a:rect l="0" t="0" r="r" b="b"/>
                    <a:pathLst>
                      <a:path w="46" h="14">
                        <a:moveTo>
                          <a:pt x="40" y="0"/>
                        </a:moveTo>
                        <a:lnTo>
                          <a:pt x="8" y="0"/>
                        </a:lnTo>
                        <a:lnTo>
                          <a:pt x="0" y="14"/>
                        </a:lnTo>
                        <a:lnTo>
                          <a:pt x="46" y="14"/>
                        </a:lnTo>
                        <a:lnTo>
                          <a:pt x="40"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01" name="矩形 10244"/>
                  <p:cNvSpPr>
                    <a:spLocks noChangeArrowheads="1"/>
                  </p:cNvSpPr>
                  <p:nvPr/>
                </p:nvSpPr>
                <p:spPr bwMode="auto">
                  <a:xfrm>
                    <a:off x="140" y="663"/>
                    <a:ext cx="3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00" name="任意多边形 10245"/>
                  <p:cNvSpPr/>
                  <p:nvPr/>
                </p:nvSpPr>
                <p:spPr bwMode="auto">
                  <a:xfrm>
                    <a:off x="126" y="663"/>
                    <a:ext cx="14" cy="17"/>
                  </a:xfrm>
                  <a:custGeom>
                    <a:avLst/>
                    <a:gdLst/>
                    <a:ahLst/>
                    <a:cxnLst>
                      <a:cxn ang="0">
                        <a:pos x="14" y="0"/>
                      </a:cxn>
                      <a:cxn ang="0">
                        <a:pos x="0" y="15"/>
                      </a:cxn>
                      <a:cxn ang="0">
                        <a:pos x="6" y="17"/>
                      </a:cxn>
                    </a:cxnLst>
                    <a:rect l="0" t="0" r="r" b="b"/>
                    <a:pathLst>
                      <a:path w="14" h="17">
                        <a:moveTo>
                          <a:pt x="14" y="0"/>
                        </a:moveTo>
                        <a:lnTo>
                          <a:pt x="0" y="15"/>
                        </a:lnTo>
                        <a:lnTo>
                          <a:pt x="6"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99" name="任意多边形 10246"/>
                  <p:cNvSpPr/>
                  <p:nvPr/>
                </p:nvSpPr>
                <p:spPr bwMode="auto">
                  <a:xfrm>
                    <a:off x="174" y="663"/>
                    <a:ext cx="12" cy="17"/>
                  </a:xfrm>
                  <a:custGeom>
                    <a:avLst/>
                    <a:gdLst/>
                    <a:ahLst/>
                    <a:cxnLst>
                      <a:cxn ang="0">
                        <a:pos x="0" y="0"/>
                      </a:cxn>
                      <a:cxn ang="0">
                        <a:pos x="12" y="15"/>
                      </a:cxn>
                      <a:cxn ang="0">
                        <a:pos x="6" y="17"/>
                      </a:cxn>
                    </a:cxnLst>
                    <a:rect l="0" t="0" r="r" b="b"/>
                    <a:pathLst>
                      <a:path w="12" h="17">
                        <a:moveTo>
                          <a:pt x="0" y="0"/>
                        </a:moveTo>
                        <a:lnTo>
                          <a:pt x="12" y="15"/>
                        </a:lnTo>
                        <a:lnTo>
                          <a:pt x="6"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98" name="任意多边形 10247"/>
                  <p:cNvSpPr/>
                  <p:nvPr/>
                </p:nvSpPr>
                <p:spPr bwMode="auto">
                  <a:xfrm>
                    <a:off x="94" y="719"/>
                    <a:ext cx="46" cy="13"/>
                  </a:xfrm>
                  <a:custGeom>
                    <a:avLst/>
                    <a:gdLst/>
                    <a:ahLst/>
                    <a:cxnLst>
                      <a:cxn ang="0">
                        <a:pos x="38" y="0"/>
                      </a:cxn>
                      <a:cxn ang="0">
                        <a:pos x="6" y="0"/>
                      </a:cxn>
                      <a:cxn ang="0">
                        <a:pos x="0" y="13"/>
                      </a:cxn>
                      <a:cxn ang="0">
                        <a:pos x="46" y="13"/>
                      </a:cxn>
                      <a:cxn ang="0">
                        <a:pos x="38" y="0"/>
                      </a:cxn>
                    </a:cxnLst>
                    <a:rect l="0" t="0" r="r" b="b"/>
                    <a:pathLst>
                      <a:path w="46" h="13">
                        <a:moveTo>
                          <a:pt x="38" y="0"/>
                        </a:moveTo>
                        <a:lnTo>
                          <a:pt x="6" y="0"/>
                        </a:lnTo>
                        <a:lnTo>
                          <a:pt x="0" y="13"/>
                        </a:lnTo>
                        <a:lnTo>
                          <a:pt x="46" y="13"/>
                        </a:lnTo>
                        <a:lnTo>
                          <a:pt x="3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97" name="矩形 10248"/>
                  <p:cNvSpPr>
                    <a:spLocks noChangeArrowheads="1"/>
                  </p:cNvSpPr>
                  <p:nvPr/>
                </p:nvSpPr>
                <p:spPr bwMode="auto">
                  <a:xfrm>
                    <a:off x="100" y="713"/>
                    <a:ext cx="32"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196" name="任意多边形 10249"/>
                  <p:cNvSpPr/>
                  <p:nvPr/>
                </p:nvSpPr>
                <p:spPr bwMode="auto">
                  <a:xfrm>
                    <a:off x="86" y="715"/>
                    <a:ext cx="12" cy="17"/>
                  </a:xfrm>
                  <a:custGeom>
                    <a:avLst/>
                    <a:gdLst/>
                    <a:ahLst/>
                    <a:cxnLst>
                      <a:cxn ang="0">
                        <a:pos x="12" y="0"/>
                      </a:cxn>
                      <a:cxn ang="0">
                        <a:pos x="0" y="15"/>
                      </a:cxn>
                      <a:cxn ang="0">
                        <a:pos x="6" y="17"/>
                      </a:cxn>
                    </a:cxnLst>
                    <a:rect l="0" t="0" r="r" b="b"/>
                    <a:pathLst>
                      <a:path w="12" h="17">
                        <a:moveTo>
                          <a:pt x="12" y="0"/>
                        </a:moveTo>
                        <a:lnTo>
                          <a:pt x="0" y="15"/>
                        </a:lnTo>
                        <a:lnTo>
                          <a:pt x="6"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95" name="任意多边形 10250"/>
                  <p:cNvSpPr/>
                  <p:nvPr/>
                </p:nvSpPr>
                <p:spPr bwMode="auto">
                  <a:xfrm>
                    <a:off x="134" y="715"/>
                    <a:ext cx="12" cy="17"/>
                  </a:xfrm>
                  <a:custGeom>
                    <a:avLst/>
                    <a:gdLst/>
                    <a:ahLst/>
                    <a:cxnLst>
                      <a:cxn ang="0">
                        <a:pos x="0" y="0"/>
                      </a:cxn>
                      <a:cxn ang="0">
                        <a:pos x="12" y="15"/>
                      </a:cxn>
                      <a:cxn ang="0">
                        <a:pos x="6" y="17"/>
                      </a:cxn>
                    </a:cxnLst>
                    <a:rect l="0" t="0" r="r" b="b"/>
                    <a:pathLst>
                      <a:path w="12" h="17">
                        <a:moveTo>
                          <a:pt x="0" y="0"/>
                        </a:moveTo>
                        <a:lnTo>
                          <a:pt x="12" y="15"/>
                        </a:lnTo>
                        <a:lnTo>
                          <a:pt x="6"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94" name="任意多边形 10251"/>
                  <p:cNvSpPr/>
                  <p:nvPr/>
                </p:nvSpPr>
                <p:spPr bwMode="auto">
                  <a:xfrm>
                    <a:off x="56" y="719"/>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93" name="矩形 10252"/>
                  <p:cNvSpPr>
                    <a:spLocks noChangeArrowheads="1"/>
                  </p:cNvSpPr>
                  <p:nvPr/>
                </p:nvSpPr>
                <p:spPr bwMode="auto">
                  <a:xfrm>
                    <a:off x="60"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192" name="任意多边形 10253"/>
                  <p:cNvSpPr/>
                  <p:nvPr/>
                </p:nvSpPr>
                <p:spPr bwMode="auto">
                  <a:xfrm>
                    <a:off x="54" y="713"/>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91" name="任意多边形 10254"/>
                  <p:cNvSpPr/>
                  <p:nvPr/>
                </p:nvSpPr>
                <p:spPr bwMode="auto">
                  <a:xfrm>
                    <a:off x="74" y="713"/>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90" name="任意多边形 10255"/>
                  <p:cNvSpPr/>
                  <p:nvPr/>
                </p:nvSpPr>
                <p:spPr bwMode="auto">
                  <a:xfrm>
                    <a:off x="134" y="746"/>
                    <a:ext cx="46" cy="13"/>
                  </a:xfrm>
                  <a:custGeom>
                    <a:avLst/>
                    <a:gdLst/>
                    <a:ahLst/>
                    <a:cxnLst>
                      <a:cxn ang="0">
                        <a:pos x="40" y="0"/>
                      </a:cxn>
                      <a:cxn ang="0">
                        <a:pos x="6" y="0"/>
                      </a:cxn>
                      <a:cxn ang="0">
                        <a:pos x="0" y="13"/>
                      </a:cxn>
                      <a:cxn ang="0">
                        <a:pos x="46" y="13"/>
                      </a:cxn>
                      <a:cxn ang="0">
                        <a:pos x="40" y="0"/>
                      </a:cxn>
                    </a:cxnLst>
                    <a:rect l="0" t="0" r="r" b="b"/>
                    <a:pathLst>
                      <a:path w="46" h="13">
                        <a:moveTo>
                          <a:pt x="40" y="0"/>
                        </a:moveTo>
                        <a:lnTo>
                          <a:pt x="6" y="0"/>
                        </a:lnTo>
                        <a:lnTo>
                          <a:pt x="0" y="13"/>
                        </a:lnTo>
                        <a:lnTo>
                          <a:pt x="46" y="13"/>
                        </a:lnTo>
                        <a:lnTo>
                          <a:pt x="40"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89" name="矩形 10256"/>
                  <p:cNvSpPr>
                    <a:spLocks noChangeArrowheads="1"/>
                  </p:cNvSpPr>
                  <p:nvPr/>
                </p:nvSpPr>
                <p:spPr bwMode="auto">
                  <a:xfrm>
                    <a:off x="140" y="740"/>
                    <a:ext cx="3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188" name="任意多边形 10257"/>
                  <p:cNvSpPr/>
                  <p:nvPr/>
                </p:nvSpPr>
                <p:spPr bwMode="auto">
                  <a:xfrm>
                    <a:off x="128" y="740"/>
                    <a:ext cx="12" cy="17"/>
                  </a:xfrm>
                  <a:custGeom>
                    <a:avLst/>
                    <a:gdLst/>
                    <a:ahLst/>
                    <a:cxnLst>
                      <a:cxn ang="0">
                        <a:pos x="12" y="0"/>
                      </a:cxn>
                      <a:cxn ang="0">
                        <a:pos x="0" y="16"/>
                      </a:cxn>
                      <a:cxn ang="0">
                        <a:pos x="4" y="17"/>
                      </a:cxn>
                    </a:cxnLst>
                    <a:rect l="0" t="0" r="r" b="b"/>
                    <a:pathLst>
                      <a:path w="12" h="17">
                        <a:moveTo>
                          <a:pt x="12" y="0"/>
                        </a:moveTo>
                        <a:lnTo>
                          <a:pt x="0" y="16"/>
                        </a:lnTo>
                        <a:lnTo>
                          <a:pt x="4"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87" name="任意多边形 10258"/>
                  <p:cNvSpPr/>
                  <p:nvPr/>
                </p:nvSpPr>
                <p:spPr bwMode="auto">
                  <a:xfrm>
                    <a:off x="174" y="740"/>
                    <a:ext cx="12" cy="17"/>
                  </a:xfrm>
                  <a:custGeom>
                    <a:avLst/>
                    <a:gdLst/>
                    <a:ahLst/>
                    <a:cxnLst>
                      <a:cxn ang="0">
                        <a:pos x="0" y="0"/>
                      </a:cxn>
                      <a:cxn ang="0">
                        <a:pos x="12" y="16"/>
                      </a:cxn>
                      <a:cxn ang="0">
                        <a:pos x="6" y="17"/>
                      </a:cxn>
                    </a:cxnLst>
                    <a:rect l="0" t="0" r="r" b="b"/>
                    <a:pathLst>
                      <a:path w="12" h="17">
                        <a:moveTo>
                          <a:pt x="0" y="0"/>
                        </a:moveTo>
                        <a:lnTo>
                          <a:pt x="12" y="16"/>
                        </a:lnTo>
                        <a:lnTo>
                          <a:pt x="6"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86" name="任意多边形 10259"/>
                  <p:cNvSpPr/>
                  <p:nvPr/>
                </p:nvSpPr>
                <p:spPr bwMode="auto">
                  <a:xfrm>
                    <a:off x="154" y="719"/>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85" name="矩形 10260"/>
                  <p:cNvSpPr>
                    <a:spLocks noChangeArrowheads="1"/>
                  </p:cNvSpPr>
                  <p:nvPr/>
                </p:nvSpPr>
                <p:spPr bwMode="auto">
                  <a:xfrm>
                    <a:off x="158"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184" name="任意多边形 10261"/>
                  <p:cNvSpPr/>
                  <p:nvPr/>
                </p:nvSpPr>
                <p:spPr bwMode="auto">
                  <a:xfrm>
                    <a:off x="150" y="713"/>
                    <a:ext cx="8" cy="19"/>
                  </a:xfrm>
                  <a:custGeom>
                    <a:avLst/>
                    <a:gdLst/>
                    <a:ahLst/>
                    <a:cxnLst>
                      <a:cxn ang="0">
                        <a:pos x="8" y="0"/>
                      </a:cxn>
                      <a:cxn ang="0">
                        <a:pos x="0" y="17"/>
                      </a:cxn>
                      <a:cxn ang="0">
                        <a:pos x="2" y="19"/>
                      </a:cxn>
                    </a:cxnLst>
                    <a:rect l="0" t="0" r="r" b="b"/>
                    <a:pathLst>
                      <a:path w="8" h="19">
                        <a:moveTo>
                          <a:pt x="8"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83" name="任意多边形 10262"/>
                  <p:cNvSpPr/>
                  <p:nvPr/>
                </p:nvSpPr>
                <p:spPr bwMode="auto">
                  <a:xfrm>
                    <a:off x="172" y="713"/>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82" name="任意多边形 10263"/>
                  <p:cNvSpPr/>
                  <p:nvPr/>
                </p:nvSpPr>
                <p:spPr bwMode="auto">
                  <a:xfrm>
                    <a:off x="194" y="694"/>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81" name="矩形 10264"/>
                  <p:cNvSpPr>
                    <a:spLocks noChangeArrowheads="1"/>
                  </p:cNvSpPr>
                  <p:nvPr/>
                </p:nvSpPr>
                <p:spPr bwMode="auto">
                  <a:xfrm>
                    <a:off x="196"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180" name="任意多边形 10265"/>
                  <p:cNvSpPr/>
                  <p:nvPr/>
                </p:nvSpPr>
                <p:spPr bwMode="auto">
                  <a:xfrm>
                    <a:off x="190" y="688"/>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79" name="任意多边形 10266"/>
                  <p:cNvSpPr/>
                  <p:nvPr/>
                </p:nvSpPr>
                <p:spPr bwMode="auto">
                  <a:xfrm>
                    <a:off x="210" y="688"/>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78" name="任意多边形 10267"/>
                  <p:cNvSpPr/>
                  <p:nvPr/>
                </p:nvSpPr>
                <p:spPr bwMode="auto">
                  <a:xfrm>
                    <a:off x="525" y="719"/>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77" name="矩形 10268"/>
                  <p:cNvSpPr>
                    <a:spLocks noChangeArrowheads="1"/>
                  </p:cNvSpPr>
                  <p:nvPr/>
                </p:nvSpPr>
                <p:spPr bwMode="auto">
                  <a:xfrm>
                    <a:off x="527"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176" name="任意多边形 10269"/>
                  <p:cNvSpPr/>
                  <p:nvPr/>
                </p:nvSpPr>
                <p:spPr bwMode="auto">
                  <a:xfrm>
                    <a:off x="521" y="713"/>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75" name="任意多边形 10270"/>
                  <p:cNvSpPr/>
                  <p:nvPr/>
                </p:nvSpPr>
                <p:spPr bwMode="auto">
                  <a:xfrm>
                    <a:off x="541" y="713"/>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74" name="直线 10271"/>
                  <p:cNvSpPr>
                    <a:spLocks noChangeShapeType="1"/>
                  </p:cNvSpPr>
                  <p:nvPr/>
                </p:nvSpPr>
                <p:spPr bwMode="auto">
                  <a:xfrm>
                    <a:off x="70" y="591"/>
                    <a:ext cx="849"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73" name="任意多边形 10272"/>
                  <p:cNvSpPr/>
                  <p:nvPr/>
                </p:nvSpPr>
                <p:spPr bwMode="auto">
                  <a:xfrm>
                    <a:off x="236" y="27"/>
                    <a:ext cx="527" cy="440"/>
                  </a:xfrm>
                  <a:custGeom>
                    <a:avLst/>
                    <a:gdLst/>
                    <a:ahLst/>
                    <a:cxnLst>
                      <a:cxn ang="0">
                        <a:pos x="525" y="21"/>
                      </a:cxn>
                      <a:cxn ang="0">
                        <a:pos x="525" y="18"/>
                      </a:cxn>
                      <a:cxn ang="0">
                        <a:pos x="523" y="12"/>
                      </a:cxn>
                      <a:cxn ang="0">
                        <a:pos x="521" y="10"/>
                      </a:cxn>
                      <a:cxn ang="0">
                        <a:pos x="517" y="6"/>
                      </a:cxn>
                      <a:cxn ang="0">
                        <a:pos x="515" y="4"/>
                      </a:cxn>
                      <a:cxn ang="0">
                        <a:pos x="511" y="2"/>
                      </a:cxn>
                      <a:cxn ang="0">
                        <a:pos x="505" y="0"/>
                      </a:cxn>
                      <a:cxn ang="0">
                        <a:pos x="24" y="0"/>
                      </a:cxn>
                      <a:cxn ang="0">
                        <a:pos x="18" y="2"/>
                      </a:cxn>
                      <a:cxn ang="0">
                        <a:pos x="14" y="2"/>
                      </a:cxn>
                      <a:cxn ang="0">
                        <a:pos x="10" y="4"/>
                      </a:cxn>
                      <a:cxn ang="0">
                        <a:pos x="8" y="8"/>
                      </a:cxn>
                      <a:cxn ang="0">
                        <a:pos x="4" y="10"/>
                      </a:cxn>
                      <a:cxn ang="0">
                        <a:pos x="2" y="14"/>
                      </a:cxn>
                      <a:cxn ang="0">
                        <a:pos x="0" y="19"/>
                      </a:cxn>
                      <a:cxn ang="0">
                        <a:pos x="0" y="23"/>
                      </a:cxn>
                      <a:cxn ang="0">
                        <a:pos x="0" y="420"/>
                      </a:cxn>
                      <a:cxn ang="0">
                        <a:pos x="2" y="424"/>
                      </a:cxn>
                      <a:cxn ang="0">
                        <a:pos x="4" y="428"/>
                      </a:cxn>
                      <a:cxn ang="0">
                        <a:pos x="6" y="432"/>
                      </a:cxn>
                      <a:cxn ang="0">
                        <a:pos x="8" y="436"/>
                      </a:cxn>
                      <a:cxn ang="0">
                        <a:pos x="12" y="438"/>
                      </a:cxn>
                      <a:cxn ang="0">
                        <a:pos x="16" y="440"/>
                      </a:cxn>
                      <a:cxn ang="0">
                        <a:pos x="20" y="440"/>
                      </a:cxn>
                      <a:cxn ang="0">
                        <a:pos x="503" y="440"/>
                      </a:cxn>
                      <a:cxn ang="0">
                        <a:pos x="507" y="440"/>
                      </a:cxn>
                      <a:cxn ang="0">
                        <a:pos x="513" y="440"/>
                      </a:cxn>
                      <a:cxn ang="0">
                        <a:pos x="517" y="436"/>
                      </a:cxn>
                      <a:cxn ang="0">
                        <a:pos x="519" y="434"/>
                      </a:cxn>
                      <a:cxn ang="0">
                        <a:pos x="523" y="430"/>
                      </a:cxn>
                      <a:cxn ang="0">
                        <a:pos x="525" y="426"/>
                      </a:cxn>
                      <a:cxn ang="0">
                        <a:pos x="525" y="422"/>
                      </a:cxn>
                      <a:cxn ang="0">
                        <a:pos x="527" y="419"/>
                      </a:cxn>
                    </a:cxnLst>
                    <a:rect l="0" t="0" r="r" b="b"/>
                    <a:pathLst>
                      <a:path w="527" h="440">
                        <a:moveTo>
                          <a:pt x="527" y="23"/>
                        </a:moveTo>
                        <a:lnTo>
                          <a:pt x="525" y="21"/>
                        </a:lnTo>
                        <a:lnTo>
                          <a:pt x="525" y="19"/>
                        </a:lnTo>
                        <a:lnTo>
                          <a:pt x="525" y="18"/>
                        </a:lnTo>
                        <a:lnTo>
                          <a:pt x="525" y="14"/>
                        </a:lnTo>
                        <a:lnTo>
                          <a:pt x="523" y="12"/>
                        </a:lnTo>
                        <a:lnTo>
                          <a:pt x="523" y="10"/>
                        </a:lnTo>
                        <a:lnTo>
                          <a:pt x="521" y="10"/>
                        </a:lnTo>
                        <a:lnTo>
                          <a:pt x="519" y="8"/>
                        </a:lnTo>
                        <a:lnTo>
                          <a:pt x="517" y="6"/>
                        </a:lnTo>
                        <a:lnTo>
                          <a:pt x="517" y="4"/>
                        </a:lnTo>
                        <a:lnTo>
                          <a:pt x="515" y="4"/>
                        </a:lnTo>
                        <a:lnTo>
                          <a:pt x="513" y="2"/>
                        </a:lnTo>
                        <a:lnTo>
                          <a:pt x="511" y="2"/>
                        </a:lnTo>
                        <a:lnTo>
                          <a:pt x="507" y="2"/>
                        </a:lnTo>
                        <a:lnTo>
                          <a:pt x="505" y="0"/>
                        </a:lnTo>
                        <a:lnTo>
                          <a:pt x="503" y="0"/>
                        </a:lnTo>
                        <a:lnTo>
                          <a:pt x="24" y="0"/>
                        </a:lnTo>
                        <a:lnTo>
                          <a:pt x="20" y="0"/>
                        </a:lnTo>
                        <a:lnTo>
                          <a:pt x="18" y="2"/>
                        </a:lnTo>
                        <a:lnTo>
                          <a:pt x="16" y="2"/>
                        </a:lnTo>
                        <a:lnTo>
                          <a:pt x="14" y="2"/>
                        </a:lnTo>
                        <a:lnTo>
                          <a:pt x="12" y="4"/>
                        </a:lnTo>
                        <a:lnTo>
                          <a:pt x="10" y="4"/>
                        </a:lnTo>
                        <a:lnTo>
                          <a:pt x="8" y="6"/>
                        </a:lnTo>
                        <a:lnTo>
                          <a:pt x="8" y="8"/>
                        </a:lnTo>
                        <a:lnTo>
                          <a:pt x="6" y="10"/>
                        </a:lnTo>
                        <a:lnTo>
                          <a:pt x="4" y="10"/>
                        </a:lnTo>
                        <a:lnTo>
                          <a:pt x="4" y="12"/>
                        </a:lnTo>
                        <a:lnTo>
                          <a:pt x="2" y="14"/>
                        </a:lnTo>
                        <a:lnTo>
                          <a:pt x="2" y="18"/>
                        </a:lnTo>
                        <a:lnTo>
                          <a:pt x="0" y="19"/>
                        </a:lnTo>
                        <a:lnTo>
                          <a:pt x="0" y="21"/>
                        </a:lnTo>
                        <a:lnTo>
                          <a:pt x="0" y="23"/>
                        </a:lnTo>
                        <a:lnTo>
                          <a:pt x="0" y="419"/>
                        </a:lnTo>
                        <a:lnTo>
                          <a:pt x="0" y="420"/>
                        </a:lnTo>
                        <a:lnTo>
                          <a:pt x="0" y="422"/>
                        </a:lnTo>
                        <a:lnTo>
                          <a:pt x="2" y="424"/>
                        </a:lnTo>
                        <a:lnTo>
                          <a:pt x="2" y="426"/>
                        </a:lnTo>
                        <a:lnTo>
                          <a:pt x="4" y="428"/>
                        </a:lnTo>
                        <a:lnTo>
                          <a:pt x="4" y="430"/>
                        </a:lnTo>
                        <a:lnTo>
                          <a:pt x="6" y="432"/>
                        </a:lnTo>
                        <a:lnTo>
                          <a:pt x="8" y="434"/>
                        </a:lnTo>
                        <a:lnTo>
                          <a:pt x="8" y="436"/>
                        </a:lnTo>
                        <a:lnTo>
                          <a:pt x="10" y="436"/>
                        </a:lnTo>
                        <a:lnTo>
                          <a:pt x="12" y="438"/>
                        </a:lnTo>
                        <a:lnTo>
                          <a:pt x="14" y="440"/>
                        </a:lnTo>
                        <a:lnTo>
                          <a:pt x="16" y="440"/>
                        </a:lnTo>
                        <a:lnTo>
                          <a:pt x="18" y="440"/>
                        </a:lnTo>
                        <a:lnTo>
                          <a:pt x="20" y="440"/>
                        </a:lnTo>
                        <a:lnTo>
                          <a:pt x="24" y="440"/>
                        </a:lnTo>
                        <a:lnTo>
                          <a:pt x="503" y="440"/>
                        </a:lnTo>
                        <a:lnTo>
                          <a:pt x="505" y="440"/>
                        </a:lnTo>
                        <a:lnTo>
                          <a:pt x="507" y="440"/>
                        </a:lnTo>
                        <a:lnTo>
                          <a:pt x="511" y="440"/>
                        </a:lnTo>
                        <a:lnTo>
                          <a:pt x="513" y="440"/>
                        </a:lnTo>
                        <a:lnTo>
                          <a:pt x="515" y="438"/>
                        </a:lnTo>
                        <a:lnTo>
                          <a:pt x="517" y="436"/>
                        </a:lnTo>
                        <a:lnTo>
                          <a:pt x="519" y="434"/>
                        </a:lnTo>
                        <a:lnTo>
                          <a:pt x="521" y="432"/>
                        </a:lnTo>
                        <a:lnTo>
                          <a:pt x="523" y="430"/>
                        </a:lnTo>
                        <a:lnTo>
                          <a:pt x="523" y="428"/>
                        </a:lnTo>
                        <a:lnTo>
                          <a:pt x="525" y="426"/>
                        </a:lnTo>
                        <a:lnTo>
                          <a:pt x="525" y="424"/>
                        </a:lnTo>
                        <a:lnTo>
                          <a:pt x="525" y="422"/>
                        </a:lnTo>
                        <a:lnTo>
                          <a:pt x="525" y="420"/>
                        </a:lnTo>
                        <a:lnTo>
                          <a:pt x="527" y="419"/>
                        </a:lnTo>
                        <a:lnTo>
                          <a:pt x="527" y="23"/>
                        </a:lnTo>
                        <a:close/>
                      </a:path>
                    </a:pathLst>
                  </a:custGeom>
                  <a:solidFill>
                    <a:srgbClr val="E5E5E5"/>
                  </a:solidFill>
                  <a:ln w="6">
                    <a:solidFill>
                      <a:srgbClr val="000000"/>
                    </a:solidFill>
                    <a:round/>
                  </a:ln>
                </p:spPr>
                <p:txBody>
                  <a:bodyPr vert="horz" wrap="square" lIns="91440" tIns="45720" rIns="91440" bIns="45720" numCol="1" anchor="t" anchorCtr="0" compatLnSpc="1"/>
                  <a:lstStyle/>
                  <a:p>
                    <a:endParaRPr lang="zh-CN" altLang="en-US"/>
                  </a:p>
                </p:txBody>
              </p:sp>
              <p:sp>
                <p:nvSpPr>
                  <p:cNvPr id="348172" name="任意多边形 10273"/>
                  <p:cNvSpPr/>
                  <p:nvPr/>
                </p:nvSpPr>
                <p:spPr bwMode="auto">
                  <a:xfrm>
                    <a:off x="236" y="27"/>
                    <a:ext cx="527" cy="440"/>
                  </a:xfrm>
                  <a:custGeom>
                    <a:avLst/>
                    <a:gdLst/>
                    <a:ahLst/>
                    <a:cxnLst>
                      <a:cxn ang="0">
                        <a:pos x="525" y="21"/>
                      </a:cxn>
                      <a:cxn ang="0">
                        <a:pos x="525" y="18"/>
                      </a:cxn>
                      <a:cxn ang="0">
                        <a:pos x="523" y="12"/>
                      </a:cxn>
                      <a:cxn ang="0">
                        <a:pos x="521" y="10"/>
                      </a:cxn>
                      <a:cxn ang="0">
                        <a:pos x="517" y="6"/>
                      </a:cxn>
                      <a:cxn ang="0">
                        <a:pos x="515" y="4"/>
                      </a:cxn>
                      <a:cxn ang="0">
                        <a:pos x="511" y="2"/>
                      </a:cxn>
                      <a:cxn ang="0">
                        <a:pos x="505" y="0"/>
                      </a:cxn>
                      <a:cxn ang="0">
                        <a:pos x="24" y="0"/>
                      </a:cxn>
                      <a:cxn ang="0">
                        <a:pos x="18" y="2"/>
                      </a:cxn>
                      <a:cxn ang="0">
                        <a:pos x="14" y="2"/>
                      </a:cxn>
                      <a:cxn ang="0">
                        <a:pos x="10" y="4"/>
                      </a:cxn>
                      <a:cxn ang="0">
                        <a:pos x="8" y="8"/>
                      </a:cxn>
                      <a:cxn ang="0">
                        <a:pos x="4" y="10"/>
                      </a:cxn>
                      <a:cxn ang="0">
                        <a:pos x="2" y="14"/>
                      </a:cxn>
                      <a:cxn ang="0">
                        <a:pos x="0" y="19"/>
                      </a:cxn>
                      <a:cxn ang="0">
                        <a:pos x="0" y="23"/>
                      </a:cxn>
                      <a:cxn ang="0">
                        <a:pos x="0" y="420"/>
                      </a:cxn>
                      <a:cxn ang="0">
                        <a:pos x="2" y="424"/>
                      </a:cxn>
                      <a:cxn ang="0">
                        <a:pos x="4" y="428"/>
                      </a:cxn>
                      <a:cxn ang="0">
                        <a:pos x="6" y="432"/>
                      </a:cxn>
                      <a:cxn ang="0">
                        <a:pos x="8" y="436"/>
                      </a:cxn>
                      <a:cxn ang="0">
                        <a:pos x="12" y="438"/>
                      </a:cxn>
                      <a:cxn ang="0">
                        <a:pos x="16" y="440"/>
                      </a:cxn>
                      <a:cxn ang="0">
                        <a:pos x="20" y="440"/>
                      </a:cxn>
                      <a:cxn ang="0">
                        <a:pos x="503" y="440"/>
                      </a:cxn>
                      <a:cxn ang="0">
                        <a:pos x="507" y="440"/>
                      </a:cxn>
                      <a:cxn ang="0">
                        <a:pos x="513" y="440"/>
                      </a:cxn>
                      <a:cxn ang="0">
                        <a:pos x="517" y="436"/>
                      </a:cxn>
                      <a:cxn ang="0">
                        <a:pos x="519" y="434"/>
                      </a:cxn>
                      <a:cxn ang="0">
                        <a:pos x="523" y="430"/>
                      </a:cxn>
                      <a:cxn ang="0">
                        <a:pos x="525" y="426"/>
                      </a:cxn>
                      <a:cxn ang="0">
                        <a:pos x="525" y="422"/>
                      </a:cxn>
                      <a:cxn ang="0">
                        <a:pos x="527" y="419"/>
                      </a:cxn>
                    </a:cxnLst>
                    <a:rect l="0" t="0" r="r" b="b"/>
                    <a:pathLst>
                      <a:path w="527" h="440">
                        <a:moveTo>
                          <a:pt x="527" y="23"/>
                        </a:moveTo>
                        <a:lnTo>
                          <a:pt x="525" y="21"/>
                        </a:lnTo>
                        <a:lnTo>
                          <a:pt x="525" y="19"/>
                        </a:lnTo>
                        <a:lnTo>
                          <a:pt x="525" y="18"/>
                        </a:lnTo>
                        <a:lnTo>
                          <a:pt x="525" y="14"/>
                        </a:lnTo>
                        <a:lnTo>
                          <a:pt x="523" y="12"/>
                        </a:lnTo>
                        <a:lnTo>
                          <a:pt x="523" y="10"/>
                        </a:lnTo>
                        <a:lnTo>
                          <a:pt x="521" y="10"/>
                        </a:lnTo>
                        <a:lnTo>
                          <a:pt x="519" y="8"/>
                        </a:lnTo>
                        <a:lnTo>
                          <a:pt x="517" y="6"/>
                        </a:lnTo>
                        <a:lnTo>
                          <a:pt x="517" y="4"/>
                        </a:lnTo>
                        <a:lnTo>
                          <a:pt x="515" y="4"/>
                        </a:lnTo>
                        <a:lnTo>
                          <a:pt x="513" y="2"/>
                        </a:lnTo>
                        <a:lnTo>
                          <a:pt x="511" y="2"/>
                        </a:lnTo>
                        <a:lnTo>
                          <a:pt x="507" y="2"/>
                        </a:lnTo>
                        <a:lnTo>
                          <a:pt x="505" y="0"/>
                        </a:lnTo>
                        <a:lnTo>
                          <a:pt x="503" y="0"/>
                        </a:lnTo>
                        <a:lnTo>
                          <a:pt x="24" y="0"/>
                        </a:lnTo>
                        <a:lnTo>
                          <a:pt x="20" y="0"/>
                        </a:lnTo>
                        <a:lnTo>
                          <a:pt x="18" y="2"/>
                        </a:lnTo>
                        <a:lnTo>
                          <a:pt x="16" y="2"/>
                        </a:lnTo>
                        <a:lnTo>
                          <a:pt x="14" y="2"/>
                        </a:lnTo>
                        <a:lnTo>
                          <a:pt x="12" y="4"/>
                        </a:lnTo>
                        <a:lnTo>
                          <a:pt x="10" y="4"/>
                        </a:lnTo>
                        <a:lnTo>
                          <a:pt x="8" y="6"/>
                        </a:lnTo>
                        <a:lnTo>
                          <a:pt x="8" y="8"/>
                        </a:lnTo>
                        <a:lnTo>
                          <a:pt x="6" y="10"/>
                        </a:lnTo>
                        <a:lnTo>
                          <a:pt x="4" y="10"/>
                        </a:lnTo>
                        <a:lnTo>
                          <a:pt x="4" y="12"/>
                        </a:lnTo>
                        <a:lnTo>
                          <a:pt x="2" y="14"/>
                        </a:lnTo>
                        <a:lnTo>
                          <a:pt x="2" y="18"/>
                        </a:lnTo>
                        <a:lnTo>
                          <a:pt x="0" y="19"/>
                        </a:lnTo>
                        <a:lnTo>
                          <a:pt x="0" y="21"/>
                        </a:lnTo>
                        <a:lnTo>
                          <a:pt x="0" y="23"/>
                        </a:lnTo>
                        <a:lnTo>
                          <a:pt x="0" y="419"/>
                        </a:lnTo>
                        <a:lnTo>
                          <a:pt x="0" y="420"/>
                        </a:lnTo>
                        <a:lnTo>
                          <a:pt x="0" y="422"/>
                        </a:lnTo>
                        <a:lnTo>
                          <a:pt x="2" y="424"/>
                        </a:lnTo>
                        <a:lnTo>
                          <a:pt x="2" y="426"/>
                        </a:lnTo>
                        <a:lnTo>
                          <a:pt x="4" y="428"/>
                        </a:lnTo>
                        <a:lnTo>
                          <a:pt x="4" y="430"/>
                        </a:lnTo>
                        <a:lnTo>
                          <a:pt x="6" y="432"/>
                        </a:lnTo>
                        <a:lnTo>
                          <a:pt x="8" y="434"/>
                        </a:lnTo>
                        <a:lnTo>
                          <a:pt x="8" y="436"/>
                        </a:lnTo>
                        <a:lnTo>
                          <a:pt x="10" y="436"/>
                        </a:lnTo>
                        <a:lnTo>
                          <a:pt x="12" y="438"/>
                        </a:lnTo>
                        <a:lnTo>
                          <a:pt x="14" y="440"/>
                        </a:lnTo>
                        <a:lnTo>
                          <a:pt x="16" y="440"/>
                        </a:lnTo>
                        <a:lnTo>
                          <a:pt x="18" y="440"/>
                        </a:lnTo>
                        <a:lnTo>
                          <a:pt x="20" y="440"/>
                        </a:lnTo>
                        <a:lnTo>
                          <a:pt x="24" y="440"/>
                        </a:lnTo>
                        <a:lnTo>
                          <a:pt x="503" y="440"/>
                        </a:lnTo>
                        <a:lnTo>
                          <a:pt x="505" y="440"/>
                        </a:lnTo>
                        <a:lnTo>
                          <a:pt x="507" y="440"/>
                        </a:lnTo>
                        <a:lnTo>
                          <a:pt x="511" y="440"/>
                        </a:lnTo>
                        <a:lnTo>
                          <a:pt x="513" y="440"/>
                        </a:lnTo>
                        <a:lnTo>
                          <a:pt x="515" y="438"/>
                        </a:lnTo>
                        <a:lnTo>
                          <a:pt x="517" y="436"/>
                        </a:lnTo>
                        <a:lnTo>
                          <a:pt x="519" y="434"/>
                        </a:lnTo>
                        <a:lnTo>
                          <a:pt x="521" y="432"/>
                        </a:lnTo>
                        <a:lnTo>
                          <a:pt x="523" y="430"/>
                        </a:lnTo>
                        <a:lnTo>
                          <a:pt x="523" y="428"/>
                        </a:lnTo>
                        <a:lnTo>
                          <a:pt x="525" y="426"/>
                        </a:lnTo>
                        <a:lnTo>
                          <a:pt x="525" y="424"/>
                        </a:lnTo>
                        <a:lnTo>
                          <a:pt x="525" y="422"/>
                        </a:lnTo>
                        <a:lnTo>
                          <a:pt x="525" y="420"/>
                        </a:lnTo>
                        <a:lnTo>
                          <a:pt x="527" y="419"/>
                        </a:lnTo>
                        <a:lnTo>
                          <a:pt x="527" y="23"/>
                        </a:lnTo>
                      </a:path>
                    </a:pathLst>
                  </a:custGeom>
                  <a:noFill/>
                  <a:ln w="6">
                    <a:solidFill>
                      <a:srgbClr val="000000"/>
                    </a:solidFill>
                    <a:round/>
                  </a:ln>
                </p:spPr>
                <p:txBody>
                  <a:bodyPr vert="horz" wrap="square" lIns="91440" tIns="45720" rIns="91440" bIns="45720" numCol="1" anchor="t" anchorCtr="0" compatLnSpc="1"/>
                  <a:lstStyle/>
                  <a:p>
                    <a:endParaRPr lang="zh-CN" altLang="en-US"/>
                  </a:p>
                </p:txBody>
              </p:sp>
              <p:sp>
                <p:nvSpPr>
                  <p:cNvPr id="348171" name="任意多边形 10274"/>
                  <p:cNvSpPr/>
                  <p:nvPr/>
                </p:nvSpPr>
                <p:spPr bwMode="auto">
                  <a:xfrm>
                    <a:off x="280" y="87"/>
                    <a:ext cx="439" cy="322"/>
                  </a:xfrm>
                  <a:custGeom>
                    <a:avLst/>
                    <a:gdLst/>
                    <a:ahLst/>
                    <a:cxnLst>
                      <a:cxn ang="0">
                        <a:pos x="439" y="20"/>
                      </a:cxn>
                      <a:cxn ang="0">
                        <a:pos x="437" y="16"/>
                      </a:cxn>
                      <a:cxn ang="0">
                        <a:pos x="435" y="12"/>
                      </a:cxn>
                      <a:cxn ang="0">
                        <a:pos x="433" y="8"/>
                      </a:cxn>
                      <a:cxn ang="0">
                        <a:pos x="431" y="6"/>
                      </a:cxn>
                      <a:cxn ang="0">
                        <a:pos x="427" y="2"/>
                      </a:cxn>
                      <a:cxn ang="0">
                        <a:pos x="423" y="0"/>
                      </a:cxn>
                      <a:cxn ang="0">
                        <a:pos x="417" y="0"/>
                      </a:cxn>
                      <a:cxn ang="0">
                        <a:pos x="22" y="0"/>
                      </a:cxn>
                      <a:cxn ang="0">
                        <a:pos x="18" y="0"/>
                      </a:cxn>
                      <a:cxn ang="0">
                        <a:pos x="14" y="2"/>
                      </a:cxn>
                      <a:cxn ang="0">
                        <a:pos x="10" y="4"/>
                      </a:cxn>
                      <a:cxn ang="0">
                        <a:pos x="6" y="6"/>
                      </a:cxn>
                      <a:cxn ang="0">
                        <a:pos x="4" y="10"/>
                      </a:cxn>
                      <a:cxn ang="0">
                        <a:pos x="2" y="14"/>
                      </a:cxn>
                      <a:cxn ang="0">
                        <a:pos x="0" y="18"/>
                      </a:cxn>
                      <a:cxn ang="0">
                        <a:pos x="0" y="23"/>
                      </a:cxn>
                      <a:cxn ang="0">
                        <a:pos x="0" y="300"/>
                      </a:cxn>
                      <a:cxn ang="0">
                        <a:pos x="2" y="306"/>
                      </a:cxn>
                      <a:cxn ang="0">
                        <a:pos x="2" y="310"/>
                      </a:cxn>
                      <a:cxn ang="0">
                        <a:pos x="6" y="314"/>
                      </a:cxn>
                      <a:cxn ang="0">
                        <a:pos x="8" y="316"/>
                      </a:cxn>
                      <a:cxn ang="0">
                        <a:pos x="12" y="320"/>
                      </a:cxn>
                      <a:cxn ang="0">
                        <a:pos x="16" y="320"/>
                      </a:cxn>
                      <a:cxn ang="0">
                        <a:pos x="20" y="322"/>
                      </a:cxn>
                      <a:cxn ang="0">
                        <a:pos x="415" y="322"/>
                      </a:cxn>
                      <a:cxn ang="0">
                        <a:pos x="421" y="322"/>
                      </a:cxn>
                      <a:cxn ang="0">
                        <a:pos x="425" y="320"/>
                      </a:cxn>
                      <a:cxn ang="0">
                        <a:pos x="429" y="318"/>
                      </a:cxn>
                      <a:cxn ang="0">
                        <a:pos x="431" y="316"/>
                      </a:cxn>
                      <a:cxn ang="0">
                        <a:pos x="435" y="312"/>
                      </a:cxn>
                      <a:cxn ang="0">
                        <a:pos x="437" y="308"/>
                      </a:cxn>
                      <a:cxn ang="0">
                        <a:pos x="437" y="304"/>
                      </a:cxn>
                      <a:cxn ang="0">
                        <a:pos x="439" y="299"/>
                      </a:cxn>
                    </a:cxnLst>
                    <a:rect l="0" t="0" r="r" b="b"/>
                    <a:pathLst>
                      <a:path w="439" h="322">
                        <a:moveTo>
                          <a:pt x="439" y="23"/>
                        </a:moveTo>
                        <a:lnTo>
                          <a:pt x="439" y="20"/>
                        </a:lnTo>
                        <a:lnTo>
                          <a:pt x="437" y="18"/>
                        </a:lnTo>
                        <a:lnTo>
                          <a:pt x="437" y="16"/>
                        </a:lnTo>
                        <a:lnTo>
                          <a:pt x="437" y="14"/>
                        </a:lnTo>
                        <a:lnTo>
                          <a:pt x="435" y="12"/>
                        </a:lnTo>
                        <a:lnTo>
                          <a:pt x="435" y="10"/>
                        </a:lnTo>
                        <a:lnTo>
                          <a:pt x="433" y="8"/>
                        </a:lnTo>
                        <a:lnTo>
                          <a:pt x="431" y="6"/>
                        </a:lnTo>
                        <a:lnTo>
                          <a:pt x="429" y="4"/>
                        </a:lnTo>
                        <a:lnTo>
                          <a:pt x="427" y="2"/>
                        </a:lnTo>
                        <a:lnTo>
                          <a:pt x="425" y="2"/>
                        </a:lnTo>
                        <a:lnTo>
                          <a:pt x="423" y="0"/>
                        </a:lnTo>
                        <a:lnTo>
                          <a:pt x="421" y="0"/>
                        </a:lnTo>
                        <a:lnTo>
                          <a:pt x="417" y="0"/>
                        </a:lnTo>
                        <a:lnTo>
                          <a:pt x="415" y="0"/>
                        </a:lnTo>
                        <a:lnTo>
                          <a:pt x="22" y="0"/>
                        </a:lnTo>
                        <a:lnTo>
                          <a:pt x="20" y="0"/>
                        </a:lnTo>
                        <a:lnTo>
                          <a:pt x="18" y="0"/>
                        </a:lnTo>
                        <a:lnTo>
                          <a:pt x="16" y="0"/>
                        </a:lnTo>
                        <a:lnTo>
                          <a:pt x="14" y="2"/>
                        </a:lnTo>
                        <a:lnTo>
                          <a:pt x="12" y="2"/>
                        </a:lnTo>
                        <a:lnTo>
                          <a:pt x="10" y="4"/>
                        </a:lnTo>
                        <a:lnTo>
                          <a:pt x="8" y="6"/>
                        </a:lnTo>
                        <a:lnTo>
                          <a:pt x="6" y="6"/>
                        </a:lnTo>
                        <a:lnTo>
                          <a:pt x="6" y="8"/>
                        </a:lnTo>
                        <a:lnTo>
                          <a:pt x="4" y="10"/>
                        </a:lnTo>
                        <a:lnTo>
                          <a:pt x="2" y="12"/>
                        </a:lnTo>
                        <a:lnTo>
                          <a:pt x="2" y="14"/>
                        </a:lnTo>
                        <a:lnTo>
                          <a:pt x="2" y="16"/>
                        </a:lnTo>
                        <a:lnTo>
                          <a:pt x="0" y="18"/>
                        </a:lnTo>
                        <a:lnTo>
                          <a:pt x="0" y="20"/>
                        </a:lnTo>
                        <a:lnTo>
                          <a:pt x="0" y="23"/>
                        </a:lnTo>
                        <a:lnTo>
                          <a:pt x="0" y="299"/>
                        </a:lnTo>
                        <a:lnTo>
                          <a:pt x="0" y="300"/>
                        </a:lnTo>
                        <a:lnTo>
                          <a:pt x="0" y="304"/>
                        </a:lnTo>
                        <a:lnTo>
                          <a:pt x="2" y="306"/>
                        </a:lnTo>
                        <a:lnTo>
                          <a:pt x="2" y="308"/>
                        </a:lnTo>
                        <a:lnTo>
                          <a:pt x="2" y="310"/>
                        </a:lnTo>
                        <a:lnTo>
                          <a:pt x="4" y="312"/>
                        </a:lnTo>
                        <a:lnTo>
                          <a:pt x="6" y="314"/>
                        </a:lnTo>
                        <a:lnTo>
                          <a:pt x="6" y="316"/>
                        </a:lnTo>
                        <a:lnTo>
                          <a:pt x="8" y="316"/>
                        </a:lnTo>
                        <a:lnTo>
                          <a:pt x="10" y="318"/>
                        </a:lnTo>
                        <a:lnTo>
                          <a:pt x="12" y="320"/>
                        </a:lnTo>
                        <a:lnTo>
                          <a:pt x="14" y="320"/>
                        </a:lnTo>
                        <a:lnTo>
                          <a:pt x="16" y="320"/>
                        </a:lnTo>
                        <a:lnTo>
                          <a:pt x="18" y="322"/>
                        </a:lnTo>
                        <a:lnTo>
                          <a:pt x="20" y="322"/>
                        </a:lnTo>
                        <a:lnTo>
                          <a:pt x="22" y="322"/>
                        </a:lnTo>
                        <a:lnTo>
                          <a:pt x="415" y="322"/>
                        </a:lnTo>
                        <a:lnTo>
                          <a:pt x="417" y="322"/>
                        </a:lnTo>
                        <a:lnTo>
                          <a:pt x="421" y="322"/>
                        </a:lnTo>
                        <a:lnTo>
                          <a:pt x="423" y="320"/>
                        </a:lnTo>
                        <a:lnTo>
                          <a:pt x="425" y="320"/>
                        </a:lnTo>
                        <a:lnTo>
                          <a:pt x="427" y="320"/>
                        </a:lnTo>
                        <a:lnTo>
                          <a:pt x="429" y="318"/>
                        </a:lnTo>
                        <a:lnTo>
                          <a:pt x="431" y="316"/>
                        </a:lnTo>
                        <a:lnTo>
                          <a:pt x="433" y="314"/>
                        </a:lnTo>
                        <a:lnTo>
                          <a:pt x="435" y="312"/>
                        </a:lnTo>
                        <a:lnTo>
                          <a:pt x="435" y="310"/>
                        </a:lnTo>
                        <a:lnTo>
                          <a:pt x="437" y="308"/>
                        </a:lnTo>
                        <a:lnTo>
                          <a:pt x="437" y="306"/>
                        </a:lnTo>
                        <a:lnTo>
                          <a:pt x="437" y="304"/>
                        </a:lnTo>
                        <a:lnTo>
                          <a:pt x="439" y="300"/>
                        </a:lnTo>
                        <a:lnTo>
                          <a:pt x="439" y="299"/>
                        </a:lnTo>
                        <a:lnTo>
                          <a:pt x="439" y="23"/>
                        </a:lnTo>
                        <a:close/>
                      </a:path>
                    </a:pathLst>
                  </a:custGeom>
                  <a:solidFill>
                    <a:srgbClr val="FFFFFF"/>
                  </a:solidFill>
                  <a:ln w="0">
                    <a:solidFill>
                      <a:srgbClr val="000000"/>
                    </a:solidFill>
                    <a:round/>
                  </a:ln>
                </p:spPr>
                <p:txBody>
                  <a:bodyPr vert="horz" wrap="square" lIns="91440" tIns="45720" rIns="91440" bIns="45720" numCol="1" anchor="t" anchorCtr="0" compatLnSpc="1"/>
                  <a:lstStyle/>
                  <a:p>
                    <a:endParaRPr lang="zh-CN" altLang="en-US"/>
                  </a:p>
                </p:txBody>
              </p:sp>
              <p:sp>
                <p:nvSpPr>
                  <p:cNvPr id="348170" name="任意多边形 10275"/>
                  <p:cNvSpPr/>
                  <p:nvPr/>
                </p:nvSpPr>
                <p:spPr bwMode="auto">
                  <a:xfrm>
                    <a:off x="280" y="87"/>
                    <a:ext cx="439" cy="322"/>
                  </a:xfrm>
                  <a:custGeom>
                    <a:avLst/>
                    <a:gdLst/>
                    <a:ahLst/>
                    <a:cxnLst>
                      <a:cxn ang="0">
                        <a:pos x="439" y="20"/>
                      </a:cxn>
                      <a:cxn ang="0">
                        <a:pos x="437" y="16"/>
                      </a:cxn>
                      <a:cxn ang="0">
                        <a:pos x="435" y="12"/>
                      </a:cxn>
                      <a:cxn ang="0">
                        <a:pos x="433" y="8"/>
                      </a:cxn>
                      <a:cxn ang="0">
                        <a:pos x="431" y="6"/>
                      </a:cxn>
                      <a:cxn ang="0">
                        <a:pos x="427" y="2"/>
                      </a:cxn>
                      <a:cxn ang="0">
                        <a:pos x="423" y="0"/>
                      </a:cxn>
                      <a:cxn ang="0">
                        <a:pos x="417" y="0"/>
                      </a:cxn>
                      <a:cxn ang="0">
                        <a:pos x="22" y="0"/>
                      </a:cxn>
                      <a:cxn ang="0">
                        <a:pos x="18" y="0"/>
                      </a:cxn>
                      <a:cxn ang="0">
                        <a:pos x="14" y="2"/>
                      </a:cxn>
                      <a:cxn ang="0">
                        <a:pos x="10" y="4"/>
                      </a:cxn>
                      <a:cxn ang="0">
                        <a:pos x="6" y="6"/>
                      </a:cxn>
                      <a:cxn ang="0">
                        <a:pos x="4" y="10"/>
                      </a:cxn>
                      <a:cxn ang="0">
                        <a:pos x="2" y="14"/>
                      </a:cxn>
                      <a:cxn ang="0">
                        <a:pos x="0" y="18"/>
                      </a:cxn>
                      <a:cxn ang="0">
                        <a:pos x="0" y="23"/>
                      </a:cxn>
                      <a:cxn ang="0">
                        <a:pos x="0" y="300"/>
                      </a:cxn>
                      <a:cxn ang="0">
                        <a:pos x="2" y="306"/>
                      </a:cxn>
                      <a:cxn ang="0">
                        <a:pos x="2" y="310"/>
                      </a:cxn>
                      <a:cxn ang="0">
                        <a:pos x="6" y="314"/>
                      </a:cxn>
                      <a:cxn ang="0">
                        <a:pos x="8" y="316"/>
                      </a:cxn>
                      <a:cxn ang="0">
                        <a:pos x="12" y="320"/>
                      </a:cxn>
                      <a:cxn ang="0">
                        <a:pos x="16" y="320"/>
                      </a:cxn>
                      <a:cxn ang="0">
                        <a:pos x="20" y="322"/>
                      </a:cxn>
                      <a:cxn ang="0">
                        <a:pos x="415" y="322"/>
                      </a:cxn>
                      <a:cxn ang="0">
                        <a:pos x="421" y="322"/>
                      </a:cxn>
                      <a:cxn ang="0">
                        <a:pos x="425" y="320"/>
                      </a:cxn>
                      <a:cxn ang="0">
                        <a:pos x="429" y="318"/>
                      </a:cxn>
                      <a:cxn ang="0">
                        <a:pos x="431" y="316"/>
                      </a:cxn>
                      <a:cxn ang="0">
                        <a:pos x="435" y="312"/>
                      </a:cxn>
                      <a:cxn ang="0">
                        <a:pos x="437" y="308"/>
                      </a:cxn>
                      <a:cxn ang="0">
                        <a:pos x="437" y="304"/>
                      </a:cxn>
                      <a:cxn ang="0">
                        <a:pos x="439" y="299"/>
                      </a:cxn>
                    </a:cxnLst>
                    <a:rect l="0" t="0" r="r" b="b"/>
                    <a:pathLst>
                      <a:path w="439" h="322">
                        <a:moveTo>
                          <a:pt x="439" y="23"/>
                        </a:moveTo>
                        <a:lnTo>
                          <a:pt x="439" y="20"/>
                        </a:lnTo>
                        <a:lnTo>
                          <a:pt x="437" y="18"/>
                        </a:lnTo>
                        <a:lnTo>
                          <a:pt x="437" y="16"/>
                        </a:lnTo>
                        <a:lnTo>
                          <a:pt x="437" y="14"/>
                        </a:lnTo>
                        <a:lnTo>
                          <a:pt x="435" y="12"/>
                        </a:lnTo>
                        <a:lnTo>
                          <a:pt x="435" y="10"/>
                        </a:lnTo>
                        <a:lnTo>
                          <a:pt x="433" y="8"/>
                        </a:lnTo>
                        <a:lnTo>
                          <a:pt x="431" y="6"/>
                        </a:lnTo>
                        <a:lnTo>
                          <a:pt x="429" y="4"/>
                        </a:lnTo>
                        <a:lnTo>
                          <a:pt x="427" y="2"/>
                        </a:lnTo>
                        <a:lnTo>
                          <a:pt x="425" y="2"/>
                        </a:lnTo>
                        <a:lnTo>
                          <a:pt x="423" y="0"/>
                        </a:lnTo>
                        <a:lnTo>
                          <a:pt x="421" y="0"/>
                        </a:lnTo>
                        <a:lnTo>
                          <a:pt x="417" y="0"/>
                        </a:lnTo>
                        <a:lnTo>
                          <a:pt x="415" y="0"/>
                        </a:lnTo>
                        <a:lnTo>
                          <a:pt x="22" y="0"/>
                        </a:lnTo>
                        <a:lnTo>
                          <a:pt x="20" y="0"/>
                        </a:lnTo>
                        <a:lnTo>
                          <a:pt x="18" y="0"/>
                        </a:lnTo>
                        <a:lnTo>
                          <a:pt x="16" y="0"/>
                        </a:lnTo>
                        <a:lnTo>
                          <a:pt x="14" y="2"/>
                        </a:lnTo>
                        <a:lnTo>
                          <a:pt x="12" y="2"/>
                        </a:lnTo>
                        <a:lnTo>
                          <a:pt x="10" y="4"/>
                        </a:lnTo>
                        <a:lnTo>
                          <a:pt x="8" y="6"/>
                        </a:lnTo>
                        <a:lnTo>
                          <a:pt x="6" y="6"/>
                        </a:lnTo>
                        <a:lnTo>
                          <a:pt x="6" y="8"/>
                        </a:lnTo>
                        <a:lnTo>
                          <a:pt x="4" y="10"/>
                        </a:lnTo>
                        <a:lnTo>
                          <a:pt x="2" y="12"/>
                        </a:lnTo>
                        <a:lnTo>
                          <a:pt x="2" y="14"/>
                        </a:lnTo>
                        <a:lnTo>
                          <a:pt x="2" y="16"/>
                        </a:lnTo>
                        <a:lnTo>
                          <a:pt x="0" y="18"/>
                        </a:lnTo>
                        <a:lnTo>
                          <a:pt x="0" y="20"/>
                        </a:lnTo>
                        <a:lnTo>
                          <a:pt x="0" y="23"/>
                        </a:lnTo>
                        <a:lnTo>
                          <a:pt x="0" y="299"/>
                        </a:lnTo>
                        <a:lnTo>
                          <a:pt x="0" y="300"/>
                        </a:lnTo>
                        <a:lnTo>
                          <a:pt x="0" y="304"/>
                        </a:lnTo>
                        <a:lnTo>
                          <a:pt x="2" y="306"/>
                        </a:lnTo>
                        <a:lnTo>
                          <a:pt x="2" y="308"/>
                        </a:lnTo>
                        <a:lnTo>
                          <a:pt x="2" y="310"/>
                        </a:lnTo>
                        <a:lnTo>
                          <a:pt x="4" y="312"/>
                        </a:lnTo>
                        <a:lnTo>
                          <a:pt x="6" y="314"/>
                        </a:lnTo>
                        <a:lnTo>
                          <a:pt x="6" y="316"/>
                        </a:lnTo>
                        <a:lnTo>
                          <a:pt x="8" y="316"/>
                        </a:lnTo>
                        <a:lnTo>
                          <a:pt x="10" y="318"/>
                        </a:lnTo>
                        <a:lnTo>
                          <a:pt x="12" y="320"/>
                        </a:lnTo>
                        <a:lnTo>
                          <a:pt x="14" y="320"/>
                        </a:lnTo>
                        <a:lnTo>
                          <a:pt x="16" y="320"/>
                        </a:lnTo>
                        <a:lnTo>
                          <a:pt x="18" y="322"/>
                        </a:lnTo>
                        <a:lnTo>
                          <a:pt x="20" y="322"/>
                        </a:lnTo>
                        <a:lnTo>
                          <a:pt x="22" y="322"/>
                        </a:lnTo>
                        <a:lnTo>
                          <a:pt x="415" y="322"/>
                        </a:lnTo>
                        <a:lnTo>
                          <a:pt x="417" y="322"/>
                        </a:lnTo>
                        <a:lnTo>
                          <a:pt x="421" y="322"/>
                        </a:lnTo>
                        <a:lnTo>
                          <a:pt x="423" y="320"/>
                        </a:lnTo>
                        <a:lnTo>
                          <a:pt x="425" y="320"/>
                        </a:lnTo>
                        <a:lnTo>
                          <a:pt x="427" y="320"/>
                        </a:lnTo>
                        <a:lnTo>
                          <a:pt x="429" y="318"/>
                        </a:lnTo>
                        <a:lnTo>
                          <a:pt x="431" y="316"/>
                        </a:lnTo>
                        <a:lnTo>
                          <a:pt x="433" y="314"/>
                        </a:lnTo>
                        <a:lnTo>
                          <a:pt x="435" y="312"/>
                        </a:lnTo>
                        <a:lnTo>
                          <a:pt x="435" y="310"/>
                        </a:lnTo>
                        <a:lnTo>
                          <a:pt x="437" y="308"/>
                        </a:lnTo>
                        <a:lnTo>
                          <a:pt x="437" y="306"/>
                        </a:lnTo>
                        <a:lnTo>
                          <a:pt x="437" y="304"/>
                        </a:lnTo>
                        <a:lnTo>
                          <a:pt x="439" y="300"/>
                        </a:lnTo>
                        <a:lnTo>
                          <a:pt x="439" y="299"/>
                        </a:lnTo>
                        <a:lnTo>
                          <a:pt x="439" y="23"/>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69" name="任意多边形 10276"/>
                  <p:cNvSpPr/>
                  <p:nvPr/>
                </p:nvSpPr>
                <p:spPr bwMode="auto">
                  <a:xfrm>
                    <a:off x="270" y="76"/>
                    <a:ext cx="457" cy="344"/>
                  </a:xfrm>
                  <a:custGeom>
                    <a:avLst/>
                    <a:gdLst/>
                    <a:ahLst/>
                    <a:cxnLst>
                      <a:cxn ang="0">
                        <a:pos x="457" y="19"/>
                      </a:cxn>
                      <a:cxn ang="0">
                        <a:pos x="457" y="15"/>
                      </a:cxn>
                      <a:cxn ang="0">
                        <a:pos x="455" y="11"/>
                      </a:cxn>
                      <a:cxn ang="0">
                        <a:pos x="453" y="7"/>
                      </a:cxn>
                      <a:cxn ang="0">
                        <a:pos x="449" y="3"/>
                      </a:cxn>
                      <a:cxn ang="0">
                        <a:pos x="445" y="1"/>
                      </a:cxn>
                      <a:cxn ang="0">
                        <a:pos x="441" y="0"/>
                      </a:cxn>
                      <a:cxn ang="0">
                        <a:pos x="437" y="0"/>
                      </a:cxn>
                      <a:cxn ang="0">
                        <a:pos x="24" y="0"/>
                      </a:cxn>
                      <a:cxn ang="0">
                        <a:pos x="20" y="0"/>
                      </a:cxn>
                      <a:cxn ang="0">
                        <a:pos x="14" y="1"/>
                      </a:cxn>
                      <a:cxn ang="0">
                        <a:pos x="10" y="3"/>
                      </a:cxn>
                      <a:cxn ang="0">
                        <a:pos x="8" y="5"/>
                      </a:cxn>
                      <a:cxn ang="0">
                        <a:pos x="4" y="9"/>
                      </a:cxn>
                      <a:cxn ang="0">
                        <a:pos x="2" y="13"/>
                      </a:cxn>
                      <a:cxn ang="0">
                        <a:pos x="2" y="17"/>
                      </a:cxn>
                      <a:cxn ang="0">
                        <a:pos x="0" y="21"/>
                      </a:cxn>
                      <a:cxn ang="0">
                        <a:pos x="2" y="325"/>
                      </a:cxn>
                      <a:cxn ang="0">
                        <a:pos x="2" y="329"/>
                      </a:cxn>
                      <a:cxn ang="0">
                        <a:pos x="4" y="333"/>
                      </a:cxn>
                      <a:cxn ang="0">
                        <a:pos x="6" y="337"/>
                      </a:cxn>
                      <a:cxn ang="0">
                        <a:pos x="10" y="339"/>
                      </a:cxn>
                      <a:cxn ang="0">
                        <a:pos x="12" y="342"/>
                      </a:cxn>
                      <a:cxn ang="0">
                        <a:pos x="16" y="344"/>
                      </a:cxn>
                      <a:cxn ang="0">
                        <a:pos x="22" y="344"/>
                      </a:cxn>
                      <a:cxn ang="0">
                        <a:pos x="435" y="344"/>
                      </a:cxn>
                      <a:cxn ang="0">
                        <a:pos x="439" y="344"/>
                      </a:cxn>
                      <a:cxn ang="0">
                        <a:pos x="443" y="342"/>
                      </a:cxn>
                      <a:cxn ang="0">
                        <a:pos x="447" y="341"/>
                      </a:cxn>
                      <a:cxn ang="0">
                        <a:pos x="451" y="339"/>
                      </a:cxn>
                      <a:cxn ang="0">
                        <a:pos x="453" y="335"/>
                      </a:cxn>
                      <a:cxn ang="0">
                        <a:pos x="455" y="331"/>
                      </a:cxn>
                      <a:cxn ang="0">
                        <a:pos x="457" y="327"/>
                      </a:cxn>
                      <a:cxn ang="0">
                        <a:pos x="457" y="321"/>
                      </a:cxn>
                    </a:cxnLst>
                    <a:rect l="0" t="0" r="r" b="b"/>
                    <a:pathLst>
                      <a:path w="457" h="344">
                        <a:moveTo>
                          <a:pt x="457" y="21"/>
                        </a:moveTo>
                        <a:lnTo>
                          <a:pt x="457" y="19"/>
                        </a:lnTo>
                        <a:lnTo>
                          <a:pt x="457" y="17"/>
                        </a:lnTo>
                        <a:lnTo>
                          <a:pt x="457" y="15"/>
                        </a:lnTo>
                        <a:lnTo>
                          <a:pt x="455" y="13"/>
                        </a:lnTo>
                        <a:lnTo>
                          <a:pt x="455" y="11"/>
                        </a:lnTo>
                        <a:lnTo>
                          <a:pt x="453" y="9"/>
                        </a:lnTo>
                        <a:lnTo>
                          <a:pt x="453" y="7"/>
                        </a:lnTo>
                        <a:lnTo>
                          <a:pt x="451" y="5"/>
                        </a:lnTo>
                        <a:lnTo>
                          <a:pt x="449" y="3"/>
                        </a:lnTo>
                        <a:lnTo>
                          <a:pt x="447" y="3"/>
                        </a:lnTo>
                        <a:lnTo>
                          <a:pt x="445" y="1"/>
                        </a:lnTo>
                        <a:lnTo>
                          <a:pt x="443" y="1"/>
                        </a:lnTo>
                        <a:lnTo>
                          <a:pt x="441" y="0"/>
                        </a:lnTo>
                        <a:lnTo>
                          <a:pt x="439" y="0"/>
                        </a:lnTo>
                        <a:lnTo>
                          <a:pt x="437" y="0"/>
                        </a:lnTo>
                        <a:lnTo>
                          <a:pt x="435" y="0"/>
                        </a:lnTo>
                        <a:lnTo>
                          <a:pt x="24" y="0"/>
                        </a:lnTo>
                        <a:lnTo>
                          <a:pt x="22" y="0"/>
                        </a:lnTo>
                        <a:lnTo>
                          <a:pt x="20" y="0"/>
                        </a:lnTo>
                        <a:lnTo>
                          <a:pt x="16" y="0"/>
                        </a:lnTo>
                        <a:lnTo>
                          <a:pt x="14" y="1"/>
                        </a:lnTo>
                        <a:lnTo>
                          <a:pt x="12" y="1"/>
                        </a:lnTo>
                        <a:lnTo>
                          <a:pt x="10" y="3"/>
                        </a:lnTo>
                        <a:lnTo>
                          <a:pt x="8" y="5"/>
                        </a:lnTo>
                        <a:lnTo>
                          <a:pt x="6" y="7"/>
                        </a:lnTo>
                        <a:lnTo>
                          <a:pt x="4" y="9"/>
                        </a:lnTo>
                        <a:lnTo>
                          <a:pt x="4" y="11"/>
                        </a:lnTo>
                        <a:lnTo>
                          <a:pt x="2" y="13"/>
                        </a:lnTo>
                        <a:lnTo>
                          <a:pt x="2" y="15"/>
                        </a:lnTo>
                        <a:lnTo>
                          <a:pt x="2" y="17"/>
                        </a:lnTo>
                        <a:lnTo>
                          <a:pt x="2" y="19"/>
                        </a:lnTo>
                        <a:lnTo>
                          <a:pt x="0" y="21"/>
                        </a:lnTo>
                        <a:lnTo>
                          <a:pt x="0" y="321"/>
                        </a:lnTo>
                        <a:lnTo>
                          <a:pt x="2" y="325"/>
                        </a:lnTo>
                        <a:lnTo>
                          <a:pt x="2" y="327"/>
                        </a:lnTo>
                        <a:lnTo>
                          <a:pt x="2" y="329"/>
                        </a:lnTo>
                        <a:lnTo>
                          <a:pt x="2" y="331"/>
                        </a:lnTo>
                        <a:lnTo>
                          <a:pt x="4" y="333"/>
                        </a:lnTo>
                        <a:lnTo>
                          <a:pt x="4" y="335"/>
                        </a:lnTo>
                        <a:lnTo>
                          <a:pt x="6" y="337"/>
                        </a:lnTo>
                        <a:lnTo>
                          <a:pt x="8" y="339"/>
                        </a:lnTo>
                        <a:lnTo>
                          <a:pt x="10" y="339"/>
                        </a:lnTo>
                        <a:lnTo>
                          <a:pt x="10" y="341"/>
                        </a:lnTo>
                        <a:lnTo>
                          <a:pt x="12" y="342"/>
                        </a:lnTo>
                        <a:lnTo>
                          <a:pt x="14" y="342"/>
                        </a:lnTo>
                        <a:lnTo>
                          <a:pt x="16" y="344"/>
                        </a:lnTo>
                        <a:lnTo>
                          <a:pt x="20" y="344"/>
                        </a:lnTo>
                        <a:lnTo>
                          <a:pt x="22" y="344"/>
                        </a:lnTo>
                        <a:lnTo>
                          <a:pt x="24" y="344"/>
                        </a:lnTo>
                        <a:lnTo>
                          <a:pt x="435" y="344"/>
                        </a:lnTo>
                        <a:lnTo>
                          <a:pt x="437" y="344"/>
                        </a:lnTo>
                        <a:lnTo>
                          <a:pt x="439" y="344"/>
                        </a:lnTo>
                        <a:lnTo>
                          <a:pt x="441" y="344"/>
                        </a:lnTo>
                        <a:lnTo>
                          <a:pt x="443" y="342"/>
                        </a:lnTo>
                        <a:lnTo>
                          <a:pt x="445" y="342"/>
                        </a:lnTo>
                        <a:lnTo>
                          <a:pt x="447" y="341"/>
                        </a:lnTo>
                        <a:lnTo>
                          <a:pt x="449" y="339"/>
                        </a:lnTo>
                        <a:lnTo>
                          <a:pt x="451" y="339"/>
                        </a:lnTo>
                        <a:lnTo>
                          <a:pt x="453" y="337"/>
                        </a:lnTo>
                        <a:lnTo>
                          <a:pt x="453" y="335"/>
                        </a:lnTo>
                        <a:lnTo>
                          <a:pt x="455" y="333"/>
                        </a:lnTo>
                        <a:lnTo>
                          <a:pt x="455" y="331"/>
                        </a:lnTo>
                        <a:lnTo>
                          <a:pt x="457" y="329"/>
                        </a:lnTo>
                        <a:lnTo>
                          <a:pt x="457" y="327"/>
                        </a:lnTo>
                        <a:lnTo>
                          <a:pt x="457" y="325"/>
                        </a:lnTo>
                        <a:lnTo>
                          <a:pt x="457" y="321"/>
                        </a:lnTo>
                        <a:lnTo>
                          <a:pt x="457" y="21"/>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68" name="任意多边形 10277"/>
                  <p:cNvSpPr/>
                  <p:nvPr/>
                </p:nvSpPr>
                <p:spPr bwMode="auto">
                  <a:xfrm>
                    <a:off x="322" y="500"/>
                    <a:ext cx="355" cy="70"/>
                  </a:xfrm>
                  <a:custGeom>
                    <a:avLst/>
                    <a:gdLst/>
                    <a:ahLst/>
                    <a:cxnLst>
                      <a:cxn ang="0">
                        <a:pos x="315" y="0"/>
                      </a:cxn>
                      <a:cxn ang="0">
                        <a:pos x="35" y="0"/>
                      </a:cxn>
                      <a:cxn ang="0">
                        <a:pos x="0" y="70"/>
                      </a:cxn>
                      <a:cxn ang="0">
                        <a:pos x="355" y="70"/>
                      </a:cxn>
                      <a:cxn ang="0">
                        <a:pos x="315" y="0"/>
                      </a:cxn>
                    </a:cxnLst>
                    <a:rect l="0" t="0" r="r" b="b"/>
                    <a:pathLst>
                      <a:path w="355" h="70">
                        <a:moveTo>
                          <a:pt x="315" y="0"/>
                        </a:moveTo>
                        <a:lnTo>
                          <a:pt x="35" y="0"/>
                        </a:lnTo>
                        <a:lnTo>
                          <a:pt x="0" y="70"/>
                        </a:lnTo>
                        <a:lnTo>
                          <a:pt x="355" y="70"/>
                        </a:lnTo>
                        <a:lnTo>
                          <a:pt x="315" y="0"/>
                        </a:lnTo>
                        <a:close/>
                      </a:path>
                    </a:pathLst>
                  </a:custGeom>
                  <a:solidFill>
                    <a:srgbClr val="E5E5E5"/>
                  </a:solidFill>
                  <a:ln w="6">
                    <a:solidFill>
                      <a:srgbClr val="000000"/>
                    </a:solidFill>
                    <a:round/>
                  </a:ln>
                </p:spPr>
                <p:txBody>
                  <a:bodyPr vert="horz" wrap="square" lIns="91440" tIns="45720" rIns="91440" bIns="45720" numCol="1" anchor="t" anchorCtr="0" compatLnSpc="1"/>
                  <a:lstStyle/>
                  <a:p>
                    <a:endParaRPr lang="zh-CN" altLang="en-US"/>
                  </a:p>
                </p:txBody>
              </p:sp>
              <p:sp>
                <p:nvSpPr>
                  <p:cNvPr id="348167" name="任意多边形 10278"/>
                  <p:cNvSpPr/>
                  <p:nvPr/>
                </p:nvSpPr>
                <p:spPr bwMode="auto">
                  <a:xfrm>
                    <a:off x="322" y="500"/>
                    <a:ext cx="355" cy="70"/>
                  </a:xfrm>
                  <a:custGeom>
                    <a:avLst/>
                    <a:gdLst/>
                    <a:ahLst/>
                    <a:cxnLst>
                      <a:cxn ang="0">
                        <a:pos x="315" y="0"/>
                      </a:cxn>
                      <a:cxn ang="0">
                        <a:pos x="35" y="0"/>
                      </a:cxn>
                      <a:cxn ang="0">
                        <a:pos x="0" y="70"/>
                      </a:cxn>
                      <a:cxn ang="0">
                        <a:pos x="355" y="70"/>
                      </a:cxn>
                      <a:cxn ang="0">
                        <a:pos x="315" y="0"/>
                      </a:cxn>
                    </a:cxnLst>
                    <a:rect l="0" t="0" r="r" b="b"/>
                    <a:pathLst>
                      <a:path w="355" h="70">
                        <a:moveTo>
                          <a:pt x="315" y="0"/>
                        </a:moveTo>
                        <a:lnTo>
                          <a:pt x="35" y="0"/>
                        </a:lnTo>
                        <a:lnTo>
                          <a:pt x="0" y="70"/>
                        </a:lnTo>
                        <a:lnTo>
                          <a:pt x="355" y="70"/>
                        </a:lnTo>
                        <a:lnTo>
                          <a:pt x="315" y="0"/>
                        </a:lnTo>
                      </a:path>
                    </a:pathLst>
                  </a:custGeom>
                  <a:noFill/>
                  <a:ln w="6">
                    <a:solidFill>
                      <a:srgbClr val="000000"/>
                    </a:solidFill>
                    <a:round/>
                  </a:ln>
                </p:spPr>
                <p:txBody>
                  <a:bodyPr vert="horz" wrap="square" lIns="91440" tIns="45720" rIns="91440" bIns="45720" numCol="1" anchor="t" anchorCtr="0" compatLnSpc="1"/>
                  <a:lstStyle/>
                  <a:p>
                    <a:endParaRPr lang="zh-CN" altLang="en-US"/>
                  </a:p>
                </p:txBody>
              </p:sp>
              <p:sp>
                <p:nvSpPr>
                  <p:cNvPr id="348166" name="直线 10279"/>
                  <p:cNvSpPr>
                    <a:spLocks noChangeShapeType="1"/>
                  </p:cNvSpPr>
                  <p:nvPr/>
                </p:nvSpPr>
                <p:spPr bwMode="auto">
                  <a:xfrm>
                    <a:off x="331" y="554"/>
                    <a:ext cx="334"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65" name="矩形 10280"/>
                  <p:cNvSpPr>
                    <a:spLocks noChangeArrowheads="1"/>
                  </p:cNvSpPr>
                  <p:nvPr/>
                </p:nvSpPr>
                <p:spPr bwMode="auto">
                  <a:xfrm>
                    <a:off x="423" y="500"/>
                    <a:ext cx="142" cy="19"/>
                  </a:xfrm>
                  <a:prstGeom prst="rect">
                    <a:avLst/>
                  </a:prstGeom>
                  <a:solidFill>
                    <a:srgbClr val="000000"/>
                  </a:solid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164" name="矩形 10281"/>
                  <p:cNvSpPr>
                    <a:spLocks noChangeArrowheads="1"/>
                  </p:cNvSpPr>
                  <p:nvPr/>
                </p:nvSpPr>
                <p:spPr bwMode="auto">
                  <a:xfrm>
                    <a:off x="423" y="500"/>
                    <a:ext cx="142" cy="19"/>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163" name="任意多边形 10282"/>
                  <p:cNvSpPr/>
                  <p:nvPr/>
                </p:nvSpPr>
                <p:spPr bwMode="auto">
                  <a:xfrm>
                    <a:off x="320" y="473"/>
                    <a:ext cx="357" cy="23"/>
                  </a:xfrm>
                  <a:custGeom>
                    <a:avLst/>
                    <a:gdLst/>
                    <a:ahLst/>
                    <a:cxnLst>
                      <a:cxn ang="0">
                        <a:pos x="357" y="0"/>
                      </a:cxn>
                      <a:cxn ang="0">
                        <a:pos x="0" y="0"/>
                      </a:cxn>
                      <a:cxn ang="0">
                        <a:pos x="10" y="23"/>
                      </a:cxn>
                      <a:cxn ang="0">
                        <a:pos x="349" y="23"/>
                      </a:cxn>
                      <a:cxn ang="0">
                        <a:pos x="357" y="0"/>
                      </a:cxn>
                    </a:cxnLst>
                    <a:rect l="0" t="0" r="r" b="b"/>
                    <a:pathLst>
                      <a:path w="357" h="23">
                        <a:moveTo>
                          <a:pt x="357" y="0"/>
                        </a:moveTo>
                        <a:lnTo>
                          <a:pt x="0" y="0"/>
                        </a:lnTo>
                        <a:lnTo>
                          <a:pt x="10" y="23"/>
                        </a:lnTo>
                        <a:lnTo>
                          <a:pt x="349" y="23"/>
                        </a:lnTo>
                        <a:lnTo>
                          <a:pt x="357"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grpSp>
          </p:grpSp>
          <p:sp>
            <p:nvSpPr>
              <p:cNvPr id="348160" name="任意多边形 10283"/>
              <p:cNvSpPr/>
              <p:nvPr/>
            </p:nvSpPr>
            <p:spPr bwMode="auto">
              <a:xfrm rot="536877">
                <a:off x="967" y="2358"/>
                <a:ext cx="743" cy="653"/>
              </a:xfrm>
              <a:custGeom>
                <a:avLst/>
                <a:gdLst/>
                <a:ahLst/>
                <a:cxnLst>
                  <a:cxn ang="0">
                    <a:pos x="0" y="638"/>
                  </a:cxn>
                  <a:cxn ang="0">
                    <a:pos x="16" y="452"/>
                  </a:cxn>
                  <a:cxn ang="0">
                    <a:pos x="72" y="520"/>
                  </a:cxn>
                  <a:cxn ang="0">
                    <a:pos x="614" y="66"/>
                  </a:cxn>
                  <a:cxn ang="0">
                    <a:pos x="560" y="0"/>
                  </a:cxn>
                  <a:cxn ang="0">
                    <a:pos x="743" y="18"/>
                  </a:cxn>
                  <a:cxn ang="0">
                    <a:pos x="727" y="202"/>
                  </a:cxn>
                  <a:cxn ang="0">
                    <a:pos x="671" y="136"/>
                  </a:cxn>
                  <a:cxn ang="0">
                    <a:pos x="128" y="587"/>
                  </a:cxn>
                  <a:cxn ang="0">
                    <a:pos x="184" y="653"/>
                  </a:cxn>
                  <a:cxn ang="0">
                    <a:pos x="0" y="638"/>
                  </a:cxn>
                </a:cxnLst>
                <a:rect l="0" t="0" r="r" b="b"/>
                <a:pathLst>
                  <a:path w="743" h="653">
                    <a:moveTo>
                      <a:pt x="0" y="638"/>
                    </a:moveTo>
                    <a:lnTo>
                      <a:pt x="16" y="452"/>
                    </a:lnTo>
                    <a:lnTo>
                      <a:pt x="72" y="520"/>
                    </a:lnTo>
                    <a:lnTo>
                      <a:pt x="614" y="66"/>
                    </a:lnTo>
                    <a:lnTo>
                      <a:pt x="560" y="0"/>
                    </a:lnTo>
                    <a:lnTo>
                      <a:pt x="743" y="18"/>
                    </a:lnTo>
                    <a:lnTo>
                      <a:pt x="727" y="202"/>
                    </a:lnTo>
                    <a:lnTo>
                      <a:pt x="671" y="136"/>
                    </a:lnTo>
                    <a:lnTo>
                      <a:pt x="128" y="587"/>
                    </a:lnTo>
                    <a:lnTo>
                      <a:pt x="184" y="653"/>
                    </a:lnTo>
                    <a:lnTo>
                      <a:pt x="0" y="638"/>
                    </a:lnTo>
                    <a:close/>
                  </a:path>
                </a:pathLst>
              </a:cu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232447" name="任意多边形 10284"/>
              <p:cNvSpPr/>
              <p:nvPr/>
            </p:nvSpPr>
            <p:spPr bwMode="auto">
              <a:xfrm rot="-540258">
                <a:off x="1078" y="725"/>
                <a:ext cx="743" cy="702"/>
              </a:xfrm>
              <a:custGeom>
                <a:avLst/>
                <a:gdLst/>
                <a:ahLst/>
                <a:cxnLst>
                  <a:cxn ang="0">
                    <a:pos x="0" y="10"/>
                  </a:cxn>
                  <a:cxn ang="0">
                    <a:pos x="220" y="0"/>
                  </a:cxn>
                  <a:cxn ang="0">
                    <a:pos x="150" y="76"/>
                  </a:cxn>
                  <a:cxn ang="0">
                    <a:pos x="663" y="547"/>
                  </a:cxn>
                  <a:cxn ang="0">
                    <a:pos x="733" y="471"/>
                  </a:cxn>
                  <a:cxn ang="0">
                    <a:pos x="743" y="692"/>
                  </a:cxn>
                  <a:cxn ang="0">
                    <a:pos x="524" y="702"/>
                  </a:cxn>
                  <a:cxn ang="0">
                    <a:pos x="593" y="626"/>
                  </a:cxn>
                  <a:cxn ang="0">
                    <a:pos x="78" y="153"/>
                  </a:cxn>
                  <a:cxn ang="0">
                    <a:pos x="10" y="231"/>
                  </a:cxn>
                  <a:cxn ang="0">
                    <a:pos x="0" y="10"/>
                  </a:cxn>
                </a:cxnLst>
                <a:rect l="0" t="0" r="r" b="b"/>
                <a:pathLst>
                  <a:path w="743" h="702">
                    <a:moveTo>
                      <a:pt x="0" y="10"/>
                    </a:moveTo>
                    <a:lnTo>
                      <a:pt x="220" y="0"/>
                    </a:lnTo>
                    <a:lnTo>
                      <a:pt x="150" y="76"/>
                    </a:lnTo>
                    <a:lnTo>
                      <a:pt x="663" y="547"/>
                    </a:lnTo>
                    <a:lnTo>
                      <a:pt x="733" y="471"/>
                    </a:lnTo>
                    <a:lnTo>
                      <a:pt x="743" y="692"/>
                    </a:lnTo>
                    <a:lnTo>
                      <a:pt x="524" y="702"/>
                    </a:lnTo>
                    <a:lnTo>
                      <a:pt x="593" y="626"/>
                    </a:lnTo>
                    <a:lnTo>
                      <a:pt x="78" y="153"/>
                    </a:lnTo>
                    <a:lnTo>
                      <a:pt x="10" y="231"/>
                    </a:lnTo>
                    <a:lnTo>
                      <a:pt x="0" y="10"/>
                    </a:lnTo>
                    <a:close/>
                  </a:path>
                </a:pathLst>
              </a:cu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232446" name="矩形 10285"/>
              <p:cNvSpPr>
                <a:spLocks noChangeArrowheads="1"/>
              </p:cNvSpPr>
              <p:nvPr/>
            </p:nvSpPr>
            <p:spPr bwMode="auto">
              <a:xfrm>
                <a:off x="265" y="3407"/>
                <a:ext cx="649" cy="519"/>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客户端</a:t>
                </a:r>
                <a:endParaRPr kumimoji="0" 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浏览器</a:t>
                </a:r>
                <a:endParaRPr kumimoji="0" 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2445" name="矩形 10286"/>
              <p:cNvSpPr>
                <a:spLocks noChangeArrowheads="1"/>
              </p:cNvSpPr>
              <p:nvPr/>
            </p:nvSpPr>
            <p:spPr bwMode="auto">
              <a:xfrm>
                <a:off x="231" y="868"/>
                <a:ext cx="649" cy="519"/>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客户端</a:t>
                </a:r>
                <a:endParaRPr kumimoji="0" 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浏览器</a:t>
                </a:r>
                <a:endParaRPr kumimoji="0" 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32444" name="矩形 10287"/>
              <p:cNvSpPr>
                <a:spLocks noChangeArrowheads="1"/>
              </p:cNvSpPr>
              <p:nvPr/>
            </p:nvSpPr>
            <p:spPr bwMode="auto">
              <a:xfrm>
                <a:off x="656" y="1775"/>
                <a:ext cx="1041" cy="259"/>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Web</a:t>
                </a:r>
                <a:r>
                  <a:rPr kumimoji="0" lang="zh-CN" altLang="en-US" sz="1400"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服务器</a:t>
                </a:r>
                <a:endParaRPr kumimoji="0" lang="zh-CN" altLang="en-US"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grpSp>
      <p:sp>
        <p:nvSpPr>
          <p:cNvPr id="349170" name="Rectangle 2034"/>
          <p:cNvSpPr>
            <a:spLocks noChangeArrowheads="1"/>
          </p:cNvSpPr>
          <p:nvPr/>
        </p:nvSpPr>
        <p:spPr bwMode="auto">
          <a:xfrm>
            <a:off x="0" y="3022600"/>
            <a:ext cx="12192000"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022" name="MH_SubTitle_1"/>
          <p:cNvSpPr/>
          <p:nvPr>
            <p:custDataLst>
              <p:tags r:id="rId3"/>
            </p:custDataLst>
          </p:nvPr>
        </p:nvSpPr>
        <p:spPr>
          <a:xfrm>
            <a:off x="-13153" y="2152650"/>
            <a:ext cx="2961043" cy="73152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smtClean="0"/>
              <a:t>客户机</a:t>
            </a:r>
            <a:r>
              <a:rPr lang="en-US" sz="2400" b="1" dirty="0" smtClean="0"/>
              <a:t>/</a:t>
            </a:r>
            <a:r>
              <a:rPr lang="zh-CN" altLang="en-US" sz="2400" b="1" dirty="0" smtClean="0"/>
              <a:t>服务器（</a:t>
            </a:r>
            <a:r>
              <a:rPr lang="en-US" sz="2400" b="1" dirty="0" smtClean="0"/>
              <a:t>C/S</a:t>
            </a:r>
            <a:r>
              <a:rPr lang="zh-CN" altLang="en-US" sz="2400" b="1" dirty="0" smtClean="0"/>
              <a:t>）风格</a:t>
            </a:r>
            <a:endParaRPr lang="zh-CN" altLang="en-US" sz="2400" b="1" dirty="0">
              <a:solidFill>
                <a:schemeClr val="bg1"/>
              </a:solidFill>
              <a:latin typeface="微软雅黑" panose="020B0503020204020204" charset="-122"/>
              <a:ea typeface="微软雅黑" panose="020B0503020204020204" charset="-122"/>
            </a:endParaRPr>
          </a:p>
        </p:txBody>
      </p:sp>
      <p:sp>
        <p:nvSpPr>
          <p:cNvPr id="1023" name="文本框 17"/>
          <p:cNvSpPr txBox="1"/>
          <p:nvPr/>
        </p:nvSpPr>
        <p:spPr>
          <a:xfrm>
            <a:off x="2913085" y="2320584"/>
            <a:ext cx="2832621" cy="400110"/>
          </a:xfrm>
          <a:prstGeom prst="rect">
            <a:avLst/>
          </a:prstGeom>
          <a:noFill/>
        </p:spPr>
        <p:txBody>
          <a:bodyPr wrap="square" rtlCol="0" anchor="t">
            <a:spAutoFit/>
          </a:bodyPr>
          <a:lstStyle/>
          <a:p>
            <a:r>
              <a:rPr lang="zh-CN" altLang="en-US" sz="2000" dirty="0" smtClean="0"/>
              <a:t>浏览器</a:t>
            </a:r>
            <a:r>
              <a:rPr lang="en-US" sz="2000" dirty="0" smtClean="0"/>
              <a:t>/</a:t>
            </a:r>
            <a:r>
              <a:rPr lang="zh-CN" altLang="en-US" sz="2000" dirty="0" smtClean="0"/>
              <a:t>服务器风格</a:t>
            </a:r>
            <a:endParaRPr lang="zh-CN" altLang="en-US" sz="2000" b="1" dirty="0">
              <a:solidFill>
                <a:schemeClr val="accent4">
                  <a:lumMod val="75000"/>
                </a:schemeClr>
              </a:solidFill>
            </a:endParaRPr>
          </a:p>
        </p:txBody>
      </p:sp>
      <p:sp>
        <p:nvSpPr>
          <p:cNvPr id="1024" name="矩形 1023"/>
          <p:cNvSpPr/>
          <p:nvPr/>
        </p:nvSpPr>
        <p:spPr>
          <a:xfrm>
            <a:off x="468573" y="3297611"/>
            <a:ext cx="5113361" cy="2456057"/>
          </a:xfrm>
          <a:prstGeom prst="rect">
            <a:avLst/>
          </a:prstGeom>
        </p:spPr>
        <p:txBody>
          <a:bodyPr wrap="square">
            <a:spAutoFit/>
          </a:bodyPr>
          <a:lstStyle/>
          <a:p>
            <a:pPr indent="457200">
              <a:lnSpc>
                <a:spcPct val="120000"/>
              </a:lnSpc>
            </a:pPr>
            <a:r>
              <a:rPr lang="zh-CN" altLang="en-US" sz="1600" dirty="0" smtClean="0">
                <a:latin typeface="微软雅黑" panose="020B0503020204020204" charset="-122"/>
                <a:ea typeface="微软雅黑" panose="020B0503020204020204" charset="-122"/>
              </a:rPr>
              <a:t>浏览器</a:t>
            </a:r>
            <a:r>
              <a:rPr lang="en-US" altLang="zh-CN" sz="1600" dirty="0" smtClean="0">
                <a:latin typeface="微软雅黑" panose="020B0503020204020204" charset="-122"/>
                <a:ea typeface="微软雅黑" panose="020B0503020204020204" charset="-122"/>
              </a:rPr>
              <a:t>/</a:t>
            </a:r>
            <a:r>
              <a:rPr lang="zh-CN" altLang="en-US" sz="1600" dirty="0" smtClean="0">
                <a:latin typeface="微软雅黑" panose="020B0503020204020204" charset="-122"/>
                <a:ea typeface="微软雅黑" panose="020B0503020204020204" charset="-122"/>
              </a:rPr>
              <a:t>服务器（</a:t>
            </a:r>
            <a:r>
              <a:rPr lang="en-US" altLang="zh-CN" sz="1600" dirty="0" smtClean="0">
                <a:latin typeface="微软雅黑" panose="020B0503020204020204" charset="-122"/>
                <a:ea typeface="微软雅黑" panose="020B0503020204020204" charset="-122"/>
              </a:rPr>
              <a:t>Browser/Server</a:t>
            </a:r>
            <a:r>
              <a:rPr lang="zh-CN" altLang="en-US" sz="1600" dirty="0" smtClean="0">
                <a:latin typeface="微软雅黑" panose="020B0503020204020204" charset="-122"/>
                <a:ea typeface="微软雅黑" panose="020B0503020204020204" charset="-122"/>
              </a:rPr>
              <a:t>，</a:t>
            </a:r>
            <a:r>
              <a:rPr lang="en-US" altLang="zh-CN" sz="1600" dirty="0" smtClean="0">
                <a:latin typeface="微软雅黑" panose="020B0503020204020204" charset="-122"/>
                <a:ea typeface="微软雅黑" panose="020B0503020204020204" charset="-122"/>
              </a:rPr>
              <a:t>B/S</a:t>
            </a:r>
            <a:r>
              <a:rPr lang="zh-CN" altLang="en-US" sz="1600" dirty="0" smtClean="0">
                <a:latin typeface="微软雅黑" panose="020B0503020204020204" charset="-122"/>
                <a:ea typeface="微软雅黑" panose="020B0503020204020204" charset="-122"/>
              </a:rPr>
              <a:t>）风格就是上述三层应用结构的一种实现方式，其具体结构为：浏览器</a:t>
            </a:r>
            <a:r>
              <a:rPr lang="en-US" altLang="zh-CN" sz="1600" dirty="0" smtClean="0">
                <a:latin typeface="微软雅黑" panose="020B0503020204020204" charset="-122"/>
                <a:ea typeface="微软雅黑" panose="020B0503020204020204" charset="-122"/>
              </a:rPr>
              <a:t>/Web</a:t>
            </a:r>
            <a:r>
              <a:rPr lang="zh-CN" altLang="en-US" sz="1600" dirty="0" smtClean="0">
                <a:latin typeface="微软雅黑" panose="020B0503020204020204" charset="-122"/>
                <a:ea typeface="微软雅黑" panose="020B0503020204020204" charset="-122"/>
              </a:rPr>
              <a:t>服务器</a:t>
            </a:r>
            <a:r>
              <a:rPr lang="en-US" altLang="zh-CN" sz="1600" dirty="0" smtClean="0">
                <a:latin typeface="微软雅黑" panose="020B0503020204020204" charset="-122"/>
                <a:ea typeface="微软雅黑" panose="020B0503020204020204" charset="-122"/>
              </a:rPr>
              <a:t>/</a:t>
            </a:r>
            <a:r>
              <a:rPr lang="zh-CN" altLang="en-US" sz="1600" dirty="0" smtClean="0">
                <a:latin typeface="微软雅黑" panose="020B0503020204020204" charset="-122"/>
                <a:ea typeface="微软雅黑" panose="020B0503020204020204" charset="-122"/>
              </a:rPr>
              <a:t>数据库服务器，如图</a:t>
            </a:r>
            <a:r>
              <a:rPr lang="en-US" altLang="zh-CN" sz="1600" dirty="0" smtClean="0">
                <a:latin typeface="微软雅黑" panose="020B0503020204020204" charset="-122"/>
                <a:ea typeface="微软雅黑" panose="020B0503020204020204" charset="-122"/>
              </a:rPr>
              <a:t>7-15</a:t>
            </a:r>
            <a:r>
              <a:rPr lang="zh-CN" altLang="en-US" sz="1600" dirty="0" smtClean="0">
                <a:latin typeface="微软雅黑" panose="020B0503020204020204" charset="-122"/>
                <a:ea typeface="微软雅黑" panose="020B0503020204020204" charset="-122"/>
              </a:rPr>
              <a:t>所示。</a:t>
            </a:r>
            <a:r>
              <a:rPr lang="en-US" altLang="zh-CN" sz="1600" dirty="0" smtClean="0">
                <a:latin typeface="微软雅黑" panose="020B0503020204020204" charset="-122"/>
                <a:ea typeface="微软雅黑" panose="020B0503020204020204" charset="-122"/>
              </a:rPr>
              <a:t>B/S</a:t>
            </a:r>
            <a:r>
              <a:rPr lang="zh-CN" altLang="en-US" sz="1600" dirty="0" smtClean="0">
                <a:latin typeface="微软雅黑" panose="020B0503020204020204" charset="-122"/>
                <a:ea typeface="微软雅黑" panose="020B0503020204020204" charset="-122"/>
              </a:rPr>
              <a:t>架构主要是利用不断成熟的</a:t>
            </a:r>
            <a:r>
              <a:rPr lang="en-US" altLang="zh-CN" sz="1600" dirty="0" smtClean="0">
                <a:latin typeface="微软雅黑" panose="020B0503020204020204" charset="-122"/>
                <a:ea typeface="微软雅黑" panose="020B0503020204020204" charset="-122"/>
              </a:rPr>
              <a:t>WWW</a:t>
            </a:r>
            <a:r>
              <a:rPr lang="zh-CN" altLang="en-US" sz="1600" dirty="0" smtClean="0">
                <a:latin typeface="微软雅黑" panose="020B0503020204020204" charset="-122"/>
                <a:ea typeface="微软雅黑" panose="020B0503020204020204" charset="-122"/>
              </a:rPr>
              <a:t>浏览器技术，结合浏览器的多种脚本语言，用通用浏览器来实现原来需要复杂的专用软件才能实现的强大功能，并节约了开发成本。从某种程度上来说，</a:t>
            </a:r>
            <a:r>
              <a:rPr lang="en-US" altLang="zh-CN" sz="1600" dirty="0" smtClean="0">
                <a:latin typeface="微软雅黑" panose="020B0503020204020204" charset="-122"/>
                <a:ea typeface="微软雅黑" panose="020B0503020204020204" charset="-122"/>
              </a:rPr>
              <a:t>B/S</a:t>
            </a:r>
            <a:r>
              <a:rPr lang="zh-CN" altLang="en-US" sz="1600" dirty="0" smtClean="0">
                <a:latin typeface="微软雅黑" panose="020B0503020204020204" charset="-122"/>
                <a:ea typeface="微软雅黑" panose="020B0503020204020204" charset="-122"/>
              </a:rPr>
              <a:t>结构是一种全新的软件体系架构。</a:t>
            </a:r>
          </a:p>
        </p:txBody>
      </p:sp>
    </p:spTree>
    <p:custDataLst>
      <p:tags r:id="rId1"/>
    </p:custDataLst>
  </p:cSld>
  <p:clrMapOvr>
    <a:masterClrMapping/>
  </p:clrMapOvr>
  <p:transition>
    <p:pull dir="ru"/>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7.2 </a:t>
            </a:r>
            <a:r>
              <a:rPr lang="zh-CN" altLang="en-US" dirty="0" smtClean="0">
                <a:solidFill>
                  <a:srgbClr val="FF0000"/>
                </a:solidFill>
                <a:sym typeface="+mn-ea"/>
              </a:rPr>
              <a:t>软件架构设计和对象设计</a:t>
            </a:r>
            <a:endParaRPr 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7.2.2 </a:t>
            </a:r>
            <a:r>
              <a:rPr lang="zh-CN" altLang="en-US" sz="2400" dirty="0" smtClean="0">
                <a:solidFill>
                  <a:schemeClr val="tx1"/>
                </a:solidFill>
              </a:rPr>
              <a:t>软件架构风格</a:t>
            </a:r>
          </a:p>
        </p:txBody>
      </p:sp>
      <p:grpSp>
        <p:nvGrpSpPr>
          <p:cNvPr id="5" name="组合 4"/>
          <p:cNvGrpSpPr/>
          <p:nvPr/>
        </p:nvGrpSpPr>
        <p:grpSpPr>
          <a:xfrm>
            <a:off x="754380" y="2346325"/>
            <a:ext cx="10706100" cy="4092575"/>
            <a:chOff x="733" y="3743"/>
            <a:chExt cx="16860" cy="6445"/>
          </a:xfrm>
        </p:grpSpPr>
        <p:sp>
          <p:nvSpPr>
            <p:cNvPr id="6" name="Oval 15"/>
            <p:cNvSpPr>
              <a:spLocks noChangeArrowheads="1"/>
            </p:cNvSpPr>
            <p:nvPr>
              <p:custDataLst>
                <p:tags r:id="rId2"/>
              </p:custDataLst>
            </p:nvPr>
          </p:nvSpPr>
          <p:spPr bwMode="auto">
            <a:xfrm>
              <a:off x="1005" y="4113"/>
              <a:ext cx="4966" cy="5012"/>
            </a:xfrm>
            <a:prstGeom prst="ellipse">
              <a:avLst/>
            </a:prstGeom>
            <a:noFill/>
            <a:ln w="19050">
              <a:solidFill>
                <a:srgbClr val="4F5A71">
                  <a:alpha val="50000"/>
                </a:srgbClr>
              </a:solidFill>
              <a:round/>
            </a:ln>
            <a:effectLst/>
            <a:extLst>
              <a:ext uri="{909E8E84-426E-40DD-AFC4-6F175D3DCCD1}">
                <a14:hiddenFill xmlns:a14="http://schemas.microsoft.com/office/drawing/2010/main" xmlns="">
                  <a:solidFill>
                    <a:srgbClr val="4F5A71"/>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13" name="Line 16"/>
            <p:cNvSpPr>
              <a:spLocks noChangeShapeType="1"/>
            </p:cNvSpPr>
            <p:nvPr>
              <p:custDataLst>
                <p:tags r:id="rId3"/>
              </p:custDataLst>
            </p:nvPr>
          </p:nvSpPr>
          <p:spPr bwMode="gray">
            <a:xfrm>
              <a:off x="733" y="6630"/>
              <a:ext cx="5486" cy="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14" name="Line 17"/>
            <p:cNvSpPr>
              <a:spLocks noChangeShapeType="1"/>
            </p:cNvSpPr>
            <p:nvPr>
              <p:custDataLst>
                <p:tags r:id="rId4"/>
              </p:custDataLst>
            </p:nvPr>
          </p:nvSpPr>
          <p:spPr bwMode="gray">
            <a:xfrm>
              <a:off x="3476" y="3743"/>
              <a:ext cx="0" cy="577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15" name="Oval 10"/>
            <p:cNvSpPr>
              <a:spLocks noChangeArrowheads="1"/>
            </p:cNvSpPr>
            <p:nvPr>
              <p:custDataLst>
                <p:tags r:id="rId5"/>
              </p:custDataLst>
            </p:nvPr>
          </p:nvSpPr>
          <p:spPr bwMode="gray">
            <a:xfrm>
              <a:off x="1277" y="4397"/>
              <a:ext cx="4393" cy="4427"/>
            </a:xfrm>
            <a:prstGeom prst="ellipse">
              <a:avLst/>
            </a:prstGeom>
            <a:noFill/>
            <a:ln w="9525">
              <a:solidFill>
                <a:srgbClr val="4F5A71">
                  <a:alpha val="50000"/>
                </a:srgbClr>
              </a:solidFill>
              <a:round/>
            </a:ln>
            <a:effectLst/>
            <a:extLst>
              <a:ext uri="{909E8E84-426E-40DD-AFC4-6F175D3DCCD1}">
                <a14:hiddenFill xmlns:a14="http://schemas.microsoft.com/office/drawing/2010/main" xmlns="">
                  <a:solidFill>
                    <a:srgbClr val="4F5A71">
                      <a:alpha val="64999"/>
                    </a:srgbClr>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16" name="Oval 13"/>
            <p:cNvSpPr>
              <a:spLocks noChangeArrowheads="1"/>
            </p:cNvSpPr>
            <p:nvPr>
              <p:custDataLst>
                <p:tags r:id="rId6"/>
              </p:custDataLst>
            </p:nvPr>
          </p:nvSpPr>
          <p:spPr bwMode="gray">
            <a:xfrm>
              <a:off x="1779" y="4928"/>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17" name="KSO_GT1"/>
            <p:cNvSpPr>
              <a:spLocks noChangeArrowheads="1"/>
            </p:cNvSpPr>
            <p:nvPr>
              <p:custDataLst>
                <p:tags r:id="rId7"/>
              </p:custDataLst>
            </p:nvPr>
          </p:nvSpPr>
          <p:spPr bwMode="gray">
            <a:xfrm>
              <a:off x="2385" y="5546"/>
              <a:ext cx="2155" cy="2201"/>
            </a:xfrm>
            <a:prstGeom prst="ellipse">
              <a:avLst/>
            </a:prstGeom>
            <a:solidFill>
              <a:srgbClr val="4F5A71"/>
            </a:solidFill>
            <a:ln>
              <a:noFill/>
            </a:ln>
            <a:effectLst/>
          </p:spPr>
          <p:txBody>
            <a:bodyPr wrap="square" lIns="0" tIns="0" rIns="0" bIns="0" anchor="ctr">
              <a:normAutofit fontScale="90000" lnSpcReduction="20000"/>
            </a:bodyPr>
            <a:lstStyle/>
            <a:p>
              <a:pPr algn="ctr">
                <a:defRPr/>
              </a:pPr>
              <a:r>
                <a:rPr lang="zh-CN" altLang="en-US" sz="2800" kern="0" dirty="0">
                  <a:solidFill>
                    <a:srgbClr val="FFFFFF"/>
                  </a:solidFill>
                  <a:latin typeface="Arial" panose="020B0604020202020204" pitchFamily="34" charset="0"/>
                  <a:ea typeface="宋体" panose="02010600030101010101" pitchFamily="2" charset="-122"/>
                  <a:cs typeface="+mn-ea"/>
                </a:rPr>
                <a:t>B/S</a:t>
              </a:r>
            </a:p>
            <a:p>
              <a:pPr algn="ctr">
                <a:defRPr/>
              </a:pPr>
              <a:r>
                <a:rPr lang="zh-CN" altLang="en-US" sz="2800" kern="0" dirty="0">
                  <a:solidFill>
                    <a:srgbClr val="FFFFFF"/>
                  </a:solidFill>
                  <a:latin typeface="Arial" panose="020B0604020202020204" pitchFamily="34" charset="0"/>
                  <a:ea typeface="宋体" panose="02010600030101010101" pitchFamily="2" charset="-122"/>
                  <a:cs typeface="+mn-ea"/>
                </a:rPr>
                <a:t>架构的</a:t>
              </a:r>
            </a:p>
            <a:p>
              <a:pPr algn="ctr">
                <a:defRPr/>
              </a:pPr>
              <a:r>
                <a:rPr lang="zh-CN" altLang="en-US" sz="2800" kern="0" dirty="0">
                  <a:solidFill>
                    <a:srgbClr val="FFFFFF"/>
                  </a:solidFill>
                  <a:latin typeface="Arial" panose="020B0604020202020204" pitchFamily="34" charset="0"/>
                  <a:ea typeface="宋体" panose="02010600030101010101" pitchFamily="2" charset="-122"/>
                  <a:cs typeface="+mn-ea"/>
                </a:rPr>
                <a:t>优点</a:t>
              </a:r>
            </a:p>
          </p:txBody>
        </p:sp>
        <p:sp>
          <p:nvSpPr>
            <p:cNvPr id="18" name="Oval 19"/>
            <p:cNvSpPr>
              <a:spLocks noChangeArrowheads="1"/>
            </p:cNvSpPr>
            <p:nvPr>
              <p:custDataLst>
                <p:tags r:id="rId8"/>
              </p:custDataLst>
            </p:nvPr>
          </p:nvSpPr>
          <p:spPr bwMode="gray">
            <a:xfrm>
              <a:off x="4184" y="3984"/>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9" name="文本框 18"/>
            <p:cNvSpPr txBox="1"/>
            <p:nvPr>
              <p:custDataLst>
                <p:tags r:id="rId9"/>
              </p:custDataLst>
            </p:nvPr>
          </p:nvSpPr>
          <p:spPr>
            <a:xfrm>
              <a:off x="5971" y="3984"/>
              <a:ext cx="11143" cy="1185"/>
            </a:xfrm>
            <a:prstGeom prst="rect">
              <a:avLst/>
            </a:prstGeom>
            <a:noFill/>
          </p:spPr>
          <p:txBody>
            <a:bodyPr wrap="square" lIns="0" rIns="0">
              <a:normAutofit/>
            </a:bodyPr>
            <a:lstStyle/>
            <a:p>
              <a:pPr>
                <a:lnSpc>
                  <a:spcPct val="130000"/>
                </a:lnSpc>
                <a:spcBef>
                  <a:spcPts val="600"/>
                </a:spcBef>
                <a:defRPr/>
              </a:pPr>
              <a:r>
                <a:rPr dirty="0"/>
                <a:t>① 基于B/S架构的软件，系统安装、修改和维护全在服务器端解决；</a:t>
              </a:r>
            </a:p>
          </p:txBody>
        </p:sp>
        <p:sp>
          <p:nvSpPr>
            <p:cNvPr id="21" name="Oval 19"/>
            <p:cNvSpPr>
              <a:spLocks noChangeArrowheads="1"/>
            </p:cNvSpPr>
            <p:nvPr>
              <p:custDataLst>
                <p:tags r:id="rId10"/>
              </p:custDataLst>
            </p:nvPr>
          </p:nvSpPr>
          <p:spPr bwMode="gray">
            <a:xfrm>
              <a:off x="5755" y="6434"/>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4" name="文本框 23"/>
            <p:cNvSpPr txBox="1"/>
            <p:nvPr>
              <p:custDataLst>
                <p:tags r:id="rId11"/>
              </p:custDataLst>
            </p:nvPr>
          </p:nvSpPr>
          <p:spPr>
            <a:xfrm>
              <a:off x="6978" y="6124"/>
              <a:ext cx="10615" cy="1885"/>
            </a:xfrm>
            <a:prstGeom prst="rect">
              <a:avLst/>
            </a:prstGeom>
            <a:noFill/>
          </p:spPr>
          <p:txBody>
            <a:bodyPr wrap="square" lIns="0" rIns="0">
              <a:normAutofit/>
            </a:bodyPr>
            <a:lstStyle/>
            <a:p>
              <a:pPr>
                <a:lnSpc>
                  <a:spcPct val="130000"/>
                </a:lnSpc>
                <a:spcBef>
                  <a:spcPts val="600"/>
                </a:spcBef>
                <a:defRPr/>
              </a:pPr>
              <a:r>
                <a:rPr dirty="0"/>
                <a:t>② 用户在使用系统时，仅需要一个浏览器就可运行全部的模块，真正实现了“零客户端”的功能，很容易在运行时自动升级；</a:t>
              </a:r>
            </a:p>
          </p:txBody>
        </p:sp>
        <p:sp>
          <p:nvSpPr>
            <p:cNvPr id="25" name="Oval 19"/>
            <p:cNvSpPr>
              <a:spLocks noChangeArrowheads="1"/>
            </p:cNvSpPr>
            <p:nvPr>
              <p:custDataLst>
                <p:tags r:id="rId12"/>
              </p:custDataLst>
            </p:nvPr>
          </p:nvSpPr>
          <p:spPr bwMode="gray">
            <a:xfrm>
              <a:off x="4186" y="8789"/>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0" name="文本框 29"/>
            <p:cNvSpPr txBox="1"/>
            <p:nvPr>
              <p:custDataLst>
                <p:tags r:id="rId13"/>
              </p:custDataLst>
            </p:nvPr>
          </p:nvSpPr>
          <p:spPr>
            <a:xfrm>
              <a:off x="5971" y="8364"/>
              <a:ext cx="11178" cy="1824"/>
            </a:xfrm>
            <a:prstGeom prst="rect">
              <a:avLst/>
            </a:prstGeom>
            <a:noFill/>
          </p:spPr>
          <p:txBody>
            <a:bodyPr wrap="square" lIns="0" rIns="0">
              <a:normAutofit/>
            </a:bodyPr>
            <a:lstStyle/>
            <a:p>
              <a:pPr>
                <a:lnSpc>
                  <a:spcPct val="130000"/>
                </a:lnSpc>
                <a:spcBef>
                  <a:spcPts val="600"/>
                </a:spcBef>
                <a:defRPr/>
              </a:pPr>
              <a:r>
                <a:rPr lang="en-US" altLang="zh-CN" dirty="0"/>
                <a:t> </a:t>
              </a:r>
              <a:r>
                <a:rPr dirty="0"/>
                <a:t>③ B/S架构还提供了异种机、异种网、异种应用服务的联机、联网、统一服务的最现实的开放性基础。</a:t>
              </a:r>
            </a:p>
          </p:txBody>
        </p:sp>
      </p:grpSp>
    </p:spTree>
    <p:custDataLst>
      <p:tags r:id="rId1"/>
    </p:custDataLst>
  </p:cSld>
  <p:clrMapOvr>
    <a:masterClrMapping/>
  </p:clrMapOvr>
  <p:transition>
    <p:pull dir="ru"/>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7.2 </a:t>
            </a:r>
            <a:r>
              <a:rPr lang="zh-CN" altLang="en-US" dirty="0" smtClean="0">
                <a:solidFill>
                  <a:srgbClr val="FF0000"/>
                </a:solidFill>
                <a:sym typeface="+mn-ea"/>
              </a:rPr>
              <a:t>软件架构设计和对象设计</a:t>
            </a:r>
            <a:endParaRPr 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7.2.2 </a:t>
            </a:r>
            <a:r>
              <a:rPr lang="zh-CN" altLang="en-US" sz="2400" dirty="0" smtClean="0">
                <a:solidFill>
                  <a:schemeClr val="tx1"/>
                </a:solidFill>
              </a:rPr>
              <a:t>软件架构风格</a:t>
            </a:r>
          </a:p>
        </p:txBody>
      </p:sp>
      <p:grpSp>
        <p:nvGrpSpPr>
          <p:cNvPr id="5" name="组合 4"/>
          <p:cNvGrpSpPr/>
          <p:nvPr/>
        </p:nvGrpSpPr>
        <p:grpSpPr>
          <a:xfrm>
            <a:off x="809625" y="2477025"/>
            <a:ext cx="10609458" cy="3979253"/>
            <a:chOff x="2055" y="4183"/>
            <a:chExt cx="16754" cy="6666"/>
          </a:xfrm>
        </p:grpSpPr>
        <p:sp>
          <p:nvSpPr>
            <p:cNvPr id="6" name="Oval 15"/>
            <p:cNvSpPr>
              <a:spLocks noChangeArrowheads="1"/>
            </p:cNvSpPr>
            <p:nvPr>
              <p:custDataLst>
                <p:tags r:id="rId2"/>
              </p:custDataLst>
            </p:nvPr>
          </p:nvSpPr>
          <p:spPr bwMode="auto">
            <a:xfrm>
              <a:off x="2327" y="4553"/>
              <a:ext cx="4966" cy="5012"/>
            </a:xfrm>
            <a:prstGeom prst="ellipse">
              <a:avLst/>
            </a:prstGeom>
            <a:noFill/>
            <a:ln w="19050">
              <a:solidFill>
                <a:srgbClr val="4F5A71">
                  <a:alpha val="50000"/>
                </a:srgbClr>
              </a:solidFill>
              <a:round/>
            </a:ln>
            <a:effectLst/>
            <a:extLst>
              <a:ext uri="{909E8E84-426E-40DD-AFC4-6F175D3DCCD1}">
                <a14:hiddenFill xmlns:a14="http://schemas.microsoft.com/office/drawing/2010/main" xmlns="">
                  <a:solidFill>
                    <a:srgbClr val="4F5A71"/>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7" name="Line 16"/>
            <p:cNvSpPr>
              <a:spLocks noChangeShapeType="1"/>
            </p:cNvSpPr>
            <p:nvPr>
              <p:custDataLst>
                <p:tags r:id="rId3"/>
              </p:custDataLst>
            </p:nvPr>
          </p:nvSpPr>
          <p:spPr bwMode="gray">
            <a:xfrm>
              <a:off x="2055" y="7070"/>
              <a:ext cx="5486" cy="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8" name="Line 17"/>
            <p:cNvSpPr>
              <a:spLocks noChangeShapeType="1"/>
            </p:cNvSpPr>
            <p:nvPr>
              <p:custDataLst>
                <p:tags r:id="rId4"/>
              </p:custDataLst>
            </p:nvPr>
          </p:nvSpPr>
          <p:spPr bwMode="gray">
            <a:xfrm>
              <a:off x="4798" y="4183"/>
              <a:ext cx="0" cy="577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9" name="Oval 10"/>
            <p:cNvSpPr>
              <a:spLocks noChangeArrowheads="1"/>
            </p:cNvSpPr>
            <p:nvPr>
              <p:custDataLst>
                <p:tags r:id="rId5"/>
              </p:custDataLst>
            </p:nvPr>
          </p:nvSpPr>
          <p:spPr bwMode="gray">
            <a:xfrm>
              <a:off x="2599" y="4837"/>
              <a:ext cx="4393" cy="4427"/>
            </a:xfrm>
            <a:prstGeom prst="ellipse">
              <a:avLst/>
            </a:prstGeom>
            <a:noFill/>
            <a:ln w="9525">
              <a:solidFill>
                <a:srgbClr val="4F5A71">
                  <a:alpha val="50000"/>
                </a:srgbClr>
              </a:solidFill>
              <a:round/>
            </a:ln>
            <a:effectLst/>
            <a:extLst>
              <a:ext uri="{909E8E84-426E-40DD-AFC4-6F175D3DCCD1}">
                <a14:hiddenFill xmlns:a14="http://schemas.microsoft.com/office/drawing/2010/main" xmlns="">
                  <a:solidFill>
                    <a:srgbClr val="4F5A71">
                      <a:alpha val="64999"/>
                    </a:srgbClr>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10" name="Oval 13"/>
            <p:cNvSpPr>
              <a:spLocks noChangeArrowheads="1"/>
            </p:cNvSpPr>
            <p:nvPr>
              <p:custDataLst>
                <p:tags r:id="rId6"/>
              </p:custDataLst>
            </p:nvPr>
          </p:nvSpPr>
          <p:spPr bwMode="gray">
            <a:xfrm>
              <a:off x="3101" y="5368"/>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11" name="KSO_GT1"/>
            <p:cNvSpPr>
              <a:spLocks noChangeArrowheads="1"/>
            </p:cNvSpPr>
            <p:nvPr>
              <p:custDataLst>
                <p:tags r:id="rId7"/>
              </p:custDataLst>
            </p:nvPr>
          </p:nvSpPr>
          <p:spPr bwMode="gray">
            <a:xfrm>
              <a:off x="3707" y="5986"/>
              <a:ext cx="2155" cy="2201"/>
            </a:xfrm>
            <a:prstGeom prst="ellipse">
              <a:avLst/>
            </a:prstGeom>
            <a:solidFill>
              <a:srgbClr val="4F5A71"/>
            </a:solidFill>
            <a:ln>
              <a:noFill/>
            </a:ln>
            <a:effectLst/>
          </p:spPr>
          <p:txBody>
            <a:bodyPr wrap="square" lIns="0" tIns="0" rIns="0" bIns="0" anchor="ctr">
              <a:normAutofit fontScale="85000" lnSpcReduction="20000"/>
            </a:bodyPr>
            <a:lstStyle/>
            <a:p>
              <a:pPr algn="ctr">
                <a:defRPr/>
              </a:pPr>
              <a:r>
                <a:rPr lang="zh-CN" altLang="en-US" sz="2800" kern="0" dirty="0">
                  <a:solidFill>
                    <a:srgbClr val="FFFFFF"/>
                  </a:solidFill>
                  <a:latin typeface="Arial" panose="020B0604020202020204" pitchFamily="34" charset="0"/>
                  <a:ea typeface="宋体" panose="02010600030101010101" pitchFamily="2" charset="-122"/>
                  <a:cs typeface="+mn-ea"/>
                  <a:sym typeface="+mn-ea"/>
                </a:rPr>
                <a:t>B/S</a:t>
              </a:r>
              <a:endParaRPr lang="zh-CN" altLang="en-US" sz="2800" kern="0" dirty="0">
                <a:solidFill>
                  <a:srgbClr val="FFFFFF"/>
                </a:solidFill>
                <a:latin typeface="Arial" panose="020B0604020202020204" pitchFamily="34" charset="0"/>
                <a:ea typeface="宋体" panose="02010600030101010101" pitchFamily="2" charset="-122"/>
                <a:cs typeface="+mn-ea"/>
              </a:endParaRPr>
            </a:p>
            <a:p>
              <a:pPr algn="ctr">
                <a:defRPr/>
              </a:pPr>
              <a:r>
                <a:rPr lang="zh-CN" altLang="en-US" sz="2800" kern="0" dirty="0">
                  <a:solidFill>
                    <a:srgbClr val="FFFFFF"/>
                  </a:solidFill>
                  <a:latin typeface="Arial" panose="020B0604020202020204" pitchFamily="34" charset="0"/>
                  <a:ea typeface="宋体" panose="02010600030101010101" pitchFamily="2" charset="-122"/>
                  <a:cs typeface="+mn-ea"/>
                  <a:sym typeface="+mn-ea"/>
                </a:rPr>
                <a:t>架构的</a:t>
              </a:r>
              <a:endParaRPr lang="zh-CN" altLang="en-US" sz="2800" kern="0" dirty="0">
                <a:solidFill>
                  <a:srgbClr val="FFFFFF"/>
                </a:solidFill>
                <a:latin typeface="Arial" panose="020B0604020202020204" pitchFamily="34" charset="0"/>
                <a:ea typeface="宋体" panose="02010600030101010101" pitchFamily="2" charset="-122"/>
                <a:cs typeface="+mn-ea"/>
              </a:endParaRPr>
            </a:p>
            <a:p>
              <a:pPr algn="ctr">
                <a:defRPr/>
              </a:pPr>
              <a:r>
                <a:rPr lang="zh-CN" altLang="en-US" sz="2800" kern="0" dirty="0">
                  <a:solidFill>
                    <a:srgbClr val="FFFFFF"/>
                  </a:solidFill>
                  <a:latin typeface="Arial" panose="020B0604020202020204" pitchFamily="34" charset="0"/>
                  <a:ea typeface="宋体" panose="02010600030101010101" pitchFamily="2" charset="-122"/>
                  <a:cs typeface="+mn-ea"/>
                  <a:sym typeface="+mn-ea"/>
                </a:rPr>
                <a:t>缺点</a:t>
              </a:r>
              <a:endParaRPr lang="en-US" altLang="zh-CN" sz="2800" kern="0" dirty="0">
                <a:solidFill>
                  <a:srgbClr val="FFFFFF"/>
                </a:solidFill>
                <a:latin typeface="Arial" panose="020B0604020202020204" pitchFamily="34" charset="0"/>
                <a:ea typeface="宋体" panose="02010600030101010101" pitchFamily="2" charset="-122"/>
                <a:cs typeface="黑体" panose="02010609060101010101" pitchFamily="49" charset="-122"/>
              </a:endParaRPr>
            </a:p>
          </p:txBody>
        </p:sp>
        <p:sp>
          <p:nvSpPr>
            <p:cNvPr id="12" name="Oval 19"/>
            <p:cNvSpPr>
              <a:spLocks noChangeArrowheads="1"/>
            </p:cNvSpPr>
            <p:nvPr>
              <p:custDataLst>
                <p:tags r:id="rId8"/>
              </p:custDataLst>
            </p:nvPr>
          </p:nvSpPr>
          <p:spPr bwMode="gray">
            <a:xfrm>
              <a:off x="5461" y="4468"/>
              <a:ext cx="396" cy="396"/>
            </a:xfrm>
            <a:prstGeom prst="ellipse">
              <a:avLst/>
            </a:prstGeom>
            <a:solidFill>
              <a:srgbClr val="4F5A71"/>
            </a:solidFill>
            <a:ln w="12700">
              <a:solidFill>
                <a:srgbClr val="FFFFFF"/>
              </a:solidFill>
              <a:round/>
            </a:ln>
            <a:effectLst/>
          </p:spPr>
          <p:txBody>
            <a:bodyPr wrap="square" anchor="ctr">
              <a:normAutofit fontScale="47500" lnSpcReduction="20000"/>
            </a:bodyPr>
            <a:lstStyle/>
            <a:p>
              <a:pPr>
                <a:defRPr/>
              </a:pPr>
              <a:endParaRPr lang="zh-CN" altLang="en-US" sz="1350" kern="0" dirty="0">
                <a:solidFill>
                  <a:sysClr val="windowText" lastClr="000000"/>
                </a:solidFill>
              </a:endParaRPr>
            </a:p>
          </p:txBody>
        </p:sp>
        <p:sp>
          <p:nvSpPr>
            <p:cNvPr id="13" name="文本框 12"/>
            <p:cNvSpPr txBox="1"/>
            <p:nvPr>
              <p:custDataLst>
                <p:tags r:id="rId9"/>
              </p:custDataLst>
            </p:nvPr>
          </p:nvSpPr>
          <p:spPr>
            <a:xfrm>
              <a:off x="6850" y="4196"/>
              <a:ext cx="11959" cy="2441"/>
            </a:xfrm>
            <a:prstGeom prst="rect">
              <a:avLst/>
            </a:prstGeom>
            <a:noFill/>
          </p:spPr>
          <p:txBody>
            <a:bodyPr wrap="square" lIns="0" rIns="0">
              <a:normAutofit/>
            </a:bodyPr>
            <a:lstStyle/>
            <a:p>
              <a:pPr>
                <a:lnSpc>
                  <a:spcPct val="130000"/>
                </a:lnSpc>
                <a:spcBef>
                  <a:spcPts val="600"/>
                </a:spcBef>
                <a:defRPr/>
              </a:pPr>
              <a:r>
                <a:rPr dirty="0"/>
                <a:t>① B/S架构缺乏对动态页面的支持能力，没有集成有效的数据库处理功能；</a:t>
              </a:r>
            </a:p>
          </p:txBody>
        </p:sp>
        <p:sp>
          <p:nvSpPr>
            <p:cNvPr id="14" name="Oval 19"/>
            <p:cNvSpPr>
              <a:spLocks noChangeArrowheads="1"/>
            </p:cNvSpPr>
            <p:nvPr>
              <p:custDataLst>
                <p:tags r:id="rId10"/>
              </p:custDataLst>
            </p:nvPr>
          </p:nvSpPr>
          <p:spPr bwMode="gray">
            <a:xfrm>
              <a:off x="6665" y="6082"/>
              <a:ext cx="396" cy="396"/>
            </a:xfrm>
            <a:prstGeom prst="ellipse">
              <a:avLst/>
            </a:prstGeom>
            <a:solidFill>
              <a:srgbClr val="4F5A71"/>
            </a:solidFill>
            <a:ln w="12700">
              <a:solidFill>
                <a:srgbClr val="FFFFFF"/>
              </a:solidFill>
              <a:round/>
            </a:ln>
            <a:effectLst/>
          </p:spPr>
          <p:txBody>
            <a:bodyPr wrap="square" anchor="ctr">
              <a:normAutofit fontScale="47500" lnSpcReduction="20000"/>
            </a:bodyPr>
            <a:lstStyle/>
            <a:p>
              <a:pPr>
                <a:defRPr/>
              </a:pPr>
              <a:endParaRPr lang="zh-CN" altLang="en-US" sz="1350" kern="0" dirty="0">
                <a:solidFill>
                  <a:sysClr val="windowText" lastClr="000000"/>
                </a:solidFill>
              </a:endParaRPr>
            </a:p>
          </p:txBody>
        </p:sp>
        <p:sp>
          <p:nvSpPr>
            <p:cNvPr id="15" name="文本框 14"/>
            <p:cNvSpPr txBox="1"/>
            <p:nvPr>
              <p:custDataLst>
                <p:tags r:id="rId11"/>
              </p:custDataLst>
            </p:nvPr>
          </p:nvSpPr>
          <p:spPr>
            <a:xfrm>
              <a:off x="7912" y="5558"/>
              <a:ext cx="10854" cy="1962"/>
            </a:xfrm>
            <a:prstGeom prst="rect">
              <a:avLst/>
            </a:prstGeom>
            <a:noFill/>
          </p:spPr>
          <p:txBody>
            <a:bodyPr wrap="square" lIns="0" rIns="0">
              <a:normAutofit/>
            </a:bodyPr>
            <a:lstStyle/>
            <a:p>
              <a:pPr>
                <a:lnSpc>
                  <a:spcPct val="130000"/>
                </a:lnSpc>
                <a:spcBef>
                  <a:spcPts val="600"/>
                </a:spcBef>
                <a:defRPr/>
              </a:pPr>
              <a:r>
                <a:rPr dirty="0"/>
                <a:t>② B/S架构的系统扩展能力差，安全性难以控制；</a:t>
              </a:r>
            </a:p>
          </p:txBody>
        </p:sp>
        <p:sp>
          <p:nvSpPr>
            <p:cNvPr id="16" name="Oval 19"/>
            <p:cNvSpPr>
              <a:spLocks noChangeArrowheads="1"/>
            </p:cNvSpPr>
            <p:nvPr>
              <p:custDataLst>
                <p:tags r:id="rId12"/>
              </p:custDataLst>
            </p:nvPr>
          </p:nvSpPr>
          <p:spPr bwMode="gray">
            <a:xfrm>
              <a:off x="6665" y="7699"/>
              <a:ext cx="396" cy="396"/>
            </a:xfrm>
            <a:prstGeom prst="ellipse">
              <a:avLst/>
            </a:prstGeom>
            <a:solidFill>
              <a:srgbClr val="4F5A71"/>
            </a:solidFill>
            <a:ln w="12700">
              <a:solidFill>
                <a:srgbClr val="FFFFFF"/>
              </a:solidFill>
              <a:round/>
            </a:ln>
            <a:effectLst/>
          </p:spPr>
          <p:txBody>
            <a:bodyPr wrap="square" anchor="ctr">
              <a:normAutofit fontScale="47500" lnSpcReduction="20000"/>
            </a:bodyPr>
            <a:lstStyle/>
            <a:p>
              <a:pPr>
                <a:defRPr/>
              </a:pPr>
              <a:endParaRPr lang="zh-CN" altLang="en-US" sz="1350" kern="0" dirty="0">
                <a:solidFill>
                  <a:sysClr val="windowText" lastClr="000000"/>
                </a:solidFill>
              </a:endParaRPr>
            </a:p>
          </p:txBody>
        </p:sp>
        <p:sp>
          <p:nvSpPr>
            <p:cNvPr id="17" name="文本框 16"/>
            <p:cNvSpPr txBox="1"/>
            <p:nvPr>
              <p:custDataLst>
                <p:tags r:id="rId13"/>
              </p:custDataLst>
            </p:nvPr>
          </p:nvSpPr>
          <p:spPr>
            <a:xfrm>
              <a:off x="7912" y="7070"/>
              <a:ext cx="10712" cy="2882"/>
            </a:xfrm>
            <a:prstGeom prst="rect">
              <a:avLst/>
            </a:prstGeom>
            <a:noFill/>
          </p:spPr>
          <p:txBody>
            <a:bodyPr wrap="square" lIns="0" rIns="0">
              <a:normAutofit/>
            </a:bodyPr>
            <a:lstStyle/>
            <a:p>
              <a:pPr>
                <a:lnSpc>
                  <a:spcPct val="130000"/>
                </a:lnSpc>
                <a:spcBef>
                  <a:spcPts val="600"/>
                </a:spcBef>
                <a:defRPr/>
              </a:pPr>
              <a:r>
                <a:rPr dirty="0"/>
                <a:t>③ 采用B/S架构的应用系统，在数据查询等响应速度上，要远远低于C/S架构；</a:t>
              </a:r>
            </a:p>
          </p:txBody>
        </p:sp>
        <p:sp>
          <p:nvSpPr>
            <p:cNvPr id="18" name="Oval 19"/>
            <p:cNvSpPr>
              <a:spLocks noChangeArrowheads="1"/>
            </p:cNvSpPr>
            <p:nvPr>
              <p:custDataLst>
                <p:tags r:id="rId14"/>
              </p:custDataLst>
            </p:nvPr>
          </p:nvSpPr>
          <p:spPr bwMode="gray">
            <a:xfrm>
              <a:off x="5464" y="9273"/>
              <a:ext cx="396" cy="396"/>
            </a:xfrm>
            <a:prstGeom prst="ellipse">
              <a:avLst/>
            </a:prstGeom>
            <a:solidFill>
              <a:srgbClr val="4F5A71"/>
            </a:solidFill>
            <a:ln w="12700">
              <a:solidFill>
                <a:srgbClr val="FFFFFF"/>
              </a:solidFill>
              <a:round/>
            </a:ln>
            <a:effectLst/>
          </p:spPr>
          <p:txBody>
            <a:bodyPr wrap="square" anchor="ctr">
              <a:normAutofit fontScale="47500" lnSpcReduction="20000"/>
            </a:bodyPr>
            <a:lstStyle/>
            <a:p>
              <a:pPr>
                <a:defRPr/>
              </a:pPr>
              <a:endParaRPr lang="zh-CN" altLang="en-US" sz="1350" kern="0" dirty="0">
                <a:solidFill>
                  <a:sysClr val="windowText" lastClr="000000"/>
                </a:solidFill>
              </a:endParaRPr>
            </a:p>
          </p:txBody>
        </p:sp>
        <p:sp>
          <p:nvSpPr>
            <p:cNvPr id="19" name="文本框 18"/>
            <p:cNvSpPr txBox="1"/>
            <p:nvPr>
              <p:custDataLst>
                <p:tags r:id="rId15"/>
              </p:custDataLst>
            </p:nvPr>
          </p:nvSpPr>
          <p:spPr>
            <a:xfrm>
              <a:off x="7118" y="8804"/>
              <a:ext cx="11505" cy="2045"/>
            </a:xfrm>
            <a:prstGeom prst="rect">
              <a:avLst/>
            </a:prstGeom>
            <a:noFill/>
          </p:spPr>
          <p:txBody>
            <a:bodyPr wrap="square" lIns="0" rIns="0">
              <a:normAutofit/>
            </a:bodyPr>
            <a:lstStyle/>
            <a:p>
              <a:pPr>
                <a:lnSpc>
                  <a:spcPct val="130000"/>
                </a:lnSpc>
                <a:spcBef>
                  <a:spcPts val="600"/>
                </a:spcBef>
                <a:defRPr/>
              </a:pPr>
              <a:r>
                <a:rPr dirty="0"/>
                <a:t>④ B/S架构的数据提交一般以页面为单位，数据的动态交互性不强，不利于在线事务处理应用。</a:t>
              </a:r>
            </a:p>
          </p:txBody>
        </p:sp>
      </p:grpSp>
    </p:spTree>
    <p:custDataLst>
      <p:tags r:id="rId1"/>
    </p:custDataLst>
  </p:cSld>
  <p:clrMapOvr>
    <a:masterClrMapping/>
  </p:clrMapOvr>
  <p:transition>
    <p:pull dir="ru"/>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7.2 </a:t>
            </a:r>
            <a:r>
              <a:rPr lang="zh-CN" altLang="en-US" dirty="0" smtClean="0">
                <a:solidFill>
                  <a:srgbClr val="FF0000"/>
                </a:solidFill>
                <a:sym typeface="+mn-ea"/>
              </a:rPr>
              <a:t>软件架构设计和对象设计</a:t>
            </a:r>
            <a:endParaRPr 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7.2.2 </a:t>
            </a:r>
            <a:r>
              <a:rPr lang="zh-CN" altLang="en-US" sz="2400" dirty="0" smtClean="0">
                <a:solidFill>
                  <a:schemeClr val="tx1"/>
                </a:solidFill>
              </a:rPr>
              <a:t>软件架构风格</a:t>
            </a:r>
          </a:p>
        </p:txBody>
      </p:sp>
      <p:grpSp>
        <p:nvGrpSpPr>
          <p:cNvPr id="3" name="组合 2"/>
          <p:cNvGrpSpPr/>
          <p:nvPr/>
        </p:nvGrpSpPr>
        <p:grpSpPr>
          <a:xfrm>
            <a:off x="772510" y="2111922"/>
            <a:ext cx="10274935" cy="3875316"/>
            <a:chOff x="1097936" y="695967"/>
            <a:chExt cx="12843859" cy="4755245"/>
          </a:xfrm>
        </p:grpSpPr>
        <p:sp>
          <p:nvSpPr>
            <p:cNvPr id="4" name="MH_Other_1"/>
            <p:cNvSpPr/>
            <p:nvPr>
              <p:custDataLst>
                <p:tags r:id="rId2"/>
              </p:custDataLst>
            </p:nvPr>
          </p:nvSpPr>
          <p:spPr bwMode="auto">
            <a:xfrm>
              <a:off x="1097936" y="3285887"/>
              <a:ext cx="4125915" cy="2147458"/>
            </a:xfrm>
            <a:custGeom>
              <a:avLst/>
              <a:gdLst>
                <a:gd name="T0" fmla="*/ 10025 w 1781"/>
                <a:gd name="T1" fmla="*/ 745 h 1235"/>
                <a:gd name="T2" fmla="*/ 12527 w 1781"/>
                <a:gd name="T3" fmla="*/ 16196 h 1235"/>
                <a:gd name="T4" fmla="*/ 31328 w 1781"/>
                <a:gd name="T5" fmla="*/ 7497 h 1235"/>
                <a:gd name="T6" fmla="*/ 36630 w 1781"/>
                <a:gd name="T7" fmla="*/ 9158 h 1235"/>
                <a:gd name="T8" fmla="*/ 9297 w 1781"/>
                <a:gd name="T9" fmla="*/ 20594 h 1235"/>
                <a:gd name="T10" fmla="*/ 7651 w 1781"/>
                <a:gd name="T11" fmla="*/ 0 h 1235"/>
                <a:gd name="T12" fmla="*/ 10025 w 1781"/>
                <a:gd name="T13" fmla="*/ 745 h 1235"/>
                <a:gd name="T14" fmla="*/ 0 60000 65536"/>
                <a:gd name="T15" fmla="*/ 0 60000 65536"/>
                <a:gd name="T16" fmla="*/ 0 60000 65536"/>
                <a:gd name="T17" fmla="*/ 0 60000 65536"/>
                <a:gd name="T18" fmla="*/ 0 60000 65536"/>
                <a:gd name="T19" fmla="*/ 0 60000 65536"/>
                <a:gd name="T20" fmla="*/ 0 60000 65536"/>
                <a:gd name="T21" fmla="*/ 0 w 1781"/>
                <a:gd name="T22" fmla="*/ 0 h 1235"/>
                <a:gd name="T23" fmla="*/ 1781 w 1781"/>
                <a:gd name="T24" fmla="*/ 1235 h 12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81" h="1235">
                  <a:moveTo>
                    <a:pt x="487" y="36"/>
                  </a:moveTo>
                  <a:cubicBezTo>
                    <a:pt x="412" y="169"/>
                    <a:pt x="208" y="597"/>
                    <a:pt x="609" y="785"/>
                  </a:cubicBezTo>
                  <a:cubicBezTo>
                    <a:pt x="830" y="873"/>
                    <a:pt x="1204" y="807"/>
                    <a:pt x="1523" y="363"/>
                  </a:cubicBezTo>
                  <a:cubicBezTo>
                    <a:pt x="1586" y="379"/>
                    <a:pt x="1709" y="419"/>
                    <a:pt x="1781" y="444"/>
                  </a:cubicBezTo>
                  <a:cubicBezTo>
                    <a:pt x="1502" y="949"/>
                    <a:pt x="806" y="1235"/>
                    <a:pt x="452" y="998"/>
                  </a:cubicBezTo>
                  <a:cubicBezTo>
                    <a:pt x="0" y="701"/>
                    <a:pt x="278" y="135"/>
                    <a:pt x="372" y="0"/>
                  </a:cubicBezTo>
                  <a:cubicBezTo>
                    <a:pt x="430" y="17"/>
                    <a:pt x="411" y="11"/>
                    <a:pt x="487" y="36"/>
                  </a:cubicBezTo>
                  <a:close/>
                </a:path>
              </a:pathLst>
            </a:custGeom>
            <a:gradFill rotWithShape="1">
              <a:gsLst>
                <a:gs pos="0">
                  <a:srgbClr val="DDDDDD"/>
                </a:gs>
                <a:gs pos="50000">
                  <a:srgbClr val="F6F6F6"/>
                </a:gs>
                <a:gs pos="100000">
                  <a:srgbClr val="DDDDDD"/>
                </a:gs>
              </a:gsLst>
              <a:lin ang="0" scaled="1"/>
            </a:gradFill>
            <a:ln>
              <a:noFill/>
            </a:ln>
            <a:extLst>
              <a:ext uri="{91240B29-F687-4F45-9708-019B960494DF}">
                <a14:hiddenLine xmlns:a14="http://schemas.microsoft.com/office/drawing/2010/main" xmlns="" w="9525">
                  <a:solidFill>
                    <a:srgbClr val="000000"/>
                  </a:solidFill>
                  <a:round/>
                </a14:hiddenLine>
              </a:ext>
            </a:extLst>
          </p:spPr>
          <p:txBody>
            <a:bodyPr/>
            <a:lstStyle/>
            <a:p>
              <a:endParaRPr lang="zh-CN" altLang="en-US" sz="1350" dirty="0">
                <a:latin typeface="Impact" panose="020B0806030902050204" pitchFamily="34" charset="0"/>
                <a:ea typeface="微软雅黑" panose="020B0503020204020204" charset="-122"/>
              </a:endParaRPr>
            </a:p>
          </p:txBody>
        </p:sp>
        <p:sp>
          <p:nvSpPr>
            <p:cNvPr id="20" name="MH_Other_2"/>
            <p:cNvSpPr/>
            <p:nvPr>
              <p:custDataLst>
                <p:tags r:id="rId3"/>
              </p:custDataLst>
            </p:nvPr>
          </p:nvSpPr>
          <p:spPr bwMode="auto">
            <a:xfrm>
              <a:off x="2285387" y="4055305"/>
              <a:ext cx="3040064" cy="1395907"/>
            </a:xfrm>
            <a:custGeom>
              <a:avLst/>
              <a:gdLst>
                <a:gd name="T0" fmla="*/ 0 w 1312"/>
                <a:gd name="T1" fmla="*/ 12136 h 803"/>
                <a:gd name="T2" fmla="*/ 20383 w 1312"/>
                <a:gd name="T3" fmla="*/ 6902 h 803"/>
                <a:gd name="T4" fmla="*/ 26093 w 1312"/>
                <a:gd name="T5" fmla="*/ 0 h 803"/>
                <a:gd name="T6" fmla="*/ 27029 w 1312"/>
                <a:gd name="T7" fmla="*/ 1298 h 803"/>
                <a:gd name="T8" fmla="*/ 8242 w 1312"/>
                <a:gd name="T9" fmla="*/ 13966 h 803"/>
                <a:gd name="T10" fmla="*/ 0 w 1312"/>
                <a:gd name="T11" fmla="*/ 12136 h 803"/>
                <a:gd name="T12" fmla="*/ 0 60000 65536"/>
                <a:gd name="T13" fmla="*/ 0 60000 65536"/>
                <a:gd name="T14" fmla="*/ 0 60000 65536"/>
                <a:gd name="T15" fmla="*/ 0 60000 65536"/>
                <a:gd name="T16" fmla="*/ 0 60000 65536"/>
                <a:gd name="T17" fmla="*/ 0 60000 65536"/>
                <a:gd name="T18" fmla="*/ 0 w 1312"/>
                <a:gd name="T19" fmla="*/ 0 h 803"/>
                <a:gd name="T20" fmla="*/ 1312 w 1312"/>
                <a:gd name="T21" fmla="*/ 803 h 803"/>
              </a:gdLst>
              <a:ahLst/>
              <a:cxnLst>
                <a:cxn ang="T12">
                  <a:pos x="T0" y="T1"/>
                </a:cxn>
                <a:cxn ang="T13">
                  <a:pos x="T2" y="T3"/>
                </a:cxn>
                <a:cxn ang="T14">
                  <a:pos x="T4" y="T5"/>
                </a:cxn>
                <a:cxn ang="T15">
                  <a:pos x="T6" y="T7"/>
                </a:cxn>
                <a:cxn ang="T16">
                  <a:pos x="T8" y="T9"/>
                </a:cxn>
                <a:cxn ang="T17">
                  <a:pos x="T10" y="T11"/>
                </a:cxn>
              </a:cxnLst>
              <a:rect l="T18" t="T19" r="T20" b="T21"/>
              <a:pathLst>
                <a:path w="1312" h="803">
                  <a:moveTo>
                    <a:pt x="0" y="589"/>
                  </a:moveTo>
                  <a:cubicBezTo>
                    <a:pt x="0" y="589"/>
                    <a:pt x="399" y="803"/>
                    <a:pt x="989" y="335"/>
                  </a:cubicBezTo>
                  <a:cubicBezTo>
                    <a:pt x="1163" y="189"/>
                    <a:pt x="1267" y="0"/>
                    <a:pt x="1267" y="0"/>
                  </a:cubicBezTo>
                  <a:cubicBezTo>
                    <a:pt x="1312" y="63"/>
                    <a:pt x="1312" y="63"/>
                    <a:pt x="1312" y="63"/>
                  </a:cubicBezTo>
                  <a:cubicBezTo>
                    <a:pt x="1312" y="63"/>
                    <a:pt x="999" y="633"/>
                    <a:pt x="400" y="678"/>
                  </a:cubicBezTo>
                  <a:cubicBezTo>
                    <a:pt x="148" y="694"/>
                    <a:pt x="0" y="589"/>
                    <a:pt x="0" y="589"/>
                  </a:cubicBezTo>
                  <a:close/>
                </a:path>
              </a:pathLst>
            </a:custGeom>
            <a:solidFill>
              <a:schemeClr val="bg1">
                <a:lumMod val="75000"/>
              </a:schemeClr>
            </a:solidFill>
            <a:ln>
              <a:noFill/>
            </a:ln>
          </p:spPr>
          <p:txBody>
            <a:bodyPr/>
            <a:lstStyle/>
            <a:p>
              <a:endParaRPr lang="zh-CN" altLang="en-US" sz="1350" dirty="0">
                <a:latin typeface="Impact" panose="020B0806030902050204" pitchFamily="34" charset="0"/>
                <a:ea typeface="微软雅黑" panose="020B0503020204020204" charset="-122"/>
              </a:endParaRPr>
            </a:p>
          </p:txBody>
        </p:sp>
        <p:sp>
          <p:nvSpPr>
            <p:cNvPr id="21" name="MH_Other_3"/>
            <p:cNvSpPr/>
            <p:nvPr>
              <p:custDataLst>
                <p:tags r:id="rId4"/>
              </p:custDataLst>
            </p:nvPr>
          </p:nvSpPr>
          <p:spPr bwMode="auto">
            <a:xfrm>
              <a:off x="1751988" y="3349014"/>
              <a:ext cx="617537" cy="1241071"/>
            </a:xfrm>
            <a:custGeom>
              <a:avLst/>
              <a:gdLst>
                <a:gd name="T0" fmla="*/ 4168 w 267"/>
                <a:gd name="T1" fmla="*/ 0 h 714"/>
                <a:gd name="T2" fmla="*/ 5297 w 267"/>
                <a:gd name="T3" fmla="*/ 1035 h 714"/>
                <a:gd name="T4" fmla="*/ 5361 w 267"/>
                <a:gd name="T5" fmla="*/ 14696 h 714"/>
                <a:gd name="T6" fmla="*/ 1773 w 267"/>
                <a:gd name="T7" fmla="*/ 7465 h 714"/>
                <a:gd name="T8" fmla="*/ 4168 w 267"/>
                <a:gd name="T9" fmla="*/ 0 h 714"/>
                <a:gd name="T10" fmla="*/ 0 60000 65536"/>
                <a:gd name="T11" fmla="*/ 0 60000 65536"/>
                <a:gd name="T12" fmla="*/ 0 60000 65536"/>
                <a:gd name="T13" fmla="*/ 0 60000 65536"/>
                <a:gd name="T14" fmla="*/ 0 60000 65536"/>
                <a:gd name="T15" fmla="*/ 0 w 267"/>
                <a:gd name="T16" fmla="*/ 0 h 714"/>
                <a:gd name="T17" fmla="*/ 267 w 267"/>
                <a:gd name="T18" fmla="*/ 714 h 714"/>
              </a:gdLst>
              <a:ahLst/>
              <a:cxnLst>
                <a:cxn ang="T10">
                  <a:pos x="T0" y="T1"/>
                </a:cxn>
                <a:cxn ang="T11">
                  <a:pos x="T2" y="T3"/>
                </a:cxn>
                <a:cxn ang="T12">
                  <a:pos x="T4" y="T5"/>
                </a:cxn>
                <a:cxn ang="T13">
                  <a:pos x="T6" y="T7"/>
                </a:cxn>
                <a:cxn ang="T14">
                  <a:pos x="T8" y="T9"/>
                </a:cxn>
              </a:cxnLst>
              <a:rect l="T15" t="T16" r="T17" b="T18"/>
              <a:pathLst>
                <a:path w="267" h="714">
                  <a:moveTo>
                    <a:pt x="205" y="0"/>
                  </a:moveTo>
                  <a:cubicBezTo>
                    <a:pt x="205" y="0"/>
                    <a:pt x="254" y="45"/>
                    <a:pt x="261" y="50"/>
                  </a:cubicBezTo>
                  <a:cubicBezTo>
                    <a:pt x="267" y="61"/>
                    <a:pt x="0" y="424"/>
                    <a:pt x="264" y="714"/>
                  </a:cubicBezTo>
                  <a:cubicBezTo>
                    <a:pt x="69" y="593"/>
                    <a:pt x="85" y="409"/>
                    <a:pt x="87" y="363"/>
                  </a:cubicBezTo>
                  <a:cubicBezTo>
                    <a:pt x="88" y="197"/>
                    <a:pt x="205" y="0"/>
                    <a:pt x="205" y="0"/>
                  </a:cubicBezTo>
                  <a:close/>
                </a:path>
              </a:pathLst>
            </a:custGeom>
            <a:gradFill rotWithShape="1">
              <a:gsLst>
                <a:gs pos="0">
                  <a:srgbClr val="DDDDDD"/>
                </a:gs>
                <a:gs pos="50000">
                  <a:srgbClr val="B2B2B2"/>
                </a:gs>
                <a:gs pos="100000">
                  <a:srgbClr val="DDDDDD"/>
                </a:gs>
              </a:gsLst>
              <a:lin ang="18900000" scaled="1"/>
            </a:gradFill>
            <a:ln>
              <a:noFill/>
            </a:ln>
            <a:extLst>
              <a:ext uri="{91240B29-F687-4F45-9708-019B960494DF}">
                <a14:hiddenLine xmlns:a14="http://schemas.microsoft.com/office/drawing/2010/main" xmlns="" w="9525">
                  <a:solidFill>
                    <a:srgbClr val="000000"/>
                  </a:solidFill>
                  <a:round/>
                </a14:hiddenLine>
              </a:ext>
            </a:extLst>
          </p:spPr>
          <p:txBody>
            <a:bodyPr/>
            <a:lstStyle/>
            <a:p>
              <a:endParaRPr lang="zh-CN" altLang="en-US" sz="1350" dirty="0">
                <a:latin typeface="Impact" panose="020B0806030902050204" pitchFamily="34" charset="0"/>
                <a:ea typeface="微软雅黑" panose="020B0503020204020204" charset="-122"/>
              </a:endParaRPr>
            </a:p>
          </p:txBody>
        </p:sp>
        <p:sp>
          <p:nvSpPr>
            <p:cNvPr id="22" name="MH_Other_4"/>
            <p:cNvSpPr/>
            <p:nvPr>
              <p:custDataLst>
                <p:tags r:id="rId5"/>
              </p:custDataLst>
            </p:nvPr>
          </p:nvSpPr>
          <p:spPr bwMode="auto">
            <a:xfrm>
              <a:off x="2048850" y="2174640"/>
              <a:ext cx="3890964" cy="1754412"/>
            </a:xfrm>
            <a:custGeom>
              <a:avLst/>
              <a:gdLst>
                <a:gd name="T0" fmla="*/ 24075 w 1678"/>
                <a:gd name="T1" fmla="*/ 19158 h 1010"/>
                <a:gd name="T2" fmla="*/ 20411 w 1678"/>
                <a:gd name="T3" fmla="*/ 5169 h 1010"/>
                <a:gd name="T4" fmla="*/ 2400 w 1678"/>
                <a:gd name="T5" fmla="*/ 13038 h 1010"/>
                <a:gd name="T6" fmla="*/ 0 w 1678"/>
                <a:gd name="T7" fmla="*/ 12337 h 1010"/>
                <a:gd name="T8" fmla="*/ 22319 w 1678"/>
                <a:gd name="T9" fmla="*/ 1285 h 1010"/>
                <a:gd name="T10" fmla="*/ 29469 w 1678"/>
                <a:gd name="T11" fmla="*/ 20672 h 1010"/>
                <a:gd name="T12" fmla="*/ 24075 w 1678"/>
                <a:gd name="T13" fmla="*/ 19158 h 1010"/>
                <a:gd name="T14" fmla="*/ 0 60000 65536"/>
                <a:gd name="T15" fmla="*/ 0 60000 65536"/>
                <a:gd name="T16" fmla="*/ 0 60000 65536"/>
                <a:gd name="T17" fmla="*/ 0 60000 65536"/>
                <a:gd name="T18" fmla="*/ 0 60000 65536"/>
                <a:gd name="T19" fmla="*/ 0 60000 65536"/>
                <a:gd name="T20" fmla="*/ 0 60000 65536"/>
                <a:gd name="T21" fmla="*/ 0 w 1678"/>
                <a:gd name="T22" fmla="*/ 0 h 1010"/>
                <a:gd name="T23" fmla="*/ 1678 w 1678"/>
                <a:gd name="T24" fmla="*/ 1010 h 10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78" h="1010">
                  <a:moveTo>
                    <a:pt x="1162" y="936"/>
                  </a:moveTo>
                  <a:cubicBezTo>
                    <a:pt x="1222" y="836"/>
                    <a:pt x="1371" y="388"/>
                    <a:pt x="985" y="252"/>
                  </a:cubicBezTo>
                  <a:cubicBezTo>
                    <a:pt x="471" y="122"/>
                    <a:pt x="116" y="637"/>
                    <a:pt x="116" y="637"/>
                  </a:cubicBezTo>
                  <a:cubicBezTo>
                    <a:pt x="116" y="637"/>
                    <a:pt x="116" y="637"/>
                    <a:pt x="0" y="603"/>
                  </a:cubicBezTo>
                  <a:cubicBezTo>
                    <a:pt x="272" y="215"/>
                    <a:pt x="727" y="0"/>
                    <a:pt x="1077" y="63"/>
                  </a:cubicBezTo>
                  <a:cubicBezTo>
                    <a:pt x="1416" y="123"/>
                    <a:pt x="1678" y="452"/>
                    <a:pt x="1422" y="1010"/>
                  </a:cubicBezTo>
                  <a:cubicBezTo>
                    <a:pt x="1357" y="994"/>
                    <a:pt x="1209" y="950"/>
                    <a:pt x="1162" y="936"/>
                  </a:cubicBezTo>
                  <a:close/>
                </a:path>
              </a:pathLst>
            </a:custGeom>
            <a:gradFill rotWithShape="1">
              <a:gsLst>
                <a:gs pos="0">
                  <a:srgbClr val="CC99FF"/>
                </a:gs>
                <a:gs pos="50000">
                  <a:srgbClr val="E6CDFF"/>
                </a:gs>
                <a:gs pos="100000">
                  <a:srgbClr val="CC99FF"/>
                </a:gs>
              </a:gsLst>
              <a:lin ang="0" scaled="1"/>
            </a:gradFill>
            <a:ln>
              <a:noFill/>
            </a:ln>
          </p:spPr>
          <p:txBody>
            <a:bodyPr/>
            <a:lstStyle/>
            <a:p>
              <a:endParaRPr lang="zh-CN" altLang="en-US" sz="1350" dirty="0">
                <a:latin typeface="Impact" panose="020B0806030902050204" pitchFamily="34" charset="0"/>
                <a:ea typeface="微软雅黑" panose="020B0503020204020204" charset="-122"/>
              </a:endParaRPr>
            </a:p>
          </p:txBody>
        </p:sp>
        <p:sp>
          <p:nvSpPr>
            <p:cNvPr id="23" name="MH_Other_5"/>
            <p:cNvSpPr/>
            <p:nvPr>
              <p:custDataLst>
                <p:tags r:id="rId6"/>
              </p:custDataLst>
            </p:nvPr>
          </p:nvSpPr>
          <p:spPr bwMode="auto">
            <a:xfrm>
              <a:off x="5346089" y="2834480"/>
              <a:ext cx="414337" cy="1210104"/>
            </a:xfrm>
            <a:custGeom>
              <a:avLst/>
              <a:gdLst>
                <a:gd name="T0" fmla="*/ 0 w 179"/>
                <a:gd name="T1" fmla="*/ 12990 h 696"/>
                <a:gd name="T2" fmla="*/ 859 w 179"/>
                <a:gd name="T3" fmla="*/ 14350 h 696"/>
                <a:gd name="T4" fmla="*/ 2849 w 179"/>
                <a:gd name="T5" fmla="*/ 6497 h 696"/>
                <a:gd name="T6" fmla="*/ 1866 w 179"/>
                <a:gd name="T7" fmla="*/ 1298 h 696"/>
                <a:gd name="T8" fmla="*/ 1305 w 179"/>
                <a:gd name="T9" fmla="*/ 0 h 696"/>
                <a:gd name="T10" fmla="*/ 0 w 179"/>
                <a:gd name="T11" fmla="*/ 12990 h 696"/>
                <a:gd name="T12" fmla="*/ 0 60000 65536"/>
                <a:gd name="T13" fmla="*/ 0 60000 65536"/>
                <a:gd name="T14" fmla="*/ 0 60000 65536"/>
                <a:gd name="T15" fmla="*/ 0 60000 65536"/>
                <a:gd name="T16" fmla="*/ 0 60000 65536"/>
                <a:gd name="T17" fmla="*/ 0 60000 65536"/>
                <a:gd name="T18" fmla="*/ 0 w 179"/>
                <a:gd name="T19" fmla="*/ 0 h 696"/>
                <a:gd name="T20" fmla="*/ 179 w 179"/>
                <a:gd name="T21" fmla="*/ 696 h 696"/>
              </a:gdLst>
              <a:ahLst/>
              <a:cxnLst>
                <a:cxn ang="T12">
                  <a:pos x="T0" y="T1"/>
                </a:cxn>
                <a:cxn ang="T13">
                  <a:pos x="T2" y="T3"/>
                </a:cxn>
                <a:cxn ang="T14">
                  <a:pos x="T4" y="T5"/>
                </a:cxn>
                <a:cxn ang="T15">
                  <a:pos x="T6" y="T7"/>
                </a:cxn>
                <a:cxn ang="T16">
                  <a:pos x="T8" y="T9"/>
                </a:cxn>
                <a:cxn ang="T17">
                  <a:pos x="T10" y="T11"/>
                </a:cxn>
              </a:cxnLst>
              <a:rect l="T18" t="T19" r="T20" b="T21"/>
              <a:pathLst>
                <a:path w="179" h="696">
                  <a:moveTo>
                    <a:pt x="0" y="630"/>
                  </a:moveTo>
                  <a:cubicBezTo>
                    <a:pt x="19" y="659"/>
                    <a:pt x="42" y="696"/>
                    <a:pt x="42" y="696"/>
                  </a:cubicBezTo>
                  <a:cubicBezTo>
                    <a:pt x="42" y="696"/>
                    <a:pt x="134" y="518"/>
                    <a:pt x="139" y="315"/>
                  </a:cubicBezTo>
                  <a:cubicBezTo>
                    <a:pt x="146" y="172"/>
                    <a:pt x="91" y="63"/>
                    <a:pt x="91" y="63"/>
                  </a:cubicBezTo>
                  <a:cubicBezTo>
                    <a:pt x="64" y="0"/>
                    <a:pt x="64" y="0"/>
                    <a:pt x="64" y="0"/>
                  </a:cubicBezTo>
                  <a:cubicBezTo>
                    <a:pt x="64" y="0"/>
                    <a:pt x="179" y="245"/>
                    <a:pt x="0" y="630"/>
                  </a:cubicBezTo>
                  <a:close/>
                </a:path>
              </a:pathLst>
            </a:custGeom>
            <a:gradFill rotWithShape="1">
              <a:gsLst>
                <a:gs pos="0">
                  <a:srgbClr val="CC99FF"/>
                </a:gs>
                <a:gs pos="50000">
                  <a:srgbClr val="E6CDFF"/>
                </a:gs>
                <a:gs pos="100000">
                  <a:srgbClr val="CC99FF"/>
                </a:gs>
              </a:gsLst>
              <a:lin ang="2700000" scaled="1"/>
            </a:gradFill>
            <a:ln>
              <a:noFill/>
            </a:ln>
          </p:spPr>
          <p:txBody>
            <a:bodyPr/>
            <a:lstStyle/>
            <a:p>
              <a:endParaRPr lang="zh-CN" altLang="en-US" sz="1350" dirty="0">
                <a:latin typeface="Impact" panose="020B0806030902050204" pitchFamily="34" charset="0"/>
                <a:ea typeface="微软雅黑" panose="020B0503020204020204" charset="-122"/>
              </a:endParaRPr>
            </a:p>
          </p:txBody>
        </p:sp>
        <p:sp>
          <p:nvSpPr>
            <p:cNvPr id="24" name="MH_Other_6"/>
            <p:cNvSpPr/>
            <p:nvPr>
              <p:custDataLst>
                <p:tags r:id="rId7"/>
              </p:custDataLst>
            </p:nvPr>
          </p:nvSpPr>
          <p:spPr bwMode="auto">
            <a:xfrm>
              <a:off x="2317138" y="2385456"/>
              <a:ext cx="2549525" cy="983805"/>
            </a:xfrm>
            <a:custGeom>
              <a:avLst/>
              <a:gdLst>
                <a:gd name="T0" fmla="*/ 17943 w 1100"/>
                <a:gd name="T1" fmla="*/ 2712 h 565"/>
                <a:gd name="T2" fmla="*/ 0 w 1100"/>
                <a:gd name="T3" fmla="*/ 10753 h 565"/>
                <a:gd name="T4" fmla="*/ 1115 w 1100"/>
                <a:gd name="T5" fmla="*/ 11795 h 565"/>
                <a:gd name="T6" fmla="*/ 17869 w 1100"/>
                <a:gd name="T7" fmla="*/ 3887 h 565"/>
                <a:gd name="T8" fmla="*/ 22716 w 1100"/>
                <a:gd name="T9" fmla="*/ 7231 h 565"/>
                <a:gd name="T10" fmla="*/ 17943 w 1100"/>
                <a:gd name="T11" fmla="*/ 2712 h 565"/>
                <a:gd name="T12" fmla="*/ 0 60000 65536"/>
                <a:gd name="T13" fmla="*/ 0 60000 65536"/>
                <a:gd name="T14" fmla="*/ 0 60000 65536"/>
                <a:gd name="T15" fmla="*/ 0 60000 65536"/>
                <a:gd name="T16" fmla="*/ 0 60000 65536"/>
                <a:gd name="T17" fmla="*/ 0 60000 65536"/>
                <a:gd name="T18" fmla="*/ 0 w 1100"/>
                <a:gd name="T19" fmla="*/ 0 h 565"/>
                <a:gd name="T20" fmla="*/ 1100 w 1100"/>
                <a:gd name="T21" fmla="*/ 565 h 565"/>
              </a:gdLst>
              <a:ahLst/>
              <a:cxnLst>
                <a:cxn ang="T12">
                  <a:pos x="T0" y="T1"/>
                </a:cxn>
                <a:cxn ang="T13">
                  <a:pos x="T2" y="T3"/>
                </a:cxn>
                <a:cxn ang="T14">
                  <a:pos x="T4" y="T5"/>
                </a:cxn>
                <a:cxn ang="T15">
                  <a:pos x="T6" y="T7"/>
                </a:cxn>
                <a:cxn ang="T16">
                  <a:pos x="T8" y="T9"/>
                </a:cxn>
                <a:cxn ang="T17">
                  <a:pos x="T10" y="T11"/>
                </a:cxn>
              </a:cxnLst>
              <a:rect l="T18" t="T19" r="T20" b="T21"/>
              <a:pathLst>
                <a:path w="1100" h="565">
                  <a:moveTo>
                    <a:pt x="869" y="130"/>
                  </a:moveTo>
                  <a:cubicBezTo>
                    <a:pt x="355" y="0"/>
                    <a:pt x="0" y="515"/>
                    <a:pt x="0" y="515"/>
                  </a:cubicBezTo>
                  <a:cubicBezTo>
                    <a:pt x="0" y="515"/>
                    <a:pt x="0" y="515"/>
                    <a:pt x="54" y="565"/>
                  </a:cubicBezTo>
                  <a:cubicBezTo>
                    <a:pt x="279" y="285"/>
                    <a:pt x="580" y="120"/>
                    <a:pt x="866" y="186"/>
                  </a:cubicBezTo>
                  <a:cubicBezTo>
                    <a:pt x="1050" y="226"/>
                    <a:pt x="1100" y="347"/>
                    <a:pt x="1100" y="347"/>
                  </a:cubicBezTo>
                  <a:cubicBezTo>
                    <a:pt x="1084" y="303"/>
                    <a:pt x="1043" y="192"/>
                    <a:pt x="869" y="130"/>
                  </a:cubicBezTo>
                  <a:close/>
                </a:path>
              </a:pathLst>
            </a:custGeom>
            <a:gradFill rotWithShape="1">
              <a:gsLst>
                <a:gs pos="0">
                  <a:srgbClr val="F0E1FF"/>
                </a:gs>
                <a:gs pos="50000">
                  <a:srgbClr val="E6CDFF"/>
                </a:gs>
                <a:gs pos="100000">
                  <a:srgbClr val="CC99FF"/>
                </a:gs>
              </a:gsLst>
              <a:lin ang="2700000" scaled="1"/>
            </a:gradFill>
            <a:ln>
              <a:noFill/>
            </a:ln>
          </p:spPr>
          <p:txBody>
            <a:bodyPr/>
            <a:lstStyle/>
            <a:p>
              <a:endParaRPr lang="zh-CN" altLang="en-US" sz="1350" dirty="0">
                <a:latin typeface="Impact" panose="020B0806030902050204" pitchFamily="34" charset="0"/>
                <a:ea typeface="微软雅黑" panose="020B0503020204020204" charset="-122"/>
              </a:endParaRPr>
            </a:p>
          </p:txBody>
        </p:sp>
        <p:sp>
          <p:nvSpPr>
            <p:cNvPr id="25" name="MH_Other_7"/>
            <p:cNvSpPr/>
            <p:nvPr>
              <p:custDataLst>
                <p:tags r:id="rId8"/>
              </p:custDataLst>
            </p:nvPr>
          </p:nvSpPr>
          <p:spPr bwMode="auto">
            <a:xfrm>
              <a:off x="4742838" y="3801610"/>
              <a:ext cx="698500" cy="242974"/>
            </a:xfrm>
            <a:custGeom>
              <a:avLst/>
              <a:gdLst>
                <a:gd name="T0" fmla="*/ 0 w 469"/>
                <a:gd name="T1" fmla="*/ 0 h 218"/>
                <a:gd name="T2" fmla="*/ 243 w 469"/>
                <a:gd name="T3" fmla="*/ 68 h 218"/>
                <a:gd name="T4" fmla="*/ 281 w 469"/>
                <a:gd name="T5" fmla="*/ 129 h 218"/>
                <a:gd name="T6" fmla="*/ 44 w 469"/>
                <a:gd name="T7" fmla="*/ 59 h 218"/>
                <a:gd name="T8" fmla="*/ 0 w 469"/>
                <a:gd name="T9" fmla="*/ 0 h 218"/>
                <a:gd name="T10" fmla="*/ 0 60000 65536"/>
                <a:gd name="T11" fmla="*/ 0 60000 65536"/>
                <a:gd name="T12" fmla="*/ 0 60000 65536"/>
                <a:gd name="T13" fmla="*/ 0 60000 65536"/>
                <a:gd name="T14" fmla="*/ 0 60000 65536"/>
                <a:gd name="T15" fmla="*/ 0 w 469"/>
                <a:gd name="T16" fmla="*/ 0 h 218"/>
                <a:gd name="T17" fmla="*/ 469 w 469"/>
                <a:gd name="T18" fmla="*/ 218 h 218"/>
              </a:gdLst>
              <a:ahLst/>
              <a:cxnLst>
                <a:cxn ang="T10">
                  <a:pos x="T0" y="T1"/>
                </a:cxn>
                <a:cxn ang="T11">
                  <a:pos x="T2" y="T3"/>
                </a:cxn>
                <a:cxn ang="T12">
                  <a:pos x="T4" y="T5"/>
                </a:cxn>
                <a:cxn ang="T13">
                  <a:pos x="T6" y="T7"/>
                </a:cxn>
                <a:cxn ang="T14">
                  <a:pos x="T8" y="T9"/>
                </a:cxn>
              </a:cxnLst>
              <a:rect l="T15" t="T16" r="T17" b="T18"/>
              <a:pathLst>
                <a:path w="469" h="218">
                  <a:moveTo>
                    <a:pt x="0" y="0"/>
                  </a:moveTo>
                  <a:lnTo>
                    <a:pt x="404" y="115"/>
                  </a:lnTo>
                  <a:lnTo>
                    <a:pt x="469" y="218"/>
                  </a:lnTo>
                  <a:lnTo>
                    <a:pt x="73" y="100"/>
                  </a:lnTo>
                  <a:lnTo>
                    <a:pt x="0" y="0"/>
                  </a:lnTo>
                  <a:close/>
                </a:path>
              </a:pathLst>
            </a:custGeom>
            <a:solidFill>
              <a:srgbClr val="CC99FF"/>
            </a:solidFill>
            <a:ln>
              <a:noFill/>
            </a:ln>
          </p:spPr>
          <p:txBody>
            <a:bodyPr/>
            <a:lstStyle/>
            <a:p>
              <a:endParaRPr lang="zh-CN" altLang="en-US" sz="1350" dirty="0">
                <a:latin typeface="Impact" panose="020B0806030902050204" pitchFamily="34" charset="0"/>
                <a:ea typeface="微软雅黑" panose="020B0503020204020204" charset="-122"/>
              </a:endParaRPr>
            </a:p>
          </p:txBody>
        </p:sp>
        <p:sp>
          <p:nvSpPr>
            <p:cNvPr id="26" name="MH_Other_8"/>
            <p:cNvSpPr/>
            <p:nvPr>
              <p:custDataLst>
                <p:tags r:id="rId9"/>
              </p:custDataLst>
            </p:nvPr>
          </p:nvSpPr>
          <p:spPr bwMode="auto">
            <a:xfrm>
              <a:off x="2048849" y="3222762"/>
              <a:ext cx="395288" cy="146499"/>
            </a:xfrm>
            <a:custGeom>
              <a:avLst/>
              <a:gdLst>
                <a:gd name="T0" fmla="*/ 112 w 264"/>
                <a:gd name="T1" fmla="*/ 32 h 131"/>
                <a:gd name="T2" fmla="*/ 165 w 264"/>
                <a:gd name="T3" fmla="*/ 79 h 131"/>
                <a:gd name="T4" fmla="*/ 52 w 264"/>
                <a:gd name="T5" fmla="*/ 48 h 131"/>
                <a:gd name="T6" fmla="*/ 0 w 264"/>
                <a:gd name="T7" fmla="*/ 0 h 131"/>
                <a:gd name="T8" fmla="*/ 112 w 264"/>
                <a:gd name="T9" fmla="*/ 32 h 131"/>
                <a:gd name="T10" fmla="*/ 0 60000 65536"/>
                <a:gd name="T11" fmla="*/ 0 60000 65536"/>
                <a:gd name="T12" fmla="*/ 0 60000 65536"/>
                <a:gd name="T13" fmla="*/ 0 60000 65536"/>
                <a:gd name="T14" fmla="*/ 0 60000 65536"/>
                <a:gd name="T15" fmla="*/ 0 w 264"/>
                <a:gd name="T16" fmla="*/ 0 h 131"/>
                <a:gd name="T17" fmla="*/ 264 w 264"/>
                <a:gd name="T18" fmla="*/ 131 h 131"/>
              </a:gdLst>
              <a:ahLst/>
              <a:cxnLst>
                <a:cxn ang="T10">
                  <a:pos x="T0" y="T1"/>
                </a:cxn>
                <a:cxn ang="T11">
                  <a:pos x="T2" y="T3"/>
                </a:cxn>
                <a:cxn ang="T12">
                  <a:pos x="T4" y="T5"/>
                </a:cxn>
                <a:cxn ang="T13">
                  <a:pos x="T6" y="T7"/>
                </a:cxn>
                <a:cxn ang="T14">
                  <a:pos x="T8" y="T9"/>
                </a:cxn>
              </a:cxnLst>
              <a:rect l="T15" t="T16" r="T17" b="T18"/>
              <a:pathLst>
                <a:path w="264" h="131">
                  <a:moveTo>
                    <a:pt x="180" y="53"/>
                  </a:moveTo>
                  <a:lnTo>
                    <a:pt x="264" y="131"/>
                  </a:lnTo>
                  <a:lnTo>
                    <a:pt x="83" y="78"/>
                  </a:lnTo>
                  <a:lnTo>
                    <a:pt x="0" y="0"/>
                  </a:lnTo>
                  <a:lnTo>
                    <a:pt x="180" y="53"/>
                  </a:lnTo>
                  <a:close/>
                </a:path>
              </a:pathLst>
            </a:custGeom>
            <a:solidFill>
              <a:srgbClr val="CC99FF"/>
            </a:solidFill>
            <a:ln>
              <a:noFill/>
            </a:ln>
          </p:spPr>
          <p:txBody>
            <a:bodyPr/>
            <a:lstStyle/>
            <a:p>
              <a:endParaRPr lang="zh-CN" altLang="en-US" sz="1350" dirty="0">
                <a:latin typeface="Impact" panose="020B0806030902050204" pitchFamily="34" charset="0"/>
                <a:ea typeface="微软雅黑" panose="020B0503020204020204" charset="-122"/>
              </a:endParaRPr>
            </a:p>
          </p:txBody>
        </p:sp>
        <p:sp>
          <p:nvSpPr>
            <p:cNvPr id="27" name="MH_Other_9"/>
            <p:cNvSpPr/>
            <p:nvPr>
              <p:custDataLst>
                <p:tags r:id="rId10"/>
              </p:custDataLst>
            </p:nvPr>
          </p:nvSpPr>
          <p:spPr bwMode="auto">
            <a:xfrm>
              <a:off x="3276598" y="5191002"/>
              <a:ext cx="10493060" cy="14862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zh-CN" altLang="en-US" sz="1350" kern="10" dirty="0" smtClean="0">
                <a:solidFill>
                  <a:schemeClr val="bg1"/>
                </a:solidFill>
                <a:latin typeface="微软雅黑" panose="020B0503020204020204" charset="-122"/>
                <a:ea typeface="微软雅黑" panose="020B0503020204020204" charset="-122"/>
              </a:endParaRPr>
            </a:p>
          </p:txBody>
        </p:sp>
        <p:sp>
          <p:nvSpPr>
            <p:cNvPr id="28" name="MH_Other_10"/>
            <p:cNvSpPr>
              <a:spLocks noChangeShapeType="1"/>
            </p:cNvSpPr>
            <p:nvPr>
              <p:custDataLst>
                <p:tags r:id="rId11"/>
              </p:custDataLst>
            </p:nvPr>
          </p:nvSpPr>
          <p:spPr bwMode="auto">
            <a:xfrm rot="21307710" flipH="1">
              <a:off x="2830255" y="4022472"/>
              <a:ext cx="465139" cy="470297"/>
            </a:xfrm>
            <a:prstGeom prst="line">
              <a:avLst/>
            </a:prstGeom>
            <a:noFill/>
            <a:ln w="76200">
              <a:solidFill>
                <a:schemeClr val="tx1">
                  <a:lumMod val="50000"/>
                  <a:lumOff val="50000"/>
                </a:schemeClr>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350" dirty="0">
                <a:latin typeface="Impact" panose="020B0806030902050204" pitchFamily="34" charset="0"/>
                <a:ea typeface="微软雅黑" panose="020B0503020204020204" charset="-122"/>
              </a:endParaRPr>
            </a:p>
          </p:txBody>
        </p:sp>
        <p:sp>
          <p:nvSpPr>
            <p:cNvPr id="30" name="MH_Other_11"/>
            <p:cNvSpPr>
              <a:spLocks noChangeShapeType="1"/>
            </p:cNvSpPr>
            <p:nvPr>
              <p:custDataLst>
                <p:tags r:id="rId12"/>
              </p:custDataLst>
            </p:nvPr>
          </p:nvSpPr>
          <p:spPr bwMode="auto">
            <a:xfrm rot="21307710" flipV="1">
              <a:off x="3744657" y="2862803"/>
              <a:ext cx="392113" cy="438150"/>
            </a:xfrm>
            <a:prstGeom prst="line">
              <a:avLst/>
            </a:prstGeom>
            <a:noFill/>
            <a:ln w="76200">
              <a:solidFill>
                <a:srgbClr val="CC99FF"/>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350" dirty="0">
                <a:latin typeface="Impact" panose="020B0806030902050204" pitchFamily="34" charset="0"/>
                <a:ea typeface="微软雅黑" panose="020B0503020204020204" charset="-122"/>
              </a:endParaRPr>
            </a:p>
          </p:txBody>
        </p:sp>
        <p:sp>
          <p:nvSpPr>
            <p:cNvPr id="31" name="MH_Desc_1"/>
            <p:cNvSpPr/>
            <p:nvPr>
              <p:custDataLst>
                <p:tags r:id="rId13"/>
              </p:custDataLst>
            </p:nvPr>
          </p:nvSpPr>
          <p:spPr bwMode="auto">
            <a:xfrm>
              <a:off x="6240719" y="695967"/>
              <a:ext cx="7701076" cy="4362646"/>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noAutofit/>
            </a:bodyPr>
            <a:lstStyle/>
            <a:p>
              <a:pPr indent="457200">
                <a:lnSpc>
                  <a:spcPct val="130000"/>
                </a:lnSpc>
              </a:pPr>
              <a:r>
                <a:rPr smtClean="0">
                  <a:solidFill>
                    <a:schemeClr val="tx1"/>
                  </a:solidFill>
                  <a:latin typeface="+mn-ea"/>
                </a:rPr>
                <a:t>因此，在实践应用中，我们更多地根据具体所开发的软件系统需求，综合地考虑采用适合的软件架构。C/S架构与B/S架构还将长期共存，而B/S与C/S混合软件架构就是一种典型的异构架构。</a:t>
              </a:r>
            </a:p>
            <a:p>
              <a:pPr indent="457200">
                <a:lnSpc>
                  <a:spcPct val="130000"/>
                </a:lnSpc>
              </a:pPr>
              <a:r>
                <a:rPr smtClean="0">
                  <a:solidFill>
                    <a:schemeClr val="tx1"/>
                  </a:solidFill>
                  <a:latin typeface="+mn-ea"/>
                </a:rPr>
                <a:t>以Mary Shaw和David Garlan为代表的学者们总结出的软件架构风格在软件工程中常被用到，随着软件工程技术的发展，新的架构风格也在不断地涌现。例如，面向Agent的软件架构、正交架构等等。选择和设计一种软件架构，将来开发出的软件系统就具有它特别的结构风格，正如每座建筑散发出独特的光芒一样。</a:t>
              </a:r>
            </a:p>
          </p:txBody>
        </p:sp>
      </p:grpSp>
    </p:spTree>
    <p:custDataLst>
      <p:tags r:id="rId1"/>
    </p:custDataLst>
  </p:cSld>
  <p:clrMapOvr>
    <a:masterClrMapping/>
  </p:clrMapOvr>
  <p:transition>
    <p:pull dir="ru"/>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7.2 </a:t>
            </a:r>
            <a:r>
              <a:rPr lang="zh-CN" altLang="en-US" dirty="0" smtClean="0">
                <a:solidFill>
                  <a:srgbClr val="FF0000"/>
                </a:solidFill>
                <a:sym typeface="+mn-ea"/>
              </a:rPr>
              <a:t>软件架构设计和对象设计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7.2.3 </a:t>
            </a:r>
            <a:r>
              <a:rPr lang="zh-CN" altLang="en-US" sz="2400" dirty="0" smtClean="0">
                <a:solidFill>
                  <a:schemeClr val="tx1"/>
                </a:solidFill>
              </a:rPr>
              <a:t>移动互联系统的软件架构</a:t>
            </a:r>
          </a:p>
        </p:txBody>
      </p:sp>
      <p:sp>
        <p:nvSpPr>
          <p:cNvPr id="6" name="MH_Other_1"/>
          <p:cNvSpPr/>
          <p:nvPr>
            <p:custDataLst>
              <p:tags r:id="rId2"/>
            </p:custDataLst>
          </p:nvPr>
        </p:nvSpPr>
        <p:spPr bwMode="auto">
          <a:xfrm>
            <a:off x="809625" y="1969770"/>
            <a:ext cx="9842500" cy="4143375"/>
          </a:xfrm>
          <a:custGeom>
            <a:avLst/>
            <a:gdLst>
              <a:gd name="T0" fmla="*/ 6952593 w 6952593"/>
              <a:gd name="T1" fmla="*/ 3704897 h 4729656"/>
              <a:gd name="T2" fmla="*/ 6952593 w 6952593"/>
              <a:gd name="T3" fmla="*/ 4729656 h 4729656"/>
              <a:gd name="T4" fmla="*/ 0 w 6952593"/>
              <a:gd name="T5" fmla="*/ 4729656 h 4729656"/>
              <a:gd name="T6" fmla="*/ 0 w 6952593"/>
              <a:gd name="T7" fmla="*/ 0 h 4729656"/>
            </a:gdLst>
            <a:ahLst/>
            <a:cxnLst>
              <a:cxn ang="0">
                <a:pos x="T0" y="T1"/>
              </a:cxn>
              <a:cxn ang="0">
                <a:pos x="T2" y="T3"/>
              </a:cxn>
              <a:cxn ang="0">
                <a:pos x="T4" y="T5"/>
              </a:cxn>
              <a:cxn ang="0">
                <a:pos x="T6" y="T7"/>
              </a:cxn>
            </a:cxnLst>
            <a:rect l="0" t="0" r="r" b="b"/>
            <a:pathLst>
              <a:path w="6952593" h="4729656">
                <a:moveTo>
                  <a:pt x="6952593" y="3704897"/>
                </a:moveTo>
                <a:lnTo>
                  <a:pt x="6952593" y="4729656"/>
                </a:lnTo>
                <a:lnTo>
                  <a:pt x="0" y="4729656"/>
                </a:lnTo>
                <a:lnTo>
                  <a:pt x="0" y="0"/>
                </a:lnTo>
              </a:path>
            </a:pathLst>
          </a:custGeom>
          <a:noFill/>
          <a:ln w="12700" cap="flat" cmpd="sng">
            <a:solidFill>
              <a:srgbClr val="35D2FD"/>
            </a:solidFill>
            <a:round/>
          </a:ln>
          <a:extLst>
            <a:ext uri="{909E8E84-426E-40DD-AFC4-6F175D3DCCD1}">
              <a14:hiddenFill xmlns:a14="http://schemas.microsoft.com/office/drawing/2010/main" xmlns="">
                <a:solidFill>
                  <a:srgbClr val="FFFFFF"/>
                </a:solidFill>
              </a14:hiddenFill>
            </a:ext>
          </a:extLst>
        </p:spPr>
        <p:txBody>
          <a:bodyPr anchor="ctr"/>
          <a:lstStyle/>
          <a:p>
            <a:endParaRPr lang="zh-CN" altLang="en-US">
              <a:solidFill>
                <a:srgbClr val="5CABB5"/>
              </a:solidFill>
            </a:endParaRPr>
          </a:p>
        </p:txBody>
      </p:sp>
      <p:sp>
        <p:nvSpPr>
          <p:cNvPr id="3" name="文本框 2"/>
          <p:cNvSpPr txBox="1"/>
          <p:nvPr/>
        </p:nvSpPr>
        <p:spPr>
          <a:xfrm>
            <a:off x="954405" y="2305685"/>
            <a:ext cx="6942455" cy="3657600"/>
          </a:xfrm>
          <a:prstGeom prst="rect">
            <a:avLst/>
          </a:prstGeom>
          <a:noFill/>
        </p:spPr>
        <p:txBody>
          <a:bodyPr wrap="square" rtlCol="0" anchor="t">
            <a:spAutoFit/>
          </a:bodyPr>
          <a:lstStyle/>
          <a:p>
            <a:pPr fontAlgn="auto">
              <a:lnSpc>
                <a:spcPct val="130000"/>
              </a:lnSpc>
            </a:pPr>
            <a:r>
              <a:rPr lang="en-US" altLang="zh-CN"/>
              <a:t>       </a:t>
            </a:r>
            <a:r>
              <a:rPr lang="zh-CN" altLang="en-US" sz="2000" dirty="0" smtClean="0">
                <a:latin typeface="微软雅黑" panose="020B0503020204020204" charset="-122"/>
                <a:ea typeface="微软雅黑" panose="020B0503020204020204" charset="-122"/>
                <a:cs typeface="Times New Roman" panose="02020603050405020304" charset="0"/>
              </a:rPr>
              <a:t>移动互联系统是指将互联网的技术、平台、商业模式及应用与移动通信技术结合并实践的活动的总称，它包括移动终端、移动网络和应用服务3个要素。移动终端（或者叫移动通信终端）是指可以在移动中使用的计算机设备，广义上包括手机、笔记本电脑、平板电脑、POS机甚至车载电脑等设备，但是大部分情况下是指具有多种应用功能的智能手机和平板电脑。移动网络现在常用WiFi和4G网络，应用服务则非常多，在智能手机上用户自己下载使用的应用程序（Application，APP）都是为用户提供服务的第三方软件。</a:t>
            </a:r>
          </a:p>
        </p:txBody>
      </p:sp>
      <p:sp>
        <p:nvSpPr>
          <p:cNvPr id="8" name="MH_Picture_1"/>
          <p:cNvSpPr/>
          <p:nvPr>
            <p:custDataLst>
              <p:tags r:id="rId3"/>
            </p:custDataLst>
          </p:nvPr>
        </p:nvSpPr>
        <p:spPr>
          <a:xfrm>
            <a:off x="6875576" y="-15240"/>
            <a:ext cx="5392624" cy="5797506"/>
          </a:xfrm>
          <a:custGeom>
            <a:avLst/>
            <a:gdLst>
              <a:gd name="connsiteX0" fmla="*/ 2265680 w 4785360"/>
              <a:gd name="connsiteY0" fmla="*/ 0 h 6085840"/>
              <a:gd name="connsiteX1" fmla="*/ 0 w 4785360"/>
              <a:gd name="connsiteY1" fmla="*/ 1026160 h 6085840"/>
              <a:gd name="connsiteX2" fmla="*/ 2204720 w 4785360"/>
              <a:gd name="connsiteY2" fmla="*/ 6085840 h 6085840"/>
              <a:gd name="connsiteX3" fmla="*/ 4785360 w 4785360"/>
              <a:gd name="connsiteY3" fmla="*/ 4927600 h 6085840"/>
              <a:gd name="connsiteX4" fmla="*/ 4754880 w 4785360"/>
              <a:gd name="connsiteY4" fmla="*/ 10160 h 6085840"/>
              <a:gd name="connsiteX5" fmla="*/ 2265680 w 4785360"/>
              <a:gd name="connsiteY5" fmla="*/ 0 h 6085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85360" h="6085840">
                <a:moveTo>
                  <a:pt x="2265680" y="0"/>
                </a:moveTo>
                <a:lnTo>
                  <a:pt x="0" y="1026160"/>
                </a:lnTo>
                <a:lnTo>
                  <a:pt x="2204720" y="6085840"/>
                </a:lnTo>
                <a:lnTo>
                  <a:pt x="4785360" y="4927600"/>
                </a:lnTo>
                <a:lnTo>
                  <a:pt x="4754880" y="10160"/>
                </a:lnTo>
                <a:lnTo>
                  <a:pt x="2265680" y="0"/>
                </a:lnTo>
                <a:close/>
              </a:path>
            </a:pathLst>
          </a:custGeom>
          <a:blipFill dpi="0" rotWithShape="1">
            <a:blip r:embed="rId6" cstate="print"/>
            <a:srcRect/>
            <a:stretch>
              <a:fillRect r="-39000"/>
            </a:stretch>
          </a:blipFill>
          <a:ln>
            <a:noFill/>
          </a:ln>
          <a:effectLst>
            <a:outerShdw blurRad="50800" dist="38100" dir="8100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ustDataLst>
      <p:tags r:id="rId1"/>
    </p:custDataLst>
  </p:cSld>
  <p:clrMapOvr>
    <a:masterClrMapping/>
  </p:clrMapOvr>
  <p:transition>
    <p:pull dir="ru"/>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7.2 </a:t>
            </a:r>
            <a:r>
              <a:rPr lang="zh-CN" altLang="en-US" dirty="0" smtClean="0">
                <a:solidFill>
                  <a:srgbClr val="FF0000"/>
                </a:solidFill>
                <a:sym typeface="+mn-ea"/>
              </a:rPr>
              <a:t>软件架构设计和对象设计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7.2.3 </a:t>
            </a:r>
            <a:r>
              <a:rPr lang="zh-CN" altLang="en-US" sz="2400" dirty="0" smtClean="0">
                <a:solidFill>
                  <a:schemeClr val="tx1"/>
                </a:solidFill>
              </a:rPr>
              <a:t>移动互联系统的软件架构</a:t>
            </a:r>
          </a:p>
        </p:txBody>
      </p:sp>
      <p:grpSp>
        <p:nvGrpSpPr>
          <p:cNvPr id="7" name="组合 6"/>
          <p:cNvGrpSpPr/>
          <p:nvPr/>
        </p:nvGrpSpPr>
        <p:grpSpPr>
          <a:xfrm>
            <a:off x="0" y="2771309"/>
            <a:ext cx="12192000" cy="3074035"/>
            <a:chOff x="0" y="3848"/>
            <a:chExt cx="19200" cy="4841"/>
          </a:xfrm>
        </p:grpSpPr>
        <p:sp>
          <p:nvSpPr>
            <p:cNvPr id="4" name="矩形 3"/>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560" y="4791"/>
              <a:ext cx="18080" cy="3384"/>
            </a:xfrm>
            <a:prstGeom prst="rect">
              <a:avLst/>
            </a:prstGeom>
          </p:spPr>
          <p:txBody>
            <a:bodyPr wrap="square">
              <a:spAutoFit/>
            </a:bodyPr>
            <a:lstStyle/>
            <a:p>
              <a:pPr indent="457200">
                <a:lnSpc>
                  <a:spcPct val="150000"/>
                </a:lnSpc>
                <a:defRPr/>
              </a:pP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sym typeface="+mn-ea"/>
                </a:rPr>
                <a:t>移动互联系统软件以大家常用的智能手机为例，在手机上安装的主流操作系统有：苹果系统版本iOS（使用Objective-C开发语言），安卓Android（开发语言Java），微软Windows Phone（开发语言C#）等。由于移动互联系统所开发的软件都将应用在移动互联网上，因此与有线互联系统相比，在设计软件架构时，需要考虑一些特别的因素：并发性、流量、安全、速度优化、兼容性、与有线互联网统一、统计分析、测试环境模拟、用户真实访问速度的监控、需求变更频繁等。</a:t>
              </a:r>
            </a:p>
          </p:txBody>
        </p:sp>
      </p:grpSp>
      <p:pic>
        <p:nvPicPr>
          <p:cNvPr id="8" name="图片 7" descr="A000220150322G95PPIC.png"/>
          <p:cNvPicPr>
            <a:picLocks noChangeAspect="1"/>
          </p:cNvPicPr>
          <p:nvPr/>
        </p:nvPicPr>
        <p:blipFill>
          <a:blip r:embed="rId4" cstate="print"/>
          <a:stretch>
            <a:fillRect/>
          </a:stretch>
        </p:blipFill>
        <p:spPr>
          <a:xfrm>
            <a:off x="7590467" y="276727"/>
            <a:ext cx="4127500" cy="3188494"/>
          </a:xfrm>
          <a:prstGeom prst="rect">
            <a:avLst/>
          </a:prstGeom>
        </p:spPr>
      </p:pic>
    </p:spTree>
    <p:custDataLst>
      <p:tags r:id="rId1"/>
    </p:custDataLst>
  </p:cSld>
  <p:clrMapOvr>
    <a:masterClrMapping/>
  </p:clrMapOvr>
  <p:transition>
    <p:pull dir="ru"/>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7.2 </a:t>
            </a:r>
            <a:r>
              <a:rPr lang="zh-CN" altLang="en-US" dirty="0" smtClean="0">
                <a:solidFill>
                  <a:srgbClr val="FF0000"/>
                </a:solidFill>
                <a:sym typeface="+mn-ea"/>
              </a:rPr>
              <a:t>软件架构设计和对象设计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7.2.3 </a:t>
            </a:r>
            <a:r>
              <a:rPr lang="zh-CN" altLang="en-US" sz="2400" dirty="0" smtClean="0">
                <a:solidFill>
                  <a:schemeClr val="tx1"/>
                </a:solidFill>
              </a:rPr>
              <a:t>移动互联系统的软件架构</a:t>
            </a:r>
          </a:p>
        </p:txBody>
      </p:sp>
      <p:grpSp>
        <p:nvGrpSpPr>
          <p:cNvPr id="3" name="组合 2"/>
          <p:cNvGrpSpPr/>
          <p:nvPr/>
        </p:nvGrpSpPr>
        <p:grpSpPr>
          <a:xfrm>
            <a:off x="674239" y="1801976"/>
            <a:ext cx="10707370" cy="2077085"/>
            <a:chOff x="1630" y="5726"/>
            <a:chExt cx="16862" cy="3271"/>
          </a:xfrm>
        </p:grpSpPr>
        <p:cxnSp>
          <p:nvCxnSpPr>
            <p:cNvPr id="4"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6" name="MH_SubTitle_1"/>
            <p:cNvSpPr txBox="1">
              <a:spLocks noChangeArrowheads="1"/>
            </p:cNvSpPr>
            <p:nvPr/>
          </p:nvSpPr>
          <p:spPr bwMode="auto">
            <a:xfrm>
              <a:off x="3283" y="6688"/>
              <a:ext cx="15209" cy="230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smtClean="0">
                  <a:solidFill>
                    <a:srgbClr val="00B0F0"/>
                  </a:solidFill>
                </a:rPr>
                <a:t>并发性</a:t>
              </a:r>
            </a:p>
            <a:p>
              <a:pPr indent="457200" algn="l" fontAlgn="auto">
                <a:lnSpc>
                  <a:spcPct val="130000"/>
                </a:lnSpc>
              </a:pPr>
              <a:r>
                <a:rPr lang="zh-CN" altLang="en-US" dirty="0" smtClean="0">
                  <a:ea typeface="微软雅黑" panose="020B0503020204020204" charset="-122"/>
                </a:rPr>
                <a:t>相对</a:t>
              </a:r>
              <a:r>
                <a:rPr lang="zh-CN" altLang="en-US" dirty="0">
                  <a:ea typeface="微软雅黑" panose="020B0503020204020204" charset="-122"/>
                </a:rPr>
                <a:t>于有线互联系统，移动互联系统的网速还处于窄带时期，大部分的网络访问都属于慢速连接。一个请求占用的网络连接的时间比有线互联网一个请求占用的网络连接的时间要长。在同等的服务器条件下，并发连接数比有线互联网模式的要高。虽然Web服务器的并发连接数问题非常容易通过增加机器来进行扩展，但是这个问题应当引起注意。</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A8E7"/>
                  </a:solidFill>
                  <a:latin typeface="Agency FB" panose="020B0503020202020204" pitchFamily="34" charset="0"/>
                  <a:ea typeface="微软雅黑" panose="020B0503020204020204" charset="-122"/>
                </a:rPr>
                <a:t>1</a:t>
              </a:r>
            </a:p>
          </p:txBody>
        </p:sp>
      </p:grpSp>
      <p:grpSp>
        <p:nvGrpSpPr>
          <p:cNvPr id="8" name="组合 7"/>
          <p:cNvGrpSpPr/>
          <p:nvPr/>
        </p:nvGrpSpPr>
        <p:grpSpPr>
          <a:xfrm>
            <a:off x="754249" y="3985588"/>
            <a:ext cx="10627360" cy="1920875"/>
            <a:chOff x="1840" y="2871"/>
            <a:chExt cx="16736" cy="3025"/>
          </a:xfrm>
        </p:grpSpPr>
        <p:cxnSp>
          <p:nvCxnSpPr>
            <p:cNvPr id="9" name="MH_Other_4"/>
            <p:cNvCxnSpPr/>
            <p:nvPr/>
          </p:nvCxnSpPr>
          <p:spPr>
            <a:xfrm flipH="1">
              <a:off x="2680" y="3183"/>
              <a:ext cx="1545" cy="1450"/>
            </a:xfrm>
            <a:prstGeom prst="line">
              <a:avLst/>
            </a:prstGeom>
            <a:ln w="381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2"/>
            <p:cNvSpPr txBox="1">
              <a:spLocks noChangeArrowheads="1"/>
            </p:cNvSpPr>
            <p:nvPr/>
          </p:nvSpPr>
          <p:spPr bwMode="auto">
            <a:xfrm>
              <a:off x="3455" y="4034"/>
              <a:ext cx="15121" cy="1862"/>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6">
                      <a:lumMod val="60000"/>
                      <a:lumOff val="40000"/>
                    </a:schemeClr>
                  </a:solidFill>
                  <a:ea typeface="微软雅黑" panose="020B0503020204020204" charset="-122"/>
                </a:rPr>
                <a:t>流量</a:t>
              </a:r>
            </a:p>
            <a:p>
              <a:pPr indent="457200" fontAlgn="auto">
                <a:lnSpc>
                  <a:spcPct val="130000"/>
                </a:lnSpc>
              </a:pPr>
              <a:r>
                <a:rPr lang="zh-CN" altLang="en-US" dirty="0">
                  <a:solidFill>
                    <a:schemeClr val="tx1"/>
                  </a:solidFill>
                  <a:ea typeface="微软雅黑" panose="020B0503020204020204" charset="-122"/>
                </a:rPr>
                <a:t>相对于有线互联网的包月付费模式，移动互联网用户基本都是有限的按流量的包月模式，流量费用昂贵。用户会首选耗用流量低的系统使用，这正是UC浏览器成功的原因。所以在设计软件系统架构的时候，如果客户端浏览器支持gzip压缩工具，那么尽量用gzip压缩内容。如果是APP的客户端程序，最好使用压缩传输内容。Web网页内容尽量简洁，统一资源定位符（Uniform Resource Locator，URL）连接尽量压缩。</a:t>
              </a:r>
            </a:p>
          </p:txBody>
        </p:sp>
        <p:sp>
          <p:nvSpPr>
            <p:cNvPr id="1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3600" b="1">
                  <a:solidFill>
                    <a:schemeClr val="accent6">
                      <a:lumMod val="60000"/>
                      <a:lumOff val="40000"/>
                    </a:schemeClr>
                  </a:solidFill>
                  <a:latin typeface="Agency FB" panose="020B0503020202020204" pitchFamily="34" charset="0"/>
                  <a:ea typeface="微软雅黑" panose="020B0503020204020204" charset="-122"/>
                </a:rPr>
                <a:t>2</a:t>
              </a:r>
            </a:p>
          </p:txBody>
        </p:sp>
      </p:grpSp>
    </p:spTree>
    <p:custDataLst>
      <p:tags r:id="rId1"/>
    </p:custDataLst>
  </p:cSld>
  <p:clrMapOvr>
    <a:masterClrMapping/>
  </p:clrMapOvr>
  <p:transition>
    <p:pull dir="ru"/>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7.2 </a:t>
            </a:r>
            <a:r>
              <a:rPr lang="zh-CN" altLang="en-US" dirty="0" smtClean="0">
                <a:solidFill>
                  <a:srgbClr val="FF0000"/>
                </a:solidFill>
                <a:sym typeface="+mn-ea"/>
              </a:rPr>
              <a:t>软件架构设计和对象设计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7.2.3 </a:t>
            </a:r>
            <a:r>
              <a:rPr lang="zh-CN" altLang="en-US" sz="2400" dirty="0" smtClean="0">
                <a:solidFill>
                  <a:schemeClr val="tx1"/>
                </a:solidFill>
              </a:rPr>
              <a:t>移动互联系统的软件架构</a:t>
            </a:r>
          </a:p>
        </p:txBody>
      </p:sp>
      <p:grpSp>
        <p:nvGrpSpPr>
          <p:cNvPr id="3" name="组合 2"/>
          <p:cNvGrpSpPr/>
          <p:nvPr/>
        </p:nvGrpSpPr>
        <p:grpSpPr>
          <a:xfrm>
            <a:off x="774783" y="1608301"/>
            <a:ext cx="10852785" cy="3536950"/>
            <a:chOff x="1630" y="5184"/>
            <a:chExt cx="17091" cy="5570"/>
          </a:xfrm>
        </p:grpSpPr>
        <p:cxnSp>
          <p:nvCxnSpPr>
            <p:cNvPr id="4" name="MH_Other_1"/>
            <p:cNvCxnSpPr/>
            <p:nvPr/>
          </p:nvCxnSpPr>
          <p:spPr>
            <a:xfrm flipH="1">
              <a:off x="2470" y="6041"/>
              <a:ext cx="1545" cy="145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6" name="MH_SubTitle_1"/>
            <p:cNvSpPr txBox="1">
              <a:spLocks noChangeArrowheads="1"/>
            </p:cNvSpPr>
            <p:nvPr/>
          </p:nvSpPr>
          <p:spPr bwMode="auto">
            <a:xfrm>
              <a:off x="2902" y="5184"/>
              <a:ext cx="15819" cy="5570"/>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2">
                      <a:lumMod val="60000"/>
                      <a:lumOff val="40000"/>
                    </a:schemeClr>
                  </a:solidFill>
                </a:rPr>
                <a:t>安全</a:t>
              </a:r>
            </a:p>
            <a:p>
              <a:pPr indent="457200" algn="l" fontAlgn="auto">
                <a:lnSpc>
                  <a:spcPct val="130000"/>
                </a:lnSpc>
              </a:pPr>
              <a:r>
                <a:rPr lang="zh-CN" altLang="en-US" dirty="0">
                  <a:ea typeface="微软雅黑" panose="020B0503020204020204" charset="-122"/>
                </a:rPr>
                <a:t>有线互联网的在线支付目前已非常成熟，在支付的时候可以跳转到银行的网站或者客户端进行支付，让用户觉得很安全。而移动互联网则通常是服务端通过应用程序接口（Application Programming Interface，API）进行支付，用户会觉得不安全。因为这样，某些网站有可能盗用用户的钱。解决方法是银行通过短信认证，缺点是万一手机丢失，可能会造成被人恶意支付（遇到此类问题，要及时挂失手机号）。在为移动互联软件设计系统架构时，要整体考虑软件的安全性。</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chemeClr val="accent2">
                      <a:lumMod val="60000"/>
                      <a:lumOff val="40000"/>
                    </a:schemeClr>
                  </a:solidFill>
                  <a:latin typeface="Agency FB" panose="020B0503020202020204" pitchFamily="34" charset="0"/>
                  <a:ea typeface="微软雅黑" panose="020B0503020204020204" charset="-122"/>
                </a:rPr>
                <a:t>3</a:t>
              </a:r>
            </a:p>
          </p:txBody>
        </p:sp>
      </p:grpSp>
      <p:grpSp>
        <p:nvGrpSpPr>
          <p:cNvPr id="8" name="组合 7"/>
          <p:cNvGrpSpPr/>
          <p:nvPr/>
        </p:nvGrpSpPr>
        <p:grpSpPr>
          <a:xfrm>
            <a:off x="764288" y="4285361"/>
            <a:ext cx="11082020" cy="2346960"/>
            <a:chOff x="1840" y="2581"/>
            <a:chExt cx="17452" cy="3696"/>
          </a:xfrm>
        </p:grpSpPr>
        <p:cxnSp>
          <p:nvCxnSpPr>
            <p:cNvPr id="9" name="MH_Other_4"/>
            <p:cNvCxnSpPr/>
            <p:nvPr/>
          </p:nvCxnSpPr>
          <p:spPr>
            <a:xfrm flipH="1">
              <a:off x="2680" y="3183"/>
              <a:ext cx="1545" cy="1450"/>
            </a:xfrm>
            <a:prstGeom prst="line">
              <a:avLst/>
            </a:prstGeom>
            <a:ln w="38100">
              <a:solidFill>
                <a:srgbClr val="58B933"/>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58B93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2"/>
            <p:cNvSpPr txBox="1">
              <a:spLocks noChangeArrowheads="1"/>
            </p:cNvSpPr>
            <p:nvPr/>
          </p:nvSpPr>
          <p:spPr bwMode="auto">
            <a:xfrm>
              <a:off x="3314" y="2581"/>
              <a:ext cx="15978" cy="3696"/>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92D050"/>
                  </a:solidFill>
                  <a:ea typeface="微软雅黑" panose="020B0503020204020204" charset="-122"/>
                </a:rPr>
                <a:t>速度优化</a:t>
              </a:r>
            </a:p>
            <a:p>
              <a:pPr indent="457200" fontAlgn="auto">
                <a:lnSpc>
                  <a:spcPct val="130000"/>
                </a:lnSpc>
              </a:pPr>
              <a:r>
                <a:rPr lang="zh-CN" altLang="en-US" dirty="0">
                  <a:solidFill>
                    <a:schemeClr val="tx1"/>
                  </a:solidFill>
                  <a:ea typeface="微软雅黑" panose="020B0503020204020204" charset="-122"/>
                </a:rPr>
                <a:t>由于移动网络的速度慢，速度优化就更加需要得到重视。比如APP与服务器端的交互是否使用自定义的协议进行提速，网络操作失败如何处理等等。目前的4G网速已大大提高，移动互联软件架构需要在网络建设的基础上优化速度。</a:t>
              </a:r>
            </a:p>
          </p:txBody>
        </p:sp>
        <p:sp>
          <p:nvSpPr>
            <p:cNvPr id="1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58B933"/>
                  </a:solidFill>
                  <a:latin typeface="Agency FB" panose="020B0503020202020204" pitchFamily="34" charset="0"/>
                  <a:ea typeface="微软雅黑" panose="020B0503020204020204" charset="-122"/>
                </a:rPr>
                <a:t>4</a:t>
              </a:r>
            </a:p>
          </p:txBody>
        </p:sp>
      </p:grpSp>
    </p:spTree>
    <p:custDataLst>
      <p:tags r:id="rId1"/>
    </p:custDataLst>
  </p:cSld>
  <p:clrMapOvr>
    <a:masterClrMapping/>
  </p:clrMapOvr>
  <p:transition>
    <p:pull dir="ru"/>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7.2 </a:t>
            </a:r>
            <a:r>
              <a:rPr lang="zh-CN" altLang="en-US" dirty="0" smtClean="0">
                <a:solidFill>
                  <a:srgbClr val="FF0000"/>
                </a:solidFill>
                <a:sym typeface="+mn-ea"/>
              </a:rPr>
              <a:t>软件架构设计和对象设计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7.2.3 </a:t>
            </a:r>
            <a:r>
              <a:rPr lang="zh-CN" altLang="en-US" sz="2400" dirty="0" smtClean="0">
                <a:solidFill>
                  <a:schemeClr val="tx1"/>
                </a:solidFill>
              </a:rPr>
              <a:t>移动互联系统的软件架构</a:t>
            </a:r>
          </a:p>
        </p:txBody>
      </p:sp>
      <p:grpSp>
        <p:nvGrpSpPr>
          <p:cNvPr id="3" name="组合 2"/>
          <p:cNvGrpSpPr/>
          <p:nvPr/>
        </p:nvGrpSpPr>
        <p:grpSpPr>
          <a:xfrm>
            <a:off x="674239" y="1862936"/>
            <a:ext cx="10843260" cy="2077085"/>
            <a:chOff x="1630" y="5726"/>
            <a:chExt cx="17076" cy="3271"/>
          </a:xfrm>
        </p:grpSpPr>
        <p:cxnSp>
          <p:nvCxnSpPr>
            <p:cNvPr id="4" name="MH_Other_1"/>
            <p:cNvCxnSpPr/>
            <p:nvPr/>
          </p:nvCxnSpPr>
          <p:spPr>
            <a:xfrm flipH="1">
              <a:off x="2470" y="6041"/>
              <a:ext cx="1545" cy="145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6" name="MH_SubTitle_1"/>
            <p:cNvSpPr txBox="1">
              <a:spLocks noChangeArrowheads="1"/>
            </p:cNvSpPr>
            <p:nvPr/>
          </p:nvSpPr>
          <p:spPr bwMode="auto">
            <a:xfrm>
              <a:off x="3283" y="6688"/>
              <a:ext cx="15423" cy="230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2060"/>
                  </a:solidFill>
                </a:rPr>
                <a:t>兼容性</a:t>
              </a:r>
            </a:p>
            <a:p>
              <a:pPr indent="457200" algn="l" fontAlgn="auto">
                <a:lnSpc>
                  <a:spcPct val="130000"/>
                </a:lnSpc>
              </a:pPr>
              <a:r>
                <a:rPr lang="zh-CN" altLang="en-US" dirty="0">
                  <a:ea typeface="微软雅黑" panose="020B0503020204020204" charset="-122"/>
                </a:rPr>
                <a:t>移动互联网的终端类型、屏幕分辨率、浏览器类型千变万化。就算同一个手机的同一个浏览器也有适应屏幕模式和缩放模式。如此多的种类给软件页面的兼容开发带来了很大的难度。公司的移动终端测试机器往往多达几十种，虽然有厂商提供这种测试服务，但是对于开发人员来讲，难度可不低。而有线互联网的网站只需要调试IE，Firefox，Chrome等几个浏览器即可。</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2060"/>
                  </a:solidFill>
                  <a:latin typeface="Agency FB" panose="020B0503020202020204" pitchFamily="34" charset="0"/>
                  <a:ea typeface="微软雅黑" panose="020B0503020204020204" charset="-122"/>
                </a:rPr>
                <a:t>5</a:t>
              </a:r>
            </a:p>
          </p:txBody>
        </p:sp>
      </p:grpSp>
      <p:grpSp>
        <p:nvGrpSpPr>
          <p:cNvPr id="8" name="组合 7"/>
          <p:cNvGrpSpPr/>
          <p:nvPr/>
        </p:nvGrpSpPr>
        <p:grpSpPr>
          <a:xfrm>
            <a:off x="698369" y="4099253"/>
            <a:ext cx="10819130" cy="1877060"/>
            <a:chOff x="1840" y="2871"/>
            <a:chExt cx="17038" cy="2956"/>
          </a:xfrm>
        </p:grpSpPr>
        <p:cxnSp>
          <p:nvCxnSpPr>
            <p:cNvPr id="9" name="MH_Other_4"/>
            <p:cNvCxnSpPr/>
            <p:nvPr/>
          </p:nvCxnSpPr>
          <p:spPr>
            <a:xfrm flipH="1">
              <a:off x="2680" y="3183"/>
              <a:ext cx="1545" cy="145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2"/>
            <p:cNvSpPr txBox="1">
              <a:spLocks noChangeArrowheads="1"/>
            </p:cNvSpPr>
            <p:nvPr/>
          </p:nvSpPr>
          <p:spPr bwMode="auto">
            <a:xfrm>
              <a:off x="3455" y="3845"/>
              <a:ext cx="15423" cy="1982"/>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C00000"/>
                  </a:solidFill>
                  <a:ea typeface="微软雅黑" panose="020B0503020204020204" charset="-122"/>
                </a:rPr>
                <a:t>与有线互联网统一</a:t>
              </a:r>
            </a:p>
            <a:p>
              <a:pPr indent="457200" fontAlgn="auto">
                <a:lnSpc>
                  <a:spcPct val="130000"/>
                </a:lnSpc>
              </a:pPr>
              <a:r>
                <a:rPr lang="zh-CN" altLang="en-US" dirty="0">
                  <a:solidFill>
                    <a:schemeClr val="tx1"/>
                  </a:solidFill>
                  <a:ea typeface="微软雅黑" panose="020B0503020204020204" charset="-122"/>
                </a:rPr>
                <a:t>大部分网站都是以有线互联网为主，同时推出移动互联网版本的。但是往往移动版本的功能会有所缩减，导致某些功能缺失。所以，从产品的角度看也应该把功能进行统一。因此，移动互联软件架构涉及到有线互联网、移动网站、APP客户端的功能统一。</a:t>
              </a:r>
            </a:p>
          </p:txBody>
        </p:sp>
        <p:sp>
          <p:nvSpPr>
            <p:cNvPr id="1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C00000"/>
                  </a:solidFill>
                  <a:latin typeface="Agency FB" panose="020B0503020202020204" pitchFamily="34" charset="0"/>
                  <a:ea typeface="微软雅黑" panose="020B0503020204020204" charset="-122"/>
                </a:rPr>
                <a:t>6</a:t>
              </a:r>
            </a:p>
          </p:txBody>
        </p:sp>
      </p:grpSp>
    </p:spTree>
    <p:custDataLst>
      <p:tags r:id="rId1"/>
    </p:custDataLst>
  </p:cSld>
  <p:clrMapOvr>
    <a:masterClrMapping/>
  </p:clrMapOvr>
  <p:transition>
    <p:pull dir="ru"/>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7.2 </a:t>
            </a:r>
            <a:r>
              <a:rPr lang="zh-CN" altLang="en-US" dirty="0" smtClean="0">
                <a:solidFill>
                  <a:srgbClr val="FF0000"/>
                </a:solidFill>
                <a:sym typeface="+mn-ea"/>
              </a:rPr>
              <a:t>软件架构设计和对象设计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7.2.3 </a:t>
            </a:r>
            <a:r>
              <a:rPr lang="zh-CN" altLang="en-US" sz="2400" dirty="0" smtClean="0">
                <a:solidFill>
                  <a:schemeClr val="tx1"/>
                </a:solidFill>
              </a:rPr>
              <a:t>移动互联系统的软件架构</a:t>
            </a:r>
          </a:p>
        </p:txBody>
      </p:sp>
      <p:grpSp>
        <p:nvGrpSpPr>
          <p:cNvPr id="3" name="组合 2"/>
          <p:cNvGrpSpPr/>
          <p:nvPr/>
        </p:nvGrpSpPr>
        <p:grpSpPr>
          <a:xfrm>
            <a:off x="476119" y="2176626"/>
            <a:ext cx="5417185" cy="3540760"/>
            <a:chOff x="1630" y="5726"/>
            <a:chExt cx="8531" cy="5576"/>
          </a:xfrm>
        </p:grpSpPr>
        <p:cxnSp>
          <p:nvCxnSpPr>
            <p:cNvPr id="4" name="MH_Other_1"/>
            <p:cNvCxnSpPr/>
            <p:nvPr/>
          </p:nvCxnSpPr>
          <p:spPr>
            <a:xfrm flipH="1">
              <a:off x="2470" y="6041"/>
              <a:ext cx="1545" cy="145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6" name="MH_SubTitle_1"/>
            <p:cNvSpPr txBox="1">
              <a:spLocks noChangeArrowheads="1"/>
            </p:cNvSpPr>
            <p:nvPr/>
          </p:nvSpPr>
          <p:spPr bwMode="auto">
            <a:xfrm>
              <a:off x="3153" y="6840"/>
              <a:ext cx="7008" cy="4462"/>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2">
                      <a:lumMod val="75000"/>
                    </a:schemeClr>
                  </a:solidFill>
                </a:rPr>
                <a:t>统计分析</a:t>
              </a:r>
            </a:p>
            <a:p>
              <a:pPr indent="457200" algn="l" fontAlgn="auto">
                <a:lnSpc>
                  <a:spcPct val="130000"/>
                </a:lnSpc>
              </a:pPr>
              <a:r>
                <a:rPr lang="zh-CN" altLang="en-US" dirty="0">
                  <a:ea typeface="微软雅黑" panose="020B0503020204020204" charset="-122"/>
                </a:rPr>
                <a:t>APP客户端软件的用户行为分析统计，可以定期往服务器发送。客户端先把用户的操作行为收集起来，进行分析后，再把结果定期压缩打包，发送给服务器。移动网站可以通过服务器端记录日志，JS（JavaScript）探针（WAP 2.0的智能手机可能支持）等综合的方式进行统计。</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chemeClr val="accent2">
                      <a:lumMod val="75000"/>
                    </a:schemeClr>
                  </a:solidFill>
                  <a:latin typeface="Agency FB" panose="020B0503020202020204" pitchFamily="34" charset="0"/>
                  <a:ea typeface="微软雅黑" panose="020B0503020204020204" charset="-122"/>
                </a:rPr>
                <a:t>7</a:t>
              </a:r>
            </a:p>
          </p:txBody>
        </p:sp>
      </p:grpSp>
      <p:grpSp>
        <p:nvGrpSpPr>
          <p:cNvPr id="8" name="组合 7"/>
          <p:cNvGrpSpPr/>
          <p:nvPr/>
        </p:nvGrpSpPr>
        <p:grpSpPr>
          <a:xfrm>
            <a:off x="5893304" y="2176473"/>
            <a:ext cx="5744210" cy="3670300"/>
            <a:chOff x="1840" y="2871"/>
            <a:chExt cx="9046" cy="5780"/>
          </a:xfrm>
        </p:grpSpPr>
        <p:cxnSp>
          <p:nvCxnSpPr>
            <p:cNvPr id="9" name="MH_Other_4"/>
            <p:cNvCxnSpPr/>
            <p:nvPr/>
          </p:nvCxnSpPr>
          <p:spPr>
            <a:xfrm flipH="1">
              <a:off x="2680" y="3183"/>
              <a:ext cx="1545" cy="1450"/>
            </a:xfrm>
            <a:prstGeom prst="lin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2"/>
            <p:cNvSpPr txBox="1">
              <a:spLocks noChangeArrowheads="1"/>
            </p:cNvSpPr>
            <p:nvPr/>
          </p:nvSpPr>
          <p:spPr bwMode="auto">
            <a:xfrm>
              <a:off x="3647" y="3670"/>
              <a:ext cx="7239" cy="4981"/>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3">
                      <a:lumMod val="75000"/>
                    </a:schemeClr>
                  </a:solidFill>
                  <a:ea typeface="微软雅黑" panose="020B0503020204020204" charset="-122"/>
                </a:rPr>
                <a:t>测试环境模拟</a:t>
              </a:r>
            </a:p>
            <a:p>
              <a:pPr indent="457200" fontAlgn="auto">
                <a:lnSpc>
                  <a:spcPct val="130000"/>
                </a:lnSpc>
              </a:pPr>
              <a:r>
                <a:rPr lang="zh-CN" altLang="en-US" dirty="0">
                  <a:solidFill>
                    <a:schemeClr val="tx1"/>
                  </a:solidFill>
                  <a:ea typeface="微软雅黑" panose="020B0503020204020204" charset="-122"/>
                </a:rPr>
                <a:t>如果软件开发人员开发出一款APP客户端软件，在公司测试时非常完美。但是当开发人员在火车上、地铁上拿出手机使用时，发现在网络不稳定的时候，系统频繁崩溃。可见，移动互联软件系统需要在真实场景下进行模拟测试，这也是所有软件测试都需要面临的情况。</a:t>
              </a:r>
            </a:p>
          </p:txBody>
        </p:sp>
        <p:sp>
          <p:nvSpPr>
            <p:cNvPr id="1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chemeClr val="accent3">
                      <a:lumMod val="75000"/>
                    </a:schemeClr>
                  </a:solidFill>
                  <a:latin typeface="Agency FB" panose="020B0503020202020204" pitchFamily="34" charset="0"/>
                  <a:ea typeface="微软雅黑" panose="020B0503020204020204" charset="-122"/>
                </a:rPr>
                <a:t>8</a:t>
              </a:r>
            </a:p>
          </p:txBody>
        </p:sp>
      </p:grpSp>
    </p:spTree>
    <p:custDataLst>
      <p:tags r:id="rId1"/>
    </p:custDataLst>
  </p:cSld>
  <p:clrMapOvr>
    <a:masterClrMapping/>
  </p:clrMapOvr>
  <p:transition>
    <p:pull dir="ru"/>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7.2 </a:t>
            </a:r>
            <a:r>
              <a:rPr lang="zh-CN" altLang="en-US" dirty="0" smtClean="0">
                <a:solidFill>
                  <a:srgbClr val="FF0000"/>
                </a:solidFill>
                <a:sym typeface="+mn-ea"/>
              </a:rPr>
              <a:t>软件架构设计和对象设计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7.2.3 </a:t>
            </a:r>
            <a:r>
              <a:rPr lang="zh-CN" altLang="en-US" sz="2400" dirty="0" smtClean="0">
                <a:solidFill>
                  <a:schemeClr val="tx1"/>
                </a:solidFill>
              </a:rPr>
              <a:t>移动互联系统的软件架构</a:t>
            </a:r>
          </a:p>
        </p:txBody>
      </p:sp>
      <p:grpSp>
        <p:nvGrpSpPr>
          <p:cNvPr id="3" name="组合 2"/>
          <p:cNvGrpSpPr/>
          <p:nvPr/>
        </p:nvGrpSpPr>
        <p:grpSpPr>
          <a:xfrm>
            <a:off x="674239" y="1878176"/>
            <a:ext cx="10843260" cy="2077085"/>
            <a:chOff x="1630" y="5726"/>
            <a:chExt cx="17076" cy="3271"/>
          </a:xfrm>
        </p:grpSpPr>
        <p:cxnSp>
          <p:nvCxnSpPr>
            <p:cNvPr id="4" name="MH_Other_1"/>
            <p:cNvCxnSpPr/>
            <p:nvPr/>
          </p:nvCxnSpPr>
          <p:spPr>
            <a:xfrm flipH="1">
              <a:off x="2470" y="6041"/>
              <a:ext cx="1545" cy="145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6" name="MH_SubTitle_1"/>
            <p:cNvSpPr txBox="1">
              <a:spLocks noChangeArrowheads="1"/>
            </p:cNvSpPr>
            <p:nvPr/>
          </p:nvSpPr>
          <p:spPr bwMode="auto">
            <a:xfrm>
              <a:off x="3283" y="6688"/>
              <a:ext cx="15423" cy="230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6">
                      <a:lumMod val="75000"/>
                    </a:schemeClr>
                  </a:solidFill>
                </a:rPr>
                <a:t>用户真实访问速度的监控</a:t>
              </a:r>
            </a:p>
            <a:p>
              <a:pPr indent="457200" fontAlgn="auto">
                <a:lnSpc>
                  <a:spcPct val="120000"/>
                </a:lnSpc>
              </a:pPr>
              <a:r>
                <a:rPr lang="zh-CN" altLang="en-US" dirty="0">
                  <a:ea typeface="微软雅黑" panose="020B0503020204020204" charset="-122"/>
                </a:rPr>
                <a:t>虽然目前有厂商对移动互联网进行速度监控和分析，但是他们的监控点基本都是固定的，可能是信号较好的地方。而真实的用户访问速度到底是怎样的？如何统计？根据应用的类型，有些应用可能在家里或者公司等有WiFi、信号好的地方使用；而有些应用很多情况下在信号差的地方使用，所以使用第三方的监控还不完全可靠。</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chemeClr val="accent6">
                      <a:lumMod val="75000"/>
                    </a:schemeClr>
                  </a:solidFill>
                  <a:latin typeface="Agency FB" panose="020B0503020202020204" pitchFamily="34" charset="0"/>
                  <a:ea typeface="微软雅黑" panose="020B0503020204020204" charset="-122"/>
                </a:rPr>
                <a:t>9</a:t>
              </a:r>
            </a:p>
          </p:txBody>
        </p:sp>
      </p:grpSp>
      <p:grpSp>
        <p:nvGrpSpPr>
          <p:cNvPr id="8" name="组合 7"/>
          <p:cNvGrpSpPr/>
          <p:nvPr/>
        </p:nvGrpSpPr>
        <p:grpSpPr>
          <a:xfrm>
            <a:off x="698369" y="3955108"/>
            <a:ext cx="10819130" cy="1877060"/>
            <a:chOff x="1840" y="2871"/>
            <a:chExt cx="17038" cy="2956"/>
          </a:xfrm>
        </p:grpSpPr>
        <p:cxnSp>
          <p:nvCxnSpPr>
            <p:cNvPr id="9" name="MH_Other_4"/>
            <p:cNvCxnSpPr/>
            <p:nvPr/>
          </p:nvCxnSpPr>
          <p:spPr>
            <a:xfrm flipH="1">
              <a:off x="2680" y="3183"/>
              <a:ext cx="1545" cy="1450"/>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2"/>
            <p:cNvSpPr txBox="1">
              <a:spLocks noChangeArrowheads="1"/>
            </p:cNvSpPr>
            <p:nvPr/>
          </p:nvSpPr>
          <p:spPr bwMode="auto">
            <a:xfrm>
              <a:off x="3455" y="3845"/>
              <a:ext cx="15423" cy="1982"/>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4">
                      <a:lumMod val="75000"/>
                    </a:schemeClr>
                  </a:solidFill>
                  <a:ea typeface="微软雅黑" panose="020B0503020204020204" charset="-122"/>
                </a:rPr>
                <a:t>需求变更频繁</a:t>
              </a:r>
            </a:p>
            <a:p>
              <a:pPr indent="457200" fontAlgn="auto">
                <a:lnSpc>
                  <a:spcPct val="130000"/>
                </a:lnSpc>
              </a:pPr>
              <a:r>
                <a:rPr lang="zh-CN" altLang="en-US" dirty="0">
                  <a:solidFill>
                    <a:schemeClr val="tx1"/>
                  </a:solidFill>
                  <a:ea typeface="微软雅黑" panose="020B0503020204020204" charset="-122"/>
                </a:rPr>
                <a:t>由于移动互联系统的特点，需求变更的实时性要求更高。如何快速、高效地完成需求的变更，而又不影响系统性能？这给开发移动互联软件也提出了挑战。</a:t>
              </a:r>
            </a:p>
          </p:txBody>
        </p:sp>
        <p:sp>
          <p:nvSpPr>
            <p:cNvPr id="1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chemeClr val="accent4">
                      <a:lumMod val="75000"/>
                    </a:schemeClr>
                  </a:solidFill>
                  <a:latin typeface="Agency FB" panose="020B0503020202020204" pitchFamily="34" charset="0"/>
                  <a:ea typeface="微软雅黑" panose="020B0503020204020204" charset="-122"/>
                </a:rPr>
                <a:t>10</a:t>
              </a:r>
            </a:p>
          </p:txBody>
        </p:sp>
      </p:grpSp>
    </p:spTree>
    <p:custDataLst>
      <p:tags r:id="rId1"/>
    </p:custDataLst>
  </p:cSld>
  <p:clrMapOvr>
    <a:masterClrMapping/>
  </p:clrMapOvr>
  <p:transition>
    <p:pull dir="ru"/>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7.2 </a:t>
            </a:r>
            <a:r>
              <a:rPr lang="zh-CN" altLang="en-US" dirty="0" smtClean="0">
                <a:solidFill>
                  <a:srgbClr val="FF0000"/>
                </a:solidFill>
                <a:sym typeface="+mn-ea"/>
              </a:rPr>
              <a:t>软件架构设计和对象设计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7.2.4 </a:t>
            </a:r>
            <a:r>
              <a:rPr lang="zh-CN" altLang="en-US" sz="2400" dirty="0" smtClean="0">
                <a:solidFill>
                  <a:schemeClr val="tx1"/>
                </a:solidFill>
              </a:rPr>
              <a:t>对象设计</a:t>
            </a:r>
          </a:p>
        </p:txBody>
      </p:sp>
      <p:grpSp>
        <p:nvGrpSpPr>
          <p:cNvPr id="7" name="组合 6"/>
          <p:cNvGrpSpPr/>
          <p:nvPr/>
        </p:nvGrpSpPr>
        <p:grpSpPr>
          <a:xfrm>
            <a:off x="0" y="2320925"/>
            <a:ext cx="12192000" cy="3074035"/>
            <a:chOff x="0" y="3848"/>
            <a:chExt cx="19200" cy="4841"/>
          </a:xfrm>
        </p:grpSpPr>
        <p:sp>
          <p:nvSpPr>
            <p:cNvPr id="4" name="矩形 3"/>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496" y="4576"/>
              <a:ext cx="9185" cy="3384"/>
            </a:xfrm>
            <a:prstGeom prst="rect">
              <a:avLst/>
            </a:prstGeom>
          </p:spPr>
          <p:txBody>
            <a:bodyPr wrap="square">
              <a:spAutoFit/>
            </a:bodyPr>
            <a:lstStyle/>
            <a:p>
              <a:pPr indent="457200">
                <a:lnSpc>
                  <a:spcPct val="150000"/>
                </a:lnSpc>
                <a:defRPr/>
              </a:pP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rPr>
                <a:t>面向对象分析得到的对象模型，通常并没有详细描述类中的服务。面向对象设计阶段是扩充、完善和细化对象模型的过程，设计类中的服务、实现服务的算法是面向对象设计的一个重要任务，此外还要设计类的关联、接口形式及进行设计的优化。</a:t>
              </a:r>
            </a:p>
          </p:txBody>
        </p:sp>
      </p:grpSp>
      <p:sp>
        <p:nvSpPr>
          <p:cNvPr id="13" name="MH_Picture_1"/>
          <p:cNvSpPr/>
          <p:nvPr>
            <p:custDataLst>
              <p:tags r:id="rId2"/>
            </p:custDataLst>
          </p:nvPr>
        </p:nvSpPr>
        <p:spPr>
          <a:xfrm>
            <a:off x="7404100" y="2458085"/>
            <a:ext cx="4041140" cy="2798445"/>
          </a:xfrm>
          <a:prstGeom prst="rect">
            <a:avLst/>
          </a:prstGeom>
          <a:blipFill dpi="0" rotWithShape="1">
            <a:blip r:embed="rId5" cstate="print"/>
            <a:srcRect/>
            <a:stretch>
              <a:fillRect t="-364" b="-364"/>
            </a:stretch>
          </a:blip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Tree>
    <p:custDataLst>
      <p:tags r:id="rId1"/>
    </p:custDataLst>
  </p:cSld>
  <p:clrMapOvr>
    <a:masterClrMapping/>
  </p:clrMapOvr>
  <p:transition>
    <p:pull dir="ru"/>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7.2 </a:t>
            </a:r>
            <a:r>
              <a:rPr lang="zh-CN" altLang="en-US" dirty="0" smtClean="0">
                <a:solidFill>
                  <a:srgbClr val="FF0000"/>
                </a:solidFill>
                <a:sym typeface="+mn-ea"/>
              </a:rPr>
              <a:t>软件架构设计和对象设计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7.2.4 </a:t>
            </a:r>
            <a:r>
              <a:rPr lang="zh-CN" altLang="en-US" sz="2400" dirty="0" smtClean="0">
                <a:solidFill>
                  <a:schemeClr val="tx1"/>
                </a:solidFill>
              </a:rPr>
              <a:t>对象设计</a:t>
            </a:r>
          </a:p>
        </p:txBody>
      </p:sp>
      <p:grpSp>
        <p:nvGrpSpPr>
          <p:cNvPr id="3" name="组合 2"/>
          <p:cNvGrpSpPr/>
          <p:nvPr/>
        </p:nvGrpSpPr>
        <p:grpSpPr>
          <a:xfrm>
            <a:off x="668020" y="1115060"/>
            <a:ext cx="10959872" cy="5186680"/>
            <a:chOff x="739908" y="1099955"/>
            <a:chExt cx="10959811" cy="4598538"/>
          </a:xfrm>
        </p:grpSpPr>
        <p:sp>
          <p:nvSpPr>
            <p:cNvPr id="4" name="MH_Other_1"/>
            <p:cNvSpPr/>
            <p:nvPr>
              <p:custDataLst>
                <p:tags r:id="rId2"/>
              </p:custDataLst>
            </p:nvPr>
          </p:nvSpPr>
          <p:spPr>
            <a:xfrm rot="15013344" flipH="1">
              <a:off x="5732000" y="3022522"/>
              <a:ext cx="3272539" cy="2079403"/>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079403"/>
                <a:gd name="connsiteX1-123" fmla="*/ 1785607 w 4358007"/>
                <a:gd name="connsiteY1-124" fmla="*/ 21009 h 2079403"/>
                <a:gd name="connsiteX2-125" fmla="*/ 4075532 w 4358007"/>
                <a:gd name="connsiteY2-126" fmla="*/ 1498040 h 2079403"/>
                <a:gd name="connsiteX3-127" fmla="*/ 4358007 w 4358007"/>
                <a:gd name="connsiteY3-128" fmla="*/ 1498039 h 2079403"/>
                <a:gd name="connsiteX4-129" fmla="*/ 3268305 w 4358007"/>
                <a:gd name="connsiteY4-130" fmla="*/ 1683987 h 2079403"/>
                <a:gd name="connsiteX5-131" fmla="*/ 3169875 w 4358007"/>
                <a:gd name="connsiteY5-132" fmla="*/ 1498039 h 2079403"/>
                <a:gd name="connsiteX6-133" fmla="*/ 3445881 w 4358007"/>
                <a:gd name="connsiteY6-134" fmla="*/ 1498039 h 2079403"/>
                <a:gd name="connsiteX7-135" fmla="*/ 1535436 w 4358007"/>
                <a:gd name="connsiteY7-136" fmla="*/ 463531 h 2079403"/>
                <a:gd name="connsiteX8-137" fmla="*/ 25655 w 4358007"/>
                <a:gd name="connsiteY8-138" fmla="*/ 2067046 h 2079403"/>
                <a:gd name="connsiteX9-139" fmla="*/ 0 w 4358007"/>
                <a:gd name="connsiteY9-140" fmla="*/ 2079403 h 2079403"/>
                <a:gd name="connsiteX0-141" fmla="*/ 0 w 4358007"/>
                <a:gd name="connsiteY0-142" fmla="*/ 2079403 h 2079403"/>
                <a:gd name="connsiteX1-143" fmla="*/ 1785607 w 4358007"/>
                <a:gd name="connsiteY1-144" fmla="*/ 21009 h 2079403"/>
                <a:gd name="connsiteX2-145" fmla="*/ 4075532 w 4358007"/>
                <a:gd name="connsiteY2-146" fmla="*/ 1498040 h 2079403"/>
                <a:gd name="connsiteX3-147" fmla="*/ 4358007 w 4358007"/>
                <a:gd name="connsiteY3-148" fmla="*/ 1498039 h 2079403"/>
                <a:gd name="connsiteX4-149" fmla="*/ 3268305 w 4358007"/>
                <a:gd name="connsiteY4-150" fmla="*/ 1683987 h 2079403"/>
                <a:gd name="connsiteX5-151" fmla="*/ 3251241 w 4358007"/>
                <a:gd name="connsiteY5-152" fmla="*/ 1673622 h 2079403"/>
                <a:gd name="connsiteX6-153" fmla="*/ 3169875 w 4358007"/>
                <a:gd name="connsiteY6-154" fmla="*/ 1498039 h 2079403"/>
                <a:gd name="connsiteX7-155" fmla="*/ 3445881 w 4358007"/>
                <a:gd name="connsiteY7-156" fmla="*/ 1498039 h 2079403"/>
                <a:gd name="connsiteX8-157" fmla="*/ 1535436 w 4358007"/>
                <a:gd name="connsiteY8-158" fmla="*/ 463531 h 2079403"/>
                <a:gd name="connsiteX9-159" fmla="*/ 25655 w 4358007"/>
                <a:gd name="connsiteY9-160" fmla="*/ 2067046 h 2079403"/>
                <a:gd name="connsiteX10" fmla="*/ 0 w 4358007"/>
                <a:gd name="connsiteY10" fmla="*/ 2079403 h 2079403"/>
                <a:gd name="connsiteX0-161" fmla="*/ 0 w 4358007"/>
                <a:gd name="connsiteY0-162" fmla="*/ 2079403 h 2079403"/>
                <a:gd name="connsiteX1-163" fmla="*/ 1785607 w 4358007"/>
                <a:gd name="connsiteY1-164" fmla="*/ 21009 h 2079403"/>
                <a:gd name="connsiteX2-165" fmla="*/ 4075532 w 4358007"/>
                <a:gd name="connsiteY2-166" fmla="*/ 1498040 h 2079403"/>
                <a:gd name="connsiteX3-167" fmla="*/ 4358007 w 4358007"/>
                <a:gd name="connsiteY3-168" fmla="*/ 1498039 h 2079403"/>
                <a:gd name="connsiteX4-169" fmla="*/ 3268305 w 4358007"/>
                <a:gd name="connsiteY4-170" fmla="*/ 1683987 h 2079403"/>
                <a:gd name="connsiteX5-171" fmla="*/ 3115316 w 4358007"/>
                <a:gd name="connsiteY5-172" fmla="*/ 1661266 h 2079403"/>
                <a:gd name="connsiteX6-173" fmla="*/ 3169875 w 4358007"/>
                <a:gd name="connsiteY6-174" fmla="*/ 1498039 h 2079403"/>
                <a:gd name="connsiteX7-175" fmla="*/ 3445881 w 4358007"/>
                <a:gd name="connsiteY7-176" fmla="*/ 1498039 h 2079403"/>
                <a:gd name="connsiteX8-177" fmla="*/ 1535436 w 4358007"/>
                <a:gd name="connsiteY8-178" fmla="*/ 463531 h 2079403"/>
                <a:gd name="connsiteX9-179" fmla="*/ 25655 w 4358007"/>
                <a:gd name="connsiteY9-180" fmla="*/ 2067046 h 2079403"/>
                <a:gd name="connsiteX10-181" fmla="*/ 0 w 4358007"/>
                <a:gd name="connsiteY10-182" fmla="*/ 2079403 h 2079403"/>
                <a:gd name="connsiteX0-183" fmla="*/ 0 w 4358007"/>
                <a:gd name="connsiteY0-184" fmla="*/ 2079403 h 2079403"/>
                <a:gd name="connsiteX1-185" fmla="*/ 1785607 w 4358007"/>
                <a:gd name="connsiteY1-186" fmla="*/ 21009 h 2079403"/>
                <a:gd name="connsiteX2-187" fmla="*/ 4075532 w 4358007"/>
                <a:gd name="connsiteY2-188" fmla="*/ 1498040 h 2079403"/>
                <a:gd name="connsiteX3-189" fmla="*/ 4358007 w 4358007"/>
                <a:gd name="connsiteY3-190" fmla="*/ 1498039 h 2079403"/>
                <a:gd name="connsiteX4-191" fmla="*/ 4355700 w 4358007"/>
                <a:gd name="connsiteY4-192" fmla="*/ 1683987 h 2079403"/>
                <a:gd name="connsiteX5-193" fmla="*/ 3115316 w 4358007"/>
                <a:gd name="connsiteY5-194" fmla="*/ 1661266 h 2079403"/>
                <a:gd name="connsiteX6-195" fmla="*/ 3169875 w 4358007"/>
                <a:gd name="connsiteY6-196" fmla="*/ 1498039 h 2079403"/>
                <a:gd name="connsiteX7-197" fmla="*/ 3445881 w 4358007"/>
                <a:gd name="connsiteY7-198" fmla="*/ 1498039 h 2079403"/>
                <a:gd name="connsiteX8-199" fmla="*/ 1535436 w 4358007"/>
                <a:gd name="connsiteY8-200" fmla="*/ 463531 h 2079403"/>
                <a:gd name="connsiteX9-201" fmla="*/ 25655 w 4358007"/>
                <a:gd name="connsiteY9-202" fmla="*/ 2067046 h 2079403"/>
                <a:gd name="connsiteX10-203" fmla="*/ 0 w 4358007"/>
                <a:gd name="connsiteY10-204" fmla="*/ 2079403 h 2079403"/>
                <a:gd name="connsiteX0-205" fmla="*/ 0 w 4358007"/>
                <a:gd name="connsiteY0-206" fmla="*/ 2079403 h 2079403"/>
                <a:gd name="connsiteX1-207" fmla="*/ 1785607 w 4358007"/>
                <a:gd name="connsiteY1-208" fmla="*/ 21009 h 2079403"/>
                <a:gd name="connsiteX2-209" fmla="*/ 4075532 w 4358007"/>
                <a:gd name="connsiteY2-210" fmla="*/ 1498040 h 2079403"/>
                <a:gd name="connsiteX3-211" fmla="*/ 4358007 w 4358007"/>
                <a:gd name="connsiteY3-212" fmla="*/ 1498039 h 2079403"/>
                <a:gd name="connsiteX4-213" fmla="*/ 4355700 w 4358007"/>
                <a:gd name="connsiteY4-214" fmla="*/ 1683987 h 2079403"/>
                <a:gd name="connsiteX5-215" fmla="*/ 3152386 w 4358007"/>
                <a:gd name="connsiteY5-216" fmla="*/ 1636552 h 2079403"/>
                <a:gd name="connsiteX6-217" fmla="*/ 3169875 w 4358007"/>
                <a:gd name="connsiteY6-218" fmla="*/ 1498039 h 2079403"/>
                <a:gd name="connsiteX7-219" fmla="*/ 3445881 w 4358007"/>
                <a:gd name="connsiteY7-220" fmla="*/ 1498039 h 2079403"/>
                <a:gd name="connsiteX8-221" fmla="*/ 1535436 w 4358007"/>
                <a:gd name="connsiteY8-222" fmla="*/ 463531 h 2079403"/>
                <a:gd name="connsiteX9-223" fmla="*/ 25655 w 4358007"/>
                <a:gd name="connsiteY9-224" fmla="*/ 2067046 h 2079403"/>
                <a:gd name="connsiteX10-225" fmla="*/ 0 w 4358007"/>
                <a:gd name="connsiteY10-226" fmla="*/ 2079403 h 2079403"/>
                <a:gd name="connsiteX0-227" fmla="*/ 0 w 4358007"/>
                <a:gd name="connsiteY0-228" fmla="*/ 2079403 h 2079403"/>
                <a:gd name="connsiteX1-229" fmla="*/ 1785607 w 4358007"/>
                <a:gd name="connsiteY1-230" fmla="*/ 21009 h 2079403"/>
                <a:gd name="connsiteX2-231" fmla="*/ 4075532 w 4358007"/>
                <a:gd name="connsiteY2-232" fmla="*/ 1498040 h 2079403"/>
                <a:gd name="connsiteX3-233" fmla="*/ 4358007 w 4358007"/>
                <a:gd name="connsiteY3-234" fmla="*/ 1498039 h 2079403"/>
                <a:gd name="connsiteX4-235" fmla="*/ 4355700 w 4358007"/>
                <a:gd name="connsiteY4-236" fmla="*/ 1683987 h 2079403"/>
                <a:gd name="connsiteX5-237" fmla="*/ 3190806 w 4358007"/>
                <a:gd name="connsiteY5-238" fmla="*/ 1636552 h 2079403"/>
                <a:gd name="connsiteX6-239" fmla="*/ 3169875 w 4358007"/>
                <a:gd name="connsiteY6-240" fmla="*/ 1498039 h 2079403"/>
                <a:gd name="connsiteX7-241" fmla="*/ 3445881 w 4358007"/>
                <a:gd name="connsiteY7-242" fmla="*/ 1498039 h 2079403"/>
                <a:gd name="connsiteX8-243" fmla="*/ 1535436 w 4358007"/>
                <a:gd name="connsiteY8-244" fmla="*/ 463531 h 2079403"/>
                <a:gd name="connsiteX9-245" fmla="*/ 25655 w 4358007"/>
                <a:gd name="connsiteY9-246" fmla="*/ 2067046 h 2079403"/>
                <a:gd name="connsiteX10-247" fmla="*/ 0 w 4358007"/>
                <a:gd name="connsiteY10-248" fmla="*/ 2079403 h 2079403"/>
                <a:gd name="connsiteX0-249" fmla="*/ 0 w 4358007"/>
                <a:gd name="connsiteY0-250" fmla="*/ 2079403 h 2079403"/>
                <a:gd name="connsiteX1-251" fmla="*/ 1785607 w 4358007"/>
                <a:gd name="connsiteY1-252" fmla="*/ 21009 h 2079403"/>
                <a:gd name="connsiteX2-253" fmla="*/ 4075532 w 4358007"/>
                <a:gd name="connsiteY2-254" fmla="*/ 1498040 h 2079403"/>
                <a:gd name="connsiteX3-255" fmla="*/ 4358007 w 4358007"/>
                <a:gd name="connsiteY3-256" fmla="*/ 1498039 h 2079403"/>
                <a:gd name="connsiteX4-257" fmla="*/ 4340332 w 4358007"/>
                <a:gd name="connsiteY4-258" fmla="*/ 1614830 h 2079403"/>
                <a:gd name="connsiteX5-259" fmla="*/ 3190806 w 4358007"/>
                <a:gd name="connsiteY5-260" fmla="*/ 1636552 h 2079403"/>
                <a:gd name="connsiteX6-261" fmla="*/ 3169875 w 4358007"/>
                <a:gd name="connsiteY6-262" fmla="*/ 1498039 h 2079403"/>
                <a:gd name="connsiteX7-263" fmla="*/ 3445881 w 4358007"/>
                <a:gd name="connsiteY7-264" fmla="*/ 1498039 h 2079403"/>
                <a:gd name="connsiteX8-265" fmla="*/ 1535436 w 4358007"/>
                <a:gd name="connsiteY8-266" fmla="*/ 463531 h 2079403"/>
                <a:gd name="connsiteX9-267" fmla="*/ 25655 w 4358007"/>
                <a:gd name="connsiteY9-268" fmla="*/ 2067046 h 2079403"/>
                <a:gd name="connsiteX10-269" fmla="*/ 0 w 4358007"/>
                <a:gd name="connsiteY10-270" fmla="*/ 2079403 h 2079403"/>
                <a:gd name="connsiteX0-271" fmla="*/ 0 w 4358007"/>
                <a:gd name="connsiteY0-272" fmla="*/ 2079403 h 2079403"/>
                <a:gd name="connsiteX1-273" fmla="*/ 1785607 w 4358007"/>
                <a:gd name="connsiteY1-274" fmla="*/ 21009 h 2079403"/>
                <a:gd name="connsiteX2-275" fmla="*/ 4075532 w 4358007"/>
                <a:gd name="connsiteY2-276" fmla="*/ 1498040 h 2079403"/>
                <a:gd name="connsiteX3-277" fmla="*/ 4358007 w 4358007"/>
                <a:gd name="connsiteY3-278" fmla="*/ 1498039 h 2079403"/>
                <a:gd name="connsiteX4-279" fmla="*/ 4340332 w 4358007"/>
                <a:gd name="connsiteY4-280" fmla="*/ 1614830 h 2079403"/>
                <a:gd name="connsiteX5-281" fmla="*/ 3190806 w 4358007"/>
                <a:gd name="connsiteY5-282" fmla="*/ 1621184 h 2079403"/>
                <a:gd name="connsiteX6-283" fmla="*/ 3169875 w 4358007"/>
                <a:gd name="connsiteY6-284" fmla="*/ 1498039 h 2079403"/>
                <a:gd name="connsiteX7-285" fmla="*/ 3445881 w 4358007"/>
                <a:gd name="connsiteY7-286" fmla="*/ 1498039 h 2079403"/>
                <a:gd name="connsiteX8-287" fmla="*/ 1535436 w 4358007"/>
                <a:gd name="connsiteY8-288" fmla="*/ 463531 h 2079403"/>
                <a:gd name="connsiteX9-289" fmla="*/ 25655 w 4358007"/>
                <a:gd name="connsiteY9-290" fmla="*/ 2067046 h 2079403"/>
                <a:gd name="connsiteX10-291" fmla="*/ 0 w 4358007"/>
                <a:gd name="connsiteY10-292" fmla="*/ 2079403 h 2079403"/>
                <a:gd name="connsiteX0-293" fmla="*/ 0 w 4363385"/>
                <a:gd name="connsiteY0-294" fmla="*/ 2079403 h 2079403"/>
                <a:gd name="connsiteX1-295" fmla="*/ 1785607 w 4363385"/>
                <a:gd name="connsiteY1-296" fmla="*/ 21009 h 2079403"/>
                <a:gd name="connsiteX2-297" fmla="*/ 4075532 w 4363385"/>
                <a:gd name="connsiteY2-298" fmla="*/ 1498040 h 2079403"/>
                <a:gd name="connsiteX3-299" fmla="*/ 4358007 w 4363385"/>
                <a:gd name="connsiteY3-300" fmla="*/ 1498039 h 2079403"/>
                <a:gd name="connsiteX4-301" fmla="*/ 4363385 w 4363385"/>
                <a:gd name="connsiteY4-302" fmla="*/ 1614830 h 2079403"/>
                <a:gd name="connsiteX5-303" fmla="*/ 3190806 w 4363385"/>
                <a:gd name="connsiteY5-304" fmla="*/ 1621184 h 2079403"/>
                <a:gd name="connsiteX6-305" fmla="*/ 3169875 w 4363385"/>
                <a:gd name="connsiteY6-306" fmla="*/ 1498039 h 2079403"/>
                <a:gd name="connsiteX7-307" fmla="*/ 3445881 w 4363385"/>
                <a:gd name="connsiteY7-308" fmla="*/ 1498039 h 2079403"/>
                <a:gd name="connsiteX8-309" fmla="*/ 1535436 w 4363385"/>
                <a:gd name="connsiteY8-310" fmla="*/ 463531 h 2079403"/>
                <a:gd name="connsiteX9-311" fmla="*/ 25655 w 4363385"/>
                <a:gd name="connsiteY9-312" fmla="*/ 2067046 h 2079403"/>
                <a:gd name="connsiteX10-313" fmla="*/ 0 w 4363385"/>
                <a:gd name="connsiteY10-314" fmla="*/ 2079403 h 207940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181" y="connsiteY10-182"/>
                </a:cxn>
              </a:cxnLst>
              <a:rect l="l" t="t" r="r" b="b"/>
              <a:pathLst>
                <a:path w="4363385" h="2079403">
                  <a:moveTo>
                    <a:pt x="0" y="2079403"/>
                  </a:moveTo>
                  <a:cubicBezTo>
                    <a:pt x="0" y="1044510"/>
                    <a:pt x="761085" y="167154"/>
                    <a:pt x="1785607" y="21009"/>
                  </a:cubicBezTo>
                  <a:cubicBezTo>
                    <a:pt x="2810128" y="-125136"/>
                    <a:pt x="3786171" y="504424"/>
                    <a:pt x="4075532" y="1498040"/>
                  </a:cubicBezTo>
                  <a:lnTo>
                    <a:pt x="4358007" y="1498039"/>
                  </a:lnTo>
                  <a:lnTo>
                    <a:pt x="4363385" y="1614830"/>
                  </a:lnTo>
                  <a:lnTo>
                    <a:pt x="3190806" y="1621184"/>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flip="none" rotWithShape="1">
              <a:gsLst>
                <a:gs pos="43000">
                  <a:schemeClr val="tx1">
                    <a:lumMod val="95000"/>
                    <a:lumOff val="5000"/>
                  </a:schemeClr>
                </a:gs>
                <a:gs pos="14000">
                  <a:schemeClr val="tx1">
                    <a:lumMod val="50000"/>
                    <a:lumOff val="50000"/>
                  </a:schemeClr>
                </a:gs>
                <a:gs pos="100000">
                  <a:schemeClr val="tx1">
                    <a:lumMod val="50000"/>
                    <a:lumOff val="50000"/>
                  </a:schemeClr>
                </a:gs>
              </a:gsLst>
              <a:lin ang="2700000" scaled="1"/>
              <a:tileRect/>
            </a:gradFill>
            <a:ln>
              <a:noFill/>
            </a:ln>
            <a:effectLst/>
            <a:scene3d>
              <a:camera prst="orthographicFront"/>
              <a:lightRig rig="flat" dir="t">
                <a:rot lat="0" lon="0" rev="11400000"/>
              </a:lightRig>
            </a:scene3d>
            <a:sp3d extrusionH="1270000" contourW="12700" prstMaterial="softEdge">
              <a:bevelB h="107950"/>
              <a:extrusionClr>
                <a:schemeClr val="accent2">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chemeClr val="tx1"/>
                </a:solidFill>
                <a:latin typeface="+mn-ea"/>
              </a:endParaRPr>
            </a:p>
          </p:txBody>
        </p:sp>
        <p:sp>
          <p:nvSpPr>
            <p:cNvPr id="5" name="MH_Other_2"/>
            <p:cNvSpPr/>
            <p:nvPr>
              <p:custDataLst>
                <p:tags r:id="rId3"/>
              </p:custDataLst>
            </p:nvPr>
          </p:nvSpPr>
          <p:spPr>
            <a:xfrm rot="15013344" flipH="1">
              <a:off x="5923809" y="2890569"/>
              <a:ext cx="3268505" cy="2252397"/>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0000">
                  <a:schemeClr val="accent2">
                    <a:lumMod val="40000"/>
                    <a:lumOff val="60000"/>
                  </a:schemeClr>
                </a:gs>
                <a:gs pos="0">
                  <a:schemeClr val="accent2">
                    <a:lumMod val="75000"/>
                  </a:schemeClr>
                </a:gs>
                <a:gs pos="100000">
                  <a:schemeClr val="accent2"/>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6" name="MH_Other_3"/>
            <p:cNvSpPr/>
            <p:nvPr>
              <p:custDataLst>
                <p:tags r:id="rId4"/>
              </p:custDataLst>
            </p:nvPr>
          </p:nvSpPr>
          <p:spPr>
            <a:xfrm rot="14847505" flipV="1">
              <a:off x="3091614" y="2746901"/>
              <a:ext cx="3340388" cy="2442932"/>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 name="connsiteX0-141" fmla="*/ 0 w 4358007"/>
                <a:gd name="connsiteY0-142" fmla="*/ 2079403 h 2386491"/>
                <a:gd name="connsiteX1-143" fmla="*/ 1785607 w 4358007"/>
                <a:gd name="connsiteY1-144" fmla="*/ 21009 h 2386491"/>
                <a:gd name="connsiteX2-145" fmla="*/ 4075532 w 4358007"/>
                <a:gd name="connsiteY2-146" fmla="*/ 1498040 h 2386491"/>
                <a:gd name="connsiteX3-147" fmla="*/ 4358007 w 4358007"/>
                <a:gd name="connsiteY3-148" fmla="*/ 1498039 h 2386491"/>
                <a:gd name="connsiteX4-149" fmla="*/ 3782879 w 4358007"/>
                <a:gd name="connsiteY4-150" fmla="*/ 2386491 h 2386491"/>
                <a:gd name="connsiteX5-151" fmla="*/ 3169875 w 4358007"/>
                <a:gd name="connsiteY5-152" fmla="*/ 1498039 h 2386491"/>
                <a:gd name="connsiteX6-153" fmla="*/ 3445881 w 4358007"/>
                <a:gd name="connsiteY6-154" fmla="*/ 1498039 h 2386491"/>
                <a:gd name="connsiteX7-155" fmla="*/ 1535436 w 4358007"/>
                <a:gd name="connsiteY7-156" fmla="*/ 463531 h 2386491"/>
                <a:gd name="connsiteX8-157" fmla="*/ 25655 w 4358007"/>
                <a:gd name="connsiteY8-158" fmla="*/ 2067046 h 2386491"/>
                <a:gd name="connsiteX9-159" fmla="*/ 0 w 4358007"/>
                <a:gd name="connsiteY9-160" fmla="*/ 2079403 h 2386491"/>
                <a:gd name="connsiteX0-161" fmla="*/ 0 w 4401150"/>
                <a:gd name="connsiteY0-162" fmla="*/ 2079403 h 2386491"/>
                <a:gd name="connsiteX1-163" fmla="*/ 1785607 w 4401150"/>
                <a:gd name="connsiteY1-164" fmla="*/ 21009 h 2386491"/>
                <a:gd name="connsiteX2-165" fmla="*/ 4075532 w 4401150"/>
                <a:gd name="connsiteY2-166" fmla="*/ 1498040 h 2386491"/>
                <a:gd name="connsiteX3-167" fmla="*/ 4401150 w 4401150"/>
                <a:gd name="connsiteY3-168" fmla="*/ 1601982 h 2386491"/>
                <a:gd name="connsiteX4-169" fmla="*/ 3782879 w 4401150"/>
                <a:gd name="connsiteY4-170" fmla="*/ 2386491 h 2386491"/>
                <a:gd name="connsiteX5-171" fmla="*/ 3169875 w 4401150"/>
                <a:gd name="connsiteY5-172" fmla="*/ 1498039 h 2386491"/>
                <a:gd name="connsiteX6-173" fmla="*/ 3445881 w 4401150"/>
                <a:gd name="connsiteY6-174" fmla="*/ 1498039 h 2386491"/>
                <a:gd name="connsiteX7-175" fmla="*/ 1535436 w 4401150"/>
                <a:gd name="connsiteY7-176" fmla="*/ 463531 h 2386491"/>
                <a:gd name="connsiteX8-177" fmla="*/ 25655 w 4401150"/>
                <a:gd name="connsiteY8-178" fmla="*/ 2067046 h 2386491"/>
                <a:gd name="connsiteX9-179" fmla="*/ 0 w 4401150"/>
                <a:gd name="connsiteY9-180" fmla="*/ 2079403 h 2386491"/>
                <a:gd name="connsiteX0-181" fmla="*/ 0 w 4401150"/>
                <a:gd name="connsiteY0-182" fmla="*/ 2063451 h 2370539"/>
                <a:gd name="connsiteX1-183" fmla="*/ 1785607 w 4401150"/>
                <a:gd name="connsiteY1-184" fmla="*/ 5057 h 2370539"/>
                <a:gd name="connsiteX2-185" fmla="*/ 4046111 w 4401150"/>
                <a:gd name="connsiteY2-186" fmla="*/ 1631382 h 2370539"/>
                <a:gd name="connsiteX3-187" fmla="*/ 4401150 w 4401150"/>
                <a:gd name="connsiteY3-188" fmla="*/ 1586030 h 2370539"/>
                <a:gd name="connsiteX4-189" fmla="*/ 3782879 w 4401150"/>
                <a:gd name="connsiteY4-190" fmla="*/ 2370539 h 2370539"/>
                <a:gd name="connsiteX5-191" fmla="*/ 3169875 w 4401150"/>
                <a:gd name="connsiteY5-192" fmla="*/ 1482087 h 2370539"/>
                <a:gd name="connsiteX6-193" fmla="*/ 3445881 w 4401150"/>
                <a:gd name="connsiteY6-194" fmla="*/ 1482087 h 2370539"/>
                <a:gd name="connsiteX7-195" fmla="*/ 1535436 w 4401150"/>
                <a:gd name="connsiteY7-196" fmla="*/ 447579 h 2370539"/>
                <a:gd name="connsiteX8-197" fmla="*/ 25655 w 4401150"/>
                <a:gd name="connsiteY8-198" fmla="*/ 2051094 h 2370539"/>
                <a:gd name="connsiteX9-199" fmla="*/ 0 w 4401150"/>
                <a:gd name="connsiteY9-200" fmla="*/ 2063451 h 2370539"/>
                <a:gd name="connsiteX0-201" fmla="*/ 0 w 4401150"/>
                <a:gd name="connsiteY0-202" fmla="*/ 2063451 h 2370539"/>
                <a:gd name="connsiteX1-203" fmla="*/ 1785607 w 4401150"/>
                <a:gd name="connsiteY1-204" fmla="*/ 5057 h 2370539"/>
                <a:gd name="connsiteX2-205" fmla="*/ 4046111 w 4401150"/>
                <a:gd name="connsiteY2-206" fmla="*/ 1631382 h 2370539"/>
                <a:gd name="connsiteX3-207" fmla="*/ 4401150 w 4401150"/>
                <a:gd name="connsiteY3-208" fmla="*/ 1586030 h 2370539"/>
                <a:gd name="connsiteX4-209" fmla="*/ 3782879 w 4401150"/>
                <a:gd name="connsiteY4-210" fmla="*/ 2370539 h 2370539"/>
                <a:gd name="connsiteX5-211" fmla="*/ 3186053 w 4401150"/>
                <a:gd name="connsiteY5-212" fmla="*/ 1521066 h 2370539"/>
                <a:gd name="connsiteX6-213" fmla="*/ 3445881 w 4401150"/>
                <a:gd name="connsiteY6-214" fmla="*/ 1482087 h 2370539"/>
                <a:gd name="connsiteX7-215" fmla="*/ 1535436 w 4401150"/>
                <a:gd name="connsiteY7-216" fmla="*/ 447579 h 2370539"/>
                <a:gd name="connsiteX8-217" fmla="*/ 25655 w 4401150"/>
                <a:gd name="connsiteY8-218" fmla="*/ 2051094 h 2370539"/>
                <a:gd name="connsiteX9-219" fmla="*/ 0 w 4401150"/>
                <a:gd name="connsiteY9-220" fmla="*/ 2063451 h 2370539"/>
                <a:gd name="connsiteX0-221" fmla="*/ 0 w 4401150"/>
                <a:gd name="connsiteY0-222" fmla="*/ 2063451 h 2444082"/>
                <a:gd name="connsiteX1-223" fmla="*/ 1785607 w 4401150"/>
                <a:gd name="connsiteY1-224" fmla="*/ 5057 h 2444082"/>
                <a:gd name="connsiteX2-225" fmla="*/ 4046111 w 4401150"/>
                <a:gd name="connsiteY2-226" fmla="*/ 1631382 h 2444082"/>
                <a:gd name="connsiteX3-227" fmla="*/ 4401150 w 4401150"/>
                <a:gd name="connsiteY3-228" fmla="*/ 1586030 h 2444082"/>
                <a:gd name="connsiteX4-229" fmla="*/ 3752478 w 4401150"/>
                <a:gd name="connsiteY4-230" fmla="*/ 2444082 h 2444082"/>
                <a:gd name="connsiteX5-231" fmla="*/ 3186053 w 4401150"/>
                <a:gd name="connsiteY5-232" fmla="*/ 1521066 h 2444082"/>
                <a:gd name="connsiteX6-233" fmla="*/ 3445881 w 4401150"/>
                <a:gd name="connsiteY6-234" fmla="*/ 1482087 h 2444082"/>
                <a:gd name="connsiteX7-235" fmla="*/ 1535436 w 4401150"/>
                <a:gd name="connsiteY7-236" fmla="*/ 447579 h 2444082"/>
                <a:gd name="connsiteX8-237" fmla="*/ 25655 w 4401150"/>
                <a:gd name="connsiteY8-238" fmla="*/ 2051094 h 2444082"/>
                <a:gd name="connsiteX9-239" fmla="*/ 0 w 4401150"/>
                <a:gd name="connsiteY9-240" fmla="*/ 2063451 h 2444082"/>
                <a:gd name="connsiteX0-241" fmla="*/ 0 w 4401150"/>
                <a:gd name="connsiteY0-242" fmla="*/ 2063451 h 2444082"/>
                <a:gd name="connsiteX1-243" fmla="*/ 1785607 w 4401150"/>
                <a:gd name="connsiteY1-244" fmla="*/ 5057 h 2444082"/>
                <a:gd name="connsiteX2-245" fmla="*/ 4046111 w 4401150"/>
                <a:gd name="connsiteY2-246" fmla="*/ 1631382 h 2444082"/>
                <a:gd name="connsiteX3-247" fmla="*/ 4401150 w 4401150"/>
                <a:gd name="connsiteY3-248" fmla="*/ 1586030 h 2444082"/>
                <a:gd name="connsiteX4-249" fmla="*/ 3752478 w 4401150"/>
                <a:gd name="connsiteY4-250" fmla="*/ 2444082 h 2444082"/>
                <a:gd name="connsiteX5-251" fmla="*/ 3186053 w 4401150"/>
                <a:gd name="connsiteY5-252" fmla="*/ 1521066 h 2444082"/>
                <a:gd name="connsiteX6-253" fmla="*/ 3445881 w 4401150"/>
                <a:gd name="connsiteY6-254" fmla="*/ 1482087 h 2444082"/>
                <a:gd name="connsiteX7-255" fmla="*/ 1535436 w 4401150"/>
                <a:gd name="connsiteY7-256" fmla="*/ 447579 h 2444082"/>
                <a:gd name="connsiteX8-257" fmla="*/ 25655 w 4401150"/>
                <a:gd name="connsiteY8-258" fmla="*/ 2051094 h 2444082"/>
                <a:gd name="connsiteX9-259" fmla="*/ 0 w 4401150"/>
                <a:gd name="connsiteY9-260" fmla="*/ 2063451 h 2444082"/>
                <a:gd name="connsiteX0-261" fmla="*/ 0 w 4401150"/>
                <a:gd name="connsiteY0-262" fmla="*/ 2063451 h 2444082"/>
                <a:gd name="connsiteX1-263" fmla="*/ 1785607 w 4401150"/>
                <a:gd name="connsiteY1-264" fmla="*/ 5057 h 2444082"/>
                <a:gd name="connsiteX2-265" fmla="*/ 4046111 w 4401150"/>
                <a:gd name="connsiteY2-266" fmla="*/ 1631382 h 2444082"/>
                <a:gd name="connsiteX3-267" fmla="*/ 4401150 w 4401150"/>
                <a:gd name="connsiteY3-268" fmla="*/ 1586030 h 2444082"/>
                <a:gd name="connsiteX4-269" fmla="*/ 3752478 w 4401150"/>
                <a:gd name="connsiteY4-270" fmla="*/ 2444082 h 2444082"/>
                <a:gd name="connsiteX5-271" fmla="*/ 3115695 w 4401150"/>
                <a:gd name="connsiteY5-272" fmla="*/ 1535038 h 2444082"/>
                <a:gd name="connsiteX6-273" fmla="*/ 3445881 w 4401150"/>
                <a:gd name="connsiteY6-274" fmla="*/ 1482087 h 2444082"/>
                <a:gd name="connsiteX7-275" fmla="*/ 1535436 w 4401150"/>
                <a:gd name="connsiteY7-276" fmla="*/ 447579 h 2444082"/>
                <a:gd name="connsiteX8-277" fmla="*/ 25655 w 4401150"/>
                <a:gd name="connsiteY8-278" fmla="*/ 2051094 h 2444082"/>
                <a:gd name="connsiteX9-279" fmla="*/ 0 w 4401150"/>
                <a:gd name="connsiteY9-280" fmla="*/ 2063451 h 2444082"/>
                <a:gd name="connsiteX0-281" fmla="*/ 0 w 4401150"/>
                <a:gd name="connsiteY0-282" fmla="*/ 2071635 h 2452266"/>
                <a:gd name="connsiteX1-283" fmla="*/ 1785607 w 4401150"/>
                <a:gd name="connsiteY1-284" fmla="*/ 13241 h 2452266"/>
                <a:gd name="connsiteX2-285" fmla="*/ 4046111 w 4401150"/>
                <a:gd name="connsiteY2-286" fmla="*/ 1639566 h 2452266"/>
                <a:gd name="connsiteX3-287" fmla="*/ 4401150 w 4401150"/>
                <a:gd name="connsiteY3-288" fmla="*/ 1594214 h 2452266"/>
                <a:gd name="connsiteX4-289" fmla="*/ 3752478 w 4401150"/>
                <a:gd name="connsiteY4-290" fmla="*/ 2452266 h 2452266"/>
                <a:gd name="connsiteX5-291" fmla="*/ 3115695 w 4401150"/>
                <a:gd name="connsiteY5-292" fmla="*/ 1543222 h 2452266"/>
                <a:gd name="connsiteX6-293" fmla="*/ 3445881 w 4401150"/>
                <a:gd name="connsiteY6-294" fmla="*/ 1490271 h 2452266"/>
                <a:gd name="connsiteX7-295" fmla="*/ 1535436 w 4401150"/>
                <a:gd name="connsiteY7-296" fmla="*/ 455763 h 2452266"/>
                <a:gd name="connsiteX8-297" fmla="*/ 25655 w 4401150"/>
                <a:gd name="connsiteY8-298" fmla="*/ 2059278 h 2452266"/>
                <a:gd name="connsiteX9-299" fmla="*/ 0 w 4401150"/>
                <a:gd name="connsiteY9-300" fmla="*/ 2071635 h 2452266"/>
                <a:gd name="connsiteX0-301" fmla="*/ 0 w 4444293"/>
                <a:gd name="connsiteY0-302" fmla="*/ 1963235 h 2447810"/>
                <a:gd name="connsiteX1-303" fmla="*/ 1828750 w 4444293"/>
                <a:gd name="connsiteY1-304" fmla="*/ 8785 h 2447810"/>
                <a:gd name="connsiteX2-305" fmla="*/ 4089254 w 4444293"/>
                <a:gd name="connsiteY2-306" fmla="*/ 1635110 h 2447810"/>
                <a:gd name="connsiteX3-307" fmla="*/ 4444293 w 4444293"/>
                <a:gd name="connsiteY3-308" fmla="*/ 1589758 h 2447810"/>
                <a:gd name="connsiteX4-309" fmla="*/ 3795621 w 4444293"/>
                <a:gd name="connsiteY4-310" fmla="*/ 2447810 h 2447810"/>
                <a:gd name="connsiteX5-311" fmla="*/ 3158838 w 4444293"/>
                <a:gd name="connsiteY5-312" fmla="*/ 1538766 h 2447810"/>
                <a:gd name="connsiteX6-313" fmla="*/ 3489024 w 4444293"/>
                <a:gd name="connsiteY6-314" fmla="*/ 1485815 h 2447810"/>
                <a:gd name="connsiteX7-315" fmla="*/ 1578579 w 4444293"/>
                <a:gd name="connsiteY7-316" fmla="*/ 451307 h 2447810"/>
                <a:gd name="connsiteX8-317" fmla="*/ 68798 w 4444293"/>
                <a:gd name="connsiteY8-318" fmla="*/ 2054822 h 2447810"/>
                <a:gd name="connsiteX9-319" fmla="*/ 0 w 4444293"/>
                <a:gd name="connsiteY9-320" fmla="*/ 1963235 h 2447810"/>
                <a:gd name="connsiteX0-321" fmla="*/ 0 w 4444293"/>
                <a:gd name="connsiteY0-322" fmla="*/ 1963235 h 2447810"/>
                <a:gd name="connsiteX1-323" fmla="*/ 1828750 w 4444293"/>
                <a:gd name="connsiteY1-324" fmla="*/ 8785 h 2447810"/>
                <a:gd name="connsiteX2-325" fmla="*/ 4089254 w 4444293"/>
                <a:gd name="connsiteY2-326" fmla="*/ 1635110 h 2447810"/>
                <a:gd name="connsiteX3-327" fmla="*/ 4444293 w 4444293"/>
                <a:gd name="connsiteY3-328" fmla="*/ 1589758 h 2447810"/>
                <a:gd name="connsiteX4-329" fmla="*/ 3795621 w 4444293"/>
                <a:gd name="connsiteY4-330" fmla="*/ 2447810 h 2447810"/>
                <a:gd name="connsiteX5-331" fmla="*/ 3158838 w 4444293"/>
                <a:gd name="connsiteY5-332" fmla="*/ 1538766 h 2447810"/>
                <a:gd name="connsiteX6-333" fmla="*/ 3489024 w 4444293"/>
                <a:gd name="connsiteY6-334" fmla="*/ 1485815 h 2447810"/>
                <a:gd name="connsiteX7-335" fmla="*/ 1578579 w 4444293"/>
                <a:gd name="connsiteY7-336" fmla="*/ 451307 h 2447810"/>
                <a:gd name="connsiteX8-337" fmla="*/ 21240 w 4444293"/>
                <a:gd name="connsiteY8-338" fmla="*/ 2013636 h 2447810"/>
                <a:gd name="connsiteX9-339" fmla="*/ 0 w 4444293"/>
                <a:gd name="connsiteY9-340" fmla="*/ 1963235 h 2447810"/>
                <a:gd name="connsiteX0-341" fmla="*/ 0 w 4453850"/>
                <a:gd name="connsiteY0-342" fmla="*/ 1825241 h 2442932"/>
                <a:gd name="connsiteX1-343" fmla="*/ 1838307 w 4453850"/>
                <a:gd name="connsiteY1-344" fmla="*/ 3907 h 2442932"/>
                <a:gd name="connsiteX2-345" fmla="*/ 4098811 w 4453850"/>
                <a:gd name="connsiteY2-346" fmla="*/ 1630232 h 2442932"/>
                <a:gd name="connsiteX3-347" fmla="*/ 4453850 w 4453850"/>
                <a:gd name="connsiteY3-348" fmla="*/ 1584880 h 2442932"/>
                <a:gd name="connsiteX4-349" fmla="*/ 3805178 w 4453850"/>
                <a:gd name="connsiteY4-350" fmla="*/ 2442932 h 2442932"/>
                <a:gd name="connsiteX5-351" fmla="*/ 3168395 w 4453850"/>
                <a:gd name="connsiteY5-352" fmla="*/ 1533888 h 2442932"/>
                <a:gd name="connsiteX6-353" fmla="*/ 3498581 w 4453850"/>
                <a:gd name="connsiteY6-354" fmla="*/ 1480937 h 2442932"/>
                <a:gd name="connsiteX7-355" fmla="*/ 1588136 w 4453850"/>
                <a:gd name="connsiteY7-356" fmla="*/ 446429 h 2442932"/>
                <a:gd name="connsiteX8-357" fmla="*/ 30797 w 4453850"/>
                <a:gd name="connsiteY8-358" fmla="*/ 2008758 h 2442932"/>
                <a:gd name="connsiteX9-359" fmla="*/ 0 w 4453850"/>
                <a:gd name="connsiteY9-360" fmla="*/ 1825241 h 24429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453850" h="2442932">
                  <a:moveTo>
                    <a:pt x="0" y="1825241"/>
                  </a:moveTo>
                  <a:cubicBezTo>
                    <a:pt x="0" y="790348"/>
                    <a:pt x="1155172" y="36408"/>
                    <a:pt x="1838307" y="3907"/>
                  </a:cubicBezTo>
                  <a:cubicBezTo>
                    <a:pt x="2521442" y="-28594"/>
                    <a:pt x="3682478" y="110528"/>
                    <a:pt x="4098811" y="1630232"/>
                  </a:cubicBezTo>
                  <a:lnTo>
                    <a:pt x="4453850" y="1584880"/>
                  </a:lnTo>
                  <a:lnTo>
                    <a:pt x="3805178" y="2442932"/>
                  </a:lnTo>
                  <a:cubicBezTo>
                    <a:pt x="3456541" y="1896972"/>
                    <a:pt x="3357203" y="1841560"/>
                    <a:pt x="3168395" y="1533888"/>
                  </a:cubicBezTo>
                  <a:lnTo>
                    <a:pt x="3498581" y="1480937"/>
                  </a:lnTo>
                  <a:cubicBezTo>
                    <a:pt x="3222266" y="831385"/>
                    <a:pt x="2279792" y="305430"/>
                    <a:pt x="1588136" y="446429"/>
                  </a:cubicBezTo>
                  <a:cubicBezTo>
                    <a:pt x="896480" y="587428"/>
                    <a:pt x="30797" y="1302876"/>
                    <a:pt x="30797" y="2008758"/>
                  </a:cubicBezTo>
                  <a:lnTo>
                    <a:pt x="0" y="1825241"/>
                  </a:lnTo>
                  <a:close/>
                </a:path>
              </a:pathLst>
            </a:custGeom>
            <a:gradFill>
              <a:gsLst>
                <a:gs pos="56000">
                  <a:schemeClr val="tx1">
                    <a:lumMod val="50000"/>
                    <a:lumOff val="50000"/>
                  </a:schemeClr>
                </a:gs>
                <a:gs pos="0">
                  <a:schemeClr val="tx1">
                    <a:lumMod val="95000"/>
                    <a:lumOff val="5000"/>
                  </a:schemeClr>
                </a:gs>
                <a:gs pos="100000">
                  <a:schemeClr val="tx1">
                    <a:lumMod val="95000"/>
                    <a:lumOff val="5000"/>
                  </a:schemeClr>
                </a:gs>
              </a:gsLst>
              <a:lin ang="0" scaled="1"/>
            </a:gradFill>
            <a:ln w="6350">
              <a:noFill/>
            </a:ln>
            <a:scene3d>
              <a:camera prst="orthographicFront"/>
              <a:lightRig rig="flat" dir="t">
                <a:rot lat="0" lon="0" rev="11400000"/>
              </a:lightRig>
            </a:scene3d>
            <a:sp3d extrusionH="1270000" contourW="12700" prstMaterial="softEdge">
              <a:bevelB h="107950"/>
              <a:extrusionClr>
                <a:schemeClr val="accent1">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8" name="MH_Other_4"/>
            <p:cNvSpPr/>
            <p:nvPr>
              <p:custDataLst>
                <p:tags r:id="rId5"/>
              </p:custDataLst>
            </p:nvPr>
          </p:nvSpPr>
          <p:spPr>
            <a:xfrm rot="14528313" flipV="1">
              <a:off x="3309772" y="2755420"/>
              <a:ext cx="3268505" cy="2252399"/>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6000">
                  <a:schemeClr val="accent1">
                    <a:lumMod val="40000"/>
                    <a:lumOff val="60000"/>
                  </a:schemeClr>
                </a:gs>
                <a:gs pos="0">
                  <a:schemeClr val="accent1">
                    <a:lumMod val="75000"/>
                  </a:schemeClr>
                </a:gs>
                <a:gs pos="100000">
                  <a:schemeClr val="accent1"/>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cxnSp>
          <p:nvCxnSpPr>
            <p:cNvPr id="9" name="MH_Other_6"/>
            <p:cNvCxnSpPr/>
            <p:nvPr>
              <p:custDataLst>
                <p:tags r:id="rId6"/>
              </p:custDataLst>
            </p:nvPr>
          </p:nvCxnSpPr>
          <p:spPr>
            <a:xfrm>
              <a:off x="7497540" y="2874094"/>
              <a:ext cx="2908284" cy="14605"/>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MH_Text_2"/>
            <p:cNvSpPr txBox="1">
              <a:spLocks noChangeArrowheads="1"/>
            </p:cNvSpPr>
            <p:nvPr>
              <p:custDataLst>
                <p:tags r:id="rId7"/>
              </p:custDataLst>
            </p:nvPr>
          </p:nvSpPr>
          <p:spPr bwMode="auto">
            <a:xfrm>
              <a:off x="7379430" y="2888588"/>
              <a:ext cx="4320289" cy="13714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dirty="0">
                  <a:latin typeface="微软雅黑" panose="020B0503020204020204" charset="-122"/>
                  <a:ea typeface="微软雅黑" panose="020B0503020204020204" charset="-122"/>
                  <a:sym typeface="+mn-ea"/>
                </a:rPr>
                <a:t>协议描述是指通过定义对象可以接收的每个消息和当对象接收到消息后完成的相关操作来建立对象的接口，它是一组消息和对消息的注释。对有很多消息的大型系统，可能要创建消息的类别。</a:t>
              </a:r>
            </a:p>
          </p:txBody>
        </p:sp>
        <p:sp>
          <p:nvSpPr>
            <p:cNvPr id="11" name="MH_SubTitle_2"/>
            <p:cNvSpPr txBox="1">
              <a:spLocks noChangeArrowheads="1"/>
            </p:cNvSpPr>
            <p:nvPr>
              <p:custDataLst>
                <p:tags r:id="rId8"/>
              </p:custDataLst>
            </p:nvPr>
          </p:nvSpPr>
          <p:spPr bwMode="auto">
            <a:xfrm>
              <a:off x="8189687" y="1099955"/>
              <a:ext cx="2371712" cy="758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2" name="MH_Other_7"/>
            <p:cNvSpPr txBox="1">
              <a:spLocks noChangeArrowheads="1"/>
            </p:cNvSpPr>
            <p:nvPr>
              <p:custDataLst>
                <p:tags r:id="rId9"/>
              </p:custDataLst>
            </p:nvPr>
          </p:nvSpPr>
          <p:spPr bwMode="auto">
            <a:xfrm>
              <a:off x="7379430" y="2426328"/>
              <a:ext cx="486833"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sz="3000" dirty="0" smtClean="0">
                  <a:solidFill>
                    <a:schemeClr val="accent2">
                      <a:lumMod val="75000"/>
                    </a:schemeClr>
                  </a:solidFill>
                  <a:latin typeface="微软雅黑" panose="020B0503020204020204" charset="-122"/>
                  <a:ea typeface="微软雅黑" panose="020B0503020204020204" charset="-122"/>
                </a:rPr>
                <a:t>1</a:t>
              </a:r>
            </a:p>
          </p:txBody>
        </p:sp>
        <p:sp>
          <p:nvSpPr>
            <p:cNvPr id="13" name="MH_Text_1"/>
            <p:cNvSpPr txBox="1">
              <a:spLocks noChangeArrowheads="1"/>
            </p:cNvSpPr>
            <p:nvPr>
              <p:custDataLst>
                <p:tags r:id="rId10"/>
              </p:custDataLst>
            </p:nvPr>
          </p:nvSpPr>
          <p:spPr bwMode="auto">
            <a:xfrm>
              <a:off x="739908" y="3941951"/>
              <a:ext cx="4069692" cy="15206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a:latin typeface="微软雅黑" panose="020B0503020204020204" charset="-122"/>
                  <a:ea typeface="微软雅黑" panose="020B0503020204020204" charset="-122"/>
                  <a:sym typeface="+mn-ea"/>
                </a:rPr>
                <a:t>实现描述用于描述由传送给对象的消息所蕴含的每个操作的实现细节，包括对象名字的定义和类的引用、关于描述对象的属性的数据结构的定义及操作过程的细节。</a:t>
              </a:r>
            </a:p>
          </p:txBody>
        </p:sp>
        <p:sp>
          <p:nvSpPr>
            <p:cNvPr id="14" name="MH_SubTitle_1"/>
            <p:cNvSpPr txBox="1">
              <a:spLocks noChangeArrowheads="1"/>
            </p:cNvSpPr>
            <p:nvPr>
              <p:custDataLst>
                <p:tags r:id="rId11"/>
              </p:custDataLst>
            </p:nvPr>
          </p:nvSpPr>
          <p:spPr bwMode="auto">
            <a:xfrm>
              <a:off x="2381251" y="3388044"/>
              <a:ext cx="2565400" cy="7588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6" name="MH_Other_8"/>
            <p:cNvSpPr txBox="1">
              <a:spLocks noChangeArrowheads="1"/>
            </p:cNvSpPr>
            <p:nvPr>
              <p:custDataLst>
                <p:tags r:id="rId12"/>
              </p:custDataLst>
            </p:nvPr>
          </p:nvSpPr>
          <p:spPr bwMode="auto">
            <a:xfrm>
              <a:off x="1894206" y="3387735"/>
              <a:ext cx="486833" cy="554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altLang="zh-CN" sz="3000" dirty="0" smtClean="0">
                  <a:solidFill>
                    <a:schemeClr val="accent1">
                      <a:lumMod val="75000"/>
                    </a:schemeClr>
                  </a:solidFill>
                  <a:latin typeface="微软雅黑" panose="020B0503020204020204" charset="-122"/>
                  <a:ea typeface="微软雅黑" panose="020B0503020204020204" charset="-122"/>
                </a:rPr>
                <a:t>2</a:t>
              </a:r>
              <a:endParaRPr lang="zh-CN" altLang="en-US" sz="3000" dirty="0" smtClean="0">
                <a:solidFill>
                  <a:schemeClr val="accent1">
                    <a:lumMod val="75000"/>
                  </a:schemeClr>
                </a:solidFill>
                <a:latin typeface="微软雅黑" panose="020B0503020204020204" charset="-122"/>
                <a:ea typeface="微软雅黑" panose="020B0503020204020204" charset="-122"/>
              </a:endParaRPr>
            </a:p>
          </p:txBody>
        </p:sp>
        <p:cxnSp>
          <p:nvCxnSpPr>
            <p:cNvPr id="17" name="MH_Other_5"/>
            <p:cNvCxnSpPr/>
            <p:nvPr>
              <p:custDataLst>
                <p:tags r:id="rId13"/>
              </p:custDataLst>
            </p:nvPr>
          </p:nvCxnSpPr>
          <p:spPr>
            <a:xfrm>
              <a:off x="1993901" y="3881128"/>
              <a:ext cx="295275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a:xfrm>
            <a:off x="7609840" y="2740660"/>
            <a:ext cx="2540000" cy="365760"/>
          </a:xfrm>
          <a:prstGeom prst="rect">
            <a:avLst/>
          </a:prstGeom>
          <a:noFill/>
        </p:spPr>
        <p:txBody>
          <a:bodyPr wrap="square" rtlCol="0" anchor="t">
            <a:spAutoFit/>
          </a:bodyPr>
          <a:lstStyle/>
          <a:p>
            <a:r>
              <a:rPr lang="zh-CN" altLang="en-US" b="1">
                <a:solidFill>
                  <a:schemeClr val="accent2">
                    <a:lumMod val="75000"/>
                  </a:schemeClr>
                </a:solidFill>
              </a:rPr>
              <a:t>协议描述</a:t>
            </a:r>
          </a:p>
        </p:txBody>
      </p:sp>
      <p:sp>
        <p:nvSpPr>
          <p:cNvPr id="15" name="文本框 14"/>
          <p:cNvSpPr txBox="1"/>
          <p:nvPr/>
        </p:nvSpPr>
        <p:spPr>
          <a:xfrm>
            <a:off x="2128520" y="3825240"/>
            <a:ext cx="2540000" cy="365760"/>
          </a:xfrm>
          <a:prstGeom prst="rect">
            <a:avLst/>
          </a:prstGeom>
          <a:noFill/>
        </p:spPr>
        <p:txBody>
          <a:bodyPr wrap="square" rtlCol="0" anchor="t">
            <a:spAutoFit/>
          </a:bodyPr>
          <a:lstStyle/>
          <a:p>
            <a:r>
              <a:rPr lang="zh-CN" altLang="en-US" b="1">
                <a:solidFill>
                  <a:schemeClr val="accent1">
                    <a:lumMod val="75000"/>
                  </a:schemeClr>
                </a:solidFill>
              </a:rPr>
              <a:t>实现描述</a:t>
            </a:r>
          </a:p>
        </p:txBody>
      </p:sp>
      <p:sp>
        <p:nvSpPr>
          <p:cNvPr id="18" name="文本框 17"/>
          <p:cNvSpPr txBox="1"/>
          <p:nvPr/>
        </p:nvSpPr>
        <p:spPr>
          <a:xfrm>
            <a:off x="3393440" y="1871345"/>
            <a:ext cx="4401185" cy="400110"/>
          </a:xfrm>
          <a:prstGeom prst="rect">
            <a:avLst/>
          </a:prstGeom>
          <a:noFill/>
        </p:spPr>
        <p:txBody>
          <a:bodyPr wrap="square" rtlCol="0" anchor="t">
            <a:spAutoFit/>
          </a:bodyPr>
          <a:lstStyle/>
          <a:p>
            <a:r>
              <a:rPr lang="zh-CN" altLang="en-US" sz="2000" b="1" dirty="0" smtClean="0">
                <a:latin typeface="微软雅黑" panose="020B0503020204020204" charset="-122"/>
                <a:ea typeface="微软雅黑" panose="020B0503020204020204" charset="-122"/>
              </a:rPr>
              <a:t>对象</a:t>
            </a:r>
            <a:r>
              <a:rPr lang="zh-CN" altLang="en-US" sz="2000" b="1" dirty="0">
                <a:latin typeface="微软雅黑" panose="020B0503020204020204" charset="-122"/>
                <a:ea typeface="微软雅黑" panose="020B0503020204020204" charset="-122"/>
              </a:rPr>
              <a:t>的设计描述可以采用以下形式：</a:t>
            </a:r>
          </a:p>
        </p:txBody>
      </p:sp>
    </p:spTree>
    <p:custDataLst>
      <p:tags r:id="rId1"/>
    </p:custDataLst>
  </p:cSld>
  <p:clrMapOvr>
    <a:masterClrMapping/>
  </p:clrMapOvr>
  <p:transition>
    <p:pull dir="ru"/>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7.2 </a:t>
            </a:r>
            <a:r>
              <a:rPr lang="zh-CN" altLang="en-US" dirty="0" smtClean="0">
                <a:solidFill>
                  <a:srgbClr val="FF0000"/>
                </a:solidFill>
                <a:sym typeface="+mn-ea"/>
              </a:rPr>
              <a:t>软件架构设计和对象设计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7.2.4 </a:t>
            </a:r>
            <a:r>
              <a:rPr lang="zh-CN" altLang="en-US" sz="2400" dirty="0" smtClean="0">
                <a:solidFill>
                  <a:schemeClr val="tx1"/>
                </a:solidFill>
              </a:rPr>
              <a:t>对象设计</a:t>
            </a:r>
          </a:p>
        </p:txBody>
      </p:sp>
      <p:grpSp>
        <p:nvGrpSpPr>
          <p:cNvPr id="3" name="组合 2"/>
          <p:cNvGrpSpPr/>
          <p:nvPr/>
        </p:nvGrpSpPr>
        <p:grpSpPr>
          <a:xfrm>
            <a:off x="900752" y="786765"/>
            <a:ext cx="10313348" cy="5215890"/>
            <a:chOff x="976449" y="1099955"/>
            <a:chExt cx="10313290" cy="4598538"/>
          </a:xfrm>
        </p:grpSpPr>
        <p:sp>
          <p:nvSpPr>
            <p:cNvPr id="4" name="MH_Other_1"/>
            <p:cNvSpPr/>
            <p:nvPr>
              <p:custDataLst>
                <p:tags r:id="rId2"/>
              </p:custDataLst>
            </p:nvPr>
          </p:nvSpPr>
          <p:spPr>
            <a:xfrm rot="15013344" flipH="1">
              <a:off x="5732000" y="3022522"/>
              <a:ext cx="3272539" cy="2079403"/>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079403"/>
                <a:gd name="connsiteX1-123" fmla="*/ 1785607 w 4358007"/>
                <a:gd name="connsiteY1-124" fmla="*/ 21009 h 2079403"/>
                <a:gd name="connsiteX2-125" fmla="*/ 4075532 w 4358007"/>
                <a:gd name="connsiteY2-126" fmla="*/ 1498040 h 2079403"/>
                <a:gd name="connsiteX3-127" fmla="*/ 4358007 w 4358007"/>
                <a:gd name="connsiteY3-128" fmla="*/ 1498039 h 2079403"/>
                <a:gd name="connsiteX4-129" fmla="*/ 3268305 w 4358007"/>
                <a:gd name="connsiteY4-130" fmla="*/ 1683987 h 2079403"/>
                <a:gd name="connsiteX5-131" fmla="*/ 3169875 w 4358007"/>
                <a:gd name="connsiteY5-132" fmla="*/ 1498039 h 2079403"/>
                <a:gd name="connsiteX6-133" fmla="*/ 3445881 w 4358007"/>
                <a:gd name="connsiteY6-134" fmla="*/ 1498039 h 2079403"/>
                <a:gd name="connsiteX7-135" fmla="*/ 1535436 w 4358007"/>
                <a:gd name="connsiteY7-136" fmla="*/ 463531 h 2079403"/>
                <a:gd name="connsiteX8-137" fmla="*/ 25655 w 4358007"/>
                <a:gd name="connsiteY8-138" fmla="*/ 2067046 h 2079403"/>
                <a:gd name="connsiteX9-139" fmla="*/ 0 w 4358007"/>
                <a:gd name="connsiteY9-140" fmla="*/ 2079403 h 2079403"/>
                <a:gd name="connsiteX0-141" fmla="*/ 0 w 4358007"/>
                <a:gd name="connsiteY0-142" fmla="*/ 2079403 h 2079403"/>
                <a:gd name="connsiteX1-143" fmla="*/ 1785607 w 4358007"/>
                <a:gd name="connsiteY1-144" fmla="*/ 21009 h 2079403"/>
                <a:gd name="connsiteX2-145" fmla="*/ 4075532 w 4358007"/>
                <a:gd name="connsiteY2-146" fmla="*/ 1498040 h 2079403"/>
                <a:gd name="connsiteX3-147" fmla="*/ 4358007 w 4358007"/>
                <a:gd name="connsiteY3-148" fmla="*/ 1498039 h 2079403"/>
                <a:gd name="connsiteX4-149" fmla="*/ 3268305 w 4358007"/>
                <a:gd name="connsiteY4-150" fmla="*/ 1683987 h 2079403"/>
                <a:gd name="connsiteX5-151" fmla="*/ 3251241 w 4358007"/>
                <a:gd name="connsiteY5-152" fmla="*/ 1673622 h 2079403"/>
                <a:gd name="connsiteX6-153" fmla="*/ 3169875 w 4358007"/>
                <a:gd name="connsiteY6-154" fmla="*/ 1498039 h 2079403"/>
                <a:gd name="connsiteX7-155" fmla="*/ 3445881 w 4358007"/>
                <a:gd name="connsiteY7-156" fmla="*/ 1498039 h 2079403"/>
                <a:gd name="connsiteX8-157" fmla="*/ 1535436 w 4358007"/>
                <a:gd name="connsiteY8-158" fmla="*/ 463531 h 2079403"/>
                <a:gd name="connsiteX9-159" fmla="*/ 25655 w 4358007"/>
                <a:gd name="connsiteY9-160" fmla="*/ 2067046 h 2079403"/>
                <a:gd name="connsiteX10" fmla="*/ 0 w 4358007"/>
                <a:gd name="connsiteY10" fmla="*/ 2079403 h 2079403"/>
                <a:gd name="connsiteX0-161" fmla="*/ 0 w 4358007"/>
                <a:gd name="connsiteY0-162" fmla="*/ 2079403 h 2079403"/>
                <a:gd name="connsiteX1-163" fmla="*/ 1785607 w 4358007"/>
                <a:gd name="connsiteY1-164" fmla="*/ 21009 h 2079403"/>
                <a:gd name="connsiteX2-165" fmla="*/ 4075532 w 4358007"/>
                <a:gd name="connsiteY2-166" fmla="*/ 1498040 h 2079403"/>
                <a:gd name="connsiteX3-167" fmla="*/ 4358007 w 4358007"/>
                <a:gd name="connsiteY3-168" fmla="*/ 1498039 h 2079403"/>
                <a:gd name="connsiteX4-169" fmla="*/ 3268305 w 4358007"/>
                <a:gd name="connsiteY4-170" fmla="*/ 1683987 h 2079403"/>
                <a:gd name="connsiteX5-171" fmla="*/ 3115316 w 4358007"/>
                <a:gd name="connsiteY5-172" fmla="*/ 1661266 h 2079403"/>
                <a:gd name="connsiteX6-173" fmla="*/ 3169875 w 4358007"/>
                <a:gd name="connsiteY6-174" fmla="*/ 1498039 h 2079403"/>
                <a:gd name="connsiteX7-175" fmla="*/ 3445881 w 4358007"/>
                <a:gd name="connsiteY7-176" fmla="*/ 1498039 h 2079403"/>
                <a:gd name="connsiteX8-177" fmla="*/ 1535436 w 4358007"/>
                <a:gd name="connsiteY8-178" fmla="*/ 463531 h 2079403"/>
                <a:gd name="connsiteX9-179" fmla="*/ 25655 w 4358007"/>
                <a:gd name="connsiteY9-180" fmla="*/ 2067046 h 2079403"/>
                <a:gd name="connsiteX10-181" fmla="*/ 0 w 4358007"/>
                <a:gd name="connsiteY10-182" fmla="*/ 2079403 h 2079403"/>
                <a:gd name="connsiteX0-183" fmla="*/ 0 w 4358007"/>
                <a:gd name="connsiteY0-184" fmla="*/ 2079403 h 2079403"/>
                <a:gd name="connsiteX1-185" fmla="*/ 1785607 w 4358007"/>
                <a:gd name="connsiteY1-186" fmla="*/ 21009 h 2079403"/>
                <a:gd name="connsiteX2-187" fmla="*/ 4075532 w 4358007"/>
                <a:gd name="connsiteY2-188" fmla="*/ 1498040 h 2079403"/>
                <a:gd name="connsiteX3-189" fmla="*/ 4358007 w 4358007"/>
                <a:gd name="connsiteY3-190" fmla="*/ 1498039 h 2079403"/>
                <a:gd name="connsiteX4-191" fmla="*/ 4355700 w 4358007"/>
                <a:gd name="connsiteY4-192" fmla="*/ 1683987 h 2079403"/>
                <a:gd name="connsiteX5-193" fmla="*/ 3115316 w 4358007"/>
                <a:gd name="connsiteY5-194" fmla="*/ 1661266 h 2079403"/>
                <a:gd name="connsiteX6-195" fmla="*/ 3169875 w 4358007"/>
                <a:gd name="connsiteY6-196" fmla="*/ 1498039 h 2079403"/>
                <a:gd name="connsiteX7-197" fmla="*/ 3445881 w 4358007"/>
                <a:gd name="connsiteY7-198" fmla="*/ 1498039 h 2079403"/>
                <a:gd name="connsiteX8-199" fmla="*/ 1535436 w 4358007"/>
                <a:gd name="connsiteY8-200" fmla="*/ 463531 h 2079403"/>
                <a:gd name="connsiteX9-201" fmla="*/ 25655 w 4358007"/>
                <a:gd name="connsiteY9-202" fmla="*/ 2067046 h 2079403"/>
                <a:gd name="connsiteX10-203" fmla="*/ 0 w 4358007"/>
                <a:gd name="connsiteY10-204" fmla="*/ 2079403 h 2079403"/>
                <a:gd name="connsiteX0-205" fmla="*/ 0 w 4358007"/>
                <a:gd name="connsiteY0-206" fmla="*/ 2079403 h 2079403"/>
                <a:gd name="connsiteX1-207" fmla="*/ 1785607 w 4358007"/>
                <a:gd name="connsiteY1-208" fmla="*/ 21009 h 2079403"/>
                <a:gd name="connsiteX2-209" fmla="*/ 4075532 w 4358007"/>
                <a:gd name="connsiteY2-210" fmla="*/ 1498040 h 2079403"/>
                <a:gd name="connsiteX3-211" fmla="*/ 4358007 w 4358007"/>
                <a:gd name="connsiteY3-212" fmla="*/ 1498039 h 2079403"/>
                <a:gd name="connsiteX4-213" fmla="*/ 4355700 w 4358007"/>
                <a:gd name="connsiteY4-214" fmla="*/ 1683987 h 2079403"/>
                <a:gd name="connsiteX5-215" fmla="*/ 3152386 w 4358007"/>
                <a:gd name="connsiteY5-216" fmla="*/ 1636552 h 2079403"/>
                <a:gd name="connsiteX6-217" fmla="*/ 3169875 w 4358007"/>
                <a:gd name="connsiteY6-218" fmla="*/ 1498039 h 2079403"/>
                <a:gd name="connsiteX7-219" fmla="*/ 3445881 w 4358007"/>
                <a:gd name="connsiteY7-220" fmla="*/ 1498039 h 2079403"/>
                <a:gd name="connsiteX8-221" fmla="*/ 1535436 w 4358007"/>
                <a:gd name="connsiteY8-222" fmla="*/ 463531 h 2079403"/>
                <a:gd name="connsiteX9-223" fmla="*/ 25655 w 4358007"/>
                <a:gd name="connsiteY9-224" fmla="*/ 2067046 h 2079403"/>
                <a:gd name="connsiteX10-225" fmla="*/ 0 w 4358007"/>
                <a:gd name="connsiteY10-226" fmla="*/ 2079403 h 2079403"/>
                <a:gd name="connsiteX0-227" fmla="*/ 0 w 4358007"/>
                <a:gd name="connsiteY0-228" fmla="*/ 2079403 h 2079403"/>
                <a:gd name="connsiteX1-229" fmla="*/ 1785607 w 4358007"/>
                <a:gd name="connsiteY1-230" fmla="*/ 21009 h 2079403"/>
                <a:gd name="connsiteX2-231" fmla="*/ 4075532 w 4358007"/>
                <a:gd name="connsiteY2-232" fmla="*/ 1498040 h 2079403"/>
                <a:gd name="connsiteX3-233" fmla="*/ 4358007 w 4358007"/>
                <a:gd name="connsiteY3-234" fmla="*/ 1498039 h 2079403"/>
                <a:gd name="connsiteX4-235" fmla="*/ 4355700 w 4358007"/>
                <a:gd name="connsiteY4-236" fmla="*/ 1683987 h 2079403"/>
                <a:gd name="connsiteX5-237" fmla="*/ 3190806 w 4358007"/>
                <a:gd name="connsiteY5-238" fmla="*/ 1636552 h 2079403"/>
                <a:gd name="connsiteX6-239" fmla="*/ 3169875 w 4358007"/>
                <a:gd name="connsiteY6-240" fmla="*/ 1498039 h 2079403"/>
                <a:gd name="connsiteX7-241" fmla="*/ 3445881 w 4358007"/>
                <a:gd name="connsiteY7-242" fmla="*/ 1498039 h 2079403"/>
                <a:gd name="connsiteX8-243" fmla="*/ 1535436 w 4358007"/>
                <a:gd name="connsiteY8-244" fmla="*/ 463531 h 2079403"/>
                <a:gd name="connsiteX9-245" fmla="*/ 25655 w 4358007"/>
                <a:gd name="connsiteY9-246" fmla="*/ 2067046 h 2079403"/>
                <a:gd name="connsiteX10-247" fmla="*/ 0 w 4358007"/>
                <a:gd name="connsiteY10-248" fmla="*/ 2079403 h 2079403"/>
                <a:gd name="connsiteX0-249" fmla="*/ 0 w 4358007"/>
                <a:gd name="connsiteY0-250" fmla="*/ 2079403 h 2079403"/>
                <a:gd name="connsiteX1-251" fmla="*/ 1785607 w 4358007"/>
                <a:gd name="connsiteY1-252" fmla="*/ 21009 h 2079403"/>
                <a:gd name="connsiteX2-253" fmla="*/ 4075532 w 4358007"/>
                <a:gd name="connsiteY2-254" fmla="*/ 1498040 h 2079403"/>
                <a:gd name="connsiteX3-255" fmla="*/ 4358007 w 4358007"/>
                <a:gd name="connsiteY3-256" fmla="*/ 1498039 h 2079403"/>
                <a:gd name="connsiteX4-257" fmla="*/ 4340332 w 4358007"/>
                <a:gd name="connsiteY4-258" fmla="*/ 1614830 h 2079403"/>
                <a:gd name="connsiteX5-259" fmla="*/ 3190806 w 4358007"/>
                <a:gd name="connsiteY5-260" fmla="*/ 1636552 h 2079403"/>
                <a:gd name="connsiteX6-261" fmla="*/ 3169875 w 4358007"/>
                <a:gd name="connsiteY6-262" fmla="*/ 1498039 h 2079403"/>
                <a:gd name="connsiteX7-263" fmla="*/ 3445881 w 4358007"/>
                <a:gd name="connsiteY7-264" fmla="*/ 1498039 h 2079403"/>
                <a:gd name="connsiteX8-265" fmla="*/ 1535436 w 4358007"/>
                <a:gd name="connsiteY8-266" fmla="*/ 463531 h 2079403"/>
                <a:gd name="connsiteX9-267" fmla="*/ 25655 w 4358007"/>
                <a:gd name="connsiteY9-268" fmla="*/ 2067046 h 2079403"/>
                <a:gd name="connsiteX10-269" fmla="*/ 0 w 4358007"/>
                <a:gd name="connsiteY10-270" fmla="*/ 2079403 h 2079403"/>
                <a:gd name="connsiteX0-271" fmla="*/ 0 w 4358007"/>
                <a:gd name="connsiteY0-272" fmla="*/ 2079403 h 2079403"/>
                <a:gd name="connsiteX1-273" fmla="*/ 1785607 w 4358007"/>
                <a:gd name="connsiteY1-274" fmla="*/ 21009 h 2079403"/>
                <a:gd name="connsiteX2-275" fmla="*/ 4075532 w 4358007"/>
                <a:gd name="connsiteY2-276" fmla="*/ 1498040 h 2079403"/>
                <a:gd name="connsiteX3-277" fmla="*/ 4358007 w 4358007"/>
                <a:gd name="connsiteY3-278" fmla="*/ 1498039 h 2079403"/>
                <a:gd name="connsiteX4-279" fmla="*/ 4340332 w 4358007"/>
                <a:gd name="connsiteY4-280" fmla="*/ 1614830 h 2079403"/>
                <a:gd name="connsiteX5-281" fmla="*/ 3190806 w 4358007"/>
                <a:gd name="connsiteY5-282" fmla="*/ 1621184 h 2079403"/>
                <a:gd name="connsiteX6-283" fmla="*/ 3169875 w 4358007"/>
                <a:gd name="connsiteY6-284" fmla="*/ 1498039 h 2079403"/>
                <a:gd name="connsiteX7-285" fmla="*/ 3445881 w 4358007"/>
                <a:gd name="connsiteY7-286" fmla="*/ 1498039 h 2079403"/>
                <a:gd name="connsiteX8-287" fmla="*/ 1535436 w 4358007"/>
                <a:gd name="connsiteY8-288" fmla="*/ 463531 h 2079403"/>
                <a:gd name="connsiteX9-289" fmla="*/ 25655 w 4358007"/>
                <a:gd name="connsiteY9-290" fmla="*/ 2067046 h 2079403"/>
                <a:gd name="connsiteX10-291" fmla="*/ 0 w 4358007"/>
                <a:gd name="connsiteY10-292" fmla="*/ 2079403 h 2079403"/>
                <a:gd name="connsiteX0-293" fmla="*/ 0 w 4363385"/>
                <a:gd name="connsiteY0-294" fmla="*/ 2079403 h 2079403"/>
                <a:gd name="connsiteX1-295" fmla="*/ 1785607 w 4363385"/>
                <a:gd name="connsiteY1-296" fmla="*/ 21009 h 2079403"/>
                <a:gd name="connsiteX2-297" fmla="*/ 4075532 w 4363385"/>
                <a:gd name="connsiteY2-298" fmla="*/ 1498040 h 2079403"/>
                <a:gd name="connsiteX3-299" fmla="*/ 4358007 w 4363385"/>
                <a:gd name="connsiteY3-300" fmla="*/ 1498039 h 2079403"/>
                <a:gd name="connsiteX4-301" fmla="*/ 4363385 w 4363385"/>
                <a:gd name="connsiteY4-302" fmla="*/ 1614830 h 2079403"/>
                <a:gd name="connsiteX5-303" fmla="*/ 3190806 w 4363385"/>
                <a:gd name="connsiteY5-304" fmla="*/ 1621184 h 2079403"/>
                <a:gd name="connsiteX6-305" fmla="*/ 3169875 w 4363385"/>
                <a:gd name="connsiteY6-306" fmla="*/ 1498039 h 2079403"/>
                <a:gd name="connsiteX7-307" fmla="*/ 3445881 w 4363385"/>
                <a:gd name="connsiteY7-308" fmla="*/ 1498039 h 2079403"/>
                <a:gd name="connsiteX8-309" fmla="*/ 1535436 w 4363385"/>
                <a:gd name="connsiteY8-310" fmla="*/ 463531 h 2079403"/>
                <a:gd name="connsiteX9-311" fmla="*/ 25655 w 4363385"/>
                <a:gd name="connsiteY9-312" fmla="*/ 2067046 h 2079403"/>
                <a:gd name="connsiteX10-313" fmla="*/ 0 w 4363385"/>
                <a:gd name="connsiteY10-314" fmla="*/ 2079403 h 207940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181" y="connsiteY10-182"/>
                </a:cxn>
              </a:cxnLst>
              <a:rect l="l" t="t" r="r" b="b"/>
              <a:pathLst>
                <a:path w="4363385" h="2079403">
                  <a:moveTo>
                    <a:pt x="0" y="2079403"/>
                  </a:moveTo>
                  <a:cubicBezTo>
                    <a:pt x="0" y="1044510"/>
                    <a:pt x="761085" y="167154"/>
                    <a:pt x="1785607" y="21009"/>
                  </a:cubicBezTo>
                  <a:cubicBezTo>
                    <a:pt x="2810128" y="-125136"/>
                    <a:pt x="3786171" y="504424"/>
                    <a:pt x="4075532" y="1498040"/>
                  </a:cubicBezTo>
                  <a:lnTo>
                    <a:pt x="4358007" y="1498039"/>
                  </a:lnTo>
                  <a:lnTo>
                    <a:pt x="4363385" y="1614830"/>
                  </a:lnTo>
                  <a:lnTo>
                    <a:pt x="3190806" y="1621184"/>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flip="none" rotWithShape="1">
              <a:gsLst>
                <a:gs pos="43000">
                  <a:schemeClr val="tx1">
                    <a:lumMod val="95000"/>
                    <a:lumOff val="5000"/>
                  </a:schemeClr>
                </a:gs>
                <a:gs pos="14000">
                  <a:schemeClr val="tx1">
                    <a:lumMod val="50000"/>
                    <a:lumOff val="50000"/>
                  </a:schemeClr>
                </a:gs>
                <a:gs pos="100000">
                  <a:schemeClr val="tx1">
                    <a:lumMod val="50000"/>
                    <a:lumOff val="50000"/>
                  </a:schemeClr>
                </a:gs>
              </a:gsLst>
              <a:lin ang="2700000" scaled="1"/>
              <a:tileRect/>
            </a:gradFill>
            <a:ln>
              <a:noFill/>
            </a:ln>
            <a:effectLst/>
            <a:scene3d>
              <a:camera prst="orthographicFront"/>
              <a:lightRig rig="flat" dir="t">
                <a:rot lat="0" lon="0" rev="11400000"/>
              </a:lightRig>
            </a:scene3d>
            <a:sp3d extrusionH="1270000" contourW="12700" prstMaterial="softEdge">
              <a:bevelB h="107950"/>
              <a:extrusionClr>
                <a:schemeClr val="accent2">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chemeClr val="tx1"/>
                </a:solidFill>
                <a:latin typeface="+mn-ea"/>
              </a:endParaRPr>
            </a:p>
          </p:txBody>
        </p:sp>
        <p:sp>
          <p:nvSpPr>
            <p:cNvPr id="5" name="MH_Other_2"/>
            <p:cNvSpPr/>
            <p:nvPr>
              <p:custDataLst>
                <p:tags r:id="rId3"/>
              </p:custDataLst>
            </p:nvPr>
          </p:nvSpPr>
          <p:spPr>
            <a:xfrm rot="15013344" flipH="1">
              <a:off x="5923809" y="2890569"/>
              <a:ext cx="3268505" cy="2252397"/>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0000">
                  <a:schemeClr val="accent2">
                    <a:lumMod val="40000"/>
                    <a:lumOff val="60000"/>
                  </a:schemeClr>
                </a:gs>
                <a:gs pos="0">
                  <a:schemeClr val="accent2">
                    <a:lumMod val="75000"/>
                  </a:schemeClr>
                </a:gs>
                <a:gs pos="100000">
                  <a:schemeClr val="accent2"/>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6" name="MH_Other_3"/>
            <p:cNvSpPr/>
            <p:nvPr>
              <p:custDataLst>
                <p:tags r:id="rId4"/>
              </p:custDataLst>
            </p:nvPr>
          </p:nvSpPr>
          <p:spPr>
            <a:xfrm rot="14847505" flipV="1">
              <a:off x="3091614" y="2746901"/>
              <a:ext cx="3340388" cy="2442932"/>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 name="connsiteX0-141" fmla="*/ 0 w 4358007"/>
                <a:gd name="connsiteY0-142" fmla="*/ 2079403 h 2386491"/>
                <a:gd name="connsiteX1-143" fmla="*/ 1785607 w 4358007"/>
                <a:gd name="connsiteY1-144" fmla="*/ 21009 h 2386491"/>
                <a:gd name="connsiteX2-145" fmla="*/ 4075532 w 4358007"/>
                <a:gd name="connsiteY2-146" fmla="*/ 1498040 h 2386491"/>
                <a:gd name="connsiteX3-147" fmla="*/ 4358007 w 4358007"/>
                <a:gd name="connsiteY3-148" fmla="*/ 1498039 h 2386491"/>
                <a:gd name="connsiteX4-149" fmla="*/ 3782879 w 4358007"/>
                <a:gd name="connsiteY4-150" fmla="*/ 2386491 h 2386491"/>
                <a:gd name="connsiteX5-151" fmla="*/ 3169875 w 4358007"/>
                <a:gd name="connsiteY5-152" fmla="*/ 1498039 h 2386491"/>
                <a:gd name="connsiteX6-153" fmla="*/ 3445881 w 4358007"/>
                <a:gd name="connsiteY6-154" fmla="*/ 1498039 h 2386491"/>
                <a:gd name="connsiteX7-155" fmla="*/ 1535436 w 4358007"/>
                <a:gd name="connsiteY7-156" fmla="*/ 463531 h 2386491"/>
                <a:gd name="connsiteX8-157" fmla="*/ 25655 w 4358007"/>
                <a:gd name="connsiteY8-158" fmla="*/ 2067046 h 2386491"/>
                <a:gd name="connsiteX9-159" fmla="*/ 0 w 4358007"/>
                <a:gd name="connsiteY9-160" fmla="*/ 2079403 h 2386491"/>
                <a:gd name="connsiteX0-161" fmla="*/ 0 w 4401150"/>
                <a:gd name="connsiteY0-162" fmla="*/ 2079403 h 2386491"/>
                <a:gd name="connsiteX1-163" fmla="*/ 1785607 w 4401150"/>
                <a:gd name="connsiteY1-164" fmla="*/ 21009 h 2386491"/>
                <a:gd name="connsiteX2-165" fmla="*/ 4075532 w 4401150"/>
                <a:gd name="connsiteY2-166" fmla="*/ 1498040 h 2386491"/>
                <a:gd name="connsiteX3-167" fmla="*/ 4401150 w 4401150"/>
                <a:gd name="connsiteY3-168" fmla="*/ 1601982 h 2386491"/>
                <a:gd name="connsiteX4-169" fmla="*/ 3782879 w 4401150"/>
                <a:gd name="connsiteY4-170" fmla="*/ 2386491 h 2386491"/>
                <a:gd name="connsiteX5-171" fmla="*/ 3169875 w 4401150"/>
                <a:gd name="connsiteY5-172" fmla="*/ 1498039 h 2386491"/>
                <a:gd name="connsiteX6-173" fmla="*/ 3445881 w 4401150"/>
                <a:gd name="connsiteY6-174" fmla="*/ 1498039 h 2386491"/>
                <a:gd name="connsiteX7-175" fmla="*/ 1535436 w 4401150"/>
                <a:gd name="connsiteY7-176" fmla="*/ 463531 h 2386491"/>
                <a:gd name="connsiteX8-177" fmla="*/ 25655 w 4401150"/>
                <a:gd name="connsiteY8-178" fmla="*/ 2067046 h 2386491"/>
                <a:gd name="connsiteX9-179" fmla="*/ 0 w 4401150"/>
                <a:gd name="connsiteY9-180" fmla="*/ 2079403 h 2386491"/>
                <a:gd name="connsiteX0-181" fmla="*/ 0 w 4401150"/>
                <a:gd name="connsiteY0-182" fmla="*/ 2063451 h 2370539"/>
                <a:gd name="connsiteX1-183" fmla="*/ 1785607 w 4401150"/>
                <a:gd name="connsiteY1-184" fmla="*/ 5057 h 2370539"/>
                <a:gd name="connsiteX2-185" fmla="*/ 4046111 w 4401150"/>
                <a:gd name="connsiteY2-186" fmla="*/ 1631382 h 2370539"/>
                <a:gd name="connsiteX3-187" fmla="*/ 4401150 w 4401150"/>
                <a:gd name="connsiteY3-188" fmla="*/ 1586030 h 2370539"/>
                <a:gd name="connsiteX4-189" fmla="*/ 3782879 w 4401150"/>
                <a:gd name="connsiteY4-190" fmla="*/ 2370539 h 2370539"/>
                <a:gd name="connsiteX5-191" fmla="*/ 3169875 w 4401150"/>
                <a:gd name="connsiteY5-192" fmla="*/ 1482087 h 2370539"/>
                <a:gd name="connsiteX6-193" fmla="*/ 3445881 w 4401150"/>
                <a:gd name="connsiteY6-194" fmla="*/ 1482087 h 2370539"/>
                <a:gd name="connsiteX7-195" fmla="*/ 1535436 w 4401150"/>
                <a:gd name="connsiteY7-196" fmla="*/ 447579 h 2370539"/>
                <a:gd name="connsiteX8-197" fmla="*/ 25655 w 4401150"/>
                <a:gd name="connsiteY8-198" fmla="*/ 2051094 h 2370539"/>
                <a:gd name="connsiteX9-199" fmla="*/ 0 w 4401150"/>
                <a:gd name="connsiteY9-200" fmla="*/ 2063451 h 2370539"/>
                <a:gd name="connsiteX0-201" fmla="*/ 0 w 4401150"/>
                <a:gd name="connsiteY0-202" fmla="*/ 2063451 h 2370539"/>
                <a:gd name="connsiteX1-203" fmla="*/ 1785607 w 4401150"/>
                <a:gd name="connsiteY1-204" fmla="*/ 5057 h 2370539"/>
                <a:gd name="connsiteX2-205" fmla="*/ 4046111 w 4401150"/>
                <a:gd name="connsiteY2-206" fmla="*/ 1631382 h 2370539"/>
                <a:gd name="connsiteX3-207" fmla="*/ 4401150 w 4401150"/>
                <a:gd name="connsiteY3-208" fmla="*/ 1586030 h 2370539"/>
                <a:gd name="connsiteX4-209" fmla="*/ 3782879 w 4401150"/>
                <a:gd name="connsiteY4-210" fmla="*/ 2370539 h 2370539"/>
                <a:gd name="connsiteX5-211" fmla="*/ 3186053 w 4401150"/>
                <a:gd name="connsiteY5-212" fmla="*/ 1521066 h 2370539"/>
                <a:gd name="connsiteX6-213" fmla="*/ 3445881 w 4401150"/>
                <a:gd name="connsiteY6-214" fmla="*/ 1482087 h 2370539"/>
                <a:gd name="connsiteX7-215" fmla="*/ 1535436 w 4401150"/>
                <a:gd name="connsiteY7-216" fmla="*/ 447579 h 2370539"/>
                <a:gd name="connsiteX8-217" fmla="*/ 25655 w 4401150"/>
                <a:gd name="connsiteY8-218" fmla="*/ 2051094 h 2370539"/>
                <a:gd name="connsiteX9-219" fmla="*/ 0 w 4401150"/>
                <a:gd name="connsiteY9-220" fmla="*/ 2063451 h 2370539"/>
                <a:gd name="connsiteX0-221" fmla="*/ 0 w 4401150"/>
                <a:gd name="connsiteY0-222" fmla="*/ 2063451 h 2444082"/>
                <a:gd name="connsiteX1-223" fmla="*/ 1785607 w 4401150"/>
                <a:gd name="connsiteY1-224" fmla="*/ 5057 h 2444082"/>
                <a:gd name="connsiteX2-225" fmla="*/ 4046111 w 4401150"/>
                <a:gd name="connsiteY2-226" fmla="*/ 1631382 h 2444082"/>
                <a:gd name="connsiteX3-227" fmla="*/ 4401150 w 4401150"/>
                <a:gd name="connsiteY3-228" fmla="*/ 1586030 h 2444082"/>
                <a:gd name="connsiteX4-229" fmla="*/ 3752478 w 4401150"/>
                <a:gd name="connsiteY4-230" fmla="*/ 2444082 h 2444082"/>
                <a:gd name="connsiteX5-231" fmla="*/ 3186053 w 4401150"/>
                <a:gd name="connsiteY5-232" fmla="*/ 1521066 h 2444082"/>
                <a:gd name="connsiteX6-233" fmla="*/ 3445881 w 4401150"/>
                <a:gd name="connsiteY6-234" fmla="*/ 1482087 h 2444082"/>
                <a:gd name="connsiteX7-235" fmla="*/ 1535436 w 4401150"/>
                <a:gd name="connsiteY7-236" fmla="*/ 447579 h 2444082"/>
                <a:gd name="connsiteX8-237" fmla="*/ 25655 w 4401150"/>
                <a:gd name="connsiteY8-238" fmla="*/ 2051094 h 2444082"/>
                <a:gd name="connsiteX9-239" fmla="*/ 0 w 4401150"/>
                <a:gd name="connsiteY9-240" fmla="*/ 2063451 h 2444082"/>
                <a:gd name="connsiteX0-241" fmla="*/ 0 w 4401150"/>
                <a:gd name="connsiteY0-242" fmla="*/ 2063451 h 2444082"/>
                <a:gd name="connsiteX1-243" fmla="*/ 1785607 w 4401150"/>
                <a:gd name="connsiteY1-244" fmla="*/ 5057 h 2444082"/>
                <a:gd name="connsiteX2-245" fmla="*/ 4046111 w 4401150"/>
                <a:gd name="connsiteY2-246" fmla="*/ 1631382 h 2444082"/>
                <a:gd name="connsiteX3-247" fmla="*/ 4401150 w 4401150"/>
                <a:gd name="connsiteY3-248" fmla="*/ 1586030 h 2444082"/>
                <a:gd name="connsiteX4-249" fmla="*/ 3752478 w 4401150"/>
                <a:gd name="connsiteY4-250" fmla="*/ 2444082 h 2444082"/>
                <a:gd name="connsiteX5-251" fmla="*/ 3186053 w 4401150"/>
                <a:gd name="connsiteY5-252" fmla="*/ 1521066 h 2444082"/>
                <a:gd name="connsiteX6-253" fmla="*/ 3445881 w 4401150"/>
                <a:gd name="connsiteY6-254" fmla="*/ 1482087 h 2444082"/>
                <a:gd name="connsiteX7-255" fmla="*/ 1535436 w 4401150"/>
                <a:gd name="connsiteY7-256" fmla="*/ 447579 h 2444082"/>
                <a:gd name="connsiteX8-257" fmla="*/ 25655 w 4401150"/>
                <a:gd name="connsiteY8-258" fmla="*/ 2051094 h 2444082"/>
                <a:gd name="connsiteX9-259" fmla="*/ 0 w 4401150"/>
                <a:gd name="connsiteY9-260" fmla="*/ 2063451 h 2444082"/>
                <a:gd name="connsiteX0-261" fmla="*/ 0 w 4401150"/>
                <a:gd name="connsiteY0-262" fmla="*/ 2063451 h 2444082"/>
                <a:gd name="connsiteX1-263" fmla="*/ 1785607 w 4401150"/>
                <a:gd name="connsiteY1-264" fmla="*/ 5057 h 2444082"/>
                <a:gd name="connsiteX2-265" fmla="*/ 4046111 w 4401150"/>
                <a:gd name="connsiteY2-266" fmla="*/ 1631382 h 2444082"/>
                <a:gd name="connsiteX3-267" fmla="*/ 4401150 w 4401150"/>
                <a:gd name="connsiteY3-268" fmla="*/ 1586030 h 2444082"/>
                <a:gd name="connsiteX4-269" fmla="*/ 3752478 w 4401150"/>
                <a:gd name="connsiteY4-270" fmla="*/ 2444082 h 2444082"/>
                <a:gd name="connsiteX5-271" fmla="*/ 3115695 w 4401150"/>
                <a:gd name="connsiteY5-272" fmla="*/ 1535038 h 2444082"/>
                <a:gd name="connsiteX6-273" fmla="*/ 3445881 w 4401150"/>
                <a:gd name="connsiteY6-274" fmla="*/ 1482087 h 2444082"/>
                <a:gd name="connsiteX7-275" fmla="*/ 1535436 w 4401150"/>
                <a:gd name="connsiteY7-276" fmla="*/ 447579 h 2444082"/>
                <a:gd name="connsiteX8-277" fmla="*/ 25655 w 4401150"/>
                <a:gd name="connsiteY8-278" fmla="*/ 2051094 h 2444082"/>
                <a:gd name="connsiteX9-279" fmla="*/ 0 w 4401150"/>
                <a:gd name="connsiteY9-280" fmla="*/ 2063451 h 2444082"/>
                <a:gd name="connsiteX0-281" fmla="*/ 0 w 4401150"/>
                <a:gd name="connsiteY0-282" fmla="*/ 2071635 h 2452266"/>
                <a:gd name="connsiteX1-283" fmla="*/ 1785607 w 4401150"/>
                <a:gd name="connsiteY1-284" fmla="*/ 13241 h 2452266"/>
                <a:gd name="connsiteX2-285" fmla="*/ 4046111 w 4401150"/>
                <a:gd name="connsiteY2-286" fmla="*/ 1639566 h 2452266"/>
                <a:gd name="connsiteX3-287" fmla="*/ 4401150 w 4401150"/>
                <a:gd name="connsiteY3-288" fmla="*/ 1594214 h 2452266"/>
                <a:gd name="connsiteX4-289" fmla="*/ 3752478 w 4401150"/>
                <a:gd name="connsiteY4-290" fmla="*/ 2452266 h 2452266"/>
                <a:gd name="connsiteX5-291" fmla="*/ 3115695 w 4401150"/>
                <a:gd name="connsiteY5-292" fmla="*/ 1543222 h 2452266"/>
                <a:gd name="connsiteX6-293" fmla="*/ 3445881 w 4401150"/>
                <a:gd name="connsiteY6-294" fmla="*/ 1490271 h 2452266"/>
                <a:gd name="connsiteX7-295" fmla="*/ 1535436 w 4401150"/>
                <a:gd name="connsiteY7-296" fmla="*/ 455763 h 2452266"/>
                <a:gd name="connsiteX8-297" fmla="*/ 25655 w 4401150"/>
                <a:gd name="connsiteY8-298" fmla="*/ 2059278 h 2452266"/>
                <a:gd name="connsiteX9-299" fmla="*/ 0 w 4401150"/>
                <a:gd name="connsiteY9-300" fmla="*/ 2071635 h 2452266"/>
                <a:gd name="connsiteX0-301" fmla="*/ 0 w 4444293"/>
                <a:gd name="connsiteY0-302" fmla="*/ 1963235 h 2447810"/>
                <a:gd name="connsiteX1-303" fmla="*/ 1828750 w 4444293"/>
                <a:gd name="connsiteY1-304" fmla="*/ 8785 h 2447810"/>
                <a:gd name="connsiteX2-305" fmla="*/ 4089254 w 4444293"/>
                <a:gd name="connsiteY2-306" fmla="*/ 1635110 h 2447810"/>
                <a:gd name="connsiteX3-307" fmla="*/ 4444293 w 4444293"/>
                <a:gd name="connsiteY3-308" fmla="*/ 1589758 h 2447810"/>
                <a:gd name="connsiteX4-309" fmla="*/ 3795621 w 4444293"/>
                <a:gd name="connsiteY4-310" fmla="*/ 2447810 h 2447810"/>
                <a:gd name="connsiteX5-311" fmla="*/ 3158838 w 4444293"/>
                <a:gd name="connsiteY5-312" fmla="*/ 1538766 h 2447810"/>
                <a:gd name="connsiteX6-313" fmla="*/ 3489024 w 4444293"/>
                <a:gd name="connsiteY6-314" fmla="*/ 1485815 h 2447810"/>
                <a:gd name="connsiteX7-315" fmla="*/ 1578579 w 4444293"/>
                <a:gd name="connsiteY7-316" fmla="*/ 451307 h 2447810"/>
                <a:gd name="connsiteX8-317" fmla="*/ 68798 w 4444293"/>
                <a:gd name="connsiteY8-318" fmla="*/ 2054822 h 2447810"/>
                <a:gd name="connsiteX9-319" fmla="*/ 0 w 4444293"/>
                <a:gd name="connsiteY9-320" fmla="*/ 1963235 h 2447810"/>
                <a:gd name="connsiteX0-321" fmla="*/ 0 w 4444293"/>
                <a:gd name="connsiteY0-322" fmla="*/ 1963235 h 2447810"/>
                <a:gd name="connsiteX1-323" fmla="*/ 1828750 w 4444293"/>
                <a:gd name="connsiteY1-324" fmla="*/ 8785 h 2447810"/>
                <a:gd name="connsiteX2-325" fmla="*/ 4089254 w 4444293"/>
                <a:gd name="connsiteY2-326" fmla="*/ 1635110 h 2447810"/>
                <a:gd name="connsiteX3-327" fmla="*/ 4444293 w 4444293"/>
                <a:gd name="connsiteY3-328" fmla="*/ 1589758 h 2447810"/>
                <a:gd name="connsiteX4-329" fmla="*/ 3795621 w 4444293"/>
                <a:gd name="connsiteY4-330" fmla="*/ 2447810 h 2447810"/>
                <a:gd name="connsiteX5-331" fmla="*/ 3158838 w 4444293"/>
                <a:gd name="connsiteY5-332" fmla="*/ 1538766 h 2447810"/>
                <a:gd name="connsiteX6-333" fmla="*/ 3489024 w 4444293"/>
                <a:gd name="connsiteY6-334" fmla="*/ 1485815 h 2447810"/>
                <a:gd name="connsiteX7-335" fmla="*/ 1578579 w 4444293"/>
                <a:gd name="connsiteY7-336" fmla="*/ 451307 h 2447810"/>
                <a:gd name="connsiteX8-337" fmla="*/ 21240 w 4444293"/>
                <a:gd name="connsiteY8-338" fmla="*/ 2013636 h 2447810"/>
                <a:gd name="connsiteX9-339" fmla="*/ 0 w 4444293"/>
                <a:gd name="connsiteY9-340" fmla="*/ 1963235 h 2447810"/>
                <a:gd name="connsiteX0-341" fmla="*/ 0 w 4453850"/>
                <a:gd name="connsiteY0-342" fmla="*/ 1825241 h 2442932"/>
                <a:gd name="connsiteX1-343" fmla="*/ 1838307 w 4453850"/>
                <a:gd name="connsiteY1-344" fmla="*/ 3907 h 2442932"/>
                <a:gd name="connsiteX2-345" fmla="*/ 4098811 w 4453850"/>
                <a:gd name="connsiteY2-346" fmla="*/ 1630232 h 2442932"/>
                <a:gd name="connsiteX3-347" fmla="*/ 4453850 w 4453850"/>
                <a:gd name="connsiteY3-348" fmla="*/ 1584880 h 2442932"/>
                <a:gd name="connsiteX4-349" fmla="*/ 3805178 w 4453850"/>
                <a:gd name="connsiteY4-350" fmla="*/ 2442932 h 2442932"/>
                <a:gd name="connsiteX5-351" fmla="*/ 3168395 w 4453850"/>
                <a:gd name="connsiteY5-352" fmla="*/ 1533888 h 2442932"/>
                <a:gd name="connsiteX6-353" fmla="*/ 3498581 w 4453850"/>
                <a:gd name="connsiteY6-354" fmla="*/ 1480937 h 2442932"/>
                <a:gd name="connsiteX7-355" fmla="*/ 1588136 w 4453850"/>
                <a:gd name="connsiteY7-356" fmla="*/ 446429 h 2442932"/>
                <a:gd name="connsiteX8-357" fmla="*/ 30797 w 4453850"/>
                <a:gd name="connsiteY8-358" fmla="*/ 2008758 h 2442932"/>
                <a:gd name="connsiteX9-359" fmla="*/ 0 w 4453850"/>
                <a:gd name="connsiteY9-360" fmla="*/ 1825241 h 24429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453850" h="2442932">
                  <a:moveTo>
                    <a:pt x="0" y="1825241"/>
                  </a:moveTo>
                  <a:cubicBezTo>
                    <a:pt x="0" y="790348"/>
                    <a:pt x="1155172" y="36408"/>
                    <a:pt x="1838307" y="3907"/>
                  </a:cubicBezTo>
                  <a:cubicBezTo>
                    <a:pt x="2521442" y="-28594"/>
                    <a:pt x="3682478" y="110528"/>
                    <a:pt x="4098811" y="1630232"/>
                  </a:cubicBezTo>
                  <a:lnTo>
                    <a:pt x="4453850" y="1584880"/>
                  </a:lnTo>
                  <a:lnTo>
                    <a:pt x="3805178" y="2442932"/>
                  </a:lnTo>
                  <a:cubicBezTo>
                    <a:pt x="3456541" y="1896972"/>
                    <a:pt x="3357203" y="1841560"/>
                    <a:pt x="3168395" y="1533888"/>
                  </a:cubicBezTo>
                  <a:lnTo>
                    <a:pt x="3498581" y="1480937"/>
                  </a:lnTo>
                  <a:cubicBezTo>
                    <a:pt x="3222266" y="831385"/>
                    <a:pt x="2279792" y="305430"/>
                    <a:pt x="1588136" y="446429"/>
                  </a:cubicBezTo>
                  <a:cubicBezTo>
                    <a:pt x="896480" y="587428"/>
                    <a:pt x="30797" y="1302876"/>
                    <a:pt x="30797" y="2008758"/>
                  </a:cubicBezTo>
                  <a:lnTo>
                    <a:pt x="0" y="1825241"/>
                  </a:lnTo>
                  <a:close/>
                </a:path>
              </a:pathLst>
            </a:custGeom>
            <a:gradFill>
              <a:gsLst>
                <a:gs pos="56000">
                  <a:schemeClr val="tx1">
                    <a:lumMod val="50000"/>
                    <a:lumOff val="50000"/>
                  </a:schemeClr>
                </a:gs>
                <a:gs pos="0">
                  <a:schemeClr val="tx1">
                    <a:lumMod val="95000"/>
                    <a:lumOff val="5000"/>
                  </a:schemeClr>
                </a:gs>
                <a:gs pos="100000">
                  <a:schemeClr val="tx1">
                    <a:lumMod val="95000"/>
                    <a:lumOff val="5000"/>
                  </a:schemeClr>
                </a:gs>
              </a:gsLst>
              <a:lin ang="0" scaled="1"/>
            </a:gradFill>
            <a:ln w="6350">
              <a:noFill/>
            </a:ln>
            <a:scene3d>
              <a:camera prst="orthographicFront"/>
              <a:lightRig rig="flat" dir="t">
                <a:rot lat="0" lon="0" rev="11400000"/>
              </a:lightRig>
            </a:scene3d>
            <a:sp3d extrusionH="1270000" contourW="12700" prstMaterial="softEdge">
              <a:bevelB h="107950"/>
              <a:extrusionClr>
                <a:schemeClr val="accent1">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8" name="MH_Other_4"/>
            <p:cNvSpPr/>
            <p:nvPr>
              <p:custDataLst>
                <p:tags r:id="rId5"/>
              </p:custDataLst>
            </p:nvPr>
          </p:nvSpPr>
          <p:spPr>
            <a:xfrm rot="14528313" flipV="1">
              <a:off x="3309772" y="2755420"/>
              <a:ext cx="3268505" cy="2252399"/>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6000">
                  <a:schemeClr val="accent1">
                    <a:lumMod val="40000"/>
                    <a:lumOff val="60000"/>
                  </a:schemeClr>
                </a:gs>
                <a:gs pos="0">
                  <a:schemeClr val="accent1">
                    <a:lumMod val="75000"/>
                  </a:schemeClr>
                </a:gs>
                <a:gs pos="100000">
                  <a:schemeClr val="accent1"/>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cxnSp>
          <p:nvCxnSpPr>
            <p:cNvPr id="9" name="MH_Other_6"/>
            <p:cNvCxnSpPr/>
            <p:nvPr>
              <p:custDataLst>
                <p:tags r:id="rId6"/>
              </p:custDataLst>
            </p:nvPr>
          </p:nvCxnSpPr>
          <p:spPr>
            <a:xfrm>
              <a:off x="7497540" y="2874094"/>
              <a:ext cx="2908284" cy="14605"/>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MH_Text_2"/>
            <p:cNvSpPr txBox="1">
              <a:spLocks noChangeArrowheads="1"/>
            </p:cNvSpPr>
            <p:nvPr>
              <p:custDataLst>
                <p:tags r:id="rId7"/>
              </p:custDataLst>
            </p:nvPr>
          </p:nvSpPr>
          <p:spPr bwMode="auto">
            <a:xfrm>
              <a:off x="7379431" y="2888649"/>
              <a:ext cx="3910308" cy="1371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dirty="0">
                  <a:latin typeface="微软雅黑" panose="020B0503020204020204" charset="-122"/>
                  <a:ea typeface="微软雅黑" panose="020B0503020204020204" charset="-122"/>
                  <a:sym typeface="+mn-ea"/>
                </a:rPr>
                <a:t>需要综合考虑对象模型、动态模型和功能模型才能确定类中应有的服务。如状态图中对象对事件的响应、数据流图中的处理、输入流对象、输出流对象及存储对象等。</a:t>
              </a:r>
            </a:p>
          </p:txBody>
        </p:sp>
        <p:sp>
          <p:nvSpPr>
            <p:cNvPr id="11" name="MH_SubTitle_2"/>
            <p:cNvSpPr txBox="1">
              <a:spLocks noChangeArrowheads="1"/>
            </p:cNvSpPr>
            <p:nvPr>
              <p:custDataLst>
                <p:tags r:id="rId8"/>
              </p:custDataLst>
            </p:nvPr>
          </p:nvSpPr>
          <p:spPr bwMode="auto">
            <a:xfrm>
              <a:off x="8189687" y="1099955"/>
              <a:ext cx="2371712" cy="758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2" name="MH_Other_7"/>
            <p:cNvSpPr txBox="1">
              <a:spLocks noChangeArrowheads="1"/>
            </p:cNvSpPr>
            <p:nvPr>
              <p:custDataLst>
                <p:tags r:id="rId9"/>
              </p:custDataLst>
            </p:nvPr>
          </p:nvSpPr>
          <p:spPr bwMode="auto">
            <a:xfrm>
              <a:off x="7379430" y="2426328"/>
              <a:ext cx="486833"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sz="3000" dirty="0" smtClean="0">
                  <a:solidFill>
                    <a:schemeClr val="accent2">
                      <a:lumMod val="75000"/>
                    </a:schemeClr>
                  </a:solidFill>
                  <a:latin typeface="微软雅黑" panose="020B0503020204020204" charset="-122"/>
                  <a:ea typeface="微软雅黑" panose="020B0503020204020204" charset="-122"/>
                </a:rPr>
                <a:t>1</a:t>
              </a:r>
            </a:p>
          </p:txBody>
        </p:sp>
        <p:sp>
          <p:nvSpPr>
            <p:cNvPr id="13" name="MH_Text_1"/>
            <p:cNvSpPr txBox="1">
              <a:spLocks noChangeArrowheads="1"/>
            </p:cNvSpPr>
            <p:nvPr>
              <p:custDataLst>
                <p:tags r:id="rId10"/>
              </p:custDataLst>
            </p:nvPr>
          </p:nvSpPr>
          <p:spPr bwMode="auto">
            <a:xfrm>
              <a:off x="976449" y="3941710"/>
              <a:ext cx="4105565" cy="15210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dirty="0">
                  <a:latin typeface="微软雅黑" panose="020B0503020204020204" charset="-122"/>
                  <a:ea typeface="微软雅黑" panose="020B0503020204020204" charset="-122"/>
                  <a:sym typeface="+mn-ea"/>
                </a:rPr>
                <a:t>设计实现服务应先设计实现服务的算法，考虑算法的复杂度、如何使算法容易理解、容易实现并容易修改。其次是选择数据结构，要选择能方便、有效地实现算法的数据结构。第三是定义类的内部操作，可能需要添加一些用来存放中间结果的类。</a:t>
              </a:r>
            </a:p>
          </p:txBody>
        </p:sp>
        <p:sp>
          <p:nvSpPr>
            <p:cNvPr id="14" name="MH_SubTitle_1"/>
            <p:cNvSpPr txBox="1">
              <a:spLocks noChangeArrowheads="1"/>
            </p:cNvSpPr>
            <p:nvPr>
              <p:custDataLst>
                <p:tags r:id="rId11"/>
              </p:custDataLst>
            </p:nvPr>
          </p:nvSpPr>
          <p:spPr bwMode="auto">
            <a:xfrm>
              <a:off x="2381251" y="3388044"/>
              <a:ext cx="2565400" cy="7588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6" name="MH_Other_8"/>
            <p:cNvSpPr txBox="1">
              <a:spLocks noChangeArrowheads="1"/>
            </p:cNvSpPr>
            <p:nvPr>
              <p:custDataLst>
                <p:tags r:id="rId12"/>
              </p:custDataLst>
            </p:nvPr>
          </p:nvSpPr>
          <p:spPr bwMode="auto">
            <a:xfrm>
              <a:off x="1894206" y="3387735"/>
              <a:ext cx="486833" cy="554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altLang="zh-CN" sz="3000" dirty="0" smtClean="0">
                  <a:solidFill>
                    <a:schemeClr val="accent1">
                      <a:lumMod val="75000"/>
                    </a:schemeClr>
                  </a:solidFill>
                  <a:latin typeface="微软雅黑" panose="020B0503020204020204" charset="-122"/>
                  <a:ea typeface="微软雅黑" panose="020B0503020204020204" charset="-122"/>
                </a:rPr>
                <a:t>2</a:t>
              </a:r>
              <a:endParaRPr lang="zh-CN" altLang="en-US" sz="3000" dirty="0" smtClean="0">
                <a:solidFill>
                  <a:schemeClr val="accent1">
                    <a:lumMod val="75000"/>
                  </a:schemeClr>
                </a:solidFill>
                <a:latin typeface="微软雅黑" panose="020B0503020204020204" charset="-122"/>
                <a:ea typeface="微软雅黑" panose="020B0503020204020204" charset="-122"/>
              </a:endParaRPr>
            </a:p>
          </p:txBody>
        </p:sp>
        <p:cxnSp>
          <p:nvCxnSpPr>
            <p:cNvPr id="17" name="MH_Other_5"/>
            <p:cNvCxnSpPr/>
            <p:nvPr>
              <p:custDataLst>
                <p:tags r:id="rId13"/>
              </p:custDataLst>
            </p:nvPr>
          </p:nvCxnSpPr>
          <p:spPr>
            <a:xfrm>
              <a:off x="1993901" y="3881128"/>
              <a:ext cx="295275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a:xfrm>
            <a:off x="7606030" y="2422525"/>
            <a:ext cx="2540000" cy="365760"/>
          </a:xfrm>
          <a:prstGeom prst="rect">
            <a:avLst/>
          </a:prstGeom>
          <a:noFill/>
        </p:spPr>
        <p:txBody>
          <a:bodyPr wrap="square" rtlCol="0" anchor="t">
            <a:spAutoFit/>
          </a:bodyPr>
          <a:lstStyle/>
          <a:p>
            <a:r>
              <a:rPr lang="zh-CN" altLang="en-US" b="1">
                <a:solidFill>
                  <a:schemeClr val="accent2">
                    <a:lumMod val="75000"/>
                  </a:schemeClr>
                </a:solidFill>
              </a:rPr>
              <a:t>确定类中应有的服务</a:t>
            </a:r>
          </a:p>
        </p:txBody>
      </p:sp>
      <p:sp>
        <p:nvSpPr>
          <p:cNvPr id="15" name="文本框 14"/>
          <p:cNvSpPr txBox="1"/>
          <p:nvPr/>
        </p:nvSpPr>
        <p:spPr>
          <a:xfrm>
            <a:off x="2124710" y="3512820"/>
            <a:ext cx="2540000" cy="365760"/>
          </a:xfrm>
          <a:prstGeom prst="rect">
            <a:avLst/>
          </a:prstGeom>
          <a:noFill/>
        </p:spPr>
        <p:txBody>
          <a:bodyPr wrap="square" rtlCol="0" anchor="t">
            <a:spAutoFit/>
          </a:bodyPr>
          <a:lstStyle/>
          <a:p>
            <a:r>
              <a:rPr lang="zh-CN" altLang="en-US" b="1">
                <a:solidFill>
                  <a:schemeClr val="accent4">
                    <a:lumMod val="75000"/>
                  </a:schemeClr>
                </a:solidFill>
              </a:rPr>
              <a:t>设计实现服务的方法</a:t>
            </a:r>
          </a:p>
        </p:txBody>
      </p:sp>
      <p:sp>
        <p:nvSpPr>
          <p:cNvPr id="18" name="文本框 17"/>
          <p:cNvSpPr txBox="1"/>
          <p:nvPr/>
        </p:nvSpPr>
        <p:spPr>
          <a:xfrm>
            <a:off x="4497070" y="1822450"/>
            <a:ext cx="2481580" cy="400110"/>
          </a:xfrm>
          <a:prstGeom prst="rect">
            <a:avLst/>
          </a:prstGeom>
          <a:noFill/>
        </p:spPr>
        <p:txBody>
          <a:bodyPr wrap="square" rtlCol="0" anchor="t">
            <a:spAutoFit/>
          </a:bodyPr>
          <a:lstStyle/>
          <a:p>
            <a:r>
              <a:rPr lang="zh-CN" altLang="en-US" sz="2000" b="1" dirty="0" smtClean="0">
                <a:latin typeface="微软雅黑" panose="020B0503020204020204" charset="-122"/>
                <a:ea typeface="微软雅黑" panose="020B0503020204020204" charset="-122"/>
              </a:rPr>
              <a:t>设计</a:t>
            </a:r>
            <a:r>
              <a:rPr lang="zh-CN" altLang="en-US" sz="2000" b="1" dirty="0">
                <a:latin typeface="微软雅黑" panose="020B0503020204020204" charset="-122"/>
                <a:ea typeface="微软雅黑" panose="020B0503020204020204" charset="-122"/>
              </a:rPr>
              <a:t>类中的服务：</a:t>
            </a:r>
          </a:p>
        </p:txBody>
      </p:sp>
    </p:spTree>
    <p:custDataLst>
      <p:tags r:id="rId1"/>
    </p:custDataLst>
  </p:cSld>
  <p:clrMapOvr>
    <a:masterClrMapping/>
  </p:clrMapOvr>
  <p:transition>
    <p:pull dir="ru"/>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7.2 </a:t>
            </a:r>
            <a:r>
              <a:rPr lang="zh-CN" altLang="en-US" dirty="0" smtClean="0">
                <a:solidFill>
                  <a:srgbClr val="FF0000"/>
                </a:solidFill>
                <a:sym typeface="+mn-ea"/>
              </a:rPr>
              <a:t>软件架构设计和对象设计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7.2.4 </a:t>
            </a:r>
            <a:r>
              <a:rPr lang="zh-CN" altLang="en-US" sz="2400" dirty="0" smtClean="0">
                <a:solidFill>
                  <a:schemeClr val="tx1"/>
                </a:solidFill>
              </a:rPr>
              <a:t>对象设计</a:t>
            </a:r>
          </a:p>
        </p:txBody>
      </p:sp>
      <p:grpSp>
        <p:nvGrpSpPr>
          <p:cNvPr id="20" name="组合 19"/>
          <p:cNvGrpSpPr/>
          <p:nvPr/>
        </p:nvGrpSpPr>
        <p:grpSpPr>
          <a:xfrm>
            <a:off x="1644506" y="2595508"/>
            <a:ext cx="9060180" cy="2702560"/>
            <a:chOff x="1471085" y="2264433"/>
            <a:chExt cx="9060180" cy="2702560"/>
          </a:xfrm>
        </p:grpSpPr>
        <p:sp>
          <p:nvSpPr>
            <p:cNvPr id="21" name="MH_Text_1"/>
            <p:cNvSpPr/>
            <p:nvPr>
              <p:custDataLst>
                <p:tags r:id="rId2"/>
              </p:custDataLst>
            </p:nvPr>
          </p:nvSpPr>
          <p:spPr>
            <a:xfrm>
              <a:off x="1471085" y="2825138"/>
              <a:ext cx="9060180" cy="2141855"/>
            </a:xfrm>
            <a:prstGeom prst="rect">
              <a:avLst/>
            </a:prstGeom>
            <a:noFill/>
            <a:ln w="12700" cap="flat" cmpd="sng" algn="ctr">
              <a:solidFill>
                <a:srgbClr val="CC0066"/>
              </a:solidFill>
              <a:prstDash val="solid"/>
              <a:miter lim="800000"/>
            </a:ln>
            <a:effectLst/>
          </p:spPr>
          <p:txBody>
            <a:bodyPr anchor="ctr">
              <a:normAutofit/>
            </a:bodyPr>
            <a:lstStyle/>
            <a:p>
              <a:pPr marL="0" indent="0" algn="l" fontAlgn="auto">
                <a:lnSpc>
                  <a:spcPct val="130000"/>
                </a:lnSpc>
              </a:pPr>
              <a:r>
                <a:rPr lang="en-US">
                  <a:latin typeface="微软雅黑" panose="020B0503020204020204" charset="-122"/>
                  <a:ea typeface="微软雅黑" panose="020B0503020204020204" charset="-122"/>
                  <a:sym typeface="+mn-ea"/>
                </a:rPr>
                <a:t>       </a:t>
              </a:r>
              <a:r>
                <a:rPr>
                  <a:latin typeface="微软雅黑" panose="020B0503020204020204" charset="-122"/>
                  <a:ea typeface="微软雅黑" panose="020B0503020204020204" charset="-122"/>
                  <a:sym typeface="+mn-ea"/>
                </a:rPr>
                <a:t>在应用系统中，使用关联有两种可能的方式，只需单向遍历的单向关联和需要双向遍历的双向关联。单向关联用简单指针来实现，而双向关联要用指针集合来实现。</a:t>
              </a:r>
            </a:p>
          </p:txBody>
        </p:sp>
        <p:sp>
          <p:nvSpPr>
            <p:cNvPr id="22" name="MH_SubTitle_1"/>
            <p:cNvSpPr/>
            <p:nvPr>
              <p:custDataLst>
                <p:tags r:id="rId3"/>
              </p:custDataLst>
            </p:nvPr>
          </p:nvSpPr>
          <p:spPr>
            <a:xfrm>
              <a:off x="1471085" y="2264433"/>
              <a:ext cx="6343649"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r>
                <a:rPr lang="en-US" altLang="zh-CN" sz="2400" b="1" kern="0" dirty="0" smtClean="0">
                  <a:solidFill>
                    <a:srgbClr val="FFFFFF"/>
                  </a:solidFill>
                  <a:latin typeface="微软雅黑" panose="020B0503020204020204" charset="-122"/>
                  <a:ea typeface="微软雅黑" panose="020B0503020204020204" charset="-122"/>
                  <a:cs typeface="Arial" panose="020B0604020202020204" pitchFamily="34" charset="0"/>
                </a:rPr>
                <a:t>3 设计类的关联</a:t>
              </a:r>
            </a:p>
          </p:txBody>
        </p:sp>
      </p:grpSp>
    </p:spTree>
    <p:custDataLst>
      <p:tags r:id="rId1"/>
    </p:custDataLst>
  </p:cSld>
  <p:clrMapOvr>
    <a:masterClrMapping/>
  </p:clrMapOvr>
  <p:transition>
    <p:pull dir="ru"/>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7.2 </a:t>
            </a:r>
            <a:r>
              <a:rPr lang="zh-CN" altLang="en-US" dirty="0" smtClean="0">
                <a:solidFill>
                  <a:srgbClr val="FF0000"/>
                </a:solidFill>
                <a:sym typeface="+mn-ea"/>
              </a:rPr>
              <a:t>软件架构设计和对象设计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7.2.4 </a:t>
            </a:r>
            <a:r>
              <a:rPr lang="zh-CN" altLang="en-US" sz="2400" dirty="0" smtClean="0">
                <a:solidFill>
                  <a:schemeClr val="tx1"/>
                </a:solidFill>
              </a:rPr>
              <a:t>对象设计</a:t>
            </a:r>
          </a:p>
        </p:txBody>
      </p:sp>
      <p:grpSp>
        <p:nvGrpSpPr>
          <p:cNvPr id="20" name="组合 19"/>
          <p:cNvGrpSpPr/>
          <p:nvPr/>
        </p:nvGrpSpPr>
        <p:grpSpPr>
          <a:xfrm>
            <a:off x="1644506" y="2595508"/>
            <a:ext cx="9060180" cy="3281045"/>
            <a:chOff x="1471085" y="2264433"/>
            <a:chExt cx="9060180" cy="3281045"/>
          </a:xfrm>
        </p:grpSpPr>
        <p:sp>
          <p:nvSpPr>
            <p:cNvPr id="21" name="MH_Text_1"/>
            <p:cNvSpPr/>
            <p:nvPr>
              <p:custDataLst>
                <p:tags r:id="rId2"/>
              </p:custDataLst>
            </p:nvPr>
          </p:nvSpPr>
          <p:spPr>
            <a:xfrm>
              <a:off x="1471085" y="2825138"/>
              <a:ext cx="9060180" cy="2720340"/>
            </a:xfrm>
            <a:prstGeom prst="rect">
              <a:avLst/>
            </a:prstGeom>
            <a:noFill/>
            <a:ln w="12700" cap="flat" cmpd="sng" algn="ctr">
              <a:solidFill>
                <a:srgbClr val="CC0066"/>
              </a:solidFill>
              <a:prstDash val="solid"/>
              <a:miter lim="800000"/>
            </a:ln>
            <a:effectLst/>
          </p:spPr>
          <p:txBody>
            <a:bodyPr anchor="ctr">
              <a:normAutofit/>
            </a:bodyPr>
            <a:lstStyle/>
            <a:p>
              <a:pPr marL="0" indent="0" algn="l" fontAlgn="auto">
                <a:lnSpc>
                  <a:spcPct val="130000"/>
                </a:lnSpc>
              </a:pPr>
              <a:r>
                <a:rPr lang="en-US">
                  <a:latin typeface="微软雅黑" panose="020B0503020204020204" charset="-122"/>
                  <a:ea typeface="微软雅黑" panose="020B0503020204020204" charset="-122"/>
                  <a:sym typeface="+mn-ea"/>
                </a:rPr>
                <a:t>       </a:t>
              </a:r>
              <a:r>
                <a:rPr>
                  <a:latin typeface="微软雅黑" panose="020B0503020204020204" charset="-122"/>
                  <a:ea typeface="微软雅黑" panose="020B0503020204020204" charset="-122"/>
                  <a:sym typeface="+mn-ea"/>
                </a:rPr>
                <a:t>链属性的实现要根据具体情况分别处理。如果是一对一关联，链属性可作为其中一个对象的属性而存储在该对象中。而一对多关联，链属性可作为“多”端对象的一个属性。至于多对多关联，使用一个独立的类来实现链属性。如图7-9所示，将毕业设计题目作为一个对象类，使教师类与学生类对象的多对多关联，变为教师与毕业设计题目的一对多关联以及学生与毕业设计题目的一对一关联。</a:t>
              </a:r>
            </a:p>
          </p:txBody>
        </p:sp>
        <p:sp>
          <p:nvSpPr>
            <p:cNvPr id="22" name="MH_SubTitle_1"/>
            <p:cNvSpPr/>
            <p:nvPr>
              <p:custDataLst>
                <p:tags r:id="rId3"/>
              </p:custDataLst>
            </p:nvPr>
          </p:nvSpPr>
          <p:spPr>
            <a:xfrm>
              <a:off x="1471085" y="2264433"/>
              <a:ext cx="6343649"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r>
                <a:rPr lang="en-US" altLang="zh-CN" sz="2400" b="1" kern="0" dirty="0" smtClean="0">
                  <a:solidFill>
                    <a:srgbClr val="FFFFFF"/>
                  </a:solidFill>
                  <a:latin typeface="微软雅黑" panose="020B0503020204020204" charset="-122"/>
                  <a:ea typeface="微软雅黑" panose="020B0503020204020204" charset="-122"/>
                  <a:cs typeface="Arial" panose="020B0604020202020204" pitchFamily="34" charset="0"/>
                </a:rPr>
                <a:t>4 链属性的实现</a:t>
              </a:r>
            </a:p>
          </p:txBody>
        </p:sp>
      </p:grpSp>
    </p:spTree>
    <p:custDataLst>
      <p:tags r:id="rId1"/>
    </p:custDataLst>
  </p:cSld>
  <p:clrMapOvr>
    <a:masterClrMapping/>
  </p:clrMapOvr>
  <p:transition>
    <p:pull dir="ru"/>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7.2 </a:t>
            </a:r>
            <a:r>
              <a:rPr lang="zh-CN" altLang="en-US" dirty="0" smtClean="0">
                <a:solidFill>
                  <a:srgbClr val="FF0000"/>
                </a:solidFill>
                <a:sym typeface="+mn-ea"/>
              </a:rPr>
              <a:t>软件架构设计和对象设计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7.2.4 </a:t>
            </a:r>
            <a:r>
              <a:rPr lang="zh-CN" altLang="en-US" sz="2400" dirty="0" smtClean="0">
                <a:solidFill>
                  <a:schemeClr val="tx1"/>
                </a:solidFill>
              </a:rPr>
              <a:t>对象设计</a:t>
            </a:r>
          </a:p>
        </p:txBody>
      </p:sp>
      <p:grpSp>
        <p:nvGrpSpPr>
          <p:cNvPr id="20" name="组合 19"/>
          <p:cNvGrpSpPr/>
          <p:nvPr/>
        </p:nvGrpSpPr>
        <p:grpSpPr>
          <a:xfrm>
            <a:off x="1644506" y="2595508"/>
            <a:ext cx="9205464" cy="2702560"/>
            <a:chOff x="1471085" y="2264433"/>
            <a:chExt cx="9205464" cy="2702560"/>
          </a:xfrm>
        </p:grpSpPr>
        <p:sp>
          <p:nvSpPr>
            <p:cNvPr id="21" name="MH_Text_1"/>
            <p:cNvSpPr/>
            <p:nvPr>
              <p:custDataLst>
                <p:tags r:id="rId2"/>
              </p:custDataLst>
            </p:nvPr>
          </p:nvSpPr>
          <p:spPr>
            <a:xfrm>
              <a:off x="1471085" y="2825138"/>
              <a:ext cx="9205464" cy="2141855"/>
            </a:xfrm>
            <a:prstGeom prst="rect">
              <a:avLst/>
            </a:prstGeom>
            <a:noFill/>
            <a:ln w="12700" cap="flat" cmpd="sng" algn="ctr">
              <a:solidFill>
                <a:srgbClr val="CC0066"/>
              </a:solidFill>
              <a:prstDash val="solid"/>
              <a:miter lim="800000"/>
            </a:ln>
            <a:effectLst/>
          </p:spPr>
          <p:txBody>
            <a:bodyPr anchor="ctr">
              <a:normAutofit/>
            </a:bodyPr>
            <a:lstStyle/>
            <a:p>
              <a:pPr marL="0" indent="0" algn="l" fontAlgn="auto">
                <a:lnSpc>
                  <a:spcPct val="130000"/>
                </a:lnSpc>
              </a:pPr>
              <a:r>
                <a:rPr lang="en-US" dirty="0">
                  <a:latin typeface="微软雅黑" panose="020B0503020204020204" charset="-122"/>
                  <a:ea typeface="微软雅黑" panose="020B0503020204020204" charset="-122"/>
                  <a:sym typeface="+mn-ea"/>
                </a:rPr>
                <a:t>       </a:t>
              </a:r>
              <a:r>
                <a:rPr dirty="0">
                  <a:latin typeface="微软雅黑" panose="020B0503020204020204" charset="-122"/>
                  <a:ea typeface="微软雅黑" panose="020B0503020204020204" charset="-122"/>
                  <a:sym typeface="+mn-ea"/>
                </a:rPr>
                <a:t>设计的优化需要确定优先级，设计人员必须确定各项质量指标的相对重要性，才能确定优先级，以便在优化设计时制定折中方案。通常在效率和设计清晰性之间寻求折中。</a:t>
              </a:r>
            </a:p>
          </p:txBody>
        </p:sp>
        <p:sp>
          <p:nvSpPr>
            <p:cNvPr id="22" name="MH_SubTitle_1"/>
            <p:cNvSpPr/>
            <p:nvPr>
              <p:custDataLst>
                <p:tags r:id="rId3"/>
              </p:custDataLst>
            </p:nvPr>
          </p:nvSpPr>
          <p:spPr>
            <a:xfrm>
              <a:off x="1471085" y="2264433"/>
              <a:ext cx="6343649"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r>
                <a:rPr lang="en-US" altLang="zh-CN" sz="2400" b="1" kern="0" dirty="0" smtClean="0">
                  <a:solidFill>
                    <a:srgbClr val="FFFFFF"/>
                  </a:solidFill>
                  <a:latin typeface="微软雅黑" panose="020B0503020204020204" charset="-122"/>
                  <a:ea typeface="微软雅黑" panose="020B0503020204020204" charset="-122"/>
                  <a:cs typeface="Arial" panose="020B0604020202020204" pitchFamily="34" charset="0"/>
                </a:rPr>
                <a:t>5 设计的优化</a:t>
              </a:r>
            </a:p>
          </p:txBody>
        </p:sp>
      </p:grpSp>
    </p:spTree>
    <p:custDataLst>
      <p:tags r:id="rId1"/>
    </p:custDataLst>
  </p:cSld>
  <p:clrMapOvr>
    <a:masterClrMapping/>
  </p:clrMapOvr>
  <p:transition>
    <p:pull dir="ru"/>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7.2 </a:t>
            </a:r>
            <a:r>
              <a:rPr lang="zh-CN" altLang="en-US" dirty="0" smtClean="0">
                <a:solidFill>
                  <a:srgbClr val="FF0000"/>
                </a:solidFill>
                <a:sym typeface="+mn-ea"/>
              </a:rPr>
              <a:t>软件架构设计和对象设计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7.2.5 </a:t>
            </a:r>
            <a:r>
              <a:rPr lang="zh-CN" altLang="en-US" sz="2400" dirty="0" smtClean="0">
                <a:solidFill>
                  <a:schemeClr val="tx1"/>
                </a:solidFill>
              </a:rPr>
              <a:t>面向对象设计的准则和启发式规则</a:t>
            </a:r>
          </a:p>
        </p:txBody>
      </p:sp>
      <p:grpSp>
        <p:nvGrpSpPr>
          <p:cNvPr id="27" name="组合 26"/>
          <p:cNvGrpSpPr/>
          <p:nvPr/>
        </p:nvGrpSpPr>
        <p:grpSpPr>
          <a:xfrm>
            <a:off x="901065" y="2472287"/>
            <a:ext cx="10508615" cy="3886200"/>
            <a:chOff x="1419" y="3485"/>
            <a:chExt cx="16549" cy="6120"/>
          </a:xfrm>
        </p:grpSpPr>
        <p:grpSp>
          <p:nvGrpSpPr>
            <p:cNvPr id="14" name="组合 13"/>
            <p:cNvGrpSpPr/>
            <p:nvPr/>
          </p:nvGrpSpPr>
          <p:grpSpPr>
            <a:xfrm>
              <a:off x="1419" y="3485"/>
              <a:ext cx="7424" cy="2052"/>
              <a:chOff x="1188" y="3092"/>
              <a:chExt cx="7424" cy="2052"/>
            </a:xfrm>
          </p:grpSpPr>
          <p:grpSp>
            <p:nvGrpSpPr>
              <p:cNvPr id="7" name="组合 6"/>
              <p:cNvGrpSpPr/>
              <p:nvPr/>
            </p:nvGrpSpPr>
            <p:grpSpPr>
              <a:xfrm>
                <a:off x="1188" y="3092"/>
                <a:ext cx="4947" cy="930"/>
                <a:chOff x="508000" y="3196191"/>
                <a:chExt cx="3141314" cy="590550"/>
              </a:xfrm>
            </p:grpSpPr>
            <p:sp>
              <p:nvSpPr>
                <p:cNvPr id="21" name="TextBox 1"/>
                <p:cNvSpPr txBox="1">
                  <a:spLocks noChangeArrowheads="1"/>
                </p:cNvSpPr>
                <p:nvPr/>
              </p:nvSpPr>
              <p:spPr bwMode="auto">
                <a:xfrm>
                  <a:off x="508000" y="3196191"/>
                  <a:ext cx="318132"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1</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模块化</a:t>
                  </a:r>
                </a:p>
              </p:txBody>
            </p:sp>
          </p:grpSp>
          <p:sp>
            <p:nvSpPr>
              <p:cNvPr id="24" name="矩形 8"/>
              <p:cNvSpPr>
                <a:spLocks noChangeArrowheads="1"/>
              </p:cNvSpPr>
              <p:nvPr/>
            </p:nvSpPr>
            <p:spPr bwMode="auto">
              <a:xfrm>
                <a:off x="1893" y="3848"/>
                <a:ext cx="6719" cy="1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对象就是模块，把数据结构和操作数据的方法紧密地结合在一起，就构成了模块。</a:t>
                </a:r>
              </a:p>
            </p:txBody>
          </p:sp>
        </p:grpSp>
        <p:grpSp>
          <p:nvGrpSpPr>
            <p:cNvPr id="3" name="组合 2"/>
            <p:cNvGrpSpPr/>
            <p:nvPr/>
          </p:nvGrpSpPr>
          <p:grpSpPr>
            <a:xfrm>
              <a:off x="1420" y="5975"/>
              <a:ext cx="7423" cy="3204"/>
              <a:chOff x="1188" y="3092"/>
              <a:chExt cx="7423" cy="3204"/>
            </a:xfrm>
          </p:grpSpPr>
          <p:grpSp>
            <p:nvGrpSpPr>
              <p:cNvPr id="4" name="组合 3"/>
              <p:cNvGrpSpPr/>
              <p:nvPr/>
            </p:nvGrpSpPr>
            <p:grpSpPr>
              <a:xfrm>
                <a:off x="1188" y="3092"/>
                <a:ext cx="4947" cy="930"/>
                <a:chOff x="508000" y="3196191"/>
                <a:chExt cx="3141314" cy="590550"/>
              </a:xfrm>
            </p:grpSpPr>
            <p:sp>
              <p:nvSpPr>
                <p:cNvPr id="5" name="TextBox 1"/>
                <p:cNvSpPr txBox="1">
                  <a:spLocks noChangeArrowheads="1"/>
                </p:cNvSpPr>
                <p:nvPr/>
              </p:nvSpPr>
              <p:spPr bwMode="auto">
                <a:xfrm>
                  <a:off x="508000" y="3196191"/>
                  <a:ext cx="36131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2</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6" name="直接连接符 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抽象</a:t>
                  </a:r>
                </a:p>
              </p:txBody>
            </p:sp>
          </p:grpSp>
          <p:sp>
            <p:nvSpPr>
              <p:cNvPr id="9" name="矩形 8"/>
              <p:cNvSpPr>
                <a:spLocks noChangeArrowheads="1"/>
              </p:cNvSpPr>
              <p:nvPr/>
            </p:nvSpPr>
            <p:spPr bwMode="auto">
              <a:xfrm>
                <a:off x="1893" y="3848"/>
                <a:ext cx="6718" cy="24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类是一种抽象的数据类型，对外开放的公共接口构成了类的规格说明（即协议），接口规定了外界可以使用的合法操作符，利用操作符可以对类的实例中所包含的数据进行操作。</a:t>
                </a:r>
              </a:p>
            </p:txBody>
          </p:sp>
        </p:grpSp>
        <p:grpSp>
          <p:nvGrpSpPr>
            <p:cNvPr id="10" name="组合 9"/>
            <p:cNvGrpSpPr/>
            <p:nvPr/>
          </p:nvGrpSpPr>
          <p:grpSpPr>
            <a:xfrm>
              <a:off x="9364" y="3485"/>
              <a:ext cx="8394" cy="2052"/>
              <a:chOff x="1188" y="3092"/>
              <a:chExt cx="7881" cy="2052"/>
            </a:xfrm>
          </p:grpSpPr>
          <p:grpSp>
            <p:nvGrpSpPr>
              <p:cNvPr id="11" name="组合 10"/>
              <p:cNvGrpSpPr/>
              <p:nvPr/>
            </p:nvGrpSpPr>
            <p:grpSpPr>
              <a:xfrm>
                <a:off x="1188" y="3092"/>
                <a:ext cx="4947" cy="930"/>
                <a:chOff x="508000" y="3196191"/>
                <a:chExt cx="3141314" cy="590550"/>
              </a:xfrm>
            </p:grpSpPr>
            <p:sp>
              <p:nvSpPr>
                <p:cNvPr id="1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3</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13" name="直接连接符 12"/>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5" name="矩形 14"/>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信息隐藏</a:t>
                  </a:r>
                </a:p>
              </p:txBody>
            </p:sp>
          </p:grpSp>
          <p:sp>
            <p:nvSpPr>
              <p:cNvPr id="16" name="矩形 15"/>
              <p:cNvSpPr>
                <a:spLocks noChangeArrowheads="1"/>
              </p:cNvSpPr>
              <p:nvPr/>
            </p:nvSpPr>
            <p:spPr bwMode="auto">
              <a:xfrm>
                <a:off x="1893" y="3848"/>
                <a:ext cx="7176" cy="1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对于类的用户来说，属性的表示方法和操作的实现算法都应该是隐蔽的。</a:t>
                </a:r>
              </a:p>
            </p:txBody>
          </p:sp>
        </p:grpSp>
        <p:grpSp>
          <p:nvGrpSpPr>
            <p:cNvPr id="17" name="组合 16"/>
            <p:cNvGrpSpPr/>
            <p:nvPr/>
          </p:nvGrpSpPr>
          <p:grpSpPr>
            <a:xfrm>
              <a:off x="9343" y="5825"/>
              <a:ext cx="8625" cy="3780"/>
              <a:chOff x="1188" y="3092"/>
              <a:chExt cx="8098" cy="3780"/>
            </a:xfrm>
          </p:grpSpPr>
          <p:grpSp>
            <p:nvGrpSpPr>
              <p:cNvPr id="18" name="组合 17"/>
              <p:cNvGrpSpPr/>
              <p:nvPr/>
            </p:nvGrpSpPr>
            <p:grpSpPr>
              <a:xfrm>
                <a:off x="1188" y="3092"/>
                <a:ext cx="4947" cy="930"/>
                <a:chOff x="508000" y="3196191"/>
                <a:chExt cx="3141314" cy="590550"/>
              </a:xfrm>
            </p:grpSpPr>
            <p:sp>
              <p:nvSpPr>
                <p:cNvPr id="19"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4</a:t>
                  </a:r>
                </a:p>
              </p:txBody>
            </p:sp>
            <p:cxnSp>
              <p:nvCxnSpPr>
                <p:cNvPr id="20" name="直接连接符 19"/>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5" name="矩形 24"/>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低耦合（弱耦合）</a:t>
                  </a:r>
                </a:p>
              </p:txBody>
            </p:sp>
          </p:grpSp>
          <p:sp>
            <p:nvSpPr>
              <p:cNvPr id="26" name="矩形 25"/>
              <p:cNvSpPr>
                <a:spLocks noChangeArrowheads="1"/>
              </p:cNvSpPr>
              <p:nvPr/>
            </p:nvSpPr>
            <p:spPr bwMode="auto">
              <a:xfrm>
                <a:off x="1893" y="3848"/>
                <a:ext cx="7393" cy="3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对象之间的耦合主要有交互耦合和继承耦合两种。交互耦合，应尽量降低消息连接的复杂程度、减少对象发送（或接收）的消息数。继承耦合，提高继承耦合程度，应使特殊类尽量多继承并使用其一般化类的属性和服务。</a:t>
                </a:r>
              </a:p>
            </p:txBody>
          </p:sp>
        </p:grpSp>
      </p:grpSp>
      <p:sp>
        <p:nvSpPr>
          <p:cNvPr id="30" name="文本框 17"/>
          <p:cNvSpPr txBox="1"/>
          <p:nvPr/>
        </p:nvSpPr>
        <p:spPr>
          <a:xfrm>
            <a:off x="853117" y="2040814"/>
            <a:ext cx="2481580" cy="400110"/>
          </a:xfrm>
          <a:prstGeom prst="rect">
            <a:avLst/>
          </a:prstGeom>
          <a:noFill/>
        </p:spPr>
        <p:txBody>
          <a:bodyPr wrap="square" rtlCol="0" anchor="t">
            <a:spAutoFit/>
          </a:bodyPr>
          <a:lstStyle/>
          <a:p>
            <a:r>
              <a:rPr lang="zh-CN" altLang="en-US" sz="2000" b="1" dirty="0" smtClean="0">
                <a:latin typeface="微软雅黑" panose="020B0503020204020204" charset="-122"/>
                <a:ea typeface="微软雅黑" panose="020B0503020204020204" charset="-122"/>
              </a:rPr>
              <a:t>面向对象设计的准则：</a:t>
            </a:r>
            <a:endParaRPr lang="zh-CN" altLang="en-US" sz="2000" b="1" dirty="0">
              <a:latin typeface="微软雅黑" panose="020B0503020204020204" charset="-122"/>
              <a:ea typeface="微软雅黑" panose="020B0503020204020204" charset="-122"/>
            </a:endParaRPr>
          </a:p>
        </p:txBody>
      </p:sp>
    </p:spTree>
    <p:custDataLst>
      <p:tags r:id="rId1"/>
    </p:custDataLst>
  </p:cSld>
  <p:clrMapOvr>
    <a:masterClrMapping/>
  </p:clrMapOvr>
  <p:transition>
    <p:pull dir="ru"/>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7.2 </a:t>
            </a:r>
            <a:r>
              <a:rPr lang="zh-CN" altLang="en-US" dirty="0" smtClean="0">
                <a:solidFill>
                  <a:srgbClr val="FF0000"/>
                </a:solidFill>
                <a:sym typeface="+mn-ea"/>
              </a:rPr>
              <a:t>软件架构设计和对象设计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7.2.5 </a:t>
            </a:r>
            <a:r>
              <a:rPr lang="zh-CN" altLang="en-US" sz="2400" dirty="0" smtClean="0">
                <a:solidFill>
                  <a:schemeClr val="tx1"/>
                </a:solidFill>
              </a:rPr>
              <a:t>面向对象设计的准则和启发式规则</a:t>
            </a:r>
          </a:p>
        </p:txBody>
      </p:sp>
      <p:grpSp>
        <p:nvGrpSpPr>
          <p:cNvPr id="14" name="组合 13"/>
          <p:cNvGrpSpPr/>
          <p:nvPr/>
        </p:nvGrpSpPr>
        <p:grpSpPr>
          <a:xfrm>
            <a:off x="901065" y="2390399"/>
            <a:ext cx="10549890" cy="2034540"/>
            <a:chOff x="1188" y="3092"/>
            <a:chExt cx="16614" cy="3204"/>
          </a:xfrm>
        </p:grpSpPr>
        <p:grpSp>
          <p:nvGrpSpPr>
            <p:cNvPr id="7" name="组合 6"/>
            <p:cNvGrpSpPr/>
            <p:nvPr/>
          </p:nvGrpSpPr>
          <p:grpSpPr>
            <a:xfrm>
              <a:off x="1188" y="3092"/>
              <a:ext cx="4947" cy="930"/>
              <a:chOff x="508000" y="3196191"/>
              <a:chExt cx="3141314" cy="590550"/>
            </a:xfrm>
          </p:grpSpPr>
          <p:sp>
            <p:nvSpPr>
              <p:cNvPr id="21" name="TextBox 1"/>
              <p:cNvSpPr txBox="1">
                <a:spLocks noChangeArrowheads="1"/>
              </p:cNvSpPr>
              <p:nvPr/>
            </p:nvSpPr>
            <p:spPr bwMode="auto">
              <a:xfrm>
                <a:off x="508000" y="3196191"/>
                <a:ext cx="37401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5</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高内聚（强内聚）</a:t>
                </a:r>
              </a:p>
            </p:txBody>
          </p:sp>
        </p:grpSp>
        <p:sp>
          <p:nvSpPr>
            <p:cNvPr id="24" name="矩形 8"/>
            <p:cNvSpPr>
              <a:spLocks noChangeArrowheads="1"/>
            </p:cNvSpPr>
            <p:nvPr/>
          </p:nvSpPr>
          <p:spPr bwMode="auto">
            <a:xfrm>
              <a:off x="1893" y="3848"/>
              <a:ext cx="15909" cy="24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面向对象的内聚主要有服务内聚、类内聚和一般－特殊内聚3种。</a:t>
              </a:r>
            </a:p>
            <a:p>
              <a:pPr marL="285750" indent="-285750">
                <a:lnSpc>
                  <a:spcPct val="150000"/>
                </a:lnSpc>
                <a:buFont typeface="Wingdings" panose="05000000000000000000" charset="0"/>
                <a:buChar char="Ø"/>
              </a:pPr>
              <a:r>
                <a:rPr sz="1600" dirty="0">
                  <a:latin typeface="微软雅黑" panose="020B0503020204020204" charset="-122"/>
                  <a:ea typeface="微软雅黑" panose="020B0503020204020204" charset="-122"/>
                </a:rPr>
                <a:t>服务内聚：一个服务应该完成一个且仅完成一个功能。</a:t>
              </a:r>
            </a:p>
            <a:p>
              <a:pPr marL="285750" indent="-285750">
                <a:lnSpc>
                  <a:spcPct val="150000"/>
                </a:lnSpc>
                <a:buFont typeface="Wingdings" panose="05000000000000000000" charset="0"/>
                <a:buChar char="Ø"/>
              </a:pPr>
              <a:r>
                <a:rPr sz="1600" dirty="0">
                  <a:latin typeface="微软雅黑" panose="020B0503020204020204" charset="-122"/>
                  <a:ea typeface="微软雅黑" panose="020B0503020204020204" charset="-122"/>
                </a:rPr>
                <a:t>类内聚：类的属性和服务应该是高内聚的。</a:t>
              </a:r>
            </a:p>
            <a:p>
              <a:pPr marL="285750" indent="-285750">
                <a:lnSpc>
                  <a:spcPct val="150000"/>
                </a:lnSpc>
                <a:buFont typeface="Wingdings" panose="05000000000000000000" charset="0"/>
                <a:buChar char="Ø"/>
              </a:pPr>
              <a:r>
                <a:rPr sz="1600" dirty="0">
                  <a:latin typeface="微软雅黑" panose="020B0503020204020204" charset="-122"/>
                  <a:ea typeface="微软雅黑" panose="020B0503020204020204" charset="-122"/>
                </a:rPr>
                <a:t>一般－特殊内聚：一般－特殊结构应该是对相应的领域知识的正确抽象。一般－特殊结构的深度应适当。</a:t>
              </a:r>
            </a:p>
          </p:txBody>
        </p:sp>
      </p:grpSp>
      <p:grpSp>
        <p:nvGrpSpPr>
          <p:cNvPr id="3" name="组合 2"/>
          <p:cNvGrpSpPr/>
          <p:nvPr/>
        </p:nvGrpSpPr>
        <p:grpSpPr>
          <a:xfrm>
            <a:off x="901065" y="4634489"/>
            <a:ext cx="10549890" cy="937260"/>
            <a:chOff x="1188" y="3092"/>
            <a:chExt cx="16614" cy="1476"/>
          </a:xfrm>
        </p:grpSpPr>
        <p:grpSp>
          <p:nvGrpSpPr>
            <p:cNvPr id="4" name="组合 3"/>
            <p:cNvGrpSpPr/>
            <p:nvPr/>
          </p:nvGrpSpPr>
          <p:grpSpPr>
            <a:xfrm>
              <a:off x="1188" y="3092"/>
              <a:ext cx="4947" cy="930"/>
              <a:chOff x="508000" y="3196191"/>
              <a:chExt cx="3141314" cy="590550"/>
            </a:xfrm>
          </p:grpSpPr>
          <p:sp>
            <p:nvSpPr>
              <p:cNvPr id="5" name="TextBox 1"/>
              <p:cNvSpPr txBox="1">
                <a:spLocks noChangeArrowheads="1"/>
              </p:cNvSpPr>
              <p:nvPr/>
            </p:nvSpPr>
            <p:spPr bwMode="auto">
              <a:xfrm>
                <a:off x="508000" y="3196191"/>
                <a:ext cx="37528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6</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6" name="直接连接符 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重用性</a:t>
                </a:r>
              </a:p>
            </p:txBody>
          </p:sp>
        </p:grpSp>
        <p:sp>
          <p:nvSpPr>
            <p:cNvPr id="9" name="矩形 8"/>
            <p:cNvSpPr>
              <a:spLocks noChangeArrowheads="1"/>
            </p:cNvSpPr>
            <p:nvPr/>
          </p:nvSpPr>
          <p:spPr bwMode="auto">
            <a:xfrm>
              <a:off x="1893" y="3848"/>
              <a:ext cx="15909" cy="7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尽量使用已有的类；确实需要创建新类时，应考虑将来可重复使用。</a:t>
              </a:r>
            </a:p>
          </p:txBody>
        </p:sp>
      </p:grpSp>
    </p:spTree>
    <p:custDataLst>
      <p:tags r:id="rId1"/>
    </p:custDataLst>
  </p:cSld>
  <p:clrMapOvr>
    <a:masterClrMapping/>
  </p:clrMapOvr>
  <p:transition>
    <p:pull dir="ru"/>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7.2 </a:t>
            </a:r>
            <a:r>
              <a:rPr lang="zh-CN" altLang="en-US" dirty="0" smtClean="0">
                <a:solidFill>
                  <a:srgbClr val="FF0000"/>
                </a:solidFill>
                <a:sym typeface="+mn-ea"/>
              </a:rPr>
              <a:t>软件架构设计和对象设计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7.2.5 </a:t>
            </a:r>
            <a:r>
              <a:rPr lang="zh-CN" altLang="en-US" sz="2400" dirty="0" smtClean="0">
                <a:solidFill>
                  <a:schemeClr val="tx1"/>
                </a:solidFill>
              </a:rPr>
              <a:t>面向对象设计的准则和启发式规则</a:t>
            </a:r>
          </a:p>
        </p:txBody>
      </p:sp>
      <p:sp>
        <p:nvSpPr>
          <p:cNvPr id="50" name="文本框 49"/>
          <p:cNvSpPr txBox="1"/>
          <p:nvPr/>
        </p:nvSpPr>
        <p:spPr>
          <a:xfrm>
            <a:off x="809625" y="4545240"/>
            <a:ext cx="476250" cy="158496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实用测试策略</a:t>
            </a:r>
          </a:p>
        </p:txBody>
      </p:sp>
      <p:grpSp>
        <p:nvGrpSpPr>
          <p:cNvPr id="55" name="组合 54"/>
          <p:cNvGrpSpPr/>
          <p:nvPr/>
        </p:nvGrpSpPr>
        <p:grpSpPr>
          <a:xfrm>
            <a:off x="809625" y="2769753"/>
            <a:ext cx="10251440" cy="905510"/>
            <a:chOff x="1923" y="3755"/>
            <a:chExt cx="16144" cy="1426"/>
          </a:xfrm>
        </p:grpSpPr>
        <p:sp>
          <p:nvSpPr>
            <p:cNvPr id="80" name="MH_Other_1"/>
            <p:cNvSpPr>
              <a:spLocks noChangeArrowheads="1"/>
            </p:cNvSpPr>
            <p:nvPr>
              <p:custDataLst>
                <p:tags r:id="rId12"/>
              </p:custDataLst>
            </p:nvPr>
          </p:nvSpPr>
          <p:spPr bwMode="auto">
            <a:xfrm>
              <a:off x="1923" y="3755"/>
              <a:ext cx="1119" cy="779"/>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82" name="MH_Other_2"/>
            <p:cNvSpPr>
              <a:spLocks noChangeArrowheads="1"/>
            </p:cNvSpPr>
            <p:nvPr>
              <p:custDataLst>
                <p:tags r:id="rId13"/>
              </p:custDataLst>
            </p:nvPr>
          </p:nvSpPr>
          <p:spPr bwMode="auto">
            <a:xfrm>
              <a:off x="3105" y="3917"/>
              <a:ext cx="887" cy="617"/>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3" name="MH_Other_3"/>
            <p:cNvSpPr>
              <a:spLocks noChangeArrowheads="1"/>
            </p:cNvSpPr>
            <p:nvPr>
              <p:custDataLst>
                <p:tags r:id="rId14"/>
              </p:custDataLst>
            </p:nvPr>
          </p:nvSpPr>
          <p:spPr bwMode="auto">
            <a:xfrm>
              <a:off x="2176" y="4578"/>
              <a:ext cx="866" cy="603"/>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4" name="MH_Other_4"/>
            <p:cNvSpPr>
              <a:spLocks noChangeArrowheads="1"/>
            </p:cNvSpPr>
            <p:nvPr>
              <p:custDataLst>
                <p:tags r:id="rId15"/>
              </p:custDataLst>
            </p:nvPr>
          </p:nvSpPr>
          <p:spPr bwMode="auto">
            <a:xfrm>
              <a:off x="3105" y="4578"/>
              <a:ext cx="1119" cy="514"/>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5" name="MH_SubTitle_1"/>
            <p:cNvSpPr/>
            <p:nvPr>
              <p:custDataLst>
                <p:tags r:id="rId16"/>
              </p:custDataLst>
            </p:nvPr>
          </p:nvSpPr>
          <p:spPr>
            <a:xfrm>
              <a:off x="4723" y="3838"/>
              <a:ext cx="13344" cy="1254"/>
            </a:xfrm>
            <a:prstGeom prst="rect">
              <a:avLst/>
            </a:prstGeom>
          </p:spPr>
          <p:txBody>
            <a:bodyPr lIns="0" tIns="0" rIns="0" bIns="0" anchor="ctr">
              <a:noAutofit/>
            </a:bodyPr>
            <a:lstStyle/>
            <a:p>
              <a:pPr marL="0" indent="0" algn="l" fontAlgn="auto">
                <a:lnSpc>
                  <a:spcPct val="130000"/>
                </a:lnSpc>
              </a:pPr>
              <a:r>
                <a:rPr lang="zh-CN" altLang="en-US" sz="1600" dirty="0" smtClean="0">
                  <a:solidFill>
                    <a:srgbClr val="000000"/>
                  </a:solidFill>
                  <a:latin typeface="微软雅黑" panose="020B0503020204020204" charset="-122"/>
                  <a:ea typeface="微软雅黑" panose="020B0503020204020204" charset="-122"/>
                  <a:sym typeface="+mn-ea"/>
                </a:rPr>
                <a:t>        </a:t>
              </a:r>
              <a:r>
                <a:rPr>
                  <a:solidFill>
                    <a:schemeClr val="tx1"/>
                  </a:solidFill>
                  <a:latin typeface="微软雅黑" panose="020B0503020204020204" charset="-122"/>
                  <a:ea typeface="微软雅黑" panose="020B0503020204020204" charset="-122"/>
                  <a:sym typeface="+mn-ea"/>
                </a:rPr>
                <a:t>设计结果应该清晰易理解，做到：用词一致、使用已有的协议、减少消息模式的数目、避免模糊的定义。</a:t>
              </a:r>
            </a:p>
          </p:txBody>
        </p:sp>
      </p:grpSp>
      <p:grpSp>
        <p:nvGrpSpPr>
          <p:cNvPr id="86" name="组合 85"/>
          <p:cNvGrpSpPr/>
          <p:nvPr/>
        </p:nvGrpSpPr>
        <p:grpSpPr>
          <a:xfrm>
            <a:off x="809625" y="5060914"/>
            <a:ext cx="10251440" cy="905510"/>
            <a:chOff x="7484" y="7718"/>
            <a:chExt cx="16144" cy="1426"/>
          </a:xfrm>
        </p:grpSpPr>
        <p:sp>
          <p:nvSpPr>
            <p:cNvPr id="87" name="MH_Other_5"/>
            <p:cNvSpPr>
              <a:spLocks noChangeArrowheads="1"/>
            </p:cNvSpPr>
            <p:nvPr>
              <p:custDataLst>
                <p:tags r:id="rId7"/>
              </p:custDataLst>
            </p:nvPr>
          </p:nvSpPr>
          <p:spPr bwMode="auto">
            <a:xfrm>
              <a:off x="7484" y="7718"/>
              <a:ext cx="1119" cy="779"/>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88" name="MH_Other_6"/>
            <p:cNvSpPr>
              <a:spLocks noChangeArrowheads="1"/>
            </p:cNvSpPr>
            <p:nvPr>
              <p:custDataLst>
                <p:tags r:id="rId8"/>
              </p:custDataLst>
            </p:nvPr>
          </p:nvSpPr>
          <p:spPr bwMode="auto">
            <a:xfrm>
              <a:off x="8666" y="7880"/>
              <a:ext cx="887" cy="617"/>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9" name="MH_Other_7"/>
            <p:cNvSpPr>
              <a:spLocks noChangeArrowheads="1"/>
            </p:cNvSpPr>
            <p:nvPr>
              <p:custDataLst>
                <p:tags r:id="rId9"/>
              </p:custDataLst>
            </p:nvPr>
          </p:nvSpPr>
          <p:spPr bwMode="auto">
            <a:xfrm>
              <a:off x="7737" y="8541"/>
              <a:ext cx="866" cy="603"/>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0" name="MH_Other_8"/>
            <p:cNvSpPr>
              <a:spLocks noChangeArrowheads="1"/>
            </p:cNvSpPr>
            <p:nvPr>
              <p:custDataLst>
                <p:tags r:id="rId10"/>
              </p:custDataLst>
            </p:nvPr>
          </p:nvSpPr>
          <p:spPr bwMode="auto">
            <a:xfrm>
              <a:off x="8666" y="8541"/>
              <a:ext cx="1119" cy="514"/>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1" name="MH_SubTitle_3"/>
            <p:cNvSpPr/>
            <p:nvPr>
              <p:custDataLst>
                <p:tags r:id="rId11"/>
              </p:custDataLst>
            </p:nvPr>
          </p:nvSpPr>
          <p:spPr>
            <a:xfrm>
              <a:off x="10226" y="7801"/>
              <a:ext cx="13402" cy="1254"/>
            </a:xfrm>
            <a:prstGeom prst="rect">
              <a:avLst/>
            </a:prstGeom>
          </p:spPr>
          <p:txBody>
            <a:bodyPr lIns="0" tIns="0" rIns="0" bIns="0" anchor="ctr">
              <a:noAutofit/>
            </a:bodyPr>
            <a:lstStyle/>
            <a:p>
              <a:pPr marL="0" indent="0" algn="l" fontAlgn="auto">
                <a:lnSpc>
                  <a:spcPct val="130000"/>
                </a:lnSpc>
              </a:pPr>
              <a:r>
                <a:rPr lang="en-US" altLang="zh-CN" dirty="0" smtClean="0">
                  <a:solidFill>
                    <a:srgbClr val="000000"/>
                  </a:solidFill>
                  <a:latin typeface="微软雅黑" panose="020B0503020204020204" charset="-122"/>
                  <a:ea typeface="微软雅黑" panose="020B0503020204020204" charset="-122"/>
                  <a:sym typeface="+mn-ea"/>
                </a:rPr>
                <a:t>       </a:t>
              </a:r>
              <a:r>
                <a:rPr>
                  <a:solidFill>
                    <a:schemeClr val="tx1"/>
                  </a:solidFill>
                  <a:latin typeface="微软雅黑" panose="020B0503020204020204" charset="-122"/>
                  <a:ea typeface="微软雅黑" panose="020B0503020204020204" charset="-122"/>
                  <a:sym typeface="+mn-ea"/>
                </a:rPr>
                <a:t>设计简单的类。类的设计要避免包含过多的属性、要有明确的定义、尽量简化对象之间的合作关系、不要提供太多的服务。</a:t>
              </a:r>
            </a:p>
          </p:txBody>
        </p:sp>
      </p:grpSp>
      <p:grpSp>
        <p:nvGrpSpPr>
          <p:cNvPr id="92" name="组合 91"/>
          <p:cNvGrpSpPr/>
          <p:nvPr/>
        </p:nvGrpSpPr>
        <p:grpSpPr>
          <a:xfrm>
            <a:off x="809625" y="3953420"/>
            <a:ext cx="10411460" cy="905510"/>
            <a:chOff x="4731" y="5756"/>
            <a:chExt cx="16396" cy="1426"/>
          </a:xfrm>
        </p:grpSpPr>
        <p:sp>
          <p:nvSpPr>
            <p:cNvPr id="93" name="MH_Other_9"/>
            <p:cNvSpPr>
              <a:spLocks noChangeArrowheads="1"/>
            </p:cNvSpPr>
            <p:nvPr>
              <p:custDataLst>
                <p:tags r:id="rId2"/>
              </p:custDataLst>
            </p:nvPr>
          </p:nvSpPr>
          <p:spPr bwMode="auto">
            <a:xfrm>
              <a:off x="4731" y="5756"/>
              <a:ext cx="1119" cy="779"/>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94" name="MH_Other_10"/>
            <p:cNvSpPr>
              <a:spLocks noChangeArrowheads="1"/>
            </p:cNvSpPr>
            <p:nvPr>
              <p:custDataLst>
                <p:tags r:id="rId3"/>
              </p:custDataLst>
            </p:nvPr>
          </p:nvSpPr>
          <p:spPr bwMode="auto">
            <a:xfrm>
              <a:off x="5914" y="5918"/>
              <a:ext cx="887" cy="617"/>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5" name="MH_Other_11"/>
            <p:cNvSpPr>
              <a:spLocks noChangeArrowheads="1"/>
            </p:cNvSpPr>
            <p:nvPr>
              <p:custDataLst>
                <p:tags r:id="rId4"/>
              </p:custDataLst>
            </p:nvPr>
          </p:nvSpPr>
          <p:spPr bwMode="auto">
            <a:xfrm>
              <a:off x="4985" y="6579"/>
              <a:ext cx="866" cy="603"/>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6" name="MH_Other_12"/>
            <p:cNvSpPr>
              <a:spLocks noChangeArrowheads="1"/>
            </p:cNvSpPr>
            <p:nvPr>
              <p:custDataLst>
                <p:tags r:id="rId5"/>
              </p:custDataLst>
            </p:nvPr>
          </p:nvSpPr>
          <p:spPr bwMode="auto">
            <a:xfrm>
              <a:off x="5914" y="6579"/>
              <a:ext cx="1119" cy="514"/>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7" name="MH_SubTitle_2"/>
            <p:cNvSpPr/>
            <p:nvPr>
              <p:custDataLst>
                <p:tags r:id="rId6"/>
              </p:custDataLst>
            </p:nvPr>
          </p:nvSpPr>
          <p:spPr>
            <a:xfrm>
              <a:off x="7560" y="5839"/>
              <a:ext cx="13567" cy="1254"/>
            </a:xfrm>
            <a:prstGeom prst="rect">
              <a:avLst/>
            </a:prstGeom>
          </p:spPr>
          <p:txBody>
            <a:bodyPr lIns="0" tIns="0" rIns="0" bIns="0" anchor="ctr">
              <a:noAutofit/>
            </a:bodyPr>
            <a:lstStyle/>
            <a:p>
              <a:pPr marL="0" indent="0" algn="l" fontAlgn="auto">
                <a:lnSpc>
                  <a:spcPct val="130000"/>
                </a:lnSpc>
              </a:pPr>
              <a:r>
                <a:rPr lang="en-US" altLang="zh-CN" dirty="0" smtClean="0">
                  <a:solidFill>
                    <a:srgbClr val="000000"/>
                  </a:solidFill>
                  <a:latin typeface="微软雅黑" panose="020B0503020204020204" charset="-122"/>
                  <a:ea typeface="微软雅黑" panose="020B0503020204020204" charset="-122"/>
                  <a:sym typeface="+mn-ea"/>
                </a:rPr>
                <a:t>       </a:t>
              </a:r>
              <a:r>
                <a:rPr>
                  <a:latin typeface="微软雅黑" panose="020B0503020204020204" charset="-122"/>
                  <a:ea typeface="微软雅黑" panose="020B0503020204020204" charset="-122"/>
                  <a:sym typeface="+mn-ea"/>
                </a:rPr>
                <a:t>一般－特殊结构的深度应适当。类等级层次数应保持不多于7±2。</a:t>
              </a:r>
            </a:p>
          </p:txBody>
        </p:sp>
      </p:grpSp>
      <p:sp>
        <p:nvSpPr>
          <p:cNvPr id="23" name="文本框 17"/>
          <p:cNvSpPr txBox="1"/>
          <p:nvPr/>
        </p:nvSpPr>
        <p:spPr>
          <a:xfrm>
            <a:off x="853116" y="2040814"/>
            <a:ext cx="4196555" cy="400110"/>
          </a:xfrm>
          <a:prstGeom prst="rect">
            <a:avLst/>
          </a:prstGeom>
          <a:noFill/>
        </p:spPr>
        <p:txBody>
          <a:bodyPr wrap="square" rtlCol="0" anchor="t">
            <a:spAutoFit/>
          </a:bodyPr>
          <a:lstStyle/>
          <a:p>
            <a:r>
              <a:rPr lang="zh-CN" altLang="en-US" sz="2000" b="1" dirty="0" smtClean="0">
                <a:latin typeface="微软雅黑" panose="020B0503020204020204" charset="-122"/>
                <a:ea typeface="微软雅黑" panose="020B0503020204020204" charset="-122"/>
              </a:rPr>
              <a:t>面向对象设计的启发式规则：</a:t>
            </a:r>
            <a:endParaRPr lang="zh-CN" altLang="en-US" sz="2000" b="1" dirty="0">
              <a:latin typeface="微软雅黑" panose="020B0503020204020204" charset="-122"/>
              <a:ea typeface="微软雅黑" panose="020B0503020204020204" charset="-122"/>
            </a:endParaRPr>
          </a:p>
        </p:txBody>
      </p:sp>
    </p:spTree>
    <p:custDataLst>
      <p:tags r:id="rId1"/>
    </p:custDataLst>
  </p:cSld>
  <p:clrMapOvr>
    <a:masterClrMapping/>
  </p:clrMapOvr>
  <p:transition>
    <p:pull dir="ru"/>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7.2 </a:t>
            </a:r>
            <a:r>
              <a:rPr lang="zh-CN" altLang="en-US" dirty="0" smtClean="0">
                <a:solidFill>
                  <a:srgbClr val="FF0000"/>
                </a:solidFill>
                <a:sym typeface="+mn-ea"/>
              </a:rPr>
              <a:t>软件架构设计和对象设计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7.2.5 </a:t>
            </a:r>
            <a:r>
              <a:rPr lang="zh-CN" altLang="en-US" sz="2400" dirty="0" smtClean="0">
                <a:solidFill>
                  <a:schemeClr val="tx1"/>
                </a:solidFill>
              </a:rPr>
              <a:t>面向对象设计的准则和启发式规则</a:t>
            </a:r>
          </a:p>
        </p:txBody>
      </p:sp>
      <p:grpSp>
        <p:nvGrpSpPr>
          <p:cNvPr id="98" name="组合 97"/>
          <p:cNvGrpSpPr/>
          <p:nvPr/>
        </p:nvGrpSpPr>
        <p:grpSpPr>
          <a:xfrm>
            <a:off x="809625" y="2421890"/>
            <a:ext cx="9986010" cy="905510"/>
            <a:chOff x="7484" y="7718"/>
            <a:chExt cx="15726" cy="1426"/>
          </a:xfrm>
        </p:grpSpPr>
        <p:sp>
          <p:nvSpPr>
            <p:cNvPr id="99" name="MH_Other_5"/>
            <p:cNvSpPr>
              <a:spLocks noChangeArrowheads="1"/>
            </p:cNvSpPr>
            <p:nvPr>
              <p:custDataLst>
                <p:tags r:id="rId12"/>
              </p:custDataLst>
            </p:nvPr>
          </p:nvSpPr>
          <p:spPr bwMode="auto">
            <a:xfrm>
              <a:off x="7484" y="7718"/>
              <a:ext cx="1119" cy="779"/>
            </a:xfrm>
            <a:prstGeom prst="rect">
              <a:avLst/>
            </a:prstGeom>
            <a:solidFill>
              <a:schemeClr val="accent6">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a:t>
              </a:r>
              <a:r>
                <a:rPr lang="en-US" sz="2400" b="1">
                  <a:solidFill>
                    <a:srgbClr val="FFFFFF"/>
                  </a:solidFill>
                  <a:ea typeface="微软雅黑" panose="020B0503020204020204" charset="-122"/>
                </a:rPr>
                <a:t>4</a:t>
              </a:r>
            </a:p>
          </p:txBody>
        </p:sp>
        <p:sp>
          <p:nvSpPr>
            <p:cNvPr id="100" name="MH_Other_6"/>
            <p:cNvSpPr>
              <a:spLocks noChangeArrowheads="1"/>
            </p:cNvSpPr>
            <p:nvPr>
              <p:custDataLst>
                <p:tags r:id="rId13"/>
              </p:custDataLst>
            </p:nvPr>
          </p:nvSpPr>
          <p:spPr bwMode="auto">
            <a:xfrm>
              <a:off x="8666" y="7880"/>
              <a:ext cx="887" cy="617"/>
            </a:xfrm>
            <a:prstGeom prst="rect">
              <a:avLst/>
            </a:prstGeom>
            <a:solidFill>
              <a:schemeClr val="accent6">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1" name="MH_Other_7"/>
            <p:cNvSpPr>
              <a:spLocks noChangeArrowheads="1"/>
            </p:cNvSpPr>
            <p:nvPr>
              <p:custDataLst>
                <p:tags r:id="rId14"/>
              </p:custDataLst>
            </p:nvPr>
          </p:nvSpPr>
          <p:spPr bwMode="auto">
            <a:xfrm>
              <a:off x="7737" y="8541"/>
              <a:ext cx="866" cy="603"/>
            </a:xfrm>
            <a:prstGeom prst="rect">
              <a:avLst/>
            </a:prstGeom>
            <a:solidFill>
              <a:schemeClr val="accent6">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2" name="MH_Other_8"/>
            <p:cNvSpPr>
              <a:spLocks noChangeArrowheads="1"/>
            </p:cNvSpPr>
            <p:nvPr>
              <p:custDataLst>
                <p:tags r:id="rId15"/>
              </p:custDataLst>
            </p:nvPr>
          </p:nvSpPr>
          <p:spPr bwMode="auto">
            <a:xfrm>
              <a:off x="8666" y="8541"/>
              <a:ext cx="1119" cy="514"/>
            </a:xfrm>
            <a:prstGeom prst="rect">
              <a:avLst/>
            </a:prstGeom>
            <a:solidFill>
              <a:schemeClr val="accent6">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3" name="MH_SubTitle_3"/>
            <p:cNvSpPr/>
            <p:nvPr>
              <p:custDataLst>
                <p:tags r:id="rId16"/>
              </p:custDataLst>
            </p:nvPr>
          </p:nvSpPr>
          <p:spPr>
            <a:xfrm>
              <a:off x="10226" y="7718"/>
              <a:ext cx="12984" cy="1254"/>
            </a:xfrm>
            <a:prstGeom prst="rect">
              <a:avLst/>
            </a:prstGeom>
          </p:spPr>
          <p:txBody>
            <a:bodyPr lIns="0" tIns="0" rIns="0" bIns="0" anchor="ctr">
              <a:noAutofit/>
            </a:bodyPr>
            <a:lstStyle/>
            <a:p>
              <a:pPr>
                <a:lnSpc>
                  <a:spcPct val="130000"/>
                </a:lnSpc>
                <a:defRPr/>
              </a:pPr>
              <a:r>
                <a:rPr lang="en-US" altLang="zh-CN" dirty="0" smtClean="0">
                  <a:solidFill>
                    <a:srgbClr val="000000"/>
                  </a:solidFill>
                  <a:latin typeface="微软雅黑" panose="020B0503020204020204" charset="-122"/>
                  <a:ea typeface="微软雅黑" panose="020B0503020204020204" charset="-122"/>
                  <a:sym typeface="+mn-ea"/>
                </a:rPr>
                <a:t>      </a:t>
              </a:r>
              <a:r>
                <a:rPr dirty="0">
                  <a:solidFill>
                    <a:schemeClr val="tx1"/>
                  </a:solidFill>
                  <a:latin typeface="微软雅黑" panose="020B0503020204020204" charset="-122"/>
                  <a:ea typeface="微软雅黑" panose="020B0503020204020204" charset="-122"/>
                  <a:sym typeface="+mn-ea"/>
                </a:rPr>
                <a:t>使用简单的协议。一般地，消息的参数不要超过3个。对于有复杂消息、相互关联的对象进行修改时，往往会导致其他对象的修改。</a:t>
              </a:r>
            </a:p>
          </p:txBody>
        </p:sp>
      </p:grpSp>
      <p:grpSp>
        <p:nvGrpSpPr>
          <p:cNvPr id="30" name="组合 29"/>
          <p:cNvGrpSpPr/>
          <p:nvPr/>
        </p:nvGrpSpPr>
        <p:grpSpPr>
          <a:xfrm>
            <a:off x="809625" y="3634105"/>
            <a:ext cx="9890125" cy="905510"/>
            <a:chOff x="7484" y="7718"/>
            <a:chExt cx="15575" cy="1426"/>
          </a:xfrm>
        </p:grpSpPr>
        <p:sp>
          <p:nvSpPr>
            <p:cNvPr id="31" name="MH_Other_5"/>
            <p:cNvSpPr>
              <a:spLocks noChangeArrowheads="1"/>
            </p:cNvSpPr>
            <p:nvPr>
              <p:custDataLst>
                <p:tags r:id="rId7"/>
              </p:custDataLst>
            </p:nvPr>
          </p:nvSpPr>
          <p:spPr bwMode="auto">
            <a:xfrm>
              <a:off x="7484" y="7718"/>
              <a:ext cx="1119" cy="779"/>
            </a:xfrm>
            <a:prstGeom prst="rect">
              <a:avLst/>
            </a:prstGeom>
            <a:solidFill>
              <a:schemeClr val="accent2">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a:t>
              </a:r>
              <a:r>
                <a:rPr lang="en-US" sz="2400" b="1">
                  <a:solidFill>
                    <a:srgbClr val="FFFFFF"/>
                  </a:solidFill>
                  <a:ea typeface="微软雅黑" panose="020B0503020204020204" charset="-122"/>
                </a:rPr>
                <a:t>5</a:t>
              </a:r>
            </a:p>
          </p:txBody>
        </p:sp>
        <p:sp>
          <p:nvSpPr>
            <p:cNvPr id="32" name="MH_Other_6"/>
            <p:cNvSpPr>
              <a:spLocks noChangeArrowheads="1"/>
            </p:cNvSpPr>
            <p:nvPr>
              <p:custDataLst>
                <p:tags r:id="rId8"/>
              </p:custDataLst>
            </p:nvPr>
          </p:nvSpPr>
          <p:spPr bwMode="auto">
            <a:xfrm>
              <a:off x="8666" y="7880"/>
              <a:ext cx="887" cy="617"/>
            </a:xfrm>
            <a:prstGeom prst="rect">
              <a:avLst/>
            </a:prstGeom>
            <a:solidFill>
              <a:schemeClr val="accent2">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6" name="MH_Other_7"/>
            <p:cNvSpPr>
              <a:spLocks noChangeArrowheads="1"/>
            </p:cNvSpPr>
            <p:nvPr>
              <p:custDataLst>
                <p:tags r:id="rId9"/>
              </p:custDataLst>
            </p:nvPr>
          </p:nvSpPr>
          <p:spPr bwMode="auto">
            <a:xfrm>
              <a:off x="7737" y="8541"/>
              <a:ext cx="866" cy="603"/>
            </a:xfrm>
            <a:prstGeom prst="rect">
              <a:avLst/>
            </a:prstGeom>
            <a:solidFill>
              <a:schemeClr val="accent2">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7" name="MH_Other_8"/>
            <p:cNvSpPr>
              <a:spLocks noChangeArrowheads="1"/>
            </p:cNvSpPr>
            <p:nvPr>
              <p:custDataLst>
                <p:tags r:id="rId10"/>
              </p:custDataLst>
            </p:nvPr>
          </p:nvSpPr>
          <p:spPr bwMode="auto">
            <a:xfrm>
              <a:off x="8666" y="8541"/>
              <a:ext cx="1119" cy="514"/>
            </a:xfrm>
            <a:prstGeom prst="rect">
              <a:avLst/>
            </a:prstGeom>
            <a:solidFill>
              <a:schemeClr val="accent2">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8" name="MH_SubTitle_3"/>
            <p:cNvSpPr/>
            <p:nvPr>
              <p:custDataLst>
                <p:tags r:id="rId11"/>
              </p:custDataLst>
            </p:nvPr>
          </p:nvSpPr>
          <p:spPr>
            <a:xfrm>
              <a:off x="10226" y="7718"/>
              <a:ext cx="12833" cy="1254"/>
            </a:xfrm>
            <a:prstGeom prst="rect">
              <a:avLst/>
            </a:prstGeom>
          </p:spPr>
          <p:txBody>
            <a:bodyPr lIns="0" tIns="0" rIns="0" bIns="0" anchor="ctr">
              <a:noAutofit/>
            </a:bodyPr>
            <a:lstStyle/>
            <a:p>
              <a:pPr marL="0" indent="0" algn="l" fontAlgn="auto">
                <a:lnSpc>
                  <a:spcPct val="130000"/>
                </a:lnSpc>
              </a:pPr>
              <a:r>
                <a:rPr lang="en-US" altLang="zh-CN" dirty="0" smtClean="0">
                  <a:solidFill>
                    <a:srgbClr val="000000"/>
                  </a:solidFill>
                  <a:latin typeface="微软雅黑" panose="020B0503020204020204" charset="-122"/>
                  <a:ea typeface="微软雅黑" panose="020B0503020204020204" charset="-122"/>
                  <a:sym typeface="+mn-ea"/>
                </a:rPr>
                <a:t>       </a:t>
              </a:r>
              <a:r>
                <a:rPr dirty="0">
                  <a:solidFill>
                    <a:schemeClr val="tx1"/>
                  </a:solidFill>
                  <a:latin typeface="微软雅黑" panose="020B0503020204020204" charset="-122"/>
                  <a:ea typeface="微软雅黑" panose="020B0503020204020204" charset="-122"/>
                  <a:sym typeface="+mn-ea"/>
                </a:rPr>
                <a:t>使用简单的服务。如果需要在服务中使用CASE语句，应考虑用一般－特殊结构代替这个类。</a:t>
              </a:r>
            </a:p>
          </p:txBody>
        </p:sp>
      </p:grpSp>
      <p:grpSp>
        <p:nvGrpSpPr>
          <p:cNvPr id="3" name="组合 2"/>
          <p:cNvGrpSpPr/>
          <p:nvPr/>
        </p:nvGrpSpPr>
        <p:grpSpPr>
          <a:xfrm>
            <a:off x="809625" y="4956175"/>
            <a:ext cx="9972040" cy="905510"/>
            <a:chOff x="7484" y="7718"/>
            <a:chExt cx="15704" cy="1426"/>
          </a:xfrm>
        </p:grpSpPr>
        <p:sp>
          <p:nvSpPr>
            <p:cNvPr id="4" name="MH_Other_5"/>
            <p:cNvSpPr>
              <a:spLocks noChangeArrowheads="1"/>
            </p:cNvSpPr>
            <p:nvPr>
              <p:custDataLst>
                <p:tags r:id="rId2"/>
              </p:custDataLst>
            </p:nvPr>
          </p:nvSpPr>
          <p:spPr bwMode="auto">
            <a:xfrm>
              <a:off x="7484" y="7718"/>
              <a:ext cx="1119" cy="779"/>
            </a:xfrm>
            <a:prstGeom prst="rect">
              <a:avLst/>
            </a:prstGeom>
            <a:solidFill>
              <a:schemeClr val="accent1">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a:t>
              </a:r>
              <a:r>
                <a:rPr lang="en-US" sz="2400" b="1">
                  <a:solidFill>
                    <a:srgbClr val="FFFFFF"/>
                  </a:solidFill>
                  <a:ea typeface="微软雅黑" panose="020B0503020204020204" charset="-122"/>
                </a:rPr>
                <a:t>5</a:t>
              </a:r>
            </a:p>
          </p:txBody>
        </p:sp>
        <p:sp>
          <p:nvSpPr>
            <p:cNvPr id="5" name="MH_Other_6"/>
            <p:cNvSpPr>
              <a:spLocks noChangeArrowheads="1"/>
            </p:cNvSpPr>
            <p:nvPr>
              <p:custDataLst>
                <p:tags r:id="rId3"/>
              </p:custDataLst>
            </p:nvPr>
          </p:nvSpPr>
          <p:spPr bwMode="auto">
            <a:xfrm>
              <a:off x="8666" y="7880"/>
              <a:ext cx="887" cy="617"/>
            </a:xfrm>
            <a:prstGeom prst="rect">
              <a:avLst/>
            </a:prstGeom>
            <a:solidFill>
              <a:schemeClr val="accent1">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6" name="MH_Other_7"/>
            <p:cNvSpPr>
              <a:spLocks noChangeArrowheads="1"/>
            </p:cNvSpPr>
            <p:nvPr>
              <p:custDataLst>
                <p:tags r:id="rId4"/>
              </p:custDataLst>
            </p:nvPr>
          </p:nvSpPr>
          <p:spPr bwMode="auto">
            <a:xfrm>
              <a:off x="7737" y="8541"/>
              <a:ext cx="866" cy="603"/>
            </a:xfrm>
            <a:prstGeom prst="rect">
              <a:avLst/>
            </a:prstGeom>
            <a:solidFill>
              <a:schemeClr val="accent1">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7" name="MH_Other_8"/>
            <p:cNvSpPr>
              <a:spLocks noChangeArrowheads="1"/>
            </p:cNvSpPr>
            <p:nvPr>
              <p:custDataLst>
                <p:tags r:id="rId5"/>
              </p:custDataLst>
            </p:nvPr>
          </p:nvSpPr>
          <p:spPr bwMode="auto">
            <a:xfrm>
              <a:off x="8666" y="8541"/>
              <a:ext cx="1119" cy="514"/>
            </a:xfrm>
            <a:prstGeom prst="rect">
              <a:avLst/>
            </a:prstGeom>
            <a:solidFill>
              <a:schemeClr val="accent1">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 name="MH_SubTitle_3"/>
            <p:cNvSpPr/>
            <p:nvPr>
              <p:custDataLst>
                <p:tags r:id="rId6"/>
              </p:custDataLst>
            </p:nvPr>
          </p:nvSpPr>
          <p:spPr>
            <a:xfrm>
              <a:off x="10226" y="7718"/>
              <a:ext cx="12962" cy="1254"/>
            </a:xfrm>
            <a:prstGeom prst="rect">
              <a:avLst/>
            </a:prstGeom>
          </p:spPr>
          <p:txBody>
            <a:bodyPr lIns="0" tIns="0" rIns="0" bIns="0" anchor="ctr">
              <a:noAutofit/>
            </a:bodyPr>
            <a:lstStyle/>
            <a:p>
              <a:pPr marL="0" indent="0" algn="l" fontAlgn="auto">
                <a:lnSpc>
                  <a:spcPct val="130000"/>
                </a:lnSpc>
              </a:pPr>
              <a:r>
                <a:rPr lang="en-US" altLang="zh-CN" dirty="0" smtClean="0">
                  <a:solidFill>
                    <a:srgbClr val="000000"/>
                  </a:solidFill>
                  <a:latin typeface="微软雅黑" panose="020B0503020204020204" charset="-122"/>
                  <a:ea typeface="微软雅黑" panose="020B0503020204020204" charset="-122"/>
                  <a:sym typeface="+mn-ea"/>
                </a:rPr>
                <a:t>       </a:t>
              </a:r>
              <a:r>
                <a:rPr dirty="0">
                  <a:solidFill>
                    <a:schemeClr val="tx1"/>
                  </a:solidFill>
                  <a:latin typeface="微软雅黑" panose="020B0503020204020204" charset="-122"/>
                  <a:ea typeface="微软雅黑" panose="020B0503020204020204" charset="-122"/>
                  <a:sym typeface="+mn-ea"/>
                </a:rPr>
                <a:t>把设计变动减到最小。设计的质量越高，设计结果保持不变的时间也越长。</a:t>
              </a:r>
            </a:p>
          </p:txBody>
        </p:sp>
      </p:grpSp>
    </p:spTree>
    <p:custDataLst>
      <p:tags r:id="rId1"/>
    </p:custDataLst>
  </p:cSld>
  <p:clrMapOvr>
    <a:masterClrMapping/>
  </p:clrMapOvr>
  <p:transition>
    <p:pull dir="ru"/>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3</a:t>
              </a:r>
            </a:p>
          </p:txBody>
        </p:sp>
      </p:grpSp>
      <p:sp>
        <p:nvSpPr>
          <p:cNvPr id="40" name="文本框 39"/>
          <p:cNvSpPr txBox="1"/>
          <p:nvPr/>
        </p:nvSpPr>
        <p:spPr>
          <a:xfrm>
            <a:off x="6006465" y="2913380"/>
            <a:ext cx="5780405" cy="8743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面向对象系统的实现</a:t>
            </a:r>
          </a:p>
        </p:txBody>
      </p:sp>
      <p:grpSp>
        <p:nvGrpSpPr>
          <p:cNvPr id="11" name="组合 10"/>
          <p:cNvGrpSpPr/>
          <p:nvPr/>
        </p:nvGrpSpPr>
        <p:grpSpPr>
          <a:xfrm>
            <a:off x="6006465" y="4135755"/>
            <a:ext cx="3712845" cy="913130"/>
            <a:chOff x="9459" y="7137"/>
            <a:chExt cx="5847" cy="1438"/>
          </a:xfrm>
        </p:grpSpPr>
        <p:sp>
          <p:nvSpPr>
            <p:cNvPr id="48" name="文本框 4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选择程序设计语言</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面向对象程序设计风格</a:t>
              </a:r>
            </a:p>
          </p:txBody>
        </p:sp>
      </p:grpSp>
      <p:sp>
        <p:nvSpPr>
          <p:cNvPr id="3" name="文本框 2"/>
          <p:cNvSpPr txBox="1"/>
          <p:nvPr/>
        </p:nvSpPr>
        <p:spPr>
          <a:xfrm>
            <a:off x="6006465" y="5141595"/>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面向对象实现的人员分工</a:t>
            </a:r>
          </a:p>
        </p:txBody>
      </p:sp>
    </p:spTree>
  </p:cSld>
  <p:clrMapOvr>
    <a:masterClrMapping/>
  </p:clrMapOvr>
  <p:transition spd="slow">
    <p:wipe/>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7.3 </a:t>
            </a:r>
            <a:r>
              <a:rPr lang="zh-CN" altLang="en-US" dirty="0" smtClean="0">
                <a:solidFill>
                  <a:srgbClr val="FF0000"/>
                </a:solidFill>
                <a:sym typeface="+mn-ea"/>
              </a:rPr>
              <a:t>面向对象系统的实现</a:t>
            </a:r>
          </a:p>
        </p:txBody>
      </p:sp>
      <p:grpSp>
        <p:nvGrpSpPr>
          <p:cNvPr id="9" name="组合 8"/>
          <p:cNvGrpSpPr/>
          <p:nvPr/>
        </p:nvGrpSpPr>
        <p:grpSpPr>
          <a:xfrm>
            <a:off x="6586869" y="1250145"/>
            <a:ext cx="4871620" cy="4448740"/>
            <a:chOff x="714372" y="1447038"/>
            <a:chExt cx="5082564" cy="4805136"/>
          </a:xfrm>
        </p:grpSpPr>
        <p:sp>
          <p:nvSpPr>
            <p:cNvPr id="7" name="MH_Picture_2"/>
            <p:cNvSpPr/>
            <p:nvPr>
              <p:custDataLst>
                <p:tags r:id="rId3"/>
              </p:custDataLst>
            </p:nvPr>
          </p:nvSpPr>
          <p:spPr>
            <a:xfrm rot="1635167">
              <a:off x="1583337" y="3662964"/>
              <a:ext cx="4213599" cy="2589210"/>
            </a:xfrm>
            <a:prstGeom prst="rect">
              <a:avLst/>
            </a:prstGeom>
            <a:blipFill dpi="0" rotWithShape="1">
              <a:blip r:embed="rId7" cstate="print"/>
              <a:srcRect/>
              <a:stretch>
                <a:fillRect/>
              </a:stretch>
            </a:blipFill>
            <a:ln w="47625" cap="flat" cmpd="sng" algn="ctr">
              <a:solidFill>
                <a:sysClr val="window" lastClr="FFFFFF"/>
              </a:solidFill>
              <a:prstDash val="solid"/>
              <a:miter lim="800000"/>
            </a:ln>
            <a:effectLst>
              <a:outerShdw blurRad="25400" dist="25400" dir="2700000" algn="tl" rotWithShape="0">
                <a:prstClr val="black">
                  <a:alpha val="20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8" name="MH_Picture_1"/>
            <p:cNvSpPr/>
            <p:nvPr>
              <p:custDataLst>
                <p:tags r:id="rId4"/>
              </p:custDataLst>
            </p:nvPr>
          </p:nvSpPr>
          <p:spPr>
            <a:xfrm rot="21059547">
              <a:off x="714372" y="1447038"/>
              <a:ext cx="4366227" cy="2248525"/>
            </a:xfrm>
            <a:prstGeom prst="rect">
              <a:avLst/>
            </a:prstGeom>
            <a:blipFill dpi="0" rotWithShape="1">
              <a:blip r:embed="rId8" cstate="print"/>
              <a:srcRect/>
              <a:stretch>
                <a:fillRect/>
              </a:stretch>
            </a:blipFill>
            <a:ln w="47625" cap="flat" cmpd="sng" algn="ctr">
              <a:solidFill>
                <a:sysClr val="window" lastClr="FFFFFF"/>
              </a:solidFill>
              <a:prstDash val="solid"/>
              <a:miter lim="800000"/>
            </a:ln>
            <a:effectLst>
              <a:outerShdw blurRad="25400" dist="25400" dir="8100000" algn="tr" rotWithShape="0">
                <a:prstClr val="black">
                  <a:alpha val="20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grpSp>
      <p:sp>
        <p:nvSpPr>
          <p:cNvPr id="3" name="文本框 2"/>
          <p:cNvSpPr txBox="1"/>
          <p:nvPr/>
        </p:nvSpPr>
        <p:spPr>
          <a:xfrm>
            <a:off x="850568" y="2095718"/>
            <a:ext cx="5020945" cy="2971800"/>
          </a:xfrm>
          <a:prstGeom prst="rect">
            <a:avLst/>
          </a:prstGeom>
          <a:noFill/>
        </p:spPr>
        <p:txBody>
          <a:bodyPr wrap="square" rtlCol="0" anchor="t">
            <a:spAutoFit/>
          </a:bodyPr>
          <a:lstStyle/>
          <a:p>
            <a:pPr fontAlgn="auto">
              <a:lnSpc>
                <a:spcPct val="150000"/>
              </a:lnSpc>
            </a:pPr>
            <a:r>
              <a:rPr lang="en-US" altLang="zh-CN" dirty="0"/>
              <a:t>       </a:t>
            </a:r>
            <a:r>
              <a:rPr dirty="0">
                <a:latin typeface="微软雅黑" panose="020B0503020204020204" charset="-122"/>
                <a:ea typeface="微软雅黑" panose="020B0503020204020204" charset="-122"/>
              </a:rPr>
              <a:t>在面向对象系统设计结束后，就可进入系统实现阶段。系统实现阶段分为面向对象程序设计（OOP）、测试和验收。在面向对象程序设计之前，与传统软件工程方法一样，也要先选择程序设计语言。在进行面向对象程序设计时，除了应具有一般程序设计的风格外，还要遵守一些面向对象方法的特有准则。</a:t>
            </a:r>
          </a:p>
        </p:txBody>
      </p:sp>
      <p:cxnSp>
        <p:nvCxnSpPr>
          <p:cNvPr id="12" name="MH_Other_1"/>
          <p:cNvCxnSpPr/>
          <p:nvPr>
            <p:custDataLst>
              <p:tags r:id="rId2"/>
            </p:custDataLst>
          </p:nvPr>
        </p:nvCxnSpPr>
        <p:spPr>
          <a:xfrm rot="5400000">
            <a:off x="3744694" y="3701777"/>
            <a:ext cx="4913694" cy="11386"/>
          </a:xfrm>
          <a:prstGeom prst="line">
            <a:avLst/>
          </a:prstGeom>
          <a:ln>
            <a:solidFill>
              <a:srgbClr val="6ACBF6"/>
            </a:solidFill>
            <a:prstDash val="sysDash"/>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ransition>
    <p:wheel spokes="3"/>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7.3 </a:t>
            </a:r>
            <a:r>
              <a:rPr lang="zh-CN" altLang="en-US" dirty="0" smtClean="0">
                <a:solidFill>
                  <a:srgbClr val="FF0000"/>
                </a:solidFill>
                <a:sym typeface="+mn-ea"/>
              </a:rPr>
              <a:t>面向对象系统的实现</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7.3.1 </a:t>
            </a:r>
            <a:r>
              <a:rPr lang="zh-CN" altLang="en-US" sz="2400" dirty="0" smtClean="0">
                <a:solidFill>
                  <a:schemeClr val="tx1"/>
                </a:solidFill>
              </a:rPr>
              <a:t>选择程序设计语言</a:t>
            </a:r>
          </a:p>
        </p:txBody>
      </p:sp>
      <p:grpSp>
        <p:nvGrpSpPr>
          <p:cNvPr id="3" name="组合 2"/>
          <p:cNvGrpSpPr/>
          <p:nvPr/>
        </p:nvGrpSpPr>
        <p:grpSpPr>
          <a:xfrm>
            <a:off x="2235835" y="2515235"/>
            <a:ext cx="8478520" cy="4113530"/>
            <a:chOff x="9359" y="6193"/>
            <a:chExt cx="7613" cy="5750"/>
          </a:xfrm>
        </p:grpSpPr>
        <p:sp>
          <p:nvSpPr>
            <p:cNvPr id="4" name="MH_Other_1"/>
            <p:cNvSpPr/>
            <p:nvPr/>
          </p:nvSpPr>
          <p:spPr>
            <a:xfrm>
              <a:off x="9359" y="6193"/>
              <a:ext cx="7178" cy="4297"/>
            </a:xfrm>
            <a:prstGeom prst="roundRect">
              <a:avLst>
                <a:gd name="adj" fmla="val 3901"/>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5" name="MH_Other_2"/>
            <p:cNvSpPr/>
            <p:nvPr/>
          </p:nvSpPr>
          <p:spPr>
            <a:xfrm>
              <a:off x="9794" y="6640"/>
              <a:ext cx="7178" cy="5303"/>
            </a:xfrm>
            <a:custGeom>
              <a:avLst/>
              <a:gdLst>
                <a:gd name="connsiteX0" fmla="*/ 106446 w 4557485"/>
                <a:gd name="connsiteY0" fmla="*/ 0 h 3367314"/>
                <a:gd name="connsiteX1" fmla="*/ 4451039 w 4557485"/>
                <a:gd name="connsiteY1" fmla="*/ 0 h 3367314"/>
                <a:gd name="connsiteX2" fmla="*/ 4557485 w 4557485"/>
                <a:gd name="connsiteY2" fmla="*/ 106446 h 3367314"/>
                <a:gd name="connsiteX3" fmla="*/ 4557485 w 4557485"/>
                <a:gd name="connsiteY3" fmla="*/ 2622239 h 3367314"/>
                <a:gd name="connsiteX4" fmla="*/ 4451039 w 4557485"/>
                <a:gd name="connsiteY4" fmla="*/ 2728685 h 3367314"/>
                <a:gd name="connsiteX5" fmla="*/ 3773714 w 4557485"/>
                <a:gd name="connsiteY5" fmla="*/ 2728685 h 3367314"/>
                <a:gd name="connsiteX6" fmla="*/ 3773714 w 4557485"/>
                <a:gd name="connsiteY6" fmla="*/ 3367314 h 3367314"/>
                <a:gd name="connsiteX7" fmla="*/ 3135085 w 4557485"/>
                <a:gd name="connsiteY7" fmla="*/ 2728685 h 3367314"/>
                <a:gd name="connsiteX8" fmla="*/ 106446 w 4557485"/>
                <a:gd name="connsiteY8" fmla="*/ 2728685 h 3367314"/>
                <a:gd name="connsiteX9" fmla="*/ 0 w 4557485"/>
                <a:gd name="connsiteY9" fmla="*/ 2622239 h 3367314"/>
                <a:gd name="connsiteX10" fmla="*/ 0 w 4557485"/>
                <a:gd name="connsiteY10" fmla="*/ 106446 h 3367314"/>
                <a:gd name="connsiteX11" fmla="*/ 106446 w 4557485"/>
                <a:gd name="connsiteY11" fmla="*/ 0 h 3367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7485" h="3367314">
                  <a:moveTo>
                    <a:pt x="106446" y="0"/>
                  </a:moveTo>
                  <a:lnTo>
                    <a:pt x="4451039" y="0"/>
                  </a:lnTo>
                  <a:cubicBezTo>
                    <a:pt x="4509828" y="0"/>
                    <a:pt x="4557485" y="47657"/>
                    <a:pt x="4557485" y="106446"/>
                  </a:cubicBezTo>
                  <a:lnTo>
                    <a:pt x="4557485" y="2622239"/>
                  </a:lnTo>
                  <a:cubicBezTo>
                    <a:pt x="4557485" y="2681028"/>
                    <a:pt x="4509828" y="2728685"/>
                    <a:pt x="4451039" y="2728685"/>
                  </a:cubicBezTo>
                  <a:lnTo>
                    <a:pt x="3773714" y="2728685"/>
                  </a:lnTo>
                  <a:lnTo>
                    <a:pt x="3773714" y="3367314"/>
                  </a:lnTo>
                  <a:lnTo>
                    <a:pt x="3135085" y="2728685"/>
                  </a:lnTo>
                  <a:lnTo>
                    <a:pt x="106446" y="2728685"/>
                  </a:lnTo>
                  <a:cubicBezTo>
                    <a:pt x="47657" y="2728685"/>
                    <a:pt x="0" y="2681028"/>
                    <a:pt x="0" y="2622239"/>
                  </a:cubicBezTo>
                  <a:lnTo>
                    <a:pt x="0" y="106446"/>
                  </a:lnTo>
                  <a:cubicBezTo>
                    <a:pt x="0" y="47657"/>
                    <a:pt x="47657" y="0"/>
                    <a:pt x="106446" y="0"/>
                  </a:cubicBezTo>
                  <a:close/>
                </a:path>
              </a:pathLst>
            </a:cu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3077" name="MH_Desc_1"/>
            <p:cNvSpPr>
              <a:spLocks noChangeArrowheads="1"/>
            </p:cNvSpPr>
            <p:nvPr/>
          </p:nvSpPr>
          <p:spPr bwMode="auto">
            <a:xfrm>
              <a:off x="10846" y="7210"/>
              <a:ext cx="5115" cy="3200"/>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dirty="0">
                  <a:solidFill>
                    <a:schemeClr val="tx1"/>
                  </a:solidFill>
                  <a:latin typeface="微软雅黑" panose="020B0503020204020204" charset="-122"/>
                  <a:ea typeface="微软雅黑" panose="020B0503020204020204" charset="-122"/>
                </a:rPr>
                <a:t>面向对象设计的结果既可选用面向对象语言来实现，又可选用非面向对象语言来实现。重要的是，要将面向对象分析和设计时所有的面向对象概念都能映射到目标程序中去，例如，一般－特殊、继承等。</a:t>
              </a:r>
            </a:p>
          </p:txBody>
        </p:sp>
        <p:sp>
          <p:nvSpPr>
            <p:cNvPr id="3078" name="MH_Other_3"/>
            <p:cNvSpPr/>
            <p:nvPr/>
          </p:nvSpPr>
          <p:spPr bwMode="auto">
            <a:xfrm>
              <a:off x="10174" y="7253"/>
              <a:ext cx="593" cy="450"/>
            </a:xfrm>
            <a:custGeom>
              <a:avLst/>
              <a:gdLst>
                <a:gd name="T0" fmla="*/ 373803 w 376733"/>
                <a:gd name="T1" fmla="*/ 1221 h 285293"/>
                <a:gd name="T2" fmla="*/ 376238 w 376733"/>
                <a:gd name="T3" fmla="*/ 3663 h 285293"/>
                <a:gd name="T4" fmla="*/ 368933 w 376733"/>
                <a:gd name="T5" fmla="*/ 17096 h 285293"/>
                <a:gd name="T6" fmla="*/ 334231 w 376733"/>
                <a:gd name="T7" fmla="*/ 83649 h 285293"/>
                <a:gd name="T8" fmla="*/ 322663 w 376733"/>
                <a:gd name="T9" fmla="*/ 146538 h 285293"/>
                <a:gd name="T10" fmla="*/ 339710 w 376733"/>
                <a:gd name="T11" fmla="*/ 214923 h 285293"/>
                <a:gd name="T12" fmla="*/ 344581 w 376733"/>
                <a:gd name="T13" fmla="*/ 238735 h 285293"/>
                <a:gd name="T14" fmla="*/ 319619 w 376733"/>
                <a:gd name="T15" fmla="*/ 264380 h 285293"/>
                <a:gd name="T16" fmla="*/ 272742 w 376733"/>
                <a:gd name="T17" fmla="*/ 277201 h 285293"/>
                <a:gd name="T18" fmla="*/ 227691 w 376733"/>
                <a:gd name="T19" fmla="*/ 263769 h 285293"/>
                <a:gd name="T20" fmla="*/ 204557 w 376733"/>
                <a:gd name="T21" fmla="*/ 213091 h 285293"/>
                <a:gd name="T22" fmla="*/ 230735 w 376733"/>
                <a:gd name="T23" fmla="*/ 123336 h 285293"/>
                <a:gd name="T24" fmla="*/ 309879 w 376733"/>
                <a:gd name="T25" fmla="*/ 36024 h 285293"/>
                <a:gd name="T26" fmla="*/ 373803 w 376733"/>
                <a:gd name="T27" fmla="*/ 1221 h 285293"/>
                <a:gd name="T28" fmla="*/ 235606 w 376733"/>
                <a:gd name="T29" fmla="*/ 0 h 285293"/>
                <a:gd name="T30" fmla="*/ 242302 w 376733"/>
                <a:gd name="T31" fmla="*/ 2442 h 285293"/>
                <a:gd name="T32" fmla="*/ 232562 w 376733"/>
                <a:gd name="T33" fmla="*/ 14653 h 285293"/>
                <a:gd name="T34" fmla="*/ 159506 w 376733"/>
                <a:gd name="T35" fmla="*/ 101355 h 285293"/>
                <a:gd name="T36" fmla="*/ 136372 w 376733"/>
                <a:gd name="T37" fmla="*/ 175846 h 285293"/>
                <a:gd name="T38" fmla="*/ 140633 w 376733"/>
                <a:gd name="T39" fmla="*/ 219808 h 285293"/>
                <a:gd name="T40" fmla="*/ 144894 w 376733"/>
                <a:gd name="T41" fmla="*/ 240567 h 285293"/>
                <a:gd name="T42" fmla="*/ 121152 w 376733"/>
                <a:gd name="T43" fmla="*/ 272927 h 285293"/>
                <a:gd name="T44" fmla="*/ 77318 w 376733"/>
                <a:gd name="T45" fmla="*/ 285750 h 285293"/>
                <a:gd name="T46" fmla="*/ 28614 w 376733"/>
                <a:gd name="T47" fmla="*/ 268043 h 285293"/>
                <a:gd name="T48" fmla="*/ 0 w 376733"/>
                <a:gd name="T49" fmla="*/ 216144 h 285293"/>
                <a:gd name="T50" fmla="*/ 10959 w 376733"/>
                <a:gd name="T51" fmla="*/ 176456 h 285293"/>
                <a:gd name="T52" fmla="*/ 54184 w 376733"/>
                <a:gd name="T53" fmla="*/ 116620 h 285293"/>
                <a:gd name="T54" fmla="*/ 123586 w 376733"/>
                <a:gd name="T55" fmla="*/ 50067 h 285293"/>
                <a:gd name="T56" fmla="*/ 194816 w 376733"/>
                <a:gd name="T57" fmla="*/ 11601 h 285293"/>
                <a:gd name="T58" fmla="*/ 235606 w 376733"/>
                <a:gd name="T59" fmla="*/ 0 h 28529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376733" h="285293">
                  <a:moveTo>
                    <a:pt x="374295" y="1219"/>
                  </a:moveTo>
                  <a:cubicBezTo>
                    <a:pt x="375920" y="1219"/>
                    <a:pt x="376733" y="2032"/>
                    <a:pt x="376733" y="3657"/>
                  </a:cubicBezTo>
                  <a:cubicBezTo>
                    <a:pt x="376733" y="6096"/>
                    <a:pt x="374295" y="10566"/>
                    <a:pt x="369418" y="17069"/>
                  </a:cubicBezTo>
                  <a:cubicBezTo>
                    <a:pt x="353975" y="36576"/>
                    <a:pt x="342392" y="58725"/>
                    <a:pt x="334671" y="83515"/>
                  </a:cubicBezTo>
                  <a:cubicBezTo>
                    <a:pt x="326949" y="108305"/>
                    <a:pt x="323088" y="129235"/>
                    <a:pt x="323088" y="146304"/>
                  </a:cubicBezTo>
                  <a:cubicBezTo>
                    <a:pt x="323088" y="163373"/>
                    <a:pt x="328778" y="186131"/>
                    <a:pt x="340157" y="214579"/>
                  </a:cubicBezTo>
                  <a:cubicBezTo>
                    <a:pt x="343408" y="221894"/>
                    <a:pt x="345034" y="229819"/>
                    <a:pt x="345034" y="238353"/>
                  </a:cubicBezTo>
                  <a:cubicBezTo>
                    <a:pt x="345034" y="246888"/>
                    <a:pt x="336703" y="255422"/>
                    <a:pt x="320040" y="263957"/>
                  </a:cubicBezTo>
                  <a:cubicBezTo>
                    <a:pt x="303378" y="272491"/>
                    <a:pt x="287732" y="276758"/>
                    <a:pt x="273101" y="276758"/>
                  </a:cubicBezTo>
                  <a:cubicBezTo>
                    <a:pt x="258471" y="276758"/>
                    <a:pt x="243434" y="272288"/>
                    <a:pt x="227991" y="263347"/>
                  </a:cubicBezTo>
                  <a:cubicBezTo>
                    <a:pt x="212548" y="254406"/>
                    <a:pt x="204826" y="237541"/>
                    <a:pt x="204826" y="212750"/>
                  </a:cubicBezTo>
                  <a:cubicBezTo>
                    <a:pt x="204826" y="187960"/>
                    <a:pt x="213564" y="158089"/>
                    <a:pt x="231039" y="123139"/>
                  </a:cubicBezTo>
                  <a:cubicBezTo>
                    <a:pt x="248514" y="88189"/>
                    <a:pt x="274930" y="59131"/>
                    <a:pt x="310287" y="35966"/>
                  </a:cubicBezTo>
                  <a:cubicBezTo>
                    <a:pt x="345644" y="12801"/>
                    <a:pt x="366980" y="1219"/>
                    <a:pt x="374295" y="1219"/>
                  </a:cubicBezTo>
                  <a:close/>
                  <a:moveTo>
                    <a:pt x="235916" y="0"/>
                  </a:moveTo>
                  <a:cubicBezTo>
                    <a:pt x="240386" y="0"/>
                    <a:pt x="242621" y="813"/>
                    <a:pt x="242621" y="2438"/>
                  </a:cubicBezTo>
                  <a:cubicBezTo>
                    <a:pt x="242621" y="4877"/>
                    <a:pt x="239370" y="8941"/>
                    <a:pt x="232868" y="14630"/>
                  </a:cubicBezTo>
                  <a:cubicBezTo>
                    <a:pt x="199543" y="42265"/>
                    <a:pt x="175159" y="71120"/>
                    <a:pt x="159716" y="101193"/>
                  </a:cubicBezTo>
                  <a:cubicBezTo>
                    <a:pt x="144272" y="131267"/>
                    <a:pt x="136551" y="156057"/>
                    <a:pt x="136551" y="175565"/>
                  </a:cubicBezTo>
                  <a:cubicBezTo>
                    <a:pt x="136551" y="195072"/>
                    <a:pt x="137973" y="209702"/>
                    <a:pt x="140818" y="219456"/>
                  </a:cubicBezTo>
                  <a:cubicBezTo>
                    <a:pt x="143663" y="229209"/>
                    <a:pt x="145085" y="236118"/>
                    <a:pt x="145085" y="240182"/>
                  </a:cubicBezTo>
                  <a:cubicBezTo>
                    <a:pt x="145085" y="253187"/>
                    <a:pt x="137160" y="263957"/>
                    <a:pt x="121311" y="272491"/>
                  </a:cubicBezTo>
                  <a:cubicBezTo>
                    <a:pt x="105461" y="281025"/>
                    <a:pt x="90831" y="285293"/>
                    <a:pt x="77420" y="285293"/>
                  </a:cubicBezTo>
                  <a:cubicBezTo>
                    <a:pt x="64008" y="285293"/>
                    <a:pt x="47752" y="279400"/>
                    <a:pt x="28652" y="267614"/>
                  </a:cubicBezTo>
                  <a:cubicBezTo>
                    <a:pt x="9551" y="255829"/>
                    <a:pt x="0" y="238557"/>
                    <a:pt x="0" y="215798"/>
                  </a:cubicBezTo>
                  <a:cubicBezTo>
                    <a:pt x="0" y="202793"/>
                    <a:pt x="3658" y="189585"/>
                    <a:pt x="10973" y="176174"/>
                  </a:cubicBezTo>
                  <a:cubicBezTo>
                    <a:pt x="18288" y="162763"/>
                    <a:pt x="32716" y="142849"/>
                    <a:pt x="54255" y="116433"/>
                  </a:cubicBezTo>
                  <a:cubicBezTo>
                    <a:pt x="75794" y="90017"/>
                    <a:pt x="98959" y="67869"/>
                    <a:pt x="123749" y="49987"/>
                  </a:cubicBezTo>
                  <a:cubicBezTo>
                    <a:pt x="148540" y="32105"/>
                    <a:pt x="172314" y="19304"/>
                    <a:pt x="195072" y="11582"/>
                  </a:cubicBezTo>
                  <a:cubicBezTo>
                    <a:pt x="217831" y="3861"/>
                    <a:pt x="231445" y="0"/>
                    <a:pt x="235916" y="0"/>
                  </a:cubicBezTo>
                  <a:close/>
                </a:path>
              </a:pathLst>
            </a:custGeom>
            <a:solidFill>
              <a:srgbClr val="AD1717"/>
            </a:solidFill>
            <a:ln w="9525">
              <a:no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079" name="MH_Other_4"/>
            <p:cNvSpPr/>
            <p:nvPr/>
          </p:nvSpPr>
          <p:spPr bwMode="auto">
            <a:xfrm rot="10800000">
              <a:off x="15904" y="9978"/>
              <a:ext cx="593" cy="447"/>
            </a:xfrm>
            <a:custGeom>
              <a:avLst/>
              <a:gdLst>
                <a:gd name="T0" fmla="*/ 373803 w 376733"/>
                <a:gd name="T1" fmla="*/ 1214 h 285293"/>
                <a:gd name="T2" fmla="*/ 376238 w 376733"/>
                <a:gd name="T3" fmla="*/ 3643 h 285293"/>
                <a:gd name="T4" fmla="*/ 368933 w 376733"/>
                <a:gd name="T5" fmla="*/ 17001 h 285293"/>
                <a:gd name="T6" fmla="*/ 334231 w 376733"/>
                <a:gd name="T7" fmla="*/ 83184 h 285293"/>
                <a:gd name="T8" fmla="*/ 322663 w 376733"/>
                <a:gd name="T9" fmla="*/ 145724 h 285293"/>
                <a:gd name="T10" fmla="*/ 339710 w 376733"/>
                <a:gd name="T11" fmla="*/ 213728 h 285293"/>
                <a:gd name="T12" fmla="*/ 344581 w 376733"/>
                <a:gd name="T13" fmla="*/ 237408 h 285293"/>
                <a:gd name="T14" fmla="*/ 319619 w 376733"/>
                <a:gd name="T15" fmla="*/ 262911 h 285293"/>
                <a:gd name="T16" fmla="*/ 272742 w 376733"/>
                <a:gd name="T17" fmla="*/ 275661 h 285293"/>
                <a:gd name="T18" fmla="*/ 227691 w 376733"/>
                <a:gd name="T19" fmla="*/ 262303 h 285293"/>
                <a:gd name="T20" fmla="*/ 204557 w 376733"/>
                <a:gd name="T21" fmla="*/ 211907 h 285293"/>
                <a:gd name="T22" fmla="*/ 230735 w 376733"/>
                <a:gd name="T23" fmla="*/ 122651 h 285293"/>
                <a:gd name="T24" fmla="*/ 309879 w 376733"/>
                <a:gd name="T25" fmla="*/ 35823 h 285293"/>
                <a:gd name="T26" fmla="*/ 373803 w 376733"/>
                <a:gd name="T27" fmla="*/ 1214 h 285293"/>
                <a:gd name="T28" fmla="*/ 235606 w 376733"/>
                <a:gd name="T29" fmla="*/ 0 h 285293"/>
                <a:gd name="T30" fmla="*/ 242302 w 376733"/>
                <a:gd name="T31" fmla="*/ 2428 h 285293"/>
                <a:gd name="T32" fmla="*/ 232562 w 376733"/>
                <a:gd name="T33" fmla="*/ 14572 h 285293"/>
                <a:gd name="T34" fmla="*/ 159506 w 376733"/>
                <a:gd name="T35" fmla="*/ 100792 h 285293"/>
                <a:gd name="T36" fmla="*/ 136372 w 376733"/>
                <a:gd name="T37" fmla="*/ 174869 h 285293"/>
                <a:gd name="T38" fmla="*/ 140633 w 376733"/>
                <a:gd name="T39" fmla="*/ 218586 h 285293"/>
                <a:gd name="T40" fmla="*/ 144894 w 376733"/>
                <a:gd name="T41" fmla="*/ 239230 h 285293"/>
                <a:gd name="T42" fmla="*/ 121152 w 376733"/>
                <a:gd name="T43" fmla="*/ 271411 h 285293"/>
                <a:gd name="T44" fmla="*/ 77318 w 376733"/>
                <a:gd name="T45" fmla="*/ 284162 h 285293"/>
                <a:gd name="T46" fmla="*/ 28614 w 376733"/>
                <a:gd name="T47" fmla="*/ 266553 h 285293"/>
                <a:gd name="T48" fmla="*/ 0 w 376733"/>
                <a:gd name="T49" fmla="*/ 214943 h 285293"/>
                <a:gd name="T50" fmla="*/ 10959 w 376733"/>
                <a:gd name="T51" fmla="*/ 175476 h 285293"/>
                <a:gd name="T52" fmla="*/ 54184 w 376733"/>
                <a:gd name="T53" fmla="*/ 115971 h 285293"/>
                <a:gd name="T54" fmla="*/ 123586 w 376733"/>
                <a:gd name="T55" fmla="*/ 49789 h 285293"/>
                <a:gd name="T56" fmla="*/ 194816 w 376733"/>
                <a:gd name="T57" fmla="*/ 11536 h 285293"/>
                <a:gd name="T58" fmla="*/ 235606 w 376733"/>
                <a:gd name="T59" fmla="*/ 0 h 28529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376733" h="285293">
                  <a:moveTo>
                    <a:pt x="374295" y="1219"/>
                  </a:moveTo>
                  <a:cubicBezTo>
                    <a:pt x="375920" y="1219"/>
                    <a:pt x="376733" y="2032"/>
                    <a:pt x="376733" y="3657"/>
                  </a:cubicBezTo>
                  <a:cubicBezTo>
                    <a:pt x="376733" y="6096"/>
                    <a:pt x="374295" y="10566"/>
                    <a:pt x="369418" y="17069"/>
                  </a:cubicBezTo>
                  <a:cubicBezTo>
                    <a:pt x="353975" y="36576"/>
                    <a:pt x="342392" y="58725"/>
                    <a:pt x="334671" y="83515"/>
                  </a:cubicBezTo>
                  <a:cubicBezTo>
                    <a:pt x="326949" y="108305"/>
                    <a:pt x="323088" y="129235"/>
                    <a:pt x="323088" y="146304"/>
                  </a:cubicBezTo>
                  <a:cubicBezTo>
                    <a:pt x="323088" y="163373"/>
                    <a:pt x="328778" y="186131"/>
                    <a:pt x="340157" y="214579"/>
                  </a:cubicBezTo>
                  <a:cubicBezTo>
                    <a:pt x="343408" y="221894"/>
                    <a:pt x="345034" y="229819"/>
                    <a:pt x="345034" y="238353"/>
                  </a:cubicBezTo>
                  <a:cubicBezTo>
                    <a:pt x="345034" y="246888"/>
                    <a:pt x="336703" y="255422"/>
                    <a:pt x="320040" y="263957"/>
                  </a:cubicBezTo>
                  <a:cubicBezTo>
                    <a:pt x="303378" y="272491"/>
                    <a:pt x="287732" y="276758"/>
                    <a:pt x="273101" y="276758"/>
                  </a:cubicBezTo>
                  <a:cubicBezTo>
                    <a:pt x="258471" y="276758"/>
                    <a:pt x="243434" y="272288"/>
                    <a:pt x="227991" y="263347"/>
                  </a:cubicBezTo>
                  <a:cubicBezTo>
                    <a:pt x="212548" y="254406"/>
                    <a:pt x="204826" y="237541"/>
                    <a:pt x="204826" y="212750"/>
                  </a:cubicBezTo>
                  <a:cubicBezTo>
                    <a:pt x="204826" y="187960"/>
                    <a:pt x="213564" y="158089"/>
                    <a:pt x="231039" y="123139"/>
                  </a:cubicBezTo>
                  <a:cubicBezTo>
                    <a:pt x="248514" y="88189"/>
                    <a:pt x="274930" y="59131"/>
                    <a:pt x="310287" y="35966"/>
                  </a:cubicBezTo>
                  <a:cubicBezTo>
                    <a:pt x="345644" y="12801"/>
                    <a:pt x="366980" y="1219"/>
                    <a:pt x="374295" y="1219"/>
                  </a:cubicBezTo>
                  <a:close/>
                  <a:moveTo>
                    <a:pt x="235916" y="0"/>
                  </a:moveTo>
                  <a:cubicBezTo>
                    <a:pt x="240386" y="0"/>
                    <a:pt x="242621" y="813"/>
                    <a:pt x="242621" y="2438"/>
                  </a:cubicBezTo>
                  <a:cubicBezTo>
                    <a:pt x="242621" y="4877"/>
                    <a:pt x="239370" y="8941"/>
                    <a:pt x="232868" y="14630"/>
                  </a:cubicBezTo>
                  <a:cubicBezTo>
                    <a:pt x="199543" y="42265"/>
                    <a:pt x="175159" y="71120"/>
                    <a:pt x="159716" y="101193"/>
                  </a:cubicBezTo>
                  <a:cubicBezTo>
                    <a:pt x="144272" y="131267"/>
                    <a:pt x="136551" y="156057"/>
                    <a:pt x="136551" y="175565"/>
                  </a:cubicBezTo>
                  <a:cubicBezTo>
                    <a:pt x="136551" y="195072"/>
                    <a:pt x="137973" y="209702"/>
                    <a:pt x="140818" y="219456"/>
                  </a:cubicBezTo>
                  <a:cubicBezTo>
                    <a:pt x="143663" y="229209"/>
                    <a:pt x="145085" y="236118"/>
                    <a:pt x="145085" y="240182"/>
                  </a:cubicBezTo>
                  <a:cubicBezTo>
                    <a:pt x="145085" y="253187"/>
                    <a:pt x="137160" y="263957"/>
                    <a:pt x="121311" y="272491"/>
                  </a:cubicBezTo>
                  <a:cubicBezTo>
                    <a:pt x="105461" y="281025"/>
                    <a:pt x="90831" y="285293"/>
                    <a:pt x="77420" y="285293"/>
                  </a:cubicBezTo>
                  <a:cubicBezTo>
                    <a:pt x="64008" y="285293"/>
                    <a:pt x="47752" y="279400"/>
                    <a:pt x="28652" y="267614"/>
                  </a:cubicBezTo>
                  <a:cubicBezTo>
                    <a:pt x="9551" y="255829"/>
                    <a:pt x="0" y="238557"/>
                    <a:pt x="0" y="215798"/>
                  </a:cubicBezTo>
                  <a:cubicBezTo>
                    <a:pt x="0" y="202793"/>
                    <a:pt x="3658" y="189585"/>
                    <a:pt x="10973" y="176174"/>
                  </a:cubicBezTo>
                  <a:cubicBezTo>
                    <a:pt x="18288" y="162763"/>
                    <a:pt x="32716" y="142849"/>
                    <a:pt x="54255" y="116433"/>
                  </a:cubicBezTo>
                  <a:cubicBezTo>
                    <a:pt x="75794" y="90017"/>
                    <a:pt x="98959" y="67869"/>
                    <a:pt x="123749" y="49987"/>
                  </a:cubicBezTo>
                  <a:cubicBezTo>
                    <a:pt x="148540" y="32105"/>
                    <a:pt x="172314" y="19304"/>
                    <a:pt x="195072" y="11582"/>
                  </a:cubicBezTo>
                  <a:cubicBezTo>
                    <a:pt x="217831" y="3861"/>
                    <a:pt x="231445" y="0"/>
                    <a:pt x="235916" y="0"/>
                  </a:cubicBezTo>
                  <a:close/>
                </a:path>
              </a:pathLst>
            </a:custGeom>
            <a:solidFill>
              <a:srgbClr val="AD1717"/>
            </a:solidFill>
            <a:ln w="9525">
              <a:no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Tree>
    <p:custDataLst>
      <p:tags r:id="rId1"/>
    </p:custDataLst>
  </p:cSld>
  <p:clrMapOvr>
    <a:masterClrMapping/>
  </p:clrMapOvr>
  <p:transition>
    <p:wheel spokes="3"/>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7.3 </a:t>
            </a:r>
            <a:r>
              <a:rPr lang="zh-CN" altLang="en-US" dirty="0" smtClean="0">
                <a:solidFill>
                  <a:srgbClr val="FF0000"/>
                </a:solidFill>
                <a:sym typeface="+mn-ea"/>
              </a:rPr>
              <a:t>面向对象系统的实现</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7.3.1 </a:t>
            </a:r>
            <a:r>
              <a:rPr lang="zh-CN" altLang="en-US" sz="2400" dirty="0" smtClean="0">
                <a:solidFill>
                  <a:schemeClr val="tx1"/>
                </a:solidFill>
              </a:rPr>
              <a:t>选择程序设计语言</a:t>
            </a:r>
          </a:p>
        </p:txBody>
      </p:sp>
      <p:grpSp>
        <p:nvGrpSpPr>
          <p:cNvPr id="30" name="组合 29"/>
          <p:cNvGrpSpPr/>
          <p:nvPr/>
        </p:nvGrpSpPr>
        <p:grpSpPr>
          <a:xfrm>
            <a:off x="759317" y="1932428"/>
            <a:ext cx="10063383" cy="1056640"/>
            <a:chOff x="881" y="2735"/>
            <a:chExt cx="13925" cy="1664"/>
          </a:xfrm>
        </p:grpSpPr>
        <p:sp>
          <p:nvSpPr>
            <p:cNvPr id="167" name="圆角矩形"/>
            <p:cNvSpPr/>
            <p:nvPr/>
          </p:nvSpPr>
          <p:spPr>
            <a:xfrm>
              <a:off x="1251" y="3071"/>
              <a:ext cx="13555" cy="1328"/>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31"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xmlns=""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48" name="文本框 47"/>
            <p:cNvSpPr txBox="1"/>
            <p:nvPr/>
          </p:nvSpPr>
          <p:spPr>
            <a:xfrm>
              <a:off x="1251" y="3157"/>
              <a:ext cx="13498" cy="1105"/>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选择合适的程序设计语言能减少编码的工作量，产生易读、易测试、易维护的代码。为满足面向对象设计的需要，选择程序设计语言时，可以考虑以下几方面：</a:t>
              </a:r>
            </a:p>
          </p:txBody>
        </p:sp>
      </p:grpSp>
      <p:grpSp>
        <p:nvGrpSpPr>
          <p:cNvPr id="26" name="组合 25"/>
          <p:cNvGrpSpPr/>
          <p:nvPr/>
        </p:nvGrpSpPr>
        <p:grpSpPr>
          <a:xfrm>
            <a:off x="1259356" y="3088334"/>
            <a:ext cx="9647555" cy="1283335"/>
            <a:chOff x="1302" y="3512"/>
            <a:chExt cx="15193" cy="2021"/>
          </a:xfrm>
        </p:grpSpPr>
        <p:sp>
          <p:nvSpPr>
            <p:cNvPr id="14" name="Oval 5"/>
            <p:cNvSpPr/>
            <p:nvPr>
              <p:custDataLst>
                <p:tags r:id="rId10"/>
              </p:custDataLst>
            </p:nvPr>
          </p:nvSpPr>
          <p:spPr>
            <a:xfrm>
              <a:off x="1302" y="3512"/>
              <a:ext cx="1222" cy="1220"/>
            </a:xfrm>
            <a:prstGeom prst="ellipse">
              <a:avLst/>
            </a:prstGeom>
            <a:solidFill>
              <a:schemeClr val="accent3"/>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15" name="Freeform 7"/>
            <p:cNvSpPr>
              <a:spLocks noEditPoints="1"/>
            </p:cNvSpPr>
            <p:nvPr>
              <p:custDataLst>
                <p:tags r:id="rId11"/>
              </p:custDataLst>
            </p:nvPr>
          </p:nvSpPr>
          <p:spPr bwMode="auto">
            <a:xfrm>
              <a:off x="1594" y="3802"/>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16" name="文本框 18"/>
            <p:cNvSpPr txBox="1">
              <a:spLocks noChangeArrowheads="1"/>
            </p:cNvSpPr>
            <p:nvPr>
              <p:custDataLst>
                <p:tags r:id="rId12"/>
              </p:custDataLst>
            </p:nvPr>
          </p:nvSpPr>
          <p:spPr bwMode="auto">
            <a:xfrm>
              <a:off x="2719" y="3610"/>
              <a:ext cx="13776" cy="6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smtClean="0">
                  <a:latin typeface="+mj-lt"/>
                  <a:ea typeface="+mj-ea"/>
                  <a:cs typeface="+mj-cs"/>
                </a:rPr>
                <a:t>与面向对象分析（OOA）和面向对象设计（OOD）有一致的表示方法</a:t>
              </a:r>
            </a:p>
          </p:txBody>
        </p:sp>
        <p:sp>
          <p:nvSpPr>
            <p:cNvPr id="21" name="文本框 20"/>
            <p:cNvSpPr txBox="1"/>
            <p:nvPr>
              <p:custDataLst>
                <p:tags r:id="rId13"/>
              </p:custDataLst>
            </p:nvPr>
          </p:nvSpPr>
          <p:spPr>
            <a:xfrm>
              <a:off x="2735" y="4236"/>
              <a:ext cx="12761" cy="1297"/>
            </a:xfrm>
            <a:prstGeom prst="rect">
              <a:avLst/>
            </a:prstGeom>
          </p:spPr>
          <p:txBody>
            <a:bodyPr lIns="90000" tIns="46800" rIns="90000" bIns="46800">
              <a:normAutofit/>
            </a:bodyPr>
            <a:lstStyle>
              <a:defPPr>
                <a:defRPr lang="zh-CN"/>
              </a:defPPr>
              <a:lvl1pPr>
                <a:spcBef>
                  <a:spcPts val="0"/>
                </a:spcBef>
                <a:spcAft>
                  <a:spcPts val="0"/>
                </a:spcAft>
                <a:defRPr sz="1800"/>
              </a:lvl1pPr>
            </a:lstStyle>
            <a:p>
              <a:pPr>
                <a:lnSpc>
                  <a:spcPct val="120000"/>
                </a:lnSpc>
              </a:pPr>
              <a:r>
                <a:rPr lang="en-US" altLang="zh-CN" dirty="0" smtClean="0"/>
                <a:t>      </a:t>
              </a:r>
              <a:r>
                <a:rPr lang="zh-CN" altLang="en-US" dirty="0" smtClean="0"/>
                <a:t>例如：类、继承、封装、消息、多态性等。</a:t>
              </a:r>
            </a:p>
          </p:txBody>
        </p:sp>
      </p:grpSp>
      <p:grpSp>
        <p:nvGrpSpPr>
          <p:cNvPr id="4" name="组合 3"/>
          <p:cNvGrpSpPr/>
          <p:nvPr/>
        </p:nvGrpSpPr>
        <p:grpSpPr>
          <a:xfrm>
            <a:off x="1259356" y="5500771"/>
            <a:ext cx="7472680" cy="1224915"/>
            <a:chOff x="1302" y="3610"/>
            <a:chExt cx="11768" cy="1929"/>
          </a:xfrm>
        </p:grpSpPr>
        <p:sp>
          <p:nvSpPr>
            <p:cNvPr id="5" name="Oval 5"/>
            <p:cNvSpPr/>
            <p:nvPr>
              <p:custDataLst>
                <p:tags r:id="rId6"/>
              </p:custDataLst>
            </p:nvPr>
          </p:nvSpPr>
          <p:spPr>
            <a:xfrm>
              <a:off x="1302" y="3791"/>
              <a:ext cx="1222" cy="1220"/>
            </a:xfrm>
            <a:prstGeom prst="ellipse">
              <a:avLst/>
            </a:prstGeom>
            <a:solidFill>
              <a:schemeClr val="accent3"/>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6" name="Freeform 7"/>
            <p:cNvSpPr>
              <a:spLocks noEditPoints="1"/>
            </p:cNvSpPr>
            <p:nvPr>
              <p:custDataLst>
                <p:tags r:id="rId7"/>
              </p:custDataLst>
            </p:nvPr>
          </p:nvSpPr>
          <p:spPr bwMode="auto">
            <a:xfrm>
              <a:off x="1594" y="4081"/>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7" name="文本框 18"/>
            <p:cNvSpPr txBox="1">
              <a:spLocks noChangeArrowheads="1"/>
            </p:cNvSpPr>
            <p:nvPr>
              <p:custDataLst>
                <p:tags r:id="rId8"/>
              </p:custDataLst>
            </p:nvPr>
          </p:nvSpPr>
          <p:spPr bwMode="auto">
            <a:xfrm>
              <a:off x="2719" y="3610"/>
              <a:ext cx="8473" cy="5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smtClean="0">
                  <a:latin typeface="+mj-lt"/>
                  <a:ea typeface="+mj-ea"/>
                  <a:cs typeface="+mj-cs"/>
                </a:rPr>
                <a:t>源代码的可移植性、可重用性</a:t>
              </a:r>
            </a:p>
          </p:txBody>
        </p:sp>
        <p:sp>
          <p:nvSpPr>
            <p:cNvPr id="8" name="文本框 7"/>
            <p:cNvSpPr txBox="1"/>
            <p:nvPr>
              <p:custDataLst>
                <p:tags r:id="rId9"/>
              </p:custDataLst>
            </p:nvPr>
          </p:nvSpPr>
          <p:spPr>
            <a:xfrm>
              <a:off x="2735" y="4236"/>
              <a:ext cx="10335" cy="1303"/>
            </a:xfrm>
            <a:prstGeom prst="rect">
              <a:avLst/>
            </a:prstGeom>
          </p:spPr>
          <p:txBody>
            <a:bodyPr lIns="90000" tIns="46800" rIns="90000" bIns="46800">
              <a:normAutofit/>
            </a:bodyPr>
            <a:lstStyle>
              <a:defPPr>
                <a:defRPr lang="zh-CN"/>
              </a:defPPr>
              <a:lvl1pPr>
                <a:spcBef>
                  <a:spcPts val="0"/>
                </a:spcBef>
                <a:spcAft>
                  <a:spcPts val="0"/>
                </a:spcAft>
                <a:defRPr sz="1800"/>
              </a:lvl1pPr>
            </a:lstStyle>
            <a:p>
              <a:pPr>
                <a:lnSpc>
                  <a:spcPct val="120000"/>
                </a:lnSpc>
              </a:pPr>
              <a:r>
                <a:rPr lang="en-US" altLang="zh-CN" dirty="0" smtClean="0"/>
                <a:t>      </a:t>
              </a:r>
              <a:r>
                <a:rPr lang="zh-CN" altLang="en-US" dirty="0" smtClean="0"/>
                <a:t>源代码的可移植性直接支持软件复用。</a:t>
              </a:r>
            </a:p>
          </p:txBody>
        </p:sp>
      </p:grpSp>
      <p:grpSp>
        <p:nvGrpSpPr>
          <p:cNvPr id="9" name="组合 8"/>
          <p:cNvGrpSpPr/>
          <p:nvPr/>
        </p:nvGrpSpPr>
        <p:grpSpPr>
          <a:xfrm>
            <a:off x="1259356" y="4201561"/>
            <a:ext cx="9037955" cy="1299210"/>
            <a:chOff x="1302" y="3610"/>
            <a:chExt cx="14233" cy="2046"/>
          </a:xfrm>
        </p:grpSpPr>
        <p:sp>
          <p:nvSpPr>
            <p:cNvPr id="10" name="Oval 5"/>
            <p:cNvSpPr/>
            <p:nvPr>
              <p:custDataLst>
                <p:tags r:id="rId2"/>
              </p:custDataLst>
            </p:nvPr>
          </p:nvSpPr>
          <p:spPr>
            <a:xfrm>
              <a:off x="1302" y="3791"/>
              <a:ext cx="1222" cy="1220"/>
            </a:xfrm>
            <a:prstGeom prst="ellipse">
              <a:avLst/>
            </a:prstGeom>
            <a:solidFill>
              <a:schemeClr val="accent3"/>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11" name="Freeform 7"/>
            <p:cNvSpPr>
              <a:spLocks noEditPoints="1"/>
            </p:cNvSpPr>
            <p:nvPr>
              <p:custDataLst>
                <p:tags r:id="rId3"/>
              </p:custDataLst>
            </p:nvPr>
          </p:nvSpPr>
          <p:spPr bwMode="auto">
            <a:xfrm>
              <a:off x="1594" y="4081"/>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12" name="文本框 18"/>
            <p:cNvSpPr txBox="1">
              <a:spLocks noChangeArrowheads="1"/>
            </p:cNvSpPr>
            <p:nvPr>
              <p:custDataLst>
                <p:tags r:id="rId4"/>
              </p:custDataLst>
            </p:nvPr>
          </p:nvSpPr>
          <p:spPr bwMode="auto">
            <a:xfrm>
              <a:off x="2719" y="3610"/>
              <a:ext cx="10418" cy="5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smtClean="0">
                  <a:latin typeface="+mj-lt"/>
                  <a:ea typeface="+mj-ea"/>
                  <a:cs typeface="+mj-cs"/>
                </a:rPr>
                <a:t>将设计体现为代码的便利程度</a:t>
              </a:r>
            </a:p>
          </p:txBody>
        </p:sp>
        <p:sp>
          <p:nvSpPr>
            <p:cNvPr id="13" name="文本框 12"/>
            <p:cNvSpPr txBox="1"/>
            <p:nvPr>
              <p:custDataLst>
                <p:tags r:id="rId5"/>
              </p:custDataLst>
            </p:nvPr>
          </p:nvSpPr>
          <p:spPr>
            <a:xfrm>
              <a:off x="2735" y="4236"/>
              <a:ext cx="12800" cy="1420"/>
            </a:xfrm>
            <a:prstGeom prst="rect">
              <a:avLst/>
            </a:prstGeom>
          </p:spPr>
          <p:txBody>
            <a:bodyPr lIns="90000" tIns="46800" rIns="90000" bIns="46800">
              <a:normAutofit/>
            </a:bodyPr>
            <a:lstStyle>
              <a:defPPr>
                <a:defRPr lang="zh-CN"/>
              </a:defPPr>
              <a:lvl1pPr>
                <a:spcBef>
                  <a:spcPts val="0"/>
                </a:spcBef>
                <a:spcAft>
                  <a:spcPts val="0"/>
                </a:spcAft>
                <a:defRPr sz="1800"/>
              </a:lvl1pPr>
            </a:lstStyle>
            <a:p>
              <a:pPr>
                <a:lnSpc>
                  <a:spcPct val="120000"/>
                </a:lnSpc>
              </a:pPr>
              <a:r>
                <a:rPr lang="en-US" altLang="zh-CN" dirty="0" smtClean="0"/>
                <a:t>      </a:t>
              </a:r>
              <a:r>
                <a:rPr lang="zh-CN" altLang="en-US" dirty="0" smtClean="0"/>
                <a:t>如果某个程序设计语言直接支持构件、复杂的数据结构、面向对象方法等，那么则便于将设计翻译成代码。</a:t>
              </a:r>
            </a:p>
          </p:txBody>
        </p:sp>
      </p:grpSp>
    </p:spTree>
    <p:custDataLst>
      <p:tags r:id="rId1"/>
    </p:custDataLst>
  </p:cSld>
  <p:clrMapOvr>
    <a:masterClrMapping/>
  </p:clrMapOvr>
  <p:transition>
    <p:wheel spokes="3"/>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7.3 </a:t>
            </a:r>
            <a:r>
              <a:rPr lang="zh-CN" altLang="en-US" dirty="0" smtClean="0">
                <a:solidFill>
                  <a:srgbClr val="FF0000"/>
                </a:solidFill>
                <a:sym typeface="+mn-ea"/>
              </a:rPr>
              <a:t>面向对象系统的实现</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7.3.1 </a:t>
            </a:r>
            <a:r>
              <a:rPr lang="zh-CN" altLang="en-US" sz="2400" dirty="0" smtClean="0">
                <a:solidFill>
                  <a:schemeClr val="tx1"/>
                </a:solidFill>
              </a:rPr>
              <a:t>选择程序设计语言</a:t>
            </a:r>
          </a:p>
        </p:txBody>
      </p:sp>
      <p:grpSp>
        <p:nvGrpSpPr>
          <p:cNvPr id="26" name="组合 25"/>
          <p:cNvGrpSpPr/>
          <p:nvPr/>
        </p:nvGrpSpPr>
        <p:grpSpPr>
          <a:xfrm>
            <a:off x="739140" y="2512060"/>
            <a:ext cx="5034280" cy="2973070"/>
            <a:chOff x="1302" y="3610"/>
            <a:chExt cx="7928" cy="4682"/>
          </a:xfrm>
        </p:grpSpPr>
        <p:sp>
          <p:nvSpPr>
            <p:cNvPr id="14" name="Oval 5"/>
            <p:cNvSpPr/>
            <p:nvPr>
              <p:custDataLst>
                <p:tags r:id="rId6"/>
              </p:custDataLst>
            </p:nvPr>
          </p:nvSpPr>
          <p:spPr>
            <a:xfrm>
              <a:off x="1302" y="3791"/>
              <a:ext cx="1222" cy="1220"/>
            </a:xfrm>
            <a:prstGeom prst="ellipse">
              <a:avLst/>
            </a:prstGeom>
            <a:solidFill>
              <a:schemeClr val="accent3"/>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15" name="Freeform 7"/>
            <p:cNvSpPr>
              <a:spLocks noEditPoints="1"/>
            </p:cNvSpPr>
            <p:nvPr>
              <p:custDataLst>
                <p:tags r:id="rId7"/>
              </p:custDataLst>
            </p:nvPr>
          </p:nvSpPr>
          <p:spPr bwMode="auto">
            <a:xfrm>
              <a:off x="1594" y="4081"/>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16" name="文本框 18"/>
            <p:cNvSpPr txBox="1">
              <a:spLocks noChangeArrowheads="1"/>
            </p:cNvSpPr>
            <p:nvPr>
              <p:custDataLst>
                <p:tags r:id="rId8"/>
              </p:custDataLst>
            </p:nvPr>
          </p:nvSpPr>
          <p:spPr bwMode="auto">
            <a:xfrm>
              <a:off x="2735" y="3610"/>
              <a:ext cx="4728" cy="6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smtClean="0">
                  <a:latin typeface="+mj-lt"/>
                  <a:ea typeface="+mj-ea"/>
                  <a:cs typeface="+mj-cs"/>
                </a:rPr>
                <a:t>配套的开发工具</a:t>
              </a:r>
            </a:p>
          </p:txBody>
        </p:sp>
        <p:sp>
          <p:nvSpPr>
            <p:cNvPr id="21" name="文本框 20"/>
            <p:cNvSpPr txBox="1"/>
            <p:nvPr>
              <p:custDataLst>
                <p:tags r:id="rId9"/>
              </p:custDataLst>
            </p:nvPr>
          </p:nvSpPr>
          <p:spPr>
            <a:xfrm>
              <a:off x="2735" y="4236"/>
              <a:ext cx="6495" cy="4056"/>
            </a:xfrm>
            <a:prstGeom prst="rect">
              <a:avLst/>
            </a:prstGeom>
          </p:spPr>
          <p:txBody>
            <a:bodyPr lIns="90000" tIns="46800" rIns="90000" bIns="46800">
              <a:normAutofit/>
            </a:bodyPr>
            <a:lstStyle>
              <a:defPPr>
                <a:defRPr lang="zh-CN"/>
              </a:defPPr>
              <a:lvl1pPr>
                <a:spcBef>
                  <a:spcPts val="0"/>
                </a:spcBef>
                <a:spcAft>
                  <a:spcPts val="0"/>
                </a:spcAft>
                <a:defRPr sz="1800"/>
              </a:lvl1pPr>
            </a:lstStyle>
            <a:p>
              <a:pPr>
                <a:lnSpc>
                  <a:spcPct val="120000"/>
                </a:lnSpc>
              </a:pPr>
              <a:r>
                <a:rPr lang="en-US" altLang="zh-CN" dirty="0" smtClean="0"/>
                <a:t>      </a:t>
              </a:r>
              <a:r>
                <a:rPr lang="zh-CN" altLang="en-US" dirty="0" smtClean="0"/>
                <a:t>利用开发工具可以减少源代码的开发时间，同时提高代码质量。现在很多语言都配备了由一整套工具组成的程序设计支撑环境，包括类库、编译调试器、各种用途的子程序库等。</a:t>
              </a:r>
            </a:p>
          </p:txBody>
        </p:sp>
      </p:grpSp>
      <p:grpSp>
        <p:nvGrpSpPr>
          <p:cNvPr id="3" name="组合 2"/>
          <p:cNvGrpSpPr/>
          <p:nvPr/>
        </p:nvGrpSpPr>
        <p:grpSpPr>
          <a:xfrm>
            <a:off x="6093460" y="2512060"/>
            <a:ext cx="5264150" cy="3232150"/>
            <a:chOff x="1302" y="3610"/>
            <a:chExt cx="8290" cy="5090"/>
          </a:xfrm>
        </p:grpSpPr>
        <p:sp>
          <p:nvSpPr>
            <p:cNvPr id="4" name="Oval 5"/>
            <p:cNvSpPr/>
            <p:nvPr>
              <p:custDataLst>
                <p:tags r:id="rId2"/>
              </p:custDataLst>
            </p:nvPr>
          </p:nvSpPr>
          <p:spPr>
            <a:xfrm>
              <a:off x="1302" y="3791"/>
              <a:ext cx="1222" cy="1220"/>
            </a:xfrm>
            <a:prstGeom prst="ellipse">
              <a:avLst/>
            </a:prstGeom>
            <a:solidFill>
              <a:schemeClr val="accent3"/>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5" name="Freeform 7"/>
            <p:cNvSpPr>
              <a:spLocks noEditPoints="1"/>
            </p:cNvSpPr>
            <p:nvPr>
              <p:custDataLst>
                <p:tags r:id="rId3"/>
              </p:custDataLst>
            </p:nvPr>
          </p:nvSpPr>
          <p:spPr bwMode="auto">
            <a:xfrm>
              <a:off x="1594" y="4081"/>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6" name="文本框 18"/>
            <p:cNvSpPr txBox="1">
              <a:spLocks noChangeArrowheads="1"/>
            </p:cNvSpPr>
            <p:nvPr>
              <p:custDataLst>
                <p:tags r:id="rId4"/>
              </p:custDataLst>
            </p:nvPr>
          </p:nvSpPr>
          <p:spPr bwMode="auto">
            <a:xfrm>
              <a:off x="2735" y="3610"/>
              <a:ext cx="4728" cy="6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smtClean="0">
                  <a:latin typeface="+mj-lt"/>
                  <a:ea typeface="+mj-ea"/>
                  <a:cs typeface="+mj-cs"/>
                </a:rPr>
                <a:t>可维护性</a:t>
              </a:r>
            </a:p>
          </p:txBody>
        </p:sp>
        <p:sp>
          <p:nvSpPr>
            <p:cNvPr id="7" name="文本框 6"/>
            <p:cNvSpPr txBox="1"/>
            <p:nvPr>
              <p:custDataLst>
                <p:tags r:id="rId5"/>
              </p:custDataLst>
            </p:nvPr>
          </p:nvSpPr>
          <p:spPr>
            <a:xfrm>
              <a:off x="2735" y="4236"/>
              <a:ext cx="6857" cy="4464"/>
            </a:xfrm>
            <a:prstGeom prst="rect">
              <a:avLst/>
            </a:prstGeom>
          </p:spPr>
          <p:txBody>
            <a:bodyPr lIns="90000" tIns="46800" rIns="90000" bIns="46800">
              <a:normAutofit/>
            </a:bodyPr>
            <a:lstStyle>
              <a:defPPr>
                <a:defRPr lang="zh-CN"/>
              </a:defPPr>
              <a:lvl1pPr>
                <a:spcBef>
                  <a:spcPts val="0"/>
                </a:spcBef>
                <a:spcAft>
                  <a:spcPts val="0"/>
                </a:spcAft>
                <a:defRPr sz="1800"/>
              </a:lvl1pPr>
            </a:lstStyle>
            <a:p>
              <a:pPr>
                <a:lnSpc>
                  <a:spcPct val="120000"/>
                </a:lnSpc>
              </a:pPr>
              <a:r>
                <a:rPr lang="en-US" altLang="zh-CN" dirty="0" smtClean="0"/>
                <a:t>      </a:t>
              </a:r>
              <a:r>
                <a:rPr lang="zh-CN" altLang="en-US" dirty="0" smtClean="0"/>
                <a:t>任何软件都存在着维护问题。维护软件首先要理解软件，虽然阅读文档可以帮助理解软件，但最终还是要阅读代码并根据设计的变化修改代码及文档。由此可见，语言自身的说明特性，例如允许长关键字、带标号的格式、自定义数据类型等，都可以促进软件的可维护性。</a:t>
              </a:r>
            </a:p>
          </p:txBody>
        </p:sp>
      </p:grpSp>
    </p:spTree>
    <p:custDataLst>
      <p:tags r:id="rId1"/>
    </p:custDataLst>
  </p:cSld>
  <p:clrMapOvr>
    <a:masterClrMapping/>
  </p:clrMapOvr>
  <p:transition>
    <p:wheel spokes="3"/>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7.3 </a:t>
            </a:r>
            <a:r>
              <a:rPr lang="zh-CN" altLang="en-US" dirty="0" smtClean="0">
                <a:solidFill>
                  <a:srgbClr val="FF0000"/>
                </a:solidFill>
                <a:sym typeface="+mn-ea"/>
              </a:rPr>
              <a:t>面向对象系统的实现</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7.3.1 </a:t>
            </a:r>
            <a:r>
              <a:rPr lang="zh-CN" altLang="en-US" sz="2400" dirty="0" smtClean="0">
                <a:solidFill>
                  <a:schemeClr val="tx1"/>
                </a:solidFill>
              </a:rPr>
              <a:t>选择程序设计语言</a:t>
            </a:r>
          </a:p>
        </p:txBody>
      </p:sp>
      <p:pic>
        <p:nvPicPr>
          <p:cNvPr id="19" name="图片 1" descr="问号16.jpg"/>
          <p:cNvPicPr>
            <a:picLocks noGrp="1" noChangeAspect="1"/>
          </p:cNvPicPr>
          <p:nvPr isPhoto="1"/>
        </p:nvPicPr>
        <p:blipFill>
          <a:blip r:embed="rId4" cstate="print">
            <a:clrChange>
              <a:clrFrom>
                <a:srgbClr val="FDFDFD"/>
              </a:clrFrom>
              <a:clrTo>
                <a:srgbClr val="FDFDFD">
                  <a:alpha val="0"/>
                </a:srgbClr>
              </a:clrTo>
            </a:clrChange>
          </a:blip>
          <a:srcRect t="7668" r="1997" b="9265"/>
          <a:stretch>
            <a:fillRect/>
          </a:stretch>
        </p:blipFill>
        <p:spPr bwMode="auto">
          <a:xfrm>
            <a:off x="-15240" y="2637155"/>
            <a:ext cx="5897245" cy="3749040"/>
          </a:xfrm>
          <a:prstGeom prst="rect">
            <a:avLst/>
          </a:prstGeom>
          <a:noFill/>
          <a:ln w="9525">
            <a:noFill/>
            <a:miter lim="800000"/>
            <a:headEnd/>
            <a:tailEnd/>
          </a:ln>
        </p:spPr>
      </p:pic>
      <p:sp>
        <p:nvSpPr>
          <p:cNvPr id="3" name="文本框 2"/>
          <p:cNvSpPr txBox="1"/>
          <p:nvPr/>
        </p:nvSpPr>
        <p:spPr>
          <a:xfrm>
            <a:off x="1367155" y="2118995"/>
            <a:ext cx="9822815" cy="365760"/>
          </a:xfrm>
          <a:prstGeom prst="rect">
            <a:avLst/>
          </a:prstGeom>
          <a:noFill/>
        </p:spPr>
        <p:txBody>
          <a:bodyPr wrap="square" rtlCol="0" anchor="t">
            <a:spAutoFit/>
          </a:bodyPr>
          <a:lstStyle/>
          <a:p>
            <a:pPr marL="285750" indent="-285750">
              <a:buFont typeface="Arial" panose="020B0604020202020204" pitchFamily="34" charset="0"/>
              <a:buChar char="•"/>
            </a:pPr>
            <a:r>
              <a:rPr lang="zh-CN" altLang="en-US"/>
              <a:t>此外，软件开发人员在选择面向对象语言时，除了考虑上述因素外，还应考虑下列实际因素。</a:t>
            </a:r>
          </a:p>
        </p:txBody>
      </p:sp>
      <p:sp>
        <p:nvSpPr>
          <p:cNvPr id="4" name="文本框 3"/>
          <p:cNvSpPr txBox="1"/>
          <p:nvPr/>
        </p:nvSpPr>
        <p:spPr>
          <a:xfrm>
            <a:off x="5511800" y="2789555"/>
            <a:ext cx="6181725" cy="2834640"/>
          </a:xfrm>
          <a:prstGeom prst="rect">
            <a:avLst/>
          </a:prstGeom>
          <a:noFill/>
        </p:spPr>
        <p:txBody>
          <a:bodyPr wrap="square" rtlCol="0" anchor="t">
            <a:spAutoFit/>
          </a:bodyPr>
          <a:lstStyle/>
          <a:p>
            <a:pPr marL="285750" indent="-285750" fontAlgn="auto">
              <a:lnSpc>
                <a:spcPct val="200000"/>
              </a:lnSpc>
              <a:buFont typeface="Wingdings" panose="05000000000000000000" charset="0"/>
              <a:buChar char="Ø"/>
            </a:pPr>
            <a:r>
              <a:rPr lang="zh-CN" altLang="en-US"/>
              <a:t>这种程序设计语言将来能否占主导地位？</a:t>
            </a:r>
          </a:p>
          <a:p>
            <a:pPr marL="285750" indent="-285750" fontAlgn="auto">
              <a:lnSpc>
                <a:spcPct val="200000"/>
              </a:lnSpc>
              <a:buFont typeface="Wingdings" panose="05000000000000000000" charset="0"/>
              <a:buChar char="Ø"/>
            </a:pPr>
            <a:r>
              <a:rPr lang="zh-CN" altLang="en-US"/>
              <a:t>该程序设计语言能否满足软件设计和开发的实际需要？</a:t>
            </a:r>
          </a:p>
          <a:p>
            <a:pPr marL="285750" indent="-285750" fontAlgn="auto">
              <a:lnSpc>
                <a:spcPct val="200000"/>
              </a:lnSpc>
              <a:buFont typeface="Wingdings" panose="05000000000000000000" charset="0"/>
              <a:buChar char="Ø"/>
            </a:pPr>
            <a:r>
              <a:rPr lang="zh-CN" altLang="en-US"/>
              <a:t>该语言在软件项目所属领域的应用是否普遍？</a:t>
            </a:r>
          </a:p>
          <a:p>
            <a:pPr marL="285750" indent="-285750" fontAlgn="auto">
              <a:lnSpc>
                <a:spcPct val="200000"/>
              </a:lnSpc>
              <a:buFont typeface="Wingdings" panose="05000000000000000000" charset="0"/>
              <a:buChar char="Ø"/>
            </a:pPr>
            <a:r>
              <a:rPr lang="zh-CN" altLang="en-US"/>
              <a:t>其他因素如：对运行环境的需求，对已有软件进行集成的难易程度，售后服务等。</a:t>
            </a:r>
          </a:p>
        </p:txBody>
      </p:sp>
    </p:spTree>
    <p:custDataLst>
      <p:tags r:id="rId1"/>
    </p:custDataLst>
  </p:cSld>
  <p:clrMapOvr>
    <a:masterClrMapping/>
  </p:clrMapOvr>
  <p:transition>
    <p:wheel spokes="3"/>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7.3 </a:t>
            </a:r>
            <a:r>
              <a:rPr lang="zh-CN" altLang="en-US" dirty="0" smtClean="0">
                <a:solidFill>
                  <a:srgbClr val="FF0000"/>
                </a:solidFill>
                <a:sym typeface="+mn-ea"/>
              </a:rPr>
              <a:t>面向对象系统的实现</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7.3.1 </a:t>
            </a:r>
            <a:r>
              <a:rPr lang="zh-CN" altLang="en-US" sz="2400" dirty="0" smtClean="0">
                <a:solidFill>
                  <a:schemeClr val="tx1"/>
                </a:solidFill>
              </a:rPr>
              <a:t>选择程序设计语言</a:t>
            </a:r>
          </a:p>
        </p:txBody>
      </p:sp>
      <p:sp>
        <p:nvSpPr>
          <p:cNvPr id="3" name="MH_Text_1"/>
          <p:cNvSpPr/>
          <p:nvPr>
            <p:custDataLst>
              <p:tags r:id="rId2"/>
            </p:custDataLst>
          </p:nvPr>
        </p:nvSpPr>
        <p:spPr bwMode="auto">
          <a:xfrm>
            <a:off x="2289810" y="2152650"/>
            <a:ext cx="8335645" cy="1499870"/>
          </a:xfrm>
          <a:custGeom>
            <a:avLst/>
            <a:gdLst>
              <a:gd name="T0" fmla="*/ 0 w 3882059"/>
              <a:gd name="T1" fmla="*/ 0 h 805263"/>
              <a:gd name="T2" fmla="*/ 18915162 w 3882059"/>
              <a:gd name="T3" fmla="*/ 0 h 805263"/>
              <a:gd name="T4" fmla="*/ 18915162 w 3882059"/>
              <a:gd name="T5" fmla="*/ 12673249 h 805263"/>
              <a:gd name="T6" fmla="*/ 0 w 3882059"/>
              <a:gd name="T7" fmla="*/ 12673249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108000" tIns="46800" rIns="108000" bIns="46800" anchor="ctr"/>
          <a:lstStyle/>
          <a:p>
            <a:pPr indent="457200">
              <a:lnSpc>
                <a:spcPct val="120000"/>
              </a:lnSpc>
            </a:pPr>
            <a:r>
              <a:rPr smtClean="0">
                <a:latin typeface="+mn-ea"/>
              </a:rPr>
              <a:t>虽然有多种语言可以选择，但是一般应尽量选择面向对象程序设计语言，来实现面向对象分析、设计的结果。由于面向对象程序语言本身充分支持面向对象的概念，因此编译程序可以自动把面向对象概念映射到目标程序中去，而且还具有可重用性高、可维护性好等优点。</a:t>
            </a:r>
          </a:p>
        </p:txBody>
      </p:sp>
      <p:sp>
        <p:nvSpPr>
          <p:cNvPr id="4" name="MH_Other_1"/>
          <p:cNvSpPr txBox="1">
            <a:spLocks noChangeArrowheads="1"/>
          </p:cNvSpPr>
          <p:nvPr>
            <p:custDataLst>
              <p:tags r:id="rId3"/>
            </p:custDataLst>
          </p:nvPr>
        </p:nvSpPr>
        <p:spPr bwMode="auto">
          <a:xfrm>
            <a:off x="1297305" y="1541780"/>
            <a:ext cx="992505" cy="2400300"/>
          </a:xfrm>
          <a:prstGeom prst="rect">
            <a:avLst/>
          </a:prstGeom>
          <a:noFill/>
          <a:ln w="9525">
            <a:noFill/>
            <a:miter lim="800000"/>
          </a:ln>
        </p:spPr>
        <p:txBody>
          <a:bodyPr anchor="ctr"/>
          <a:lstStyle/>
          <a:p>
            <a:pPr algn="ctr" eaLnBrk="1" hangingPunct="1"/>
            <a:r>
              <a:rPr lang="en-US" altLang="zh-CN" sz="15000" b="1" dirty="0">
                <a:solidFill>
                  <a:srgbClr val="01AFEE"/>
                </a:solidFill>
                <a:latin typeface="MS PMincho" panose="02020600040205080304" pitchFamily="18" charset="-128"/>
                <a:ea typeface="MS PMincho" panose="02020600040205080304" pitchFamily="18" charset="-128"/>
              </a:rPr>
              <a:t>1</a:t>
            </a:r>
            <a:endParaRPr lang="zh-CN" altLang="en-US" sz="15000" b="1" dirty="0">
              <a:solidFill>
                <a:srgbClr val="01AFEE"/>
              </a:solidFill>
              <a:latin typeface="MS PMincho" panose="02020600040205080304" pitchFamily="18" charset="-128"/>
              <a:ea typeface="MS PMincho" panose="02020600040205080304" pitchFamily="18" charset="-128"/>
            </a:endParaRPr>
          </a:p>
        </p:txBody>
      </p:sp>
      <p:sp>
        <p:nvSpPr>
          <p:cNvPr id="5" name="MH_Text_2"/>
          <p:cNvSpPr/>
          <p:nvPr>
            <p:custDataLst>
              <p:tags r:id="rId4"/>
            </p:custDataLst>
          </p:nvPr>
        </p:nvSpPr>
        <p:spPr bwMode="auto">
          <a:xfrm>
            <a:off x="2882265" y="3942080"/>
            <a:ext cx="8235950" cy="2317750"/>
          </a:xfrm>
          <a:custGeom>
            <a:avLst/>
            <a:gdLst>
              <a:gd name="T0" fmla="*/ 0 w 3882059"/>
              <a:gd name="T1" fmla="*/ 0 h 805263"/>
              <a:gd name="T2" fmla="*/ 18915162 w 3882059"/>
              <a:gd name="T3" fmla="*/ 0 h 805263"/>
              <a:gd name="T4" fmla="*/ 18915162 w 3882059"/>
              <a:gd name="T5" fmla="*/ 12673192 h 805263"/>
              <a:gd name="T6" fmla="*/ 0 w 3882059"/>
              <a:gd name="T7" fmla="*/ 12673192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360000" tIns="180000" rIns="180000" bIns="180000" anchor="ctr"/>
          <a:lstStyle/>
          <a:p>
            <a:pPr indent="457200">
              <a:lnSpc>
                <a:spcPct val="120000"/>
              </a:lnSpc>
            </a:pPr>
            <a:r>
              <a:rPr smtClean="0">
                <a:latin typeface="+mn-ea"/>
              </a:rPr>
              <a:t>长期以来，在不同的软件应用领域已经形成了固定的选用程序语言。例如，C语言经常用于系统软件、实时嵌入式软件的开发；C和Fortran长期占领工程及科学计算领域；开发基于Web的网络应用软件较多使用ASP，JSP等页面编程语言；面向对象软件开发使用C++，Java等语言，其中Java在可移植性和跨平台方面更为出色。若有基于中间件的构件开发方法，则可选择J2EE，.NET等开发框架和相应的支持工具。</a:t>
            </a:r>
          </a:p>
        </p:txBody>
      </p:sp>
      <p:sp>
        <p:nvSpPr>
          <p:cNvPr id="7" name="MH_Other_2"/>
          <p:cNvSpPr txBox="1">
            <a:spLocks noChangeArrowheads="1"/>
          </p:cNvSpPr>
          <p:nvPr>
            <p:custDataLst>
              <p:tags r:id="rId5"/>
            </p:custDataLst>
          </p:nvPr>
        </p:nvSpPr>
        <p:spPr bwMode="auto">
          <a:xfrm>
            <a:off x="1993900" y="3380740"/>
            <a:ext cx="992505" cy="2400300"/>
          </a:xfrm>
          <a:prstGeom prst="rect">
            <a:avLst/>
          </a:prstGeom>
          <a:noFill/>
          <a:ln w="9525">
            <a:noFill/>
            <a:miter lim="800000"/>
          </a:ln>
        </p:spPr>
        <p:txBody>
          <a:bodyPr anchor="ctr"/>
          <a:lstStyle/>
          <a:p>
            <a:pPr algn="ctr" eaLnBrk="1" hangingPunct="1"/>
            <a:r>
              <a:rPr lang="en-US" altLang="zh-CN" sz="15000" b="1">
                <a:solidFill>
                  <a:srgbClr val="01AFEE"/>
                </a:solidFill>
                <a:latin typeface="MS PMincho" panose="02020600040205080304" pitchFamily="18" charset="-128"/>
                <a:ea typeface="MS PMincho" panose="02020600040205080304" pitchFamily="18" charset="-128"/>
              </a:rPr>
              <a:t>2</a:t>
            </a:r>
            <a:endParaRPr lang="zh-CN" altLang="en-US" sz="15000" b="1">
              <a:solidFill>
                <a:srgbClr val="01AFEE"/>
              </a:solidFill>
              <a:latin typeface="MS PMincho" panose="02020600040205080304" pitchFamily="18" charset="-128"/>
              <a:ea typeface="MS PMincho" panose="02020600040205080304" pitchFamily="18" charset="-128"/>
            </a:endParaRPr>
          </a:p>
        </p:txBody>
      </p:sp>
    </p:spTree>
    <p:custDataLst>
      <p:tags r:id="rId1"/>
    </p:custDataLst>
  </p:cSld>
  <p:clrMapOvr>
    <a:masterClrMapping/>
  </p:clrMapOvr>
  <p:transition>
    <p:wheel spokes="3"/>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7.3 </a:t>
            </a:r>
            <a:r>
              <a:rPr lang="zh-CN" altLang="en-US" dirty="0" smtClean="0">
                <a:solidFill>
                  <a:srgbClr val="FF0000"/>
                </a:solidFill>
                <a:sym typeface="+mn-ea"/>
              </a:rPr>
              <a:t>面向对象系统的实现</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7.3.2 </a:t>
            </a:r>
            <a:r>
              <a:rPr lang="zh-CN" altLang="en-US" sz="2400" dirty="0" smtClean="0">
                <a:solidFill>
                  <a:schemeClr val="tx1"/>
                </a:solidFill>
              </a:rPr>
              <a:t>面向对象程序设计风格</a:t>
            </a:r>
          </a:p>
        </p:txBody>
      </p:sp>
      <p:grpSp>
        <p:nvGrpSpPr>
          <p:cNvPr id="5" name="组合 4"/>
          <p:cNvGrpSpPr/>
          <p:nvPr/>
        </p:nvGrpSpPr>
        <p:grpSpPr>
          <a:xfrm>
            <a:off x="0" y="2611755"/>
            <a:ext cx="11873865" cy="3152775"/>
            <a:chOff x="0" y="2130426"/>
            <a:chExt cx="21371089" cy="3635761"/>
          </a:xfrm>
        </p:grpSpPr>
        <p:sp>
          <p:nvSpPr>
            <p:cNvPr id="6" name="MH_Other_1"/>
            <p:cNvSpPr/>
            <p:nvPr>
              <p:custDataLst>
                <p:tags r:id="rId2"/>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3"/>
              </p:custDataLst>
            </p:nvPr>
          </p:nvSpPr>
          <p:spPr bwMode="auto">
            <a:xfrm>
              <a:off x="4083582" y="5594102"/>
              <a:ext cx="17287507" cy="17208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3" name="MH_Other_3"/>
            <p:cNvSpPr/>
            <p:nvPr>
              <p:custDataLst>
                <p:tags r:id="rId4"/>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4" name="MH_Other_4"/>
            <p:cNvSpPr>
              <a:spLocks noChangeArrowheads="1"/>
            </p:cNvSpPr>
            <p:nvPr>
              <p:custDataLst>
                <p:tags r:id="rId5"/>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8" name="MH_Other_5"/>
            <p:cNvSpPr>
              <a:spLocks noChangeArrowheads="1"/>
            </p:cNvSpPr>
            <p:nvPr>
              <p:custDataLst>
                <p:tags r:id="rId6"/>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7"/>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8"/>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9"/>
              </p:custDataLst>
            </p:nvPr>
          </p:nvSpPr>
          <p:spPr bwMode="auto">
            <a:xfrm>
              <a:off x="7345420" y="2658399"/>
              <a:ext cx="13383360" cy="1668130"/>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smtClean="0">
                  <a:solidFill>
                    <a:schemeClr val="tx1"/>
                  </a:solidFill>
                  <a:latin typeface="微软雅黑" panose="020B0503020204020204" charset="-122"/>
                  <a:ea typeface="微软雅黑" panose="020B0503020204020204" charset="-122"/>
                </a:rPr>
                <a:t>良好的程序设计风格不仅能够减少维护和扩充系统的开销，还有助于在新的项目中重用已有的程序代码，对保证软件质量起到至关重要的作用。良好的面向对象程序设计（Objected Oriented Programming，OOP）风格，既包括传统的程序设计风格，也包括为适应面向对象方法所特有的概念而必须遵循的一些特有准则。</a:t>
              </a:r>
            </a:p>
          </p:txBody>
        </p:sp>
      </p:grpSp>
    </p:spTree>
    <p:custDataLst>
      <p:tags r:id="rId1"/>
    </p:custDataLst>
  </p:cSld>
  <p:clrMapOvr>
    <a:masterClrMapping/>
  </p:clrMapOvr>
  <p:transition>
    <p:wheel spokes="3"/>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7.3 </a:t>
            </a:r>
            <a:r>
              <a:rPr lang="zh-CN" altLang="en-US" dirty="0" smtClean="0">
                <a:solidFill>
                  <a:srgbClr val="FF0000"/>
                </a:solidFill>
                <a:sym typeface="+mn-ea"/>
              </a:rPr>
              <a:t>面向对象系统的实现</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7.3.2 </a:t>
            </a:r>
            <a:r>
              <a:rPr lang="zh-CN" altLang="en-US" sz="2400" dirty="0" smtClean="0">
                <a:solidFill>
                  <a:schemeClr val="tx1"/>
                </a:solidFill>
              </a:rPr>
              <a:t>面向对象程序设计风格</a:t>
            </a:r>
          </a:p>
        </p:txBody>
      </p:sp>
      <p:grpSp>
        <p:nvGrpSpPr>
          <p:cNvPr id="3" name="组合 2"/>
          <p:cNvGrpSpPr/>
          <p:nvPr/>
        </p:nvGrpSpPr>
        <p:grpSpPr>
          <a:xfrm>
            <a:off x="1217930" y="2857133"/>
            <a:ext cx="9756775" cy="2845435"/>
            <a:chOff x="1564218" y="2547939"/>
            <a:chExt cx="10290024" cy="2538411"/>
          </a:xfrm>
        </p:grpSpPr>
        <p:sp>
          <p:nvSpPr>
            <p:cNvPr id="4" name="MH_Other_1"/>
            <p:cNvSpPr/>
            <p:nvPr>
              <p:custDataLst>
                <p:tags r:id="rId3"/>
              </p:custDataLst>
            </p:nvPr>
          </p:nvSpPr>
          <p:spPr>
            <a:xfrm rot="21439215">
              <a:off x="3045884" y="3808414"/>
              <a:ext cx="1631949" cy="1239837"/>
            </a:xfrm>
            <a:prstGeom prst="roundRect">
              <a:avLst>
                <a:gd name="adj" fmla="val 18567"/>
              </a:avLst>
            </a:prstGeom>
            <a:solidFill>
              <a:srgbClr val="D3D3D3"/>
            </a:solidFill>
            <a:ln>
              <a:solidFill>
                <a:srgbClr val="B2B2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6000" dirty="0">
                <a:solidFill>
                  <a:srgbClr val="FFFFFF"/>
                </a:solidFill>
                <a:latin typeface="方正姚体" panose="02010601030101010101" pitchFamily="2" charset="-122"/>
                <a:ea typeface="方正姚体" panose="02010601030101010101" pitchFamily="2" charset="-122"/>
              </a:endParaRPr>
            </a:p>
          </p:txBody>
        </p:sp>
        <p:cxnSp>
          <p:nvCxnSpPr>
            <p:cNvPr id="6" name="MH_Other_2"/>
            <p:cNvCxnSpPr>
              <a:stCxn id="4" idx="3"/>
            </p:cNvCxnSpPr>
            <p:nvPr>
              <p:custDataLst>
                <p:tags r:id="rId4"/>
              </p:custDataLst>
            </p:nvPr>
          </p:nvCxnSpPr>
          <p:spPr>
            <a:xfrm flipV="1">
              <a:off x="4677833" y="4395788"/>
              <a:ext cx="1422400" cy="4762"/>
            </a:xfrm>
            <a:prstGeom prst="straightConnector1">
              <a:avLst/>
            </a:prstGeom>
            <a:ln>
              <a:solidFill>
                <a:srgbClr val="B2B2B2"/>
              </a:solidFill>
              <a:tailEnd type="triangle"/>
            </a:ln>
          </p:spPr>
          <p:style>
            <a:lnRef idx="1">
              <a:schemeClr val="accent1"/>
            </a:lnRef>
            <a:fillRef idx="0">
              <a:schemeClr val="accent1"/>
            </a:fillRef>
            <a:effectRef idx="0">
              <a:schemeClr val="accent1"/>
            </a:effectRef>
            <a:fontRef idx="minor">
              <a:schemeClr val="tx1"/>
            </a:fontRef>
          </p:style>
        </p:cxnSp>
        <p:sp>
          <p:nvSpPr>
            <p:cNvPr id="7" name="MH_Other_3"/>
            <p:cNvSpPr/>
            <p:nvPr>
              <p:custDataLst>
                <p:tags r:id="rId5"/>
              </p:custDataLst>
            </p:nvPr>
          </p:nvSpPr>
          <p:spPr>
            <a:xfrm rot="183635">
              <a:off x="2637367" y="2547939"/>
              <a:ext cx="1634067" cy="1239837"/>
            </a:xfrm>
            <a:prstGeom prst="roundRect">
              <a:avLst>
                <a:gd name="adj" fmla="val 18567"/>
              </a:avLst>
            </a:prstGeom>
            <a:solidFill>
              <a:srgbClr val="F06C55"/>
            </a:solidFill>
            <a:ln>
              <a:solidFill>
                <a:srgbClr val="E93C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6000" dirty="0">
                <a:solidFill>
                  <a:srgbClr val="FFFFFF"/>
                </a:solidFill>
                <a:latin typeface="方正姚体" panose="02010601030101010101" pitchFamily="2" charset="-122"/>
                <a:ea typeface="方正姚体" panose="02010601030101010101" pitchFamily="2" charset="-122"/>
              </a:endParaRPr>
            </a:p>
          </p:txBody>
        </p:sp>
        <p:cxnSp>
          <p:nvCxnSpPr>
            <p:cNvPr id="8" name="MH_Other_4"/>
            <p:cNvCxnSpPr/>
            <p:nvPr>
              <p:custDataLst>
                <p:tags r:id="rId6"/>
              </p:custDataLst>
            </p:nvPr>
          </p:nvCxnSpPr>
          <p:spPr>
            <a:xfrm>
              <a:off x="4286251" y="3074988"/>
              <a:ext cx="1784349" cy="0"/>
            </a:xfrm>
            <a:prstGeom prst="straightConnector1">
              <a:avLst/>
            </a:prstGeom>
            <a:ln>
              <a:solidFill>
                <a:srgbClr val="E93C1F"/>
              </a:solidFill>
              <a:tailEnd type="triangle"/>
            </a:ln>
          </p:spPr>
          <p:style>
            <a:lnRef idx="1">
              <a:schemeClr val="accent1"/>
            </a:lnRef>
            <a:fillRef idx="0">
              <a:schemeClr val="accent1"/>
            </a:fillRef>
            <a:effectRef idx="0">
              <a:schemeClr val="accent1"/>
            </a:effectRef>
            <a:fontRef idx="minor">
              <a:schemeClr val="tx1"/>
            </a:fontRef>
          </p:style>
        </p:cxnSp>
        <p:sp>
          <p:nvSpPr>
            <p:cNvPr id="9" name="MH_Other_5"/>
            <p:cNvSpPr/>
            <p:nvPr>
              <p:custDataLst>
                <p:tags r:id="rId7"/>
              </p:custDataLst>
            </p:nvPr>
          </p:nvSpPr>
          <p:spPr>
            <a:xfrm>
              <a:off x="1564218" y="3100388"/>
              <a:ext cx="1286933" cy="1985962"/>
            </a:xfrm>
            <a:custGeom>
              <a:avLst/>
              <a:gdLst>
                <a:gd name="connsiteX0" fmla="*/ 217182 w 965707"/>
                <a:gd name="connsiteY0" fmla="*/ 0 h 1986527"/>
                <a:gd name="connsiteX1" fmla="*/ 432892 w 965707"/>
                <a:gd name="connsiteY1" fmla="*/ 215710 h 1986527"/>
                <a:gd name="connsiteX2" fmla="*/ 428510 w 965707"/>
                <a:gd name="connsiteY2" fmla="*/ 259183 h 1986527"/>
                <a:gd name="connsiteX3" fmla="*/ 426677 w 965707"/>
                <a:gd name="connsiteY3" fmla="*/ 265085 h 1986527"/>
                <a:gd name="connsiteX4" fmla="*/ 691433 w 965707"/>
                <a:gd name="connsiteY4" fmla="*/ 70895 h 1986527"/>
                <a:gd name="connsiteX5" fmla="*/ 727149 w 965707"/>
                <a:gd name="connsiteY5" fmla="*/ 76387 h 1986527"/>
                <a:gd name="connsiteX6" fmla="*/ 787596 w 965707"/>
                <a:gd name="connsiteY6" fmla="*/ 158799 h 1986527"/>
                <a:gd name="connsiteX7" fmla="*/ 782104 w 965707"/>
                <a:gd name="connsiteY7" fmla="*/ 194515 h 1986527"/>
                <a:gd name="connsiteX8" fmla="*/ 453481 w 965707"/>
                <a:gd name="connsiteY8" fmla="*/ 435549 h 1986527"/>
                <a:gd name="connsiteX9" fmla="*/ 874061 w 965707"/>
                <a:gd name="connsiteY9" fmla="*/ 181449 h 1986527"/>
                <a:gd name="connsiteX10" fmla="*/ 909154 w 965707"/>
                <a:gd name="connsiteY10" fmla="*/ 190109 h 1986527"/>
                <a:gd name="connsiteX11" fmla="*/ 962021 w 965707"/>
                <a:gd name="connsiteY11" fmla="*/ 277611 h 1986527"/>
                <a:gd name="connsiteX12" fmla="*/ 953361 w 965707"/>
                <a:gd name="connsiteY12" fmla="*/ 312705 h 1986527"/>
                <a:gd name="connsiteX13" fmla="*/ 384793 w 965707"/>
                <a:gd name="connsiteY13" fmla="*/ 656215 h 1986527"/>
                <a:gd name="connsiteX14" fmla="*/ 384793 w 965707"/>
                <a:gd name="connsiteY14" fmla="*/ 1131649 h 1986527"/>
                <a:gd name="connsiteX15" fmla="*/ 381842 w 965707"/>
                <a:gd name="connsiteY15" fmla="*/ 1146266 h 1986527"/>
                <a:gd name="connsiteX16" fmla="*/ 387708 w 965707"/>
                <a:gd name="connsiteY16" fmla="*/ 1152370 h 1986527"/>
                <a:gd name="connsiteX17" fmla="*/ 442440 w 965707"/>
                <a:gd name="connsiteY17" fmla="*/ 1292303 h 1986527"/>
                <a:gd name="connsiteX18" fmla="*/ 445419 w 965707"/>
                <a:gd name="connsiteY18" fmla="*/ 1293537 h 1986527"/>
                <a:gd name="connsiteX19" fmla="*/ 453847 w 965707"/>
                <a:gd name="connsiteY19" fmla="*/ 1313884 h 1986527"/>
                <a:gd name="connsiteX20" fmla="*/ 453847 w 965707"/>
                <a:gd name="connsiteY20" fmla="*/ 1951177 h 1986527"/>
                <a:gd name="connsiteX21" fmla="*/ 425072 w 965707"/>
                <a:gd name="connsiteY21" fmla="*/ 1979952 h 1986527"/>
                <a:gd name="connsiteX22" fmla="*/ 309975 w 965707"/>
                <a:gd name="connsiteY22" fmla="*/ 1979952 h 1986527"/>
                <a:gd name="connsiteX23" fmla="*/ 281200 w 965707"/>
                <a:gd name="connsiteY23" fmla="*/ 1951177 h 1986527"/>
                <a:gd name="connsiteX24" fmla="*/ 281200 w 965707"/>
                <a:gd name="connsiteY24" fmla="*/ 1342234 h 1986527"/>
                <a:gd name="connsiteX25" fmla="*/ 230924 w 965707"/>
                <a:gd name="connsiteY25" fmla="*/ 1213693 h 1986527"/>
                <a:gd name="connsiteX26" fmla="*/ 227782 w 965707"/>
                <a:gd name="connsiteY26" fmla="*/ 1195782 h 1986527"/>
                <a:gd name="connsiteX27" fmla="*/ 172672 w 965707"/>
                <a:gd name="connsiteY27" fmla="*/ 1195782 h 1986527"/>
                <a:gd name="connsiteX28" fmla="*/ 172672 w 965707"/>
                <a:gd name="connsiteY28" fmla="*/ 1958468 h 1986527"/>
                <a:gd name="connsiteX29" fmla="*/ 144613 w 965707"/>
                <a:gd name="connsiteY29" fmla="*/ 1986527 h 1986527"/>
                <a:gd name="connsiteX30" fmla="*/ 32381 w 965707"/>
                <a:gd name="connsiteY30" fmla="*/ 1986527 h 1986527"/>
                <a:gd name="connsiteX31" fmla="*/ 4322 w 965707"/>
                <a:gd name="connsiteY31" fmla="*/ 1958468 h 1986527"/>
                <a:gd name="connsiteX32" fmla="*/ 4322 w 965707"/>
                <a:gd name="connsiteY32" fmla="*/ 1169537 h 1986527"/>
                <a:gd name="connsiteX33" fmla="*/ 7911 w 965707"/>
                <a:gd name="connsiteY33" fmla="*/ 1160872 h 1986527"/>
                <a:gd name="connsiteX34" fmla="*/ 5040 w 965707"/>
                <a:gd name="connsiteY34" fmla="*/ 1156613 h 1986527"/>
                <a:gd name="connsiteX35" fmla="*/ 0 w 965707"/>
                <a:gd name="connsiteY35" fmla="*/ 1131649 h 1986527"/>
                <a:gd name="connsiteX36" fmla="*/ 0 w 965707"/>
                <a:gd name="connsiteY36" fmla="*/ 514378 h 1986527"/>
                <a:gd name="connsiteX37" fmla="*/ 64133 w 965707"/>
                <a:gd name="connsiteY37" fmla="*/ 450245 h 1986527"/>
                <a:gd name="connsiteX38" fmla="*/ 174233 w 965707"/>
                <a:gd name="connsiteY38" fmla="*/ 450245 h 1986527"/>
                <a:gd name="connsiteX39" fmla="*/ 203629 w 965707"/>
                <a:gd name="connsiteY39" fmla="*/ 428684 h 1986527"/>
                <a:gd name="connsiteX40" fmla="*/ 133218 w 965707"/>
                <a:gd name="connsiteY40" fmla="*/ 414469 h 1986527"/>
                <a:gd name="connsiteX41" fmla="*/ 1472 w 965707"/>
                <a:gd name="connsiteY41" fmla="*/ 215710 h 1986527"/>
                <a:gd name="connsiteX42" fmla="*/ 217182 w 965707"/>
                <a:gd name="connsiteY42" fmla="*/ 0 h 1986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965707" h="1986527">
                  <a:moveTo>
                    <a:pt x="217182" y="0"/>
                  </a:moveTo>
                  <a:cubicBezTo>
                    <a:pt x="336315" y="0"/>
                    <a:pt x="432892" y="96577"/>
                    <a:pt x="432892" y="215710"/>
                  </a:cubicBezTo>
                  <a:cubicBezTo>
                    <a:pt x="432892" y="230602"/>
                    <a:pt x="431383" y="245141"/>
                    <a:pt x="428510" y="259183"/>
                  </a:cubicBezTo>
                  <a:lnTo>
                    <a:pt x="426677" y="265085"/>
                  </a:lnTo>
                  <a:lnTo>
                    <a:pt x="691433" y="70895"/>
                  </a:lnTo>
                  <a:cubicBezTo>
                    <a:pt x="702812" y="62549"/>
                    <a:pt x="718803" y="65008"/>
                    <a:pt x="727149" y="76387"/>
                  </a:cubicBezTo>
                  <a:lnTo>
                    <a:pt x="787596" y="158799"/>
                  </a:lnTo>
                  <a:cubicBezTo>
                    <a:pt x="795942" y="170178"/>
                    <a:pt x="793483" y="186169"/>
                    <a:pt x="782104" y="194515"/>
                  </a:cubicBezTo>
                  <a:lnTo>
                    <a:pt x="453481" y="435549"/>
                  </a:lnTo>
                  <a:lnTo>
                    <a:pt x="874061" y="181449"/>
                  </a:lnTo>
                  <a:cubicBezTo>
                    <a:pt x="886143" y="174150"/>
                    <a:pt x="901855" y="178027"/>
                    <a:pt x="909154" y="190109"/>
                  </a:cubicBezTo>
                  <a:lnTo>
                    <a:pt x="962021" y="277611"/>
                  </a:lnTo>
                  <a:cubicBezTo>
                    <a:pt x="969320" y="289694"/>
                    <a:pt x="965443" y="305405"/>
                    <a:pt x="953361" y="312705"/>
                  </a:cubicBezTo>
                  <a:lnTo>
                    <a:pt x="384793" y="656215"/>
                  </a:lnTo>
                  <a:lnTo>
                    <a:pt x="384793" y="1131649"/>
                  </a:lnTo>
                  <a:lnTo>
                    <a:pt x="381842" y="1146266"/>
                  </a:lnTo>
                  <a:lnTo>
                    <a:pt x="387708" y="1152370"/>
                  </a:lnTo>
                  <a:lnTo>
                    <a:pt x="442440" y="1292303"/>
                  </a:lnTo>
                  <a:lnTo>
                    <a:pt x="445419" y="1293537"/>
                  </a:lnTo>
                  <a:cubicBezTo>
                    <a:pt x="450626" y="1298744"/>
                    <a:pt x="453847" y="1305938"/>
                    <a:pt x="453847" y="1313884"/>
                  </a:cubicBezTo>
                  <a:lnTo>
                    <a:pt x="453847" y="1951177"/>
                  </a:lnTo>
                  <a:cubicBezTo>
                    <a:pt x="453847" y="1967069"/>
                    <a:pt x="440964" y="1979952"/>
                    <a:pt x="425072" y="1979952"/>
                  </a:cubicBezTo>
                  <a:lnTo>
                    <a:pt x="309975" y="1979952"/>
                  </a:lnTo>
                  <a:cubicBezTo>
                    <a:pt x="294083" y="1979952"/>
                    <a:pt x="281200" y="1967069"/>
                    <a:pt x="281200" y="1951177"/>
                  </a:cubicBezTo>
                  <a:lnTo>
                    <a:pt x="281200" y="1342234"/>
                  </a:lnTo>
                  <a:lnTo>
                    <a:pt x="230924" y="1213693"/>
                  </a:lnTo>
                  <a:lnTo>
                    <a:pt x="227782" y="1195782"/>
                  </a:lnTo>
                  <a:lnTo>
                    <a:pt x="172672" y="1195782"/>
                  </a:lnTo>
                  <a:lnTo>
                    <a:pt x="172672" y="1958468"/>
                  </a:lnTo>
                  <a:cubicBezTo>
                    <a:pt x="172672" y="1973965"/>
                    <a:pt x="160110" y="1986527"/>
                    <a:pt x="144613" y="1986527"/>
                  </a:cubicBezTo>
                  <a:lnTo>
                    <a:pt x="32381" y="1986527"/>
                  </a:lnTo>
                  <a:cubicBezTo>
                    <a:pt x="16884" y="1986527"/>
                    <a:pt x="4322" y="1973965"/>
                    <a:pt x="4322" y="1958468"/>
                  </a:cubicBezTo>
                  <a:lnTo>
                    <a:pt x="4322" y="1169537"/>
                  </a:lnTo>
                  <a:lnTo>
                    <a:pt x="7911" y="1160872"/>
                  </a:lnTo>
                  <a:lnTo>
                    <a:pt x="5040" y="1156613"/>
                  </a:lnTo>
                  <a:cubicBezTo>
                    <a:pt x="1795" y="1148940"/>
                    <a:pt x="0" y="1140504"/>
                    <a:pt x="0" y="1131649"/>
                  </a:cubicBezTo>
                  <a:lnTo>
                    <a:pt x="0" y="514378"/>
                  </a:lnTo>
                  <a:cubicBezTo>
                    <a:pt x="0" y="478958"/>
                    <a:pt x="28713" y="450245"/>
                    <a:pt x="64133" y="450245"/>
                  </a:cubicBezTo>
                  <a:lnTo>
                    <a:pt x="174233" y="450245"/>
                  </a:lnTo>
                  <a:lnTo>
                    <a:pt x="203629" y="428684"/>
                  </a:lnTo>
                  <a:lnTo>
                    <a:pt x="133218" y="414469"/>
                  </a:lnTo>
                  <a:cubicBezTo>
                    <a:pt x="55797" y="381722"/>
                    <a:pt x="1472" y="305060"/>
                    <a:pt x="1472" y="215710"/>
                  </a:cubicBezTo>
                  <a:cubicBezTo>
                    <a:pt x="1472" y="96577"/>
                    <a:pt x="98049" y="0"/>
                    <a:pt x="217182" y="0"/>
                  </a:cubicBezTo>
                  <a:close/>
                </a:path>
              </a:pathLst>
            </a:custGeom>
            <a:solidFill>
              <a:srgbClr val="D3D3D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 name="MH_Text_2"/>
            <p:cNvSpPr txBox="1"/>
            <p:nvPr>
              <p:custDataLst>
                <p:tags r:id="rId8"/>
              </p:custDataLst>
            </p:nvPr>
          </p:nvSpPr>
          <p:spPr>
            <a:xfrm>
              <a:off x="6142994" y="2671625"/>
              <a:ext cx="5711248" cy="1560979"/>
            </a:xfrm>
            <a:prstGeom prst="rect">
              <a:avLst/>
            </a:prstGeom>
            <a:noFill/>
          </p:spPr>
          <p:txBody>
            <a:bodyPr lIns="0" tIns="0" rIns="0" bIns="0">
              <a:normAutofit/>
            </a:bodyPr>
            <a:lstStyle>
              <a:defPPr>
                <a:defRPr lang="zh-CN"/>
              </a:defPPr>
              <a:lvl1pPr>
                <a:lnSpc>
                  <a:spcPct val="130000"/>
                </a:lnSpc>
                <a:defRPr sz="1200"/>
              </a:lvl1pPr>
            </a:lstStyle>
            <a:p>
              <a:pPr>
                <a:lnSpc>
                  <a:spcPct val="150000"/>
                </a:lnSpc>
              </a:pPr>
              <a:r>
                <a:rPr lang="en-US" altLang="zh-CN" sz="1800" dirty="0" smtClean="0"/>
                <a:t>       </a:t>
              </a:r>
              <a:r>
                <a:rPr lang="zh-CN" altLang="en-US" sz="1800" dirty="0" smtClean="0"/>
                <a:t>软件重用是指在软件开发过程中不作修改或稍加修改就可以重复使用相同或相似的软件元素的过程。通常把这些软件元素称为软件构件。</a:t>
              </a:r>
            </a:p>
          </p:txBody>
        </p:sp>
        <p:sp>
          <p:nvSpPr>
            <p:cNvPr id="11" name="MH_Text_1"/>
            <p:cNvSpPr txBox="1"/>
            <p:nvPr>
              <p:custDataLst>
                <p:tags r:id="rId9"/>
              </p:custDataLst>
            </p:nvPr>
          </p:nvSpPr>
          <p:spPr>
            <a:xfrm>
              <a:off x="6192552" y="3974092"/>
              <a:ext cx="5661689" cy="876584"/>
            </a:xfrm>
            <a:prstGeom prst="rect">
              <a:avLst/>
            </a:prstGeom>
            <a:noFill/>
          </p:spPr>
          <p:txBody>
            <a:bodyPr lIns="0" tIns="0" rIns="0" bIns="0">
              <a:noAutofit/>
            </a:bodyPr>
            <a:lstStyle>
              <a:defPPr>
                <a:defRPr lang="zh-CN"/>
              </a:defPPr>
              <a:lvl1pPr>
                <a:lnSpc>
                  <a:spcPct val="130000"/>
                </a:lnSpc>
                <a:defRPr sz="1200"/>
              </a:lvl1pPr>
            </a:lstStyle>
            <a:p>
              <a:pPr>
                <a:lnSpc>
                  <a:spcPct val="150000"/>
                </a:lnSpc>
              </a:pPr>
              <a:r>
                <a:rPr lang="en-US" altLang="zh-CN" sz="1800" dirty="0" smtClean="0"/>
                <a:t>       </a:t>
              </a:r>
              <a:r>
                <a:rPr lang="zh-CN" altLang="en-US" sz="1800" dirty="0" smtClean="0"/>
                <a:t>面向对象设计的一个主要目标，是提高软件的可重用性。在编码阶段主要是代码的重用，可以重用本项目内部相同或相似部分的代码，也可以重用其他项目的代码。</a:t>
              </a:r>
            </a:p>
          </p:txBody>
        </p:sp>
      </p:grpSp>
      <p:sp>
        <p:nvSpPr>
          <p:cNvPr id="13" name="文本框 18"/>
          <p:cNvSpPr txBox="1">
            <a:spLocks noChangeArrowheads="1"/>
          </p:cNvSpPr>
          <p:nvPr>
            <p:custDataLst>
              <p:tags r:id="rId2"/>
            </p:custDataLst>
          </p:nvPr>
        </p:nvSpPr>
        <p:spPr bwMode="auto">
          <a:xfrm>
            <a:off x="994002" y="2060812"/>
            <a:ext cx="3441519" cy="5348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spcBef>
                <a:spcPct val="0"/>
              </a:spcBef>
              <a:buNone/>
            </a:pPr>
            <a:r>
              <a:rPr lang="en-US" sz="2000" b="1" dirty="0" smtClean="0">
                <a:latin typeface="微软雅黑" pitchFamily="34" charset="-122"/>
                <a:ea typeface="微软雅黑" pitchFamily="34" charset="-122"/>
              </a:rPr>
              <a:t>1</a:t>
            </a:r>
            <a:r>
              <a:rPr lang="zh-CN" altLang="en-US" sz="2000" b="1" dirty="0" smtClean="0">
                <a:latin typeface="微软雅黑" pitchFamily="34" charset="-122"/>
                <a:ea typeface="微软雅黑" pitchFamily="34" charset="-122"/>
              </a:rPr>
              <a:t>．提高软件的可重用性</a:t>
            </a:r>
            <a:endParaRPr lang="zh-CN" altLang="en-US" sz="2000" b="1" dirty="0" smtClean="0">
              <a:latin typeface="微软雅黑" pitchFamily="34" charset="-122"/>
              <a:ea typeface="微软雅黑" pitchFamily="34" charset="-122"/>
              <a:cs typeface="+mj-cs"/>
            </a:endParaRPr>
          </a:p>
        </p:txBody>
      </p:sp>
    </p:spTree>
    <p:custDataLst>
      <p:tags r:id="rId1"/>
    </p:custDataLst>
  </p:cSld>
  <p:clrMapOvr>
    <a:masterClrMapping/>
  </p:clrMapOvr>
  <p:transition>
    <p:wheel spokes="3"/>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7.3 </a:t>
            </a:r>
            <a:r>
              <a:rPr lang="zh-CN" altLang="en-US" dirty="0" smtClean="0">
                <a:solidFill>
                  <a:srgbClr val="FF0000"/>
                </a:solidFill>
                <a:sym typeface="+mn-ea"/>
              </a:rPr>
              <a:t>面向对象系统的实现</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7.3.2 </a:t>
            </a:r>
            <a:r>
              <a:rPr lang="zh-CN" altLang="en-US" sz="2400" dirty="0" smtClean="0">
                <a:solidFill>
                  <a:schemeClr val="tx1"/>
                </a:solidFill>
              </a:rPr>
              <a:t>面向对象程序设计风格</a:t>
            </a:r>
          </a:p>
        </p:txBody>
      </p:sp>
      <p:grpSp>
        <p:nvGrpSpPr>
          <p:cNvPr id="17" name="组合 16"/>
          <p:cNvGrpSpPr/>
          <p:nvPr/>
        </p:nvGrpSpPr>
        <p:grpSpPr>
          <a:xfrm>
            <a:off x="754380" y="2137410"/>
            <a:ext cx="11073130" cy="4309745"/>
            <a:chOff x="1094" y="3342"/>
            <a:chExt cx="17438" cy="6787"/>
          </a:xfrm>
        </p:grpSpPr>
        <p:sp>
          <p:nvSpPr>
            <p:cNvPr id="5" name="Oval 15"/>
            <p:cNvSpPr>
              <a:spLocks noChangeArrowheads="1"/>
            </p:cNvSpPr>
            <p:nvPr>
              <p:custDataLst>
                <p:tags r:id="rId2"/>
              </p:custDataLst>
            </p:nvPr>
          </p:nvSpPr>
          <p:spPr bwMode="auto">
            <a:xfrm>
              <a:off x="1366" y="4268"/>
              <a:ext cx="4966" cy="5012"/>
            </a:xfrm>
            <a:prstGeom prst="ellipse">
              <a:avLst/>
            </a:prstGeom>
            <a:noFill/>
            <a:ln w="19050">
              <a:solidFill>
                <a:srgbClr val="4F5A71">
                  <a:alpha val="50000"/>
                </a:srgbClr>
              </a:solidFill>
              <a:round/>
            </a:ln>
            <a:effectLst/>
            <a:extLst>
              <a:ext uri="{909E8E84-426E-40DD-AFC4-6F175D3DCCD1}">
                <a14:hiddenFill xmlns:a14="http://schemas.microsoft.com/office/drawing/2010/main" xmlns="">
                  <a:solidFill>
                    <a:srgbClr val="4F5A71"/>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6" name="Line 16"/>
            <p:cNvSpPr>
              <a:spLocks noChangeShapeType="1"/>
            </p:cNvSpPr>
            <p:nvPr>
              <p:custDataLst>
                <p:tags r:id="rId3"/>
              </p:custDataLst>
            </p:nvPr>
          </p:nvSpPr>
          <p:spPr bwMode="gray">
            <a:xfrm>
              <a:off x="1094" y="6785"/>
              <a:ext cx="5486" cy="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7" name="Line 17"/>
            <p:cNvSpPr>
              <a:spLocks noChangeShapeType="1"/>
            </p:cNvSpPr>
            <p:nvPr>
              <p:custDataLst>
                <p:tags r:id="rId4"/>
              </p:custDataLst>
            </p:nvPr>
          </p:nvSpPr>
          <p:spPr bwMode="gray">
            <a:xfrm>
              <a:off x="3837" y="3898"/>
              <a:ext cx="0" cy="577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8" name="Oval 10"/>
            <p:cNvSpPr>
              <a:spLocks noChangeArrowheads="1"/>
            </p:cNvSpPr>
            <p:nvPr>
              <p:custDataLst>
                <p:tags r:id="rId5"/>
              </p:custDataLst>
            </p:nvPr>
          </p:nvSpPr>
          <p:spPr bwMode="gray">
            <a:xfrm>
              <a:off x="1638" y="4552"/>
              <a:ext cx="4393" cy="4427"/>
            </a:xfrm>
            <a:prstGeom prst="ellipse">
              <a:avLst/>
            </a:prstGeom>
            <a:noFill/>
            <a:ln w="9525">
              <a:solidFill>
                <a:srgbClr val="4F5A71">
                  <a:alpha val="50000"/>
                </a:srgbClr>
              </a:solidFill>
              <a:round/>
            </a:ln>
            <a:effectLst/>
            <a:extLst>
              <a:ext uri="{909E8E84-426E-40DD-AFC4-6F175D3DCCD1}">
                <a14:hiddenFill xmlns:a14="http://schemas.microsoft.com/office/drawing/2010/main" xmlns="">
                  <a:solidFill>
                    <a:srgbClr val="4F5A71">
                      <a:alpha val="64999"/>
                    </a:srgbClr>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40" name="Oval 13"/>
            <p:cNvSpPr>
              <a:spLocks noChangeArrowheads="1"/>
            </p:cNvSpPr>
            <p:nvPr>
              <p:custDataLst>
                <p:tags r:id="rId6"/>
              </p:custDataLst>
            </p:nvPr>
          </p:nvSpPr>
          <p:spPr bwMode="gray">
            <a:xfrm>
              <a:off x="2140" y="5083"/>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9" name="KSO_GT1"/>
            <p:cNvSpPr>
              <a:spLocks noChangeArrowheads="1"/>
            </p:cNvSpPr>
            <p:nvPr>
              <p:custDataLst>
                <p:tags r:id="rId7"/>
              </p:custDataLst>
            </p:nvPr>
          </p:nvSpPr>
          <p:spPr bwMode="gray">
            <a:xfrm>
              <a:off x="2746" y="5701"/>
              <a:ext cx="2155" cy="2201"/>
            </a:xfrm>
            <a:prstGeom prst="ellipse">
              <a:avLst/>
            </a:prstGeom>
            <a:solidFill>
              <a:srgbClr val="4F5A71"/>
            </a:solidFill>
            <a:ln>
              <a:noFill/>
            </a:ln>
            <a:effectLst/>
          </p:spPr>
          <p:txBody>
            <a:bodyPr wrap="square" lIns="0" tIns="0" rIns="0" bIns="0" anchor="ctr">
              <a:normAutofit fontScale="67500" lnSpcReduction="20000"/>
            </a:bodyPr>
            <a:lstStyle/>
            <a:p>
              <a:pPr algn="ctr">
                <a:defRPr/>
              </a:pPr>
              <a:r>
                <a:rPr lang="zh-CN" altLang="en-US" sz="2800" kern="0" dirty="0">
                  <a:solidFill>
                    <a:srgbClr val="FFFFFF"/>
                  </a:solidFill>
                  <a:latin typeface="Arial" panose="020B0604020202020204" pitchFamily="34" charset="0"/>
                  <a:ea typeface="宋体" panose="02010600030101010101" pitchFamily="2" charset="-122"/>
                  <a:cs typeface="黑体" panose="02010609060101010101" pitchFamily="49" charset="-122"/>
                </a:rPr>
                <a:t>程序设计应遵循的准则</a:t>
              </a:r>
            </a:p>
          </p:txBody>
        </p:sp>
        <p:sp>
          <p:nvSpPr>
            <p:cNvPr id="43" name="Oval 19"/>
            <p:cNvSpPr>
              <a:spLocks noChangeArrowheads="1"/>
            </p:cNvSpPr>
            <p:nvPr>
              <p:custDataLst>
                <p:tags r:id="rId8"/>
              </p:custDataLst>
            </p:nvPr>
          </p:nvSpPr>
          <p:spPr bwMode="gray">
            <a:xfrm>
              <a:off x="4107" y="4156"/>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0" name="文本框 9"/>
            <p:cNvSpPr txBox="1"/>
            <p:nvPr>
              <p:custDataLst>
                <p:tags r:id="rId9"/>
              </p:custDataLst>
            </p:nvPr>
          </p:nvSpPr>
          <p:spPr>
            <a:xfrm>
              <a:off x="5721" y="3342"/>
              <a:ext cx="11830" cy="1530"/>
            </a:xfrm>
            <a:prstGeom prst="rect">
              <a:avLst/>
            </a:prstGeom>
            <a:noFill/>
          </p:spPr>
          <p:txBody>
            <a:bodyPr wrap="square" lIns="0" rIns="0">
              <a:normAutofit/>
            </a:bodyPr>
            <a:lstStyle/>
            <a:p>
              <a:pPr>
                <a:lnSpc>
                  <a:spcPct val="130000"/>
                </a:lnSpc>
                <a:spcBef>
                  <a:spcPts val="600"/>
                </a:spcBef>
                <a:defRPr/>
              </a:pPr>
              <a:r>
                <a:rPr dirty="0"/>
                <a:t>（1）提高类的操作（服务）的内聚。类的一个操作应只完成单个功能，如果涉及多个功能，应把它分解成几个更小的操作。</a:t>
              </a:r>
            </a:p>
            <a:p>
              <a:pPr>
                <a:lnSpc>
                  <a:spcPct val="130000"/>
                </a:lnSpc>
                <a:spcBef>
                  <a:spcPts val="600"/>
                </a:spcBef>
                <a:defRPr/>
              </a:pPr>
              <a:endParaRPr dirty="0"/>
            </a:p>
          </p:txBody>
        </p:sp>
        <p:sp>
          <p:nvSpPr>
            <p:cNvPr id="46" name="Oval 19"/>
            <p:cNvSpPr>
              <a:spLocks noChangeArrowheads="1"/>
            </p:cNvSpPr>
            <p:nvPr>
              <p:custDataLst>
                <p:tags r:id="rId10"/>
              </p:custDataLst>
            </p:nvPr>
          </p:nvSpPr>
          <p:spPr bwMode="gray">
            <a:xfrm>
              <a:off x="5110" y="4872"/>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47" name="文本框 46"/>
            <p:cNvSpPr txBox="1"/>
            <p:nvPr>
              <p:custDataLst>
                <p:tags r:id="rId11"/>
              </p:custDataLst>
            </p:nvPr>
          </p:nvSpPr>
          <p:spPr>
            <a:xfrm>
              <a:off x="7128" y="5787"/>
              <a:ext cx="10896" cy="1097"/>
            </a:xfrm>
            <a:prstGeom prst="rect">
              <a:avLst/>
            </a:prstGeom>
            <a:noFill/>
          </p:spPr>
          <p:txBody>
            <a:bodyPr wrap="square" lIns="0" rIns="0">
              <a:normAutofit fontScale="92500" lnSpcReduction="20000"/>
            </a:bodyPr>
            <a:lstStyle/>
            <a:p>
              <a:pPr>
                <a:lnSpc>
                  <a:spcPct val="130000"/>
                </a:lnSpc>
                <a:spcBef>
                  <a:spcPts val="600"/>
                </a:spcBef>
                <a:defRPr/>
              </a:pPr>
              <a:r>
                <a:rPr dirty="0"/>
                <a:t>（3）保持操作的一致性。功能相似的操作应有一致的名字、参数特征、返回值类型、使用条件及出错条件等。</a:t>
              </a:r>
            </a:p>
          </p:txBody>
        </p:sp>
        <p:sp>
          <p:nvSpPr>
            <p:cNvPr id="49" name="Oval 19"/>
            <p:cNvSpPr>
              <a:spLocks noChangeArrowheads="1"/>
            </p:cNvSpPr>
            <p:nvPr>
              <p:custDataLst>
                <p:tags r:id="rId12"/>
              </p:custDataLst>
            </p:nvPr>
          </p:nvSpPr>
          <p:spPr bwMode="gray">
            <a:xfrm>
              <a:off x="5721" y="6604"/>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1" name="文本框 10"/>
            <p:cNvSpPr txBox="1"/>
            <p:nvPr>
              <p:custDataLst>
                <p:tags r:id="rId13"/>
              </p:custDataLst>
            </p:nvPr>
          </p:nvSpPr>
          <p:spPr>
            <a:xfrm>
              <a:off x="7127" y="7727"/>
              <a:ext cx="11405" cy="759"/>
            </a:xfrm>
            <a:prstGeom prst="rect">
              <a:avLst/>
            </a:prstGeom>
            <a:noFill/>
          </p:spPr>
          <p:txBody>
            <a:bodyPr wrap="square" lIns="0" rIns="0">
              <a:normAutofit/>
            </a:bodyPr>
            <a:lstStyle/>
            <a:p>
              <a:pPr>
                <a:lnSpc>
                  <a:spcPct val="130000"/>
                </a:lnSpc>
                <a:spcBef>
                  <a:spcPts val="600"/>
                </a:spcBef>
                <a:defRPr/>
              </a:pPr>
              <a:r>
                <a:rPr lang="zh-CN" altLang="en-US" dirty="0"/>
                <a:t>（5）全面覆盖所有的条件组合。</a:t>
              </a:r>
            </a:p>
          </p:txBody>
        </p:sp>
        <p:sp>
          <p:nvSpPr>
            <p:cNvPr id="53" name="Oval 19"/>
            <p:cNvSpPr>
              <a:spLocks noChangeArrowheads="1"/>
            </p:cNvSpPr>
            <p:nvPr>
              <p:custDataLst>
                <p:tags r:id="rId14"/>
              </p:custDataLst>
            </p:nvPr>
          </p:nvSpPr>
          <p:spPr bwMode="gray">
            <a:xfrm>
              <a:off x="5110" y="8123"/>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2" name="文本框 11"/>
            <p:cNvSpPr txBox="1"/>
            <p:nvPr>
              <p:custDataLst>
                <p:tags r:id="rId15"/>
              </p:custDataLst>
            </p:nvPr>
          </p:nvSpPr>
          <p:spPr>
            <a:xfrm>
              <a:off x="5506" y="9280"/>
              <a:ext cx="5828" cy="849"/>
            </a:xfrm>
            <a:prstGeom prst="rect">
              <a:avLst/>
            </a:prstGeom>
            <a:noFill/>
          </p:spPr>
          <p:txBody>
            <a:bodyPr wrap="square" lIns="0" rIns="0">
              <a:normAutofit/>
            </a:bodyPr>
            <a:lstStyle/>
            <a:p>
              <a:pPr>
                <a:lnSpc>
                  <a:spcPct val="130000"/>
                </a:lnSpc>
                <a:spcBef>
                  <a:spcPts val="600"/>
                </a:spcBef>
                <a:defRPr/>
              </a:pPr>
              <a:r>
                <a:rPr lang="zh-CN" altLang="en-US" dirty="0"/>
                <a:t>（7）利用继承机制。</a:t>
              </a:r>
            </a:p>
          </p:txBody>
        </p:sp>
        <p:sp>
          <p:nvSpPr>
            <p:cNvPr id="56" name="Oval 19"/>
            <p:cNvSpPr>
              <a:spLocks noChangeArrowheads="1"/>
            </p:cNvSpPr>
            <p:nvPr>
              <p:custDataLst>
                <p:tags r:id="rId16"/>
              </p:custDataLst>
            </p:nvPr>
          </p:nvSpPr>
          <p:spPr bwMode="gray">
            <a:xfrm>
              <a:off x="4107" y="8979"/>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7" name="文本框 56"/>
            <p:cNvSpPr txBox="1"/>
            <p:nvPr>
              <p:custDataLst>
                <p:tags r:id="rId17"/>
              </p:custDataLst>
            </p:nvPr>
          </p:nvSpPr>
          <p:spPr>
            <a:xfrm>
              <a:off x="7359" y="7000"/>
              <a:ext cx="9960" cy="677"/>
            </a:xfrm>
            <a:prstGeom prst="rect">
              <a:avLst/>
            </a:prstGeom>
            <a:noFill/>
          </p:spPr>
          <p:txBody>
            <a:bodyPr wrap="square" lIns="0" rIns="0">
              <a:normAutofit lnSpcReduction="10000"/>
            </a:bodyPr>
            <a:lstStyle/>
            <a:p>
              <a:pPr>
                <a:lnSpc>
                  <a:spcPct val="130000"/>
                </a:lnSpc>
                <a:spcBef>
                  <a:spcPts val="600"/>
                </a:spcBef>
                <a:defRPr/>
              </a:pPr>
              <a:r>
                <a:rPr dirty="0">
                  <a:sym typeface="+mn-ea"/>
                </a:rPr>
                <a:t>（4）把提供决策的操作与完成具体任务的操作分开设计。</a:t>
              </a:r>
            </a:p>
          </p:txBody>
        </p:sp>
        <p:sp>
          <p:nvSpPr>
            <p:cNvPr id="13" name="Oval 19"/>
            <p:cNvSpPr>
              <a:spLocks noChangeArrowheads="1"/>
            </p:cNvSpPr>
            <p:nvPr>
              <p:custDataLst>
                <p:tags r:id="rId18"/>
              </p:custDataLst>
            </p:nvPr>
          </p:nvSpPr>
          <p:spPr bwMode="gray">
            <a:xfrm>
              <a:off x="5975" y="5523"/>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4" name="Oval 19"/>
            <p:cNvSpPr>
              <a:spLocks noChangeArrowheads="1"/>
            </p:cNvSpPr>
            <p:nvPr>
              <p:custDataLst>
                <p:tags r:id="rId19"/>
              </p:custDataLst>
            </p:nvPr>
          </p:nvSpPr>
          <p:spPr bwMode="gray">
            <a:xfrm>
              <a:off x="5936" y="7727"/>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5" name="文本框 14"/>
            <p:cNvSpPr txBox="1"/>
            <p:nvPr/>
          </p:nvSpPr>
          <p:spPr>
            <a:xfrm>
              <a:off x="6580" y="4693"/>
              <a:ext cx="11380" cy="1008"/>
            </a:xfrm>
            <a:prstGeom prst="rect">
              <a:avLst/>
            </a:prstGeom>
            <a:noFill/>
          </p:spPr>
          <p:txBody>
            <a:bodyPr wrap="square" rtlCol="0" anchor="t">
              <a:spAutoFit/>
            </a:bodyPr>
            <a:lstStyle/>
            <a:p>
              <a:pPr algn="l"/>
              <a:r>
                <a:rPr dirty="0">
                  <a:sym typeface="+mn-ea"/>
                </a:rPr>
                <a:t>（2）减小类的操作（服务）的规模。类的某个操作的规模如果太大，应把它分解成几个更小的操作。</a:t>
              </a:r>
            </a:p>
          </p:txBody>
        </p:sp>
        <p:sp>
          <p:nvSpPr>
            <p:cNvPr id="16" name="文本框 15"/>
            <p:cNvSpPr txBox="1"/>
            <p:nvPr/>
          </p:nvSpPr>
          <p:spPr>
            <a:xfrm>
              <a:off x="6196" y="8519"/>
              <a:ext cx="4448" cy="705"/>
            </a:xfrm>
            <a:prstGeom prst="rect">
              <a:avLst/>
            </a:prstGeom>
            <a:noFill/>
          </p:spPr>
          <p:txBody>
            <a:bodyPr wrap="none" rtlCol="0" anchor="t">
              <a:spAutoFit/>
            </a:bodyPr>
            <a:lstStyle/>
            <a:p>
              <a:pPr algn="l">
                <a:lnSpc>
                  <a:spcPct val="130000"/>
                </a:lnSpc>
                <a:spcBef>
                  <a:spcPts val="600"/>
                </a:spcBef>
                <a:defRPr/>
              </a:pPr>
              <a:r>
                <a:rPr lang="zh-CN" altLang="en-US" dirty="0">
                  <a:sym typeface="+mn-ea"/>
                </a:rPr>
                <a:t>（6）尽量不使用全局量。</a:t>
              </a:r>
            </a:p>
          </p:txBody>
        </p:sp>
      </p:grpSp>
    </p:spTree>
    <p:custDataLst>
      <p:tags r:id="rId1"/>
    </p:custDataLst>
  </p:cSld>
  <p:clrMapOvr>
    <a:masterClrMapping/>
  </p:clrMapOvr>
  <p:transition>
    <p:wheel spokes="3"/>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7.3 </a:t>
            </a:r>
            <a:r>
              <a:rPr lang="zh-CN" altLang="en-US" dirty="0" smtClean="0">
                <a:solidFill>
                  <a:srgbClr val="FF0000"/>
                </a:solidFill>
                <a:sym typeface="+mn-ea"/>
              </a:rPr>
              <a:t>面向对象系统的实现</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7.3.2 </a:t>
            </a:r>
            <a:r>
              <a:rPr lang="zh-CN" altLang="en-US" sz="2400" dirty="0" smtClean="0">
                <a:solidFill>
                  <a:schemeClr val="tx1"/>
                </a:solidFill>
              </a:rPr>
              <a:t>面向对象程序设计风格</a:t>
            </a:r>
          </a:p>
        </p:txBody>
      </p:sp>
      <p:grpSp>
        <p:nvGrpSpPr>
          <p:cNvPr id="3" name="组合 2"/>
          <p:cNvGrpSpPr/>
          <p:nvPr/>
        </p:nvGrpSpPr>
        <p:grpSpPr>
          <a:xfrm>
            <a:off x="722499" y="2409250"/>
            <a:ext cx="10795000" cy="1882140"/>
            <a:chOff x="1630" y="5726"/>
            <a:chExt cx="17000" cy="2964"/>
          </a:xfrm>
        </p:grpSpPr>
        <p:cxnSp>
          <p:nvCxnSpPr>
            <p:cNvPr id="4" name="MH_Other_1"/>
            <p:cNvCxnSpPr/>
            <p:nvPr/>
          </p:nvCxnSpPr>
          <p:spPr>
            <a:xfrm flipH="1">
              <a:off x="2470" y="6041"/>
              <a:ext cx="1545" cy="145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6" name="MH_SubTitle_1"/>
            <p:cNvSpPr txBox="1">
              <a:spLocks noChangeArrowheads="1"/>
            </p:cNvSpPr>
            <p:nvPr/>
          </p:nvSpPr>
          <p:spPr bwMode="auto">
            <a:xfrm>
              <a:off x="3207" y="6381"/>
              <a:ext cx="15423" cy="230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2060"/>
                  </a:solidFill>
                </a:rPr>
                <a:t>把类的实现封装起来</a:t>
              </a:r>
            </a:p>
            <a:p>
              <a:pPr indent="457200" fontAlgn="auto">
                <a:lnSpc>
                  <a:spcPct val="120000"/>
                </a:lnSpc>
              </a:pPr>
              <a:r>
                <a:rPr lang="zh-CN" altLang="en-US" dirty="0">
                  <a:ea typeface="微软雅黑" panose="020B0503020204020204" charset="-122"/>
                </a:rPr>
                <a:t>应该把类的实现策略，包括描述属性的数据结构、修改属性的算法等封装起来，对外只提供公有的接口，否则将降低今后修改数据结构或算法的自由度。</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2060"/>
                  </a:solidFill>
                  <a:latin typeface="Agency FB" panose="020B0503020202020204" pitchFamily="34" charset="0"/>
                  <a:ea typeface="微软雅黑" panose="020B0503020204020204" charset="-122"/>
                </a:rPr>
                <a:t>1</a:t>
              </a:r>
            </a:p>
          </p:txBody>
        </p:sp>
      </p:grpSp>
      <p:grpSp>
        <p:nvGrpSpPr>
          <p:cNvPr id="8" name="组合 7"/>
          <p:cNvGrpSpPr/>
          <p:nvPr/>
        </p:nvGrpSpPr>
        <p:grpSpPr>
          <a:xfrm>
            <a:off x="698369" y="4413157"/>
            <a:ext cx="10819130" cy="1456690"/>
            <a:chOff x="1840" y="2871"/>
            <a:chExt cx="17038" cy="2294"/>
          </a:xfrm>
        </p:grpSpPr>
        <p:cxnSp>
          <p:nvCxnSpPr>
            <p:cNvPr id="9" name="MH_Other_4"/>
            <p:cNvCxnSpPr/>
            <p:nvPr/>
          </p:nvCxnSpPr>
          <p:spPr>
            <a:xfrm flipH="1">
              <a:off x="2680" y="3183"/>
              <a:ext cx="1545" cy="145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2"/>
            <p:cNvSpPr txBox="1">
              <a:spLocks noChangeArrowheads="1"/>
            </p:cNvSpPr>
            <p:nvPr/>
          </p:nvSpPr>
          <p:spPr bwMode="auto">
            <a:xfrm>
              <a:off x="3455" y="3183"/>
              <a:ext cx="15423" cy="1982"/>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C00000"/>
                  </a:solidFill>
                  <a:ea typeface="微软雅黑" panose="020B0503020204020204" charset="-122"/>
                </a:rPr>
                <a:t>一个操作应只包含对象模型中的有限内容，不要包含多种关联的内容</a:t>
              </a:r>
            </a:p>
            <a:p>
              <a:pPr indent="457200" fontAlgn="auto">
                <a:lnSpc>
                  <a:spcPct val="120000"/>
                </a:lnSpc>
              </a:pPr>
              <a:r>
                <a:rPr lang="zh-CN" altLang="en-US" dirty="0">
                  <a:solidFill>
                    <a:schemeClr val="tx1"/>
                  </a:solidFill>
                  <a:ea typeface="微软雅黑" panose="020B0503020204020204" charset="-122"/>
                </a:rPr>
                <a:t>违反这条原则将导致方法过分复杂，既不容易理解，也不容易修改。</a:t>
              </a:r>
            </a:p>
          </p:txBody>
        </p:sp>
        <p:sp>
          <p:nvSpPr>
            <p:cNvPr id="1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C00000"/>
                  </a:solidFill>
                  <a:latin typeface="Agency FB" panose="020B0503020202020204" pitchFamily="34" charset="0"/>
                  <a:ea typeface="微软雅黑" panose="020B0503020204020204" charset="-122"/>
                </a:rPr>
                <a:t>2</a:t>
              </a:r>
            </a:p>
          </p:txBody>
        </p:sp>
      </p:grpSp>
      <p:sp>
        <p:nvSpPr>
          <p:cNvPr id="18" name="文本框 18"/>
          <p:cNvSpPr txBox="1">
            <a:spLocks noChangeArrowheads="1"/>
          </p:cNvSpPr>
          <p:nvPr>
            <p:custDataLst>
              <p:tags r:id="rId2"/>
            </p:custDataLst>
          </p:nvPr>
        </p:nvSpPr>
        <p:spPr bwMode="auto">
          <a:xfrm>
            <a:off x="994002" y="2060812"/>
            <a:ext cx="3441519" cy="5348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spcBef>
                <a:spcPct val="0"/>
              </a:spcBef>
              <a:buNone/>
            </a:pPr>
            <a:r>
              <a:rPr lang="en-US" sz="2000" b="1" dirty="0" smtClean="0">
                <a:latin typeface="微软雅黑" pitchFamily="34" charset="-122"/>
                <a:ea typeface="微软雅黑" pitchFamily="34" charset="-122"/>
              </a:rPr>
              <a:t>2</a:t>
            </a:r>
            <a:r>
              <a:rPr lang="zh-CN" altLang="en-US" sz="2000" b="1" dirty="0" smtClean="0">
                <a:latin typeface="微软雅黑" pitchFamily="34" charset="-122"/>
                <a:ea typeface="微软雅黑" pitchFamily="34" charset="-122"/>
              </a:rPr>
              <a:t>．</a:t>
            </a:r>
            <a:r>
              <a:rPr lang="zh-CN" altLang="en-US" sz="2100" b="1" dirty="0" smtClean="0">
                <a:latin typeface="微软雅黑" pitchFamily="34" charset="-122"/>
                <a:ea typeface="微软雅黑" pitchFamily="34" charset="-122"/>
              </a:rPr>
              <a:t>提高软件的可扩展性</a:t>
            </a:r>
          </a:p>
        </p:txBody>
      </p:sp>
    </p:spTree>
    <p:custDataLst>
      <p:tags r:id="rId1"/>
    </p:custDataLst>
  </p:cSld>
  <p:clrMapOvr>
    <a:masterClrMapping/>
  </p:clrMapOvr>
  <p:transition>
    <p:wheel spokes="3"/>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7.3 </a:t>
            </a:r>
            <a:r>
              <a:rPr lang="zh-CN" altLang="en-US" dirty="0" smtClean="0">
                <a:solidFill>
                  <a:srgbClr val="FF0000"/>
                </a:solidFill>
                <a:sym typeface="+mn-ea"/>
              </a:rPr>
              <a:t>面向对象系统的实现</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7.3.2 </a:t>
            </a:r>
            <a:r>
              <a:rPr lang="zh-CN" altLang="en-US" sz="2400" dirty="0" smtClean="0">
                <a:solidFill>
                  <a:schemeClr val="tx1"/>
                </a:solidFill>
              </a:rPr>
              <a:t>面向对象程序设计风格</a:t>
            </a:r>
          </a:p>
        </p:txBody>
      </p:sp>
      <p:grpSp>
        <p:nvGrpSpPr>
          <p:cNvPr id="3" name="组合 2"/>
          <p:cNvGrpSpPr/>
          <p:nvPr/>
        </p:nvGrpSpPr>
        <p:grpSpPr>
          <a:xfrm>
            <a:off x="722499" y="2021686"/>
            <a:ext cx="10843260" cy="1666240"/>
            <a:chOff x="1630" y="5726"/>
            <a:chExt cx="17076" cy="2624"/>
          </a:xfrm>
        </p:grpSpPr>
        <p:cxnSp>
          <p:nvCxnSpPr>
            <p:cNvPr id="4" name="MH_Other_1"/>
            <p:cNvCxnSpPr/>
            <p:nvPr/>
          </p:nvCxnSpPr>
          <p:spPr>
            <a:xfrm flipH="1">
              <a:off x="2470" y="6041"/>
              <a:ext cx="1545" cy="1450"/>
            </a:xfrm>
            <a:prstGeom prst="lin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6" name="MH_SubTitle_1"/>
            <p:cNvSpPr txBox="1">
              <a:spLocks noChangeArrowheads="1"/>
            </p:cNvSpPr>
            <p:nvPr/>
          </p:nvSpPr>
          <p:spPr bwMode="auto">
            <a:xfrm>
              <a:off x="3283" y="6041"/>
              <a:ext cx="15423" cy="230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3">
                      <a:lumMod val="75000"/>
                    </a:schemeClr>
                  </a:solidFill>
                </a:rPr>
                <a:t>避免使用多分支语句</a:t>
              </a:r>
            </a:p>
            <a:p>
              <a:pPr indent="457200" fontAlgn="auto">
                <a:lnSpc>
                  <a:spcPct val="120000"/>
                </a:lnSpc>
              </a:pPr>
              <a:r>
                <a:rPr lang="zh-CN" altLang="en-US" dirty="0">
                  <a:ea typeface="微软雅黑" panose="020B0503020204020204" charset="-122"/>
                </a:rPr>
                <a:t>一般来说，可以利用DO…CASE语句测试对象的内部状态，应该合理地利用多态性机制，根据对象当前的类型自动决定应有的行为。</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chemeClr val="accent3">
                      <a:lumMod val="75000"/>
                    </a:schemeClr>
                  </a:solidFill>
                  <a:latin typeface="Agency FB" panose="020B0503020202020204" pitchFamily="34" charset="0"/>
                  <a:ea typeface="微软雅黑" panose="020B0503020204020204" charset="-122"/>
                </a:rPr>
                <a:t>3</a:t>
              </a:r>
            </a:p>
          </p:txBody>
        </p:sp>
      </p:grpSp>
      <p:grpSp>
        <p:nvGrpSpPr>
          <p:cNvPr id="8" name="组合 7"/>
          <p:cNvGrpSpPr/>
          <p:nvPr/>
        </p:nvGrpSpPr>
        <p:grpSpPr>
          <a:xfrm>
            <a:off x="698369" y="3687773"/>
            <a:ext cx="10867390" cy="1877060"/>
            <a:chOff x="1840" y="2871"/>
            <a:chExt cx="17114" cy="2956"/>
          </a:xfrm>
        </p:grpSpPr>
        <p:cxnSp>
          <p:nvCxnSpPr>
            <p:cNvPr id="9" name="MH_Other_4"/>
            <p:cNvCxnSpPr/>
            <p:nvPr/>
          </p:nvCxnSpPr>
          <p:spPr>
            <a:xfrm flipH="1">
              <a:off x="2680" y="3183"/>
              <a:ext cx="1545" cy="145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2"/>
            <p:cNvSpPr txBox="1">
              <a:spLocks noChangeArrowheads="1"/>
            </p:cNvSpPr>
            <p:nvPr/>
          </p:nvSpPr>
          <p:spPr bwMode="auto">
            <a:xfrm>
              <a:off x="3455" y="3845"/>
              <a:ext cx="15499" cy="1982"/>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6">
                      <a:lumMod val="75000"/>
                    </a:schemeClr>
                  </a:solidFill>
                  <a:ea typeface="微软雅黑" panose="020B0503020204020204" charset="-122"/>
                </a:rPr>
                <a:t>精心确定公有的属性、服务或关联</a:t>
              </a:r>
            </a:p>
            <a:p>
              <a:pPr indent="457200" fontAlgn="auto">
                <a:lnSpc>
                  <a:spcPct val="120000"/>
                </a:lnSpc>
              </a:pPr>
              <a:r>
                <a:rPr lang="zh-CN" altLang="en-US" dirty="0">
                  <a:solidFill>
                    <a:schemeClr val="tx1"/>
                  </a:solidFill>
                  <a:ea typeface="微软雅黑" panose="020B0503020204020204" charset="-122"/>
                </a:rPr>
                <a:t>公有方法是向公众公布的接口。对这类方法的修改往往会涉及许多其他类，因此修改公有方法的代价通常都比较高。为了提高可修改性，降低维护成本，必须精心选择和定义公有方法。同样，属性和关联也可以分为公有和私有两大类，公有属性或关联又可以进一步设置为具有只读权限或只写权限两类。为了确保信息安全，精心确定公有的属性和关联也非常重要。</a:t>
              </a:r>
            </a:p>
          </p:txBody>
        </p:sp>
        <p:sp>
          <p:nvSpPr>
            <p:cNvPr id="1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chemeClr val="accent6">
                      <a:lumMod val="75000"/>
                    </a:schemeClr>
                  </a:solidFill>
                  <a:latin typeface="Agency FB" panose="020B0503020202020204" pitchFamily="34" charset="0"/>
                  <a:ea typeface="微软雅黑" panose="020B0503020204020204" charset="-122"/>
                </a:rPr>
                <a:t>4</a:t>
              </a:r>
            </a:p>
          </p:txBody>
        </p:sp>
      </p:grpSp>
    </p:spTree>
    <p:custDataLst>
      <p:tags r:id="rId1"/>
    </p:custDataLst>
  </p:cSld>
  <p:clrMapOvr>
    <a:masterClrMapping/>
  </p:clrMapOvr>
  <p:transition>
    <p:wheel spokes="3"/>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7.3 </a:t>
            </a:r>
            <a:r>
              <a:rPr lang="zh-CN" altLang="en-US" dirty="0" smtClean="0">
                <a:solidFill>
                  <a:srgbClr val="FF0000"/>
                </a:solidFill>
                <a:sym typeface="+mn-ea"/>
              </a:rPr>
              <a:t>面向对象系统的实现</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7.3.2 </a:t>
            </a:r>
            <a:r>
              <a:rPr lang="zh-CN" altLang="en-US" sz="2400" dirty="0" smtClean="0">
                <a:solidFill>
                  <a:schemeClr val="tx1"/>
                </a:solidFill>
              </a:rPr>
              <a:t>面向对象程序设计风格</a:t>
            </a:r>
          </a:p>
        </p:txBody>
      </p:sp>
      <p:sp>
        <p:nvSpPr>
          <p:cNvPr id="100" name="文本框 99"/>
          <p:cNvSpPr txBox="1"/>
          <p:nvPr/>
        </p:nvSpPr>
        <p:spPr>
          <a:xfrm>
            <a:off x="1115923" y="2694685"/>
            <a:ext cx="10075241" cy="1040285"/>
          </a:xfrm>
          <a:prstGeom prst="rect">
            <a:avLst/>
          </a:prstGeom>
          <a:solidFill>
            <a:schemeClr val="accent3">
              <a:lumMod val="20000"/>
              <a:lumOff val="80000"/>
            </a:schemeClr>
          </a:solidFill>
          <a:ln w="9525">
            <a:noFill/>
          </a:ln>
        </p:spPr>
        <p:txBody>
          <a:bodyPr wrap="square">
            <a:spAutoFit/>
          </a:bodyPr>
          <a:lstStyle/>
          <a:p>
            <a:pPr marL="0" indent="0" algn="l" fontAlgn="auto">
              <a:lnSpc>
                <a:spcPct val="110000"/>
              </a:lnSpc>
            </a:pPr>
            <a:r>
              <a:rPr lang="en-US" altLang="zh-CN" sz="2000" b="0" u="none">
                <a:latin typeface="宋体" panose="02010600030101010101" pitchFamily="2" charset="-122"/>
                <a:ea typeface="宋体" panose="02010600030101010101" pitchFamily="2" charset="-122"/>
                <a:cs typeface="宋体" panose="02010600030101010101" pitchFamily="2" charset="-122"/>
              </a:rPr>
              <a:t>   </a:t>
            </a:r>
            <a:r>
              <a:rPr dirty="0">
                <a:latin typeface="微软雅黑" panose="020B0503020204020204" charset="-122"/>
                <a:ea typeface="微软雅黑" panose="020B0503020204020204" charset="-122"/>
                <a:sym typeface="+mn-ea"/>
              </a:rPr>
              <a:t>程序员在编写代码时，既应考虑设计效率，又应考虑程序的</a:t>
            </a:r>
            <a:r>
              <a:rPr b="1" dirty="0">
                <a:solidFill>
                  <a:schemeClr val="accent6">
                    <a:lumMod val="75000"/>
                  </a:schemeClr>
                </a:solidFill>
                <a:latin typeface="微软雅黑" panose="020B0503020204020204" charset="-122"/>
                <a:ea typeface="微软雅黑" panose="020B0503020204020204" charset="-122"/>
                <a:sym typeface="+mn-ea"/>
              </a:rPr>
              <a:t>健壮性</a:t>
            </a:r>
            <a:r>
              <a:rPr dirty="0">
                <a:latin typeface="微软雅黑" panose="020B0503020204020204" charset="-122"/>
                <a:ea typeface="微软雅黑" panose="020B0503020204020204" charset="-122"/>
                <a:sym typeface="+mn-ea"/>
              </a:rPr>
              <a:t>。通常需要在健壮性与效率之间适当做出折衷。必须认识到，对于任何一个实用软件来说，健壮性都是不可忽略的质量指标。以下准则有利于提高软件的健壮性。</a:t>
            </a:r>
            <a:endParaRPr lang="zh-CN" altLang="en-US">
              <a:solidFill>
                <a:srgbClr val="00B0F0"/>
              </a:solidFill>
              <a:latin typeface="宋体" panose="02010600030101010101" pitchFamily="2" charset="-122"/>
              <a:ea typeface="宋体" panose="02010600030101010101" pitchFamily="2" charset="-122"/>
              <a:cs typeface="宋体" panose="02010600030101010101" pitchFamily="2" charset="-122"/>
            </a:endParaRPr>
          </a:p>
        </p:txBody>
      </p:sp>
      <p:grpSp>
        <p:nvGrpSpPr>
          <p:cNvPr id="14" name="组合 13"/>
          <p:cNvGrpSpPr/>
          <p:nvPr/>
        </p:nvGrpSpPr>
        <p:grpSpPr>
          <a:xfrm>
            <a:off x="963276" y="4041279"/>
            <a:ext cx="10350500" cy="1668780"/>
            <a:chOff x="1188" y="3092"/>
            <a:chExt cx="16300" cy="2628"/>
          </a:xfrm>
        </p:grpSpPr>
        <p:grpSp>
          <p:nvGrpSpPr>
            <p:cNvPr id="13" name="组合 12"/>
            <p:cNvGrpSpPr/>
            <p:nvPr/>
          </p:nvGrpSpPr>
          <p:grpSpPr>
            <a:xfrm>
              <a:off x="1188" y="3092"/>
              <a:ext cx="4947" cy="930"/>
              <a:chOff x="508000" y="3196191"/>
              <a:chExt cx="3141314" cy="590550"/>
            </a:xfrm>
          </p:grpSpPr>
          <p:sp>
            <p:nvSpPr>
              <p:cNvPr id="21" name="TextBox 1"/>
              <p:cNvSpPr txBox="1">
                <a:spLocks noChangeArrowheads="1"/>
              </p:cNvSpPr>
              <p:nvPr/>
            </p:nvSpPr>
            <p:spPr bwMode="auto">
              <a:xfrm>
                <a:off x="508000" y="3196191"/>
                <a:ext cx="318132"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1</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预防用户的操作错误</a:t>
                </a:r>
              </a:p>
            </p:txBody>
          </p:sp>
        </p:grpSp>
        <p:sp>
          <p:nvSpPr>
            <p:cNvPr id="24" name="矩形 8"/>
            <p:cNvSpPr>
              <a:spLocks noChangeArrowheads="1"/>
            </p:cNvSpPr>
            <p:nvPr/>
          </p:nvSpPr>
          <p:spPr bwMode="auto">
            <a:xfrm>
              <a:off x="1893" y="3848"/>
              <a:ext cx="15595" cy="18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软件系统必须具有处理用户操作错误的能力。若用户在输入数据时发生错误，不应该引起程序运行中断，更不应该造成“死机”。任何一个接收用户输入数据的方法，对于接收到的数据必须进行检查，即使发现了非常严重的错误，也应该给出恰当的提示信息，并且准备再次接收用户的输入。</a:t>
              </a:r>
            </a:p>
          </p:txBody>
        </p:sp>
      </p:grpSp>
      <p:sp>
        <p:nvSpPr>
          <p:cNvPr id="26" name="文本框 18"/>
          <p:cNvSpPr txBox="1">
            <a:spLocks noChangeArrowheads="1"/>
          </p:cNvSpPr>
          <p:nvPr>
            <p:custDataLst>
              <p:tags r:id="rId2"/>
            </p:custDataLst>
          </p:nvPr>
        </p:nvSpPr>
        <p:spPr bwMode="auto">
          <a:xfrm>
            <a:off x="994002" y="2060812"/>
            <a:ext cx="3441519" cy="5348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spcBef>
                <a:spcPct val="0"/>
              </a:spcBef>
              <a:buNone/>
            </a:pPr>
            <a:r>
              <a:rPr lang="en-US" sz="2000" b="1" dirty="0" smtClean="0">
                <a:latin typeface="微软雅黑" pitchFamily="34" charset="-122"/>
                <a:ea typeface="微软雅黑" pitchFamily="34" charset="-122"/>
              </a:rPr>
              <a:t>3</a:t>
            </a:r>
            <a:r>
              <a:rPr lang="zh-CN" altLang="en-US" sz="2000" b="1" dirty="0" smtClean="0">
                <a:latin typeface="微软雅黑" pitchFamily="34" charset="-122"/>
                <a:ea typeface="微软雅黑" pitchFamily="34" charset="-122"/>
              </a:rPr>
              <a:t>．</a:t>
            </a:r>
            <a:r>
              <a:rPr lang="zh-CN" altLang="en-US" sz="2100" b="1" dirty="0" smtClean="0">
                <a:latin typeface="微软雅黑" pitchFamily="34" charset="-122"/>
                <a:ea typeface="微软雅黑" pitchFamily="34" charset="-122"/>
              </a:rPr>
              <a:t>提高软件的健壮性</a:t>
            </a:r>
          </a:p>
        </p:txBody>
      </p:sp>
    </p:spTree>
    <p:custDataLst>
      <p:tags r:id="rId1"/>
    </p:custDataLst>
  </p:cSld>
  <p:clrMapOvr>
    <a:masterClrMapping/>
  </p:clrMapOvr>
  <p:transition>
    <p:wheel spokes="3"/>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7.3 </a:t>
            </a:r>
            <a:r>
              <a:rPr lang="zh-CN" altLang="en-US" dirty="0" smtClean="0">
                <a:solidFill>
                  <a:srgbClr val="FF0000"/>
                </a:solidFill>
                <a:sym typeface="+mn-ea"/>
              </a:rPr>
              <a:t>面向对象系统的实现</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7.3.2 </a:t>
            </a:r>
            <a:r>
              <a:rPr lang="zh-CN" altLang="en-US" sz="2400" dirty="0" smtClean="0">
                <a:solidFill>
                  <a:schemeClr val="tx1"/>
                </a:solidFill>
              </a:rPr>
              <a:t>面向对象程序设计风格</a:t>
            </a:r>
          </a:p>
        </p:txBody>
      </p:sp>
      <p:grpSp>
        <p:nvGrpSpPr>
          <p:cNvPr id="26" name="组合 25"/>
          <p:cNvGrpSpPr/>
          <p:nvPr/>
        </p:nvGrpSpPr>
        <p:grpSpPr>
          <a:xfrm>
            <a:off x="750942" y="3930986"/>
            <a:ext cx="5488452" cy="2049780"/>
            <a:chOff x="1188" y="3092"/>
            <a:chExt cx="8115" cy="3228"/>
          </a:xfrm>
        </p:grpSpPr>
        <p:grpSp>
          <p:nvGrpSpPr>
            <p:cNvPr id="28" name="组合 27"/>
            <p:cNvGrpSpPr/>
            <p:nvPr/>
          </p:nvGrpSpPr>
          <p:grpSpPr>
            <a:xfrm>
              <a:off x="1188" y="3092"/>
              <a:ext cx="6974" cy="1188"/>
              <a:chOff x="508000" y="3196191"/>
              <a:chExt cx="4428470" cy="754380"/>
            </a:xfrm>
          </p:grpSpPr>
          <p:sp>
            <p:nvSpPr>
              <p:cNvPr id="3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3</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33" name="直接连接符 32"/>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34" name="矩形 33"/>
              <p:cNvSpPr>
                <a:spLocks noChangeArrowheads="1"/>
              </p:cNvSpPr>
              <p:nvPr/>
            </p:nvSpPr>
            <p:spPr bwMode="auto">
              <a:xfrm>
                <a:off x="960505" y="3291441"/>
                <a:ext cx="3975965" cy="6591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不预先设定数据结构的限制条件</a:t>
                </a:r>
              </a:p>
            </p:txBody>
          </p:sp>
        </p:grpSp>
        <p:sp>
          <p:nvSpPr>
            <p:cNvPr id="35" name="矩形 34"/>
            <p:cNvSpPr>
              <a:spLocks noChangeArrowheads="1"/>
            </p:cNvSpPr>
            <p:nvPr/>
          </p:nvSpPr>
          <p:spPr bwMode="auto">
            <a:xfrm>
              <a:off x="1893" y="3848"/>
              <a:ext cx="7410" cy="24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在设计阶段，往往很难准确地预测出应用系统使用的数据结构的最大容量需求。因此不应该预先设定限制条件。如果有必要和可能，则应该使用动态内存分配机制，创建未预先设定限制条件的数据结构。</a:t>
              </a:r>
            </a:p>
          </p:txBody>
        </p:sp>
      </p:grpSp>
      <p:grpSp>
        <p:nvGrpSpPr>
          <p:cNvPr id="36" name="组合 35"/>
          <p:cNvGrpSpPr/>
          <p:nvPr/>
        </p:nvGrpSpPr>
        <p:grpSpPr>
          <a:xfrm>
            <a:off x="6237605" y="2061210"/>
            <a:ext cx="5343525" cy="3863340"/>
            <a:chOff x="1188" y="3092"/>
            <a:chExt cx="7901" cy="6084"/>
          </a:xfrm>
        </p:grpSpPr>
        <p:grpSp>
          <p:nvGrpSpPr>
            <p:cNvPr id="37" name="组合 36"/>
            <p:cNvGrpSpPr/>
            <p:nvPr/>
          </p:nvGrpSpPr>
          <p:grpSpPr>
            <a:xfrm>
              <a:off x="1188" y="3092"/>
              <a:ext cx="7741" cy="1188"/>
              <a:chOff x="508000" y="3196191"/>
              <a:chExt cx="4915730" cy="754380"/>
            </a:xfrm>
          </p:grpSpPr>
          <p:sp>
            <p:nvSpPr>
              <p:cNvPr id="3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4</a:t>
                </a:r>
              </a:p>
            </p:txBody>
          </p:sp>
          <p:cxnSp>
            <p:nvCxnSpPr>
              <p:cNvPr id="39" name="直接连接符 3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0" name="矩形 39"/>
              <p:cNvSpPr>
                <a:spLocks noChangeArrowheads="1"/>
              </p:cNvSpPr>
              <p:nvPr/>
            </p:nvSpPr>
            <p:spPr bwMode="auto">
              <a:xfrm>
                <a:off x="960521" y="3291441"/>
                <a:ext cx="4463209" cy="6591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经过测试，再确定需要优化的代码</a:t>
                </a:r>
              </a:p>
            </p:txBody>
          </p:sp>
        </p:grpSp>
        <p:sp>
          <p:nvSpPr>
            <p:cNvPr id="41" name="矩形 40"/>
            <p:cNvSpPr>
              <a:spLocks noChangeArrowheads="1"/>
            </p:cNvSpPr>
            <p:nvPr/>
          </p:nvSpPr>
          <p:spPr bwMode="auto">
            <a:xfrm>
              <a:off x="1893" y="3848"/>
              <a:ext cx="7196" cy="53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为了在效率和健壮性之间做出合理的折衷，应该先测试程序的性能，再为提高效率而进行优化。事实上大部分程序代码所消耗的运行时间并不多。应该仔细研究应用程序的特点，以确定哪些部分需要重点测试。例如，最坏情况出现的次数以及处理的时间可能需要重点测试。经过测试，合理地确定需要着重优化的关键部分。如果实现某操作的算法有许多种，则应该综合考虑内存需求、速度及实现的简易程度等因素，经过合理地折衷，选定适当的算法。</a:t>
              </a:r>
            </a:p>
          </p:txBody>
        </p:sp>
      </p:grpSp>
      <p:grpSp>
        <p:nvGrpSpPr>
          <p:cNvPr id="17" name="组合 16"/>
          <p:cNvGrpSpPr/>
          <p:nvPr/>
        </p:nvGrpSpPr>
        <p:grpSpPr>
          <a:xfrm>
            <a:off x="750942" y="2197572"/>
            <a:ext cx="5581650" cy="1311275"/>
            <a:chOff x="1188" y="3092"/>
            <a:chExt cx="8790" cy="2065"/>
          </a:xfrm>
        </p:grpSpPr>
        <p:grpSp>
          <p:nvGrpSpPr>
            <p:cNvPr id="18" name="组合 15"/>
            <p:cNvGrpSpPr/>
            <p:nvPr/>
          </p:nvGrpSpPr>
          <p:grpSpPr>
            <a:xfrm>
              <a:off x="1188" y="3092"/>
              <a:ext cx="4947" cy="930"/>
              <a:chOff x="508000" y="3196191"/>
              <a:chExt cx="3141314" cy="590550"/>
            </a:xfrm>
          </p:grpSpPr>
          <p:sp>
            <p:nvSpPr>
              <p:cNvPr id="20" name="TextBox 1"/>
              <p:cNvSpPr txBox="1">
                <a:spLocks noChangeArrowheads="1"/>
              </p:cNvSpPr>
              <p:nvPr/>
            </p:nvSpPr>
            <p:spPr bwMode="auto">
              <a:xfrm>
                <a:off x="508000" y="3196191"/>
                <a:ext cx="36131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2</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1" name="直接连接符 20"/>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2" name="矩形 21"/>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检查参数的合法性</a:t>
                </a:r>
              </a:p>
            </p:txBody>
          </p:sp>
        </p:grpSp>
        <p:sp>
          <p:nvSpPr>
            <p:cNvPr id="19" name="矩形 18"/>
            <p:cNvSpPr>
              <a:spLocks noChangeArrowheads="1"/>
            </p:cNvSpPr>
            <p:nvPr/>
          </p:nvSpPr>
          <p:spPr bwMode="auto">
            <a:xfrm>
              <a:off x="1893" y="3848"/>
              <a:ext cx="8085" cy="13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对公有方法，尤其应该着重检查其参数的合法性，因为用户在使用公有方法时可能违反参数的约束条件。</a:t>
              </a:r>
            </a:p>
          </p:txBody>
        </p:sp>
      </p:grpSp>
    </p:spTree>
    <p:custDataLst>
      <p:tags r:id="rId1"/>
    </p:custDataLst>
  </p:cSld>
  <p:clrMapOvr>
    <a:masterClrMapping/>
  </p:clrMapOvr>
  <p:transition>
    <p:wheel spokes="3"/>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7.3 </a:t>
            </a:r>
            <a:r>
              <a:rPr lang="zh-CN" altLang="en-US" dirty="0" smtClean="0">
                <a:solidFill>
                  <a:srgbClr val="FF0000"/>
                </a:solidFill>
                <a:sym typeface="+mn-ea"/>
              </a:rPr>
              <a:t>面向对象系统的实现</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7.3.3 </a:t>
            </a:r>
            <a:r>
              <a:rPr lang="zh-CN" altLang="en-US" sz="2400" dirty="0" smtClean="0">
                <a:solidFill>
                  <a:schemeClr val="tx1"/>
                </a:solidFill>
              </a:rPr>
              <a:t>面向对象实现的人员分工</a:t>
            </a:r>
          </a:p>
        </p:txBody>
      </p:sp>
      <p:grpSp>
        <p:nvGrpSpPr>
          <p:cNvPr id="11" name="组合 10"/>
          <p:cNvGrpSpPr/>
          <p:nvPr/>
        </p:nvGrpSpPr>
        <p:grpSpPr>
          <a:xfrm>
            <a:off x="2601586" y="3051175"/>
            <a:ext cx="7369795" cy="3149545"/>
            <a:chOff x="4101" y="3954"/>
            <a:chExt cx="11607" cy="4961"/>
          </a:xfrm>
        </p:grpSpPr>
        <p:sp>
          <p:nvSpPr>
            <p:cNvPr id="42" name="Freeform 5"/>
            <p:cNvSpPr/>
            <p:nvPr>
              <p:custDataLst>
                <p:tags r:id="rId2"/>
              </p:custDataLst>
            </p:nvPr>
          </p:nvSpPr>
          <p:spPr bwMode="auto">
            <a:xfrm>
              <a:off x="9377" y="4091"/>
              <a:ext cx="454" cy="454"/>
            </a:xfrm>
            <a:custGeom>
              <a:avLst/>
              <a:gdLst>
                <a:gd name="T0" fmla="*/ 2147483646 w 48"/>
                <a:gd name="T1" fmla="*/ 2147483646 h 48"/>
                <a:gd name="T2" fmla="*/ 2147483646 w 48"/>
                <a:gd name="T3" fmla="*/ 2147483646 h 48"/>
                <a:gd name="T4" fmla="*/ 0 w 48"/>
                <a:gd name="T5" fmla="*/ 2147483646 h 48"/>
                <a:gd name="T6" fmla="*/ 2147483646 w 48"/>
                <a:gd name="T7" fmla="*/ 0 h 48"/>
                <a:gd name="T8" fmla="*/ 2147483646 w 48"/>
                <a:gd name="T9" fmla="*/ 2147483646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48">
                  <a:moveTo>
                    <a:pt x="48" y="24"/>
                  </a:moveTo>
                  <a:cubicBezTo>
                    <a:pt x="48" y="37"/>
                    <a:pt x="37" y="48"/>
                    <a:pt x="24" y="48"/>
                  </a:cubicBezTo>
                  <a:cubicBezTo>
                    <a:pt x="11" y="48"/>
                    <a:pt x="0" y="38"/>
                    <a:pt x="0" y="24"/>
                  </a:cubicBezTo>
                  <a:cubicBezTo>
                    <a:pt x="0" y="11"/>
                    <a:pt x="10" y="0"/>
                    <a:pt x="24" y="0"/>
                  </a:cubicBezTo>
                  <a:cubicBezTo>
                    <a:pt x="37" y="0"/>
                    <a:pt x="48" y="11"/>
                    <a:pt x="48" y="24"/>
                  </a:cubicBezTo>
                  <a:close/>
                </a:path>
              </a:pathLst>
            </a:custGeom>
            <a:solidFill>
              <a:schemeClr val="accent1"/>
            </a:solidFill>
            <a:ln>
              <a:noFill/>
            </a:ln>
          </p:spPr>
          <p:txBody>
            <a:bodyPr>
              <a:normAutofit fontScale="82500" lnSpcReduction="20000"/>
            </a:bodyPr>
            <a:lstStyle/>
            <a:p>
              <a:endParaRPr lang="zh-CN" altLang="en-US"/>
            </a:p>
          </p:txBody>
        </p:sp>
        <p:sp>
          <p:nvSpPr>
            <p:cNvPr id="43" name="Freeform 6"/>
            <p:cNvSpPr/>
            <p:nvPr>
              <p:custDataLst>
                <p:tags r:id="rId3"/>
              </p:custDataLst>
            </p:nvPr>
          </p:nvSpPr>
          <p:spPr bwMode="auto">
            <a:xfrm>
              <a:off x="9311" y="4564"/>
              <a:ext cx="578" cy="1345"/>
            </a:xfrm>
            <a:custGeom>
              <a:avLst/>
              <a:gdLst>
                <a:gd name="T0" fmla="*/ 2147483646 w 61"/>
                <a:gd name="T1" fmla="*/ 2147483646 h 142"/>
                <a:gd name="T2" fmla="*/ 2147483646 w 61"/>
                <a:gd name="T3" fmla="*/ 2147483646 h 142"/>
                <a:gd name="T4" fmla="*/ 2147483646 w 61"/>
                <a:gd name="T5" fmla="*/ 2147483646 h 142"/>
                <a:gd name="T6" fmla="*/ 2147483646 w 61"/>
                <a:gd name="T7" fmla="*/ 2147483646 h 142"/>
                <a:gd name="T8" fmla="*/ 2147483646 w 61"/>
                <a:gd name="T9" fmla="*/ 2147483646 h 142"/>
                <a:gd name="T10" fmla="*/ 0 w 61"/>
                <a:gd name="T11" fmla="*/ 2147483646 h 142"/>
                <a:gd name="T12" fmla="*/ 2147483646 w 61"/>
                <a:gd name="T13" fmla="*/ 0 h 142"/>
                <a:gd name="T14" fmla="*/ 2147483646 w 61"/>
                <a:gd name="T15" fmla="*/ 0 h 142"/>
                <a:gd name="T16" fmla="*/ 2147483646 w 61"/>
                <a:gd name="T17" fmla="*/ 2147483646 h 142"/>
                <a:gd name="T18" fmla="*/ 2147483646 w 61"/>
                <a:gd name="T19" fmla="*/ 2147483646 h 142"/>
                <a:gd name="T20" fmla="*/ 2147483646 w 61"/>
                <a:gd name="T21" fmla="*/ 2147483646 h 1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142">
                  <a:moveTo>
                    <a:pt x="54" y="129"/>
                  </a:moveTo>
                  <a:cubicBezTo>
                    <a:pt x="54" y="141"/>
                    <a:pt x="43" y="51"/>
                    <a:pt x="31" y="52"/>
                  </a:cubicBezTo>
                  <a:cubicBezTo>
                    <a:pt x="31" y="52"/>
                    <a:pt x="31" y="52"/>
                    <a:pt x="31" y="52"/>
                  </a:cubicBezTo>
                  <a:cubicBezTo>
                    <a:pt x="19" y="52"/>
                    <a:pt x="9" y="142"/>
                    <a:pt x="9" y="129"/>
                  </a:cubicBezTo>
                  <a:cubicBezTo>
                    <a:pt x="15" y="24"/>
                    <a:pt x="15" y="24"/>
                    <a:pt x="15" y="24"/>
                  </a:cubicBezTo>
                  <a:cubicBezTo>
                    <a:pt x="0" y="44"/>
                    <a:pt x="0" y="44"/>
                    <a:pt x="0" y="44"/>
                  </a:cubicBezTo>
                  <a:cubicBezTo>
                    <a:pt x="0" y="41"/>
                    <a:pt x="21" y="0"/>
                    <a:pt x="31" y="0"/>
                  </a:cubicBezTo>
                  <a:cubicBezTo>
                    <a:pt x="31" y="0"/>
                    <a:pt x="31" y="0"/>
                    <a:pt x="31" y="0"/>
                  </a:cubicBezTo>
                  <a:cubicBezTo>
                    <a:pt x="41" y="0"/>
                    <a:pt x="61" y="43"/>
                    <a:pt x="61" y="45"/>
                  </a:cubicBezTo>
                  <a:cubicBezTo>
                    <a:pt x="47" y="24"/>
                    <a:pt x="47" y="24"/>
                    <a:pt x="47" y="24"/>
                  </a:cubicBezTo>
                  <a:lnTo>
                    <a:pt x="54" y="129"/>
                  </a:lnTo>
                  <a:close/>
                </a:path>
              </a:pathLst>
            </a:custGeom>
            <a:solidFill>
              <a:schemeClr val="accent1"/>
            </a:solidFill>
            <a:ln>
              <a:noFill/>
            </a:ln>
          </p:spPr>
          <p:txBody>
            <a:bodyPr>
              <a:normAutofit/>
            </a:bodyPr>
            <a:lstStyle/>
            <a:p>
              <a:endParaRPr lang="zh-CN" altLang="en-US"/>
            </a:p>
          </p:txBody>
        </p:sp>
        <p:sp>
          <p:nvSpPr>
            <p:cNvPr id="44" name="Freeform 5"/>
            <p:cNvSpPr/>
            <p:nvPr>
              <p:custDataLst>
                <p:tags r:id="rId4"/>
              </p:custDataLst>
            </p:nvPr>
          </p:nvSpPr>
          <p:spPr bwMode="auto">
            <a:xfrm rot="10800000">
              <a:off x="9368" y="8067"/>
              <a:ext cx="454" cy="454"/>
            </a:xfrm>
            <a:custGeom>
              <a:avLst/>
              <a:gdLst>
                <a:gd name="T0" fmla="*/ 2147483646 w 48"/>
                <a:gd name="T1" fmla="*/ 2147483646 h 48"/>
                <a:gd name="T2" fmla="*/ 2147483646 w 48"/>
                <a:gd name="T3" fmla="*/ 2147483646 h 48"/>
                <a:gd name="T4" fmla="*/ 0 w 48"/>
                <a:gd name="T5" fmla="*/ 2147483646 h 48"/>
                <a:gd name="T6" fmla="*/ 2147483646 w 48"/>
                <a:gd name="T7" fmla="*/ 0 h 48"/>
                <a:gd name="T8" fmla="*/ 2147483646 w 48"/>
                <a:gd name="T9" fmla="*/ 2147483646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48">
                  <a:moveTo>
                    <a:pt x="48" y="24"/>
                  </a:moveTo>
                  <a:cubicBezTo>
                    <a:pt x="48" y="37"/>
                    <a:pt x="37" y="48"/>
                    <a:pt x="24" y="48"/>
                  </a:cubicBezTo>
                  <a:cubicBezTo>
                    <a:pt x="11" y="48"/>
                    <a:pt x="0" y="38"/>
                    <a:pt x="0" y="24"/>
                  </a:cubicBezTo>
                  <a:cubicBezTo>
                    <a:pt x="0" y="11"/>
                    <a:pt x="10" y="0"/>
                    <a:pt x="24" y="0"/>
                  </a:cubicBezTo>
                  <a:cubicBezTo>
                    <a:pt x="37" y="0"/>
                    <a:pt x="48" y="11"/>
                    <a:pt x="48" y="24"/>
                  </a:cubicBezTo>
                  <a:close/>
                </a:path>
              </a:pathLst>
            </a:custGeom>
            <a:solidFill>
              <a:schemeClr val="accent2"/>
            </a:solidFill>
            <a:ln>
              <a:noFill/>
            </a:ln>
          </p:spPr>
          <p:txBody>
            <a:bodyPr>
              <a:normAutofit fontScale="82500" lnSpcReduction="20000"/>
            </a:bodyPr>
            <a:lstStyle/>
            <a:p>
              <a:endParaRPr lang="zh-CN" altLang="en-US"/>
            </a:p>
          </p:txBody>
        </p:sp>
        <p:sp>
          <p:nvSpPr>
            <p:cNvPr id="45" name="Freeform 6"/>
            <p:cNvSpPr/>
            <p:nvPr>
              <p:custDataLst>
                <p:tags r:id="rId5"/>
              </p:custDataLst>
            </p:nvPr>
          </p:nvSpPr>
          <p:spPr bwMode="auto">
            <a:xfrm rot="10800000">
              <a:off x="9311" y="6703"/>
              <a:ext cx="578" cy="1345"/>
            </a:xfrm>
            <a:custGeom>
              <a:avLst/>
              <a:gdLst>
                <a:gd name="T0" fmla="*/ 2147483646 w 61"/>
                <a:gd name="T1" fmla="*/ 2147483646 h 142"/>
                <a:gd name="T2" fmla="*/ 2147483646 w 61"/>
                <a:gd name="T3" fmla="*/ 2147483646 h 142"/>
                <a:gd name="T4" fmla="*/ 2147483646 w 61"/>
                <a:gd name="T5" fmla="*/ 2147483646 h 142"/>
                <a:gd name="T6" fmla="*/ 2147483646 w 61"/>
                <a:gd name="T7" fmla="*/ 2147483646 h 142"/>
                <a:gd name="T8" fmla="*/ 2147483646 w 61"/>
                <a:gd name="T9" fmla="*/ 2147483646 h 142"/>
                <a:gd name="T10" fmla="*/ 0 w 61"/>
                <a:gd name="T11" fmla="*/ 2147483646 h 142"/>
                <a:gd name="T12" fmla="*/ 2147483646 w 61"/>
                <a:gd name="T13" fmla="*/ 0 h 142"/>
                <a:gd name="T14" fmla="*/ 2147483646 w 61"/>
                <a:gd name="T15" fmla="*/ 0 h 142"/>
                <a:gd name="T16" fmla="*/ 2147483646 w 61"/>
                <a:gd name="T17" fmla="*/ 2147483646 h 142"/>
                <a:gd name="T18" fmla="*/ 2147483646 w 61"/>
                <a:gd name="T19" fmla="*/ 2147483646 h 142"/>
                <a:gd name="T20" fmla="*/ 2147483646 w 61"/>
                <a:gd name="T21" fmla="*/ 2147483646 h 1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142">
                  <a:moveTo>
                    <a:pt x="54" y="129"/>
                  </a:moveTo>
                  <a:cubicBezTo>
                    <a:pt x="54" y="141"/>
                    <a:pt x="43" y="51"/>
                    <a:pt x="31" y="52"/>
                  </a:cubicBezTo>
                  <a:cubicBezTo>
                    <a:pt x="31" y="52"/>
                    <a:pt x="31" y="52"/>
                    <a:pt x="31" y="52"/>
                  </a:cubicBezTo>
                  <a:cubicBezTo>
                    <a:pt x="19" y="52"/>
                    <a:pt x="9" y="142"/>
                    <a:pt x="9" y="129"/>
                  </a:cubicBezTo>
                  <a:cubicBezTo>
                    <a:pt x="15" y="24"/>
                    <a:pt x="15" y="24"/>
                    <a:pt x="15" y="24"/>
                  </a:cubicBezTo>
                  <a:cubicBezTo>
                    <a:pt x="0" y="44"/>
                    <a:pt x="0" y="44"/>
                    <a:pt x="0" y="44"/>
                  </a:cubicBezTo>
                  <a:cubicBezTo>
                    <a:pt x="0" y="41"/>
                    <a:pt x="21" y="0"/>
                    <a:pt x="31" y="0"/>
                  </a:cubicBezTo>
                  <a:cubicBezTo>
                    <a:pt x="31" y="0"/>
                    <a:pt x="31" y="0"/>
                    <a:pt x="31" y="0"/>
                  </a:cubicBezTo>
                  <a:cubicBezTo>
                    <a:pt x="41" y="0"/>
                    <a:pt x="61" y="43"/>
                    <a:pt x="61" y="45"/>
                  </a:cubicBezTo>
                  <a:cubicBezTo>
                    <a:pt x="47" y="24"/>
                    <a:pt x="47" y="24"/>
                    <a:pt x="47" y="24"/>
                  </a:cubicBezTo>
                  <a:lnTo>
                    <a:pt x="54" y="129"/>
                  </a:lnTo>
                  <a:close/>
                </a:path>
              </a:pathLst>
            </a:custGeom>
            <a:solidFill>
              <a:schemeClr val="accent2"/>
            </a:solidFill>
            <a:ln>
              <a:noFill/>
            </a:ln>
          </p:spPr>
          <p:txBody>
            <a:bodyPr>
              <a:normAutofit/>
            </a:bodyPr>
            <a:lstStyle/>
            <a:p>
              <a:endParaRPr lang="zh-CN" altLang="en-US"/>
            </a:p>
          </p:txBody>
        </p:sp>
        <p:sp>
          <p:nvSpPr>
            <p:cNvPr id="59" name="Freeform 5"/>
            <p:cNvSpPr/>
            <p:nvPr>
              <p:custDataLst>
                <p:tags r:id="rId6"/>
              </p:custDataLst>
            </p:nvPr>
          </p:nvSpPr>
          <p:spPr bwMode="auto">
            <a:xfrm rot="5400000">
              <a:off x="11361" y="6083"/>
              <a:ext cx="454" cy="454"/>
            </a:xfrm>
            <a:custGeom>
              <a:avLst/>
              <a:gdLst>
                <a:gd name="T0" fmla="*/ 2147483646 w 48"/>
                <a:gd name="T1" fmla="*/ 2147483646 h 48"/>
                <a:gd name="T2" fmla="*/ 2147483646 w 48"/>
                <a:gd name="T3" fmla="*/ 2147483646 h 48"/>
                <a:gd name="T4" fmla="*/ 0 w 48"/>
                <a:gd name="T5" fmla="*/ 2147483646 h 48"/>
                <a:gd name="T6" fmla="*/ 2147483646 w 48"/>
                <a:gd name="T7" fmla="*/ 0 h 48"/>
                <a:gd name="T8" fmla="*/ 2147483646 w 48"/>
                <a:gd name="T9" fmla="*/ 2147483646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48">
                  <a:moveTo>
                    <a:pt x="48" y="24"/>
                  </a:moveTo>
                  <a:cubicBezTo>
                    <a:pt x="48" y="37"/>
                    <a:pt x="37" y="48"/>
                    <a:pt x="24" y="48"/>
                  </a:cubicBezTo>
                  <a:cubicBezTo>
                    <a:pt x="11" y="48"/>
                    <a:pt x="0" y="38"/>
                    <a:pt x="0" y="24"/>
                  </a:cubicBezTo>
                  <a:cubicBezTo>
                    <a:pt x="0" y="11"/>
                    <a:pt x="10" y="0"/>
                    <a:pt x="24" y="0"/>
                  </a:cubicBezTo>
                  <a:cubicBezTo>
                    <a:pt x="37" y="0"/>
                    <a:pt x="48" y="11"/>
                    <a:pt x="48" y="24"/>
                  </a:cubicBezTo>
                  <a:close/>
                </a:path>
              </a:pathLst>
            </a:custGeom>
            <a:solidFill>
              <a:schemeClr val="accent3"/>
            </a:solidFill>
            <a:ln>
              <a:noFill/>
            </a:ln>
          </p:spPr>
          <p:txBody>
            <a:bodyPr>
              <a:normAutofit fontScale="82500" lnSpcReduction="20000"/>
            </a:bodyPr>
            <a:lstStyle/>
            <a:p>
              <a:endParaRPr lang="zh-CN" altLang="en-US"/>
            </a:p>
          </p:txBody>
        </p:sp>
        <p:sp>
          <p:nvSpPr>
            <p:cNvPr id="60" name="Freeform 6"/>
            <p:cNvSpPr/>
            <p:nvPr>
              <p:custDataLst>
                <p:tags r:id="rId7"/>
              </p:custDataLst>
            </p:nvPr>
          </p:nvSpPr>
          <p:spPr bwMode="auto">
            <a:xfrm rot="5400000">
              <a:off x="10380" y="5634"/>
              <a:ext cx="578" cy="1345"/>
            </a:xfrm>
            <a:custGeom>
              <a:avLst/>
              <a:gdLst>
                <a:gd name="T0" fmla="*/ 2147483646 w 61"/>
                <a:gd name="T1" fmla="*/ 2147483646 h 142"/>
                <a:gd name="T2" fmla="*/ 2147483646 w 61"/>
                <a:gd name="T3" fmla="*/ 2147483646 h 142"/>
                <a:gd name="T4" fmla="*/ 2147483646 w 61"/>
                <a:gd name="T5" fmla="*/ 2147483646 h 142"/>
                <a:gd name="T6" fmla="*/ 2147483646 w 61"/>
                <a:gd name="T7" fmla="*/ 2147483646 h 142"/>
                <a:gd name="T8" fmla="*/ 2147483646 w 61"/>
                <a:gd name="T9" fmla="*/ 2147483646 h 142"/>
                <a:gd name="T10" fmla="*/ 0 w 61"/>
                <a:gd name="T11" fmla="*/ 2147483646 h 142"/>
                <a:gd name="T12" fmla="*/ 2147483646 w 61"/>
                <a:gd name="T13" fmla="*/ 0 h 142"/>
                <a:gd name="T14" fmla="*/ 2147483646 w 61"/>
                <a:gd name="T15" fmla="*/ 0 h 142"/>
                <a:gd name="T16" fmla="*/ 2147483646 w 61"/>
                <a:gd name="T17" fmla="*/ 2147483646 h 142"/>
                <a:gd name="T18" fmla="*/ 2147483646 w 61"/>
                <a:gd name="T19" fmla="*/ 2147483646 h 142"/>
                <a:gd name="T20" fmla="*/ 2147483646 w 61"/>
                <a:gd name="T21" fmla="*/ 2147483646 h 1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142">
                  <a:moveTo>
                    <a:pt x="54" y="129"/>
                  </a:moveTo>
                  <a:cubicBezTo>
                    <a:pt x="54" y="141"/>
                    <a:pt x="43" y="51"/>
                    <a:pt x="31" y="52"/>
                  </a:cubicBezTo>
                  <a:cubicBezTo>
                    <a:pt x="31" y="52"/>
                    <a:pt x="31" y="52"/>
                    <a:pt x="31" y="52"/>
                  </a:cubicBezTo>
                  <a:cubicBezTo>
                    <a:pt x="19" y="52"/>
                    <a:pt x="9" y="142"/>
                    <a:pt x="9" y="129"/>
                  </a:cubicBezTo>
                  <a:cubicBezTo>
                    <a:pt x="15" y="24"/>
                    <a:pt x="15" y="24"/>
                    <a:pt x="15" y="24"/>
                  </a:cubicBezTo>
                  <a:cubicBezTo>
                    <a:pt x="0" y="44"/>
                    <a:pt x="0" y="44"/>
                    <a:pt x="0" y="44"/>
                  </a:cubicBezTo>
                  <a:cubicBezTo>
                    <a:pt x="0" y="41"/>
                    <a:pt x="21" y="0"/>
                    <a:pt x="31" y="0"/>
                  </a:cubicBezTo>
                  <a:cubicBezTo>
                    <a:pt x="31" y="0"/>
                    <a:pt x="31" y="0"/>
                    <a:pt x="31" y="0"/>
                  </a:cubicBezTo>
                  <a:cubicBezTo>
                    <a:pt x="41" y="0"/>
                    <a:pt x="61" y="43"/>
                    <a:pt x="61" y="45"/>
                  </a:cubicBezTo>
                  <a:cubicBezTo>
                    <a:pt x="47" y="24"/>
                    <a:pt x="47" y="24"/>
                    <a:pt x="47" y="24"/>
                  </a:cubicBezTo>
                  <a:lnTo>
                    <a:pt x="54" y="129"/>
                  </a:lnTo>
                  <a:close/>
                </a:path>
              </a:pathLst>
            </a:custGeom>
            <a:solidFill>
              <a:schemeClr val="accent3"/>
            </a:solidFill>
            <a:ln>
              <a:noFill/>
            </a:ln>
          </p:spPr>
          <p:txBody>
            <a:bodyPr>
              <a:normAutofit/>
            </a:bodyPr>
            <a:lstStyle/>
            <a:p>
              <a:endParaRPr lang="zh-CN" altLang="en-US"/>
            </a:p>
          </p:txBody>
        </p:sp>
        <p:sp>
          <p:nvSpPr>
            <p:cNvPr id="61" name="Freeform 5"/>
            <p:cNvSpPr/>
            <p:nvPr>
              <p:custDataLst>
                <p:tags r:id="rId8"/>
              </p:custDataLst>
            </p:nvPr>
          </p:nvSpPr>
          <p:spPr bwMode="auto">
            <a:xfrm rot="16200000">
              <a:off x="7385" y="6075"/>
              <a:ext cx="454" cy="454"/>
            </a:xfrm>
            <a:custGeom>
              <a:avLst/>
              <a:gdLst>
                <a:gd name="T0" fmla="*/ 2147483646 w 48"/>
                <a:gd name="T1" fmla="*/ 2147483646 h 48"/>
                <a:gd name="T2" fmla="*/ 2147483646 w 48"/>
                <a:gd name="T3" fmla="*/ 2147483646 h 48"/>
                <a:gd name="T4" fmla="*/ 0 w 48"/>
                <a:gd name="T5" fmla="*/ 2147483646 h 48"/>
                <a:gd name="T6" fmla="*/ 2147483646 w 48"/>
                <a:gd name="T7" fmla="*/ 0 h 48"/>
                <a:gd name="T8" fmla="*/ 2147483646 w 48"/>
                <a:gd name="T9" fmla="*/ 2147483646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48">
                  <a:moveTo>
                    <a:pt x="48" y="24"/>
                  </a:moveTo>
                  <a:cubicBezTo>
                    <a:pt x="48" y="37"/>
                    <a:pt x="37" y="48"/>
                    <a:pt x="24" y="48"/>
                  </a:cubicBezTo>
                  <a:cubicBezTo>
                    <a:pt x="11" y="48"/>
                    <a:pt x="0" y="38"/>
                    <a:pt x="0" y="24"/>
                  </a:cubicBezTo>
                  <a:cubicBezTo>
                    <a:pt x="0" y="11"/>
                    <a:pt x="10" y="0"/>
                    <a:pt x="24" y="0"/>
                  </a:cubicBezTo>
                  <a:cubicBezTo>
                    <a:pt x="37" y="0"/>
                    <a:pt x="48" y="11"/>
                    <a:pt x="48" y="24"/>
                  </a:cubicBezTo>
                  <a:close/>
                </a:path>
              </a:pathLst>
            </a:custGeom>
            <a:solidFill>
              <a:schemeClr val="accent5"/>
            </a:solidFill>
            <a:ln>
              <a:noFill/>
            </a:ln>
          </p:spPr>
          <p:txBody>
            <a:bodyPr>
              <a:normAutofit fontScale="82500" lnSpcReduction="20000"/>
            </a:bodyPr>
            <a:lstStyle/>
            <a:p>
              <a:endParaRPr lang="zh-CN" altLang="en-US"/>
            </a:p>
          </p:txBody>
        </p:sp>
        <p:sp>
          <p:nvSpPr>
            <p:cNvPr id="62" name="Freeform 6"/>
            <p:cNvSpPr/>
            <p:nvPr>
              <p:custDataLst>
                <p:tags r:id="rId9"/>
              </p:custDataLst>
            </p:nvPr>
          </p:nvSpPr>
          <p:spPr bwMode="auto">
            <a:xfrm rot="16200000">
              <a:off x="8241" y="5634"/>
              <a:ext cx="578" cy="1345"/>
            </a:xfrm>
            <a:custGeom>
              <a:avLst/>
              <a:gdLst>
                <a:gd name="T0" fmla="*/ 2147483646 w 61"/>
                <a:gd name="T1" fmla="*/ 2147483646 h 142"/>
                <a:gd name="T2" fmla="*/ 2147483646 w 61"/>
                <a:gd name="T3" fmla="*/ 2147483646 h 142"/>
                <a:gd name="T4" fmla="*/ 2147483646 w 61"/>
                <a:gd name="T5" fmla="*/ 2147483646 h 142"/>
                <a:gd name="T6" fmla="*/ 2147483646 w 61"/>
                <a:gd name="T7" fmla="*/ 2147483646 h 142"/>
                <a:gd name="T8" fmla="*/ 2147483646 w 61"/>
                <a:gd name="T9" fmla="*/ 2147483646 h 142"/>
                <a:gd name="T10" fmla="*/ 0 w 61"/>
                <a:gd name="T11" fmla="*/ 2147483646 h 142"/>
                <a:gd name="T12" fmla="*/ 2147483646 w 61"/>
                <a:gd name="T13" fmla="*/ 0 h 142"/>
                <a:gd name="T14" fmla="*/ 2147483646 w 61"/>
                <a:gd name="T15" fmla="*/ 0 h 142"/>
                <a:gd name="T16" fmla="*/ 2147483646 w 61"/>
                <a:gd name="T17" fmla="*/ 2147483646 h 142"/>
                <a:gd name="T18" fmla="*/ 2147483646 w 61"/>
                <a:gd name="T19" fmla="*/ 2147483646 h 142"/>
                <a:gd name="T20" fmla="*/ 2147483646 w 61"/>
                <a:gd name="T21" fmla="*/ 2147483646 h 1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142">
                  <a:moveTo>
                    <a:pt x="54" y="129"/>
                  </a:moveTo>
                  <a:cubicBezTo>
                    <a:pt x="54" y="141"/>
                    <a:pt x="43" y="51"/>
                    <a:pt x="31" y="52"/>
                  </a:cubicBezTo>
                  <a:cubicBezTo>
                    <a:pt x="31" y="52"/>
                    <a:pt x="31" y="52"/>
                    <a:pt x="31" y="52"/>
                  </a:cubicBezTo>
                  <a:cubicBezTo>
                    <a:pt x="19" y="52"/>
                    <a:pt x="9" y="142"/>
                    <a:pt x="9" y="129"/>
                  </a:cubicBezTo>
                  <a:cubicBezTo>
                    <a:pt x="15" y="24"/>
                    <a:pt x="15" y="24"/>
                    <a:pt x="15" y="24"/>
                  </a:cubicBezTo>
                  <a:cubicBezTo>
                    <a:pt x="0" y="44"/>
                    <a:pt x="0" y="44"/>
                    <a:pt x="0" y="44"/>
                  </a:cubicBezTo>
                  <a:cubicBezTo>
                    <a:pt x="0" y="41"/>
                    <a:pt x="21" y="0"/>
                    <a:pt x="31" y="0"/>
                  </a:cubicBezTo>
                  <a:cubicBezTo>
                    <a:pt x="31" y="0"/>
                    <a:pt x="31" y="0"/>
                    <a:pt x="31" y="0"/>
                  </a:cubicBezTo>
                  <a:cubicBezTo>
                    <a:pt x="41" y="0"/>
                    <a:pt x="61" y="43"/>
                    <a:pt x="61" y="45"/>
                  </a:cubicBezTo>
                  <a:cubicBezTo>
                    <a:pt x="47" y="24"/>
                    <a:pt x="47" y="24"/>
                    <a:pt x="47" y="24"/>
                  </a:cubicBezTo>
                  <a:lnTo>
                    <a:pt x="54" y="129"/>
                  </a:lnTo>
                  <a:close/>
                </a:path>
              </a:pathLst>
            </a:custGeom>
            <a:solidFill>
              <a:schemeClr val="accent5"/>
            </a:solidFill>
            <a:ln>
              <a:noFill/>
            </a:ln>
          </p:spPr>
          <p:txBody>
            <a:bodyPr>
              <a:normAutofit/>
            </a:bodyPr>
            <a:lstStyle/>
            <a:p>
              <a:endParaRPr lang="zh-CN" altLang="en-US"/>
            </a:p>
          </p:txBody>
        </p:sp>
        <p:sp>
          <p:nvSpPr>
            <p:cNvPr id="65" name="Freeform 13"/>
            <p:cNvSpPr/>
            <p:nvPr>
              <p:custDataLst>
                <p:tags r:id="rId10"/>
              </p:custDataLst>
            </p:nvPr>
          </p:nvSpPr>
          <p:spPr bwMode="auto">
            <a:xfrm rot="13352992">
              <a:off x="10435" y="4379"/>
              <a:ext cx="1346" cy="451"/>
            </a:xfrm>
            <a:custGeom>
              <a:avLst/>
              <a:gdLst>
                <a:gd name="T0" fmla="*/ 2147483646 w 134"/>
                <a:gd name="T1" fmla="*/ 2147483646 h 45"/>
                <a:gd name="T2" fmla="*/ 0 w 134"/>
                <a:gd name="T3" fmla="*/ 858130801 h 45"/>
                <a:gd name="T4" fmla="*/ 717286263 w 134"/>
                <a:gd name="T5" fmla="*/ 0 h 45"/>
                <a:gd name="T6" fmla="*/ 2147483646 w 134"/>
                <a:gd name="T7" fmla="*/ 572091187 h 45"/>
                <a:gd name="T8" fmla="*/ 2147483646 w 134"/>
                <a:gd name="T9" fmla="*/ 1430221989 h 45"/>
                <a:gd name="T10" fmla="*/ 2147483646 w 134"/>
                <a:gd name="T11" fmla="*/ 2147483646 h 4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4" h="45">
                  <a:moveTo>
                    <a:pt x="69" y="32"/>
                  </a:moveTo>
                  <a:cubicBezTo>
                    <a:pt x="37" y="32"/>
                    <a:pt x="12" y="16"/>
                    <a:pt x="0" y="6"/>
                  </a:cubicBezTo>
                  <a:cubicBezTo>
                    <a:pt x="5" y="0"/>
                    <a:pt x="5" y="0"/>
                    <a:pt x="5" y="0"/>
                  </a:cubicBezTo>
                  <a:cubicBezTo>
                    <a:pt x="23" y="15"/>
                    <a:pt x="70" y="45"/>
                    <a:pt x="129" y="4"/>
                  </a:cubicBezTo>
                  <a:cubicBezTo>
                    <a:pt x="134" y="10"/>
                    <a:pt x="134" y="10"/>
                    <a:pt x="134" y="10"/>
                  </a:cubicBezTo>
                  <a:cubicBezTo>
                    <a:pt x="110" y="26"/>
                    <a:pt x="88" y="32"/>
                    <a:pt x="69" y="32"/>
                  </a:cubicBezTo>
                  <a:close/>
                </a:path>
              </a:pathLst>
            </a:custGeom>
            <a:solidFill>
              <a:schemeClr val="accent1"/>
            </a:solidFill>
            <a:ln>
              <a:noFill/>
            </a:ln>
          </p:spPr>
          <p:txBody>
            <a:bodyPr>
              <a:normAutofit fontScale="85000" lnSpcReduction="20000"/>
            </a:bodyPr>
            <a:lstStyle/>
            <a:p>
              <a:endParaRPr lang="zh-CN" altLang="en-US"/>
            </a:p>
          </p:txBody>
        </p:sp>
        <p:sp>
          <p:nvSpPr>
            <p:cNvPr id="66" name="Freeform 14"/>
            <p:cNvSpPr/>
            <p:nvPr>
              <p:custDataLst>
                <p:tags r:id="rId11"/>
              </p:custDataLst>
            </p:nvPr>
          </p:nvSpPr>
          <p:spPr bwMode="auto">
            <a:xfrm rot="13352992">
              <a:off x="11306" y="4964"/>
              <a:ext cx="270" cy="262"/>
            </a:xfrm>
            <a:custGeom>
              <a:avLst/>
              <a:gdLst>
                <a:gd name="T0" fmla="*/ 171370359 w 203"/>
                <a:gd name="T1" fmla="*/ 496469194 h 197"/>
                <a:gd name="T2" fmla="*/ 151209140 w 203"/>
                <a:gd name="T3" fmla="*/ 153728492 h 197"/>
                <a:gd name="T4" fmla="*/ 511590131 w 203"/>
                <a:gd name="T5" fmla="*/ 133567274 h 197"/>
                <a:gd name="T6" fmla="*/ 342740718 w 203"/>
                <a:gd name="T7" fmla="*/ 0 h 197"/>
                <a:gd name="T8" fmla="*/ 0 w 203"/>
                <a:gd name="T9" fmla="*/ 20161218 h 197"/>
                <a:gd name="T10" fmla="*/ 17640273 w 203"/>
                <a:gd name="T11" fmla="*/ 362901920 h 197"/>
                <a:gd name="T12" fmla="*/ 171370359 w 203"/>
                <a:gd name="T13" fmla="*/ 496469194 h 1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3" h="197">
                  <a:moveTo>
                    <a:pt x="68" y="197"/>
                  </a:moveTo>
                  <a:lnTo>
                    <a:pt x="60" y="61"/>
                  </a:lnTo>
                  <a:lnTo>
                    <a:pt x="203" y="53"/>
                  </a:lnTo>
                  <a:lnTo>
                    <a:pt x="136" y="0"/>
                  </a:lnTo>
                  <a:lnTo>
                    <a:pt x="0" y="8"/>
                  </a:lnTo>
                  <a:lnTo>
                    <a:pt x="7" y="144"/>
                  </a:lnTo>
                  <a:lnTo>
                    <a:pt x="68" y="197"/>
                  </a:lnTo>
                  <a:close/>
                </a:path>
              </a:pathLst>
            </a:custGeom>
            <a:solidFill>
              <a:schemeClr val="accent1"/>
            </a:solidFill>
            <a:ln>
              <a:noFill/>
            </a:ln>
          </p:spPr>
          <p:txBody>
            <a:bodyPr>
              <a:normAutofit fontScale="32500" lnSpcReduction="20000"/>
            </a:bodyPr>
            <a:lstStyle/>
            <a:p>
              <a:endParaRPr lang="zh-CN" altLang="en-US"/>
            </a:p>
          </p:txBody>
        </p:sp>
        <p:sp>
          <p:nvSpPr>
            <p:cNvPr id="67" name="Freeform 13"/>
            <p:cNvSpPr/>
            <p:nvPr>
              <p:custDataLst>
                <p:tags r:id="rId12"/>
              </p:custDataLst>
            </p:nvPr>
          </p:nvSpPr>
          <p:spPr bwMode="auto">
            <a:xfrm rot="2552992">
              <a:off x="7354" y="7613"/>
              <a:ext cx="1346" cy="451"/>
            </a:xfrm>
            <a:custGeom>
              <a:avLst/>
              <a:gdLst>
                <a:gd name="T0" fmla="*/ 2147483646 w 134"/>
                <a:gd name="T1" fmla="*/ 2147483646 h 45"/>
                <a:gd name="T2" fmla="*/ 0 w 134"/>
                <a:gd name="T3" fmla="*/ 858130801 h 45"/>
                <a:gd name="T4" fmla="*/ 717286263 w 134"/>
                <a:gd name="T5" fmla="*/ 0 h 45"/>
                <a:gd name="T6" fmla="*/ 2147483646 w 134"/>
                <a:gd name="T7" fmla="*/ 572091187 h 45"/>
                <a:gd name="T8" fmla="*/ 2147483646 w 134"/>
                <a:gd name="T9" fmla="*/ 1430221989 h 45"/>
                <a:gd name="T10" fmla="*/ 2147483646 w 134"/>
                <a:gd name="T11" fmla="*/ 2147483646 h 4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4" h="45">
                  <a:moveTo>
                    <a:pt x="69" y="32"/>
                  </a:moveTo>
                  <a:cubicBezTo>
                    <a:pt x="37" y="32"/>
                    <a:pt x="12" y="16"/>
                    <a:pt x="0" y="6"/>
                  </a:cubicBezTo>
                  <a:cubicBezTo>
                    <a:pt x="5" y="0"/>
                    <a:pt x="5" y="0"/>
                    <a:pt x="5" y="0"/>
                  </a:cubicBezTo>
                  <a:cubicBezTo>
                    <a:pt x="23" y="15"/>
                    <a:pt x="70" y="45"/>
                    <a:pt x="129" y="4"/>
                  </a:cubicBezTo>
                  <a:cubicBezTo>
                    <a:pt x="134" y="10"/>
                    <a:pt x="134" y="10"/>
                    <a:pt x="134" y="10"/>
                  </a:cubicBezTo>
                  <a:cubicBezTo>
                    <a:pt x="110" y="26"/>
                    <a:pt x="88" y="32"/>
                    <a:pt x="69" y="32"/>
                  </a:cubicBezTo>
                  <a:close/>
                </a:path>
              </a:pathLst>
            </a:custGeom>
            <a:solidFill>
              <a:schemeClr val="accent2"/>
            </a:solidFill>
            <a:ln>
              <a:noFill/>
            </a:ln>
          </p:spPr>
          <p:txBody>
            <a:bodyPr>
              <a:normAutofit fontScale="85000" lnSpcReduction="20000"/>
            </a:bodyPr>
            <a:lstStyle/>
            <a:p>
              <a:endParaRPr lang="zh-CN" altLang="en-US"/>
            </a:p>
          </p:txBody>
        </p:sp>
        <p:sp>
          <p:nvSpPr>
            <p:cNvPr id="70" name="Freeform 14"/>
            <p:cNvSpPr/>
            <p:nvPr>
              <p:custDataLst>
                <p:tags r:id="rId13"/>
              </p:custDataLst>
            </p:nvPr>
          </p:nvSpPr>
          <p:spPr bwMode="auto">
            <a:xfrm rot="2552992">
              <a:off x="7558" y="7217"/>
              <a:ext cx="270" cy="262"/>
            </a:xfrm>
            <a:custGeom>
              <a:avLst/>
              <a:gdLst>
                <a:gd name="T0" fmla="*/ 171370359 w 203"/>
                <a:gd name="T1" fmla="*/ 496469194 h 197"/>
                <a:gd name="T2" fmla="*/ 151209140 w 203"/>
                <a:gd name="T3" fmla="*/ 153728492 h 197"/>
                <a:gd name="T4" fmla="*/ 511590131 w 203"/>
                <a:gd name="T5" fmla="*/ 133567274 h 197"/>
                <a:gd name="T6" fmla="*/ 342740718 w 203"/>
                <a:gd name="T7" fmla="*/ 0 h 197"/>
                <a:gd name="T8" fmla="*/ 0 w 203"/>
                <a:gd name="T9" fmla="*/ 20161218 h 197"/>
                <a:gd name="T10" fmla="*/ 17640273 w 203"/>
                <a:gd name="T11" fmla="*/ 362901920 h 197"/>
                <a:gd name="T12" fmla="*/ 171370359 w 203"/>
                <a:gd name="T13" fmla="*/ 496469194 h 1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3" h="197">
                  <a:moveTo>
                    <a:pt x="68" y="197"/>
                  </a:moveTo>
                  <a:lnTo>
                    <a:pt x="60" y="61"/>
                  </a:lnTo>
                  <a:lnTo>
                    <a:pt x="203" y="53"/>
                  </a:lnTo>
                  <a:lnTo>
                    <a:pt x="136" y="0"/>
                  </a:lnTo>
                  <a:lnTo>
                    <a:pt x="0" y="8"/>
                  </a:lnTo>
                  <a:lnTo>
                    <a:pt x="7" y="144"/>
                  </a:lnTo>
                  <a:lnTo>
                    <a:pt x="68" y="197"/>
                  </a:lnTo>
                  <a:close/>
                </a:path>
              </a:pathLst>
            </a:custGeom>
            <a:solidFill>
              <a:schemeClr val="accent2"/>
            </a:solidFill>
            <a:ln>
              <a:noFill/>
            </a:ln>
          </p:spPr>
          <p:txBody>
            <a:bodyPr>
              <a:normAutofit fontScale="32500" lnSpcReduction="20000"/>
            </a:bodyPr>
            <a:lstStyle/>
            <a:p>
              <a:endParaRPr lang="zh-CN" altLang="en-US"/>
            </a:p>
          </p:txBody>
        </p:sp>
        <p:sp>
          <p:nvSpPr>
            <p:cNvPr id="72" name="Freeform 13"/>
            <p:cNvSpPr/>
            <p:nvPr>
              <p:custDataLst>
                <p:tags r:id="rId14"/>
              </p:custDataLst>
            </p:nvPr>
          </p:nvSpPr>
          <p:spPr bwMode="auto">
            <a:xfrm rot="18752992">
              <a:off x="10511" y="7536"/>
              <a:ext cx="1346" cy="451"/>
            </a:xfrm>
            <a:custGeom>
              <a:avLst/>
              <a:gdLst>
                <a:gd name="T0" fmla="*/ 2147483646 w 134"/>
                <a:gd name="T1" fmla="*/ 2147483646 h 45"/>
                <a:gd name="T2" fmla="*/ 0 w 134"/>
                <a:gd name="T3" fmla="*/ 858130801 h 45"/>
                <a:gd name="T4" fmla="*/ 717286263 w 134"/>
                <a:gd name="T5" fmla="*/ 0 h 45"/>
                <a:gd name="T6" fmla="*/ 2147483646 w 134"/>
                <a:gd name="T7" fmla="*/ 572091187 h 45"/>
                <a:gd name="T8" fmla="*/ 2147483646 w 134"/>
                <a:gd name="T9" fmla="*/ 1430221989 h 45"/>
                <a:gd name="T10" fmla="*/ 2147483646 w 134"/>
                <a:gd name="T11" fmla="*/ 2147483646 h 4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4" h="45">
                  <a:moveTo>
                    <a:pt x="69" y="32"/>
                  </a:moveTo>
                  <a:cubicBezTo>
                    <a:pt x="37" y="32"/>
                    <a:pt x="12" y="16"/>
                    <a:pt x="0" y="6"/>
                  </a:cubicBezTo>
                  <a:cubicBezTo>
                    <a:pt x="5" y="0"/>
                    <a:pt x="5" y="0"/>
                    <a:pt x="5" y="0"/>
                  </a:cubicBezTo>
                  <a:cubicBezTo>
                    <a:pt x="23" y="15"/>
                    <a:pt x="70" y="45"/>
                    <a:pt x="129" y="4"/>
                  </a:cubicBezTo>
                  <a:cubicBezTo>
                    <a:pt x="134" y="10"/>
                    <a:pt x="134" y="10"/>
                    <a:pt x="134" y="10"/>
                  </a:cubicBezTo>
                  <a:cubicBezTo>
                    <a:pt x="110" y="26"/>
                    <a:pt x="88" y="32"/>
                    <a:pt x="69" y="32"/>
                  </a:cubicBezTo>
                  <a:close/>
                </a:path>
              </a:pathLst>
            </a:custGeom>
            <a:solidFill>
              <a:schemeClr val="accent3"/>
            </a:solidFill>
            <a:ln>
              <a:noFill/>
            </a:ln>
          </p:spPr>
          <p:txBody>
            <a:bodyPr>
              <a:normAutofit fontScale="85000" lnSpcReduction="20000"/>
            </a:bodyPr>
            <a:lstStyle/>
            <a:p>
              <a:endParaRPr lang="zh-CN" altLang="en-US"/>
            </a:p>
          </p:txBody>
        </p:sp>
        <p:sp>
          <p:nvSpPr>
            <p:cNvPr id="75" name="Freeform 14"/>
            <p:cNvSpPr/>
            <p:nvPr>
              <p:custDataLst>
                <p:tags r:id="rId15"/>
              </p:custDataLst>
            </p:nvPr>
          </p:nvSpPr>
          <p:spPr bwMode="auto">
            <a:xfrm rot="18752992">
              <a:off x="10558" y="7965"/>
              <a:ext cx="270" cy="262"/>
            </a:xfrm>
            <a:custGeom>
              <a:avLst/>
              <a:gdLst>
                <a:gd name="T0" fmla="*/ 171370359 w 203"/>
                <a:gd name="T1" fmla="*/ 496469194 h 197"/>
                <a:gd name="T2" fmla="*/ 151209140 w 203"/>
                <a:gd name="T3" fmla="*/ 153728492 h 197"/>
                <a:gd name="T4" fmla="*/ 511590131 w 203"/>
                <a:gd name="T5" fmla="*/ 133567274 h 197"/>
                <a:gd name="T6" fmla="*/ 342740718 w 203"/>
                <a:gd name="T7" fmla="*/ 0 h 197"/>
                <a:gd name="T8" fmla="*/ 0 w 203"/>
                <a:gd name="T9" fmla="*/ 20161218 h 197"/>
                <a:gd name="T10" fmla="*/ 17640273 w 203"/>
                <a:gd name="T11" fmla="*/ 362901920 h 197"/>
                <a:gd name="T12" fmla="*/ 171370359 w 203"/>
                <a:gd name="T13" fmla="*/ 496469194 h 1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3" h="197">
                  <a:moveTo>
                    <a:pt x="68" y="197"/>
                  </a:moveTo>
                  <a:lnTo>
                    <a:pt x="60" y="61"/>
                  </a:lnTo>
                  <a:lnTo>
                    <a:pt x="203" y="53"/>
                  </a:lnTo>
                  <a:lnTo>
                    <a:pt x="136" y="0"/>
                  </a:lnTo>
                  <a:lnTo>
                    <a:pt x="0" y="8"/>
                  </a:lnTo>
                  <a:lnTo>
                    <a:pt x="7" y="144"/>
                  </a:lnTo>
                  <a:lnTo>
                    <a:pt x="68" y="197"/>
                  </a:lnTo>
                  <a:close/>
                </a:path>
              </a:pathLst>
            </a:custGeom>
            <a:solidFill>
              <a:schemeClr val="accent3"/>
            </a:solidFill>
            <a:ln>
              <a:noFill/>
            </a:ln>
          </p:spPr>
          <p:txBody>
            <a:bodyPr>
              <a:normAutofit fontScale="32500" lnSpcReduction="20000"/>
            </a:bodyPr>
            <a:lstStyle/>
            <a:p>
              <a:endParaRPr lang="zh-CN" altLang="en-US"/>
            </a:p>
          </p:txBody>
        </p:sp>
        <p:sp>
          <p:nvSpPr>
            <p:cNvPr id="76" name="Freeform 13"/>
            <p:cNvSpPr/>
            <p:nvPr>
              <p:custDataLst>
                <p:tags r:id="rId16"/>
              </p:custDataLst>
            </p:nvPr>
          </p:nvSpPr>
          <p:spPr bwMode="auto">
            <a:xfrm rot="7952992">
              <a:off x="7278" y="4456"/>
              <a:ext cx="1346" cy="451"/>
            </a:xfrm>
            <a:custGeom>
              <a:avLst/>
              <a:gdLst>
                <a:gd name="T0" fmla="*/ 2147483646 w 134"/>
                <a:gd name="T1" fmla="*/ 2147483646 h 45"/>
                <a:gd name="T2" fmla="*/ 0 w 134"/>
                <a:gd name="T3" fmla="*/ 858130801 h 45"/>
                <a:gd name="T4" fmla="*/ 717286263 w 134"/>
                <a:gd name="T5" fmla="*/ 0 h 45"/>
                <a:gd name="T6" fmla="*/ 2147483646 w 134"/>
                <a:gd name="T7" fmla="*/ 572091187 h 45"/>
                <a:gd name="T8" fmla="*/ 2147483646 w 134"/>
                <a:gd name="T9" fmla="*/ 1430221989 h 45"/>
                <a:gd name="T10" fmla="*/ 2147483646 w 134"/>
                <a:gd name="T11" fmla="*/ 2147483646 h 4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4" h="45">
                  <a:moveTo>
                    <a:pt x="69" y="32"/>
                  </a:moveTo>
                  <a:cubicBezTo>
                    <a:pt x="37" y="32"/>
                    <a:pt x="12" y="16"/>
                    <a:pt x="0" y="6"/>
                  </a:cubicBezTo>
                  <a:cubicBezTo>
                    <a:pt x="5" y="0"/>
                    <a:pt x="5" y="0"/>
                    <a:pt x="5" y="0"/>
                  </a:cubicBezTo>
                  <a:cubicBezTo>
                    <a:pt x="23" y="15"/>
                    <a:pt x="70" y="45"/>
                    <a:pt x="129" y="4"/>
                  </a:cubicBezTo>
                  <a:cubicBezTo>
                    <a:pt x="134" y="10"/>
                    <a:pt x="134" y="10"/>
                    <a:pt x="134" y="10"/>
                  </a:cubicBezTo>
                  <a:cubicBezTo>
                    <a:pt x="110" y="26"/>
                    <a:pt x="88" y="32"/>
                    <a:pt x="69" y="32"/>
                  </a:cubicBezTo>
                  <a:close/>
                </a:path>
              </a:pathLst>
            </a:custGeom>
            <a:solidFill>
              <a:schemeClr val="accent5"/>
            </a:solidFill>
            <a:ln>
              <a:noFill/>
            </a:ln>
          </p:spPr>
          <p:txBody>
            <a:bodyPr>
              <a:normAutofit fontScale="85000" lnSpcReduction="20000"/>
            </a:bodyPr>
            <a:lstStyle/>
            <a:p>
              <a:endParaRPr lang="zh-CN" altLang="en-US"/>
            </a:p>
          </p:txBody>
        </p:sp>
        <p:sp>
          <p:nvSpPr>
            <p:cNvPr id="77" name="Freeform 14"/>
            <p:cNvSpPr/>
            <p:nvPr>
              <p:custDataLst>
                <p:tags r:id="rId17"/>
              </p:custDataLst>
            </p:nvPr>
          </p:nvSpPr>
          <p:spPr bwMode="auto">
            <a:xfrm rot="7952992">
              <a:off x="8306" y="4217"/>
              <a:ext cx="270" cy="262"/>
            </a:xfrm>
            <a:custGeom>
              <a:avLst/>
              <a:gdLst>
                <a:gd name="T0" fmla="*/ 171370359 w 203"/>
                <a:gd name="T1" fmla="*/ 496469194 h 197"/>
                <a:gd name="T2" fmla="*/ 151209140 w 203"/>
                <a:gd name="T3" fmla="*/ 153728492 h 197"/>
                <a:gd name="T4" fmla="*/ 511590131 w 203"/>
                <a:gd name="T5" fmla="*/ 133567274 h 197"/>
                <a:gd name="T6" fmla="*/ 342740718 w 203"/>
                <a:gd name="T7" fmla="*/ 0 h 197"/>
                <a:gd name="T8" fmla="*/ 0 w 203"/>
                <a:gd name="T9" fmla="*/ 20161218 h 197"/>
                <a:gd name="T10" fmla="*/ 17640273 w 203"/>
                <a:gd name="T11" fmla="*/ 362901920 h 197"/>
                <a:gd name="T12" fmla="*/ 171370359 w 203"/>
                <a:gd name="T13" fmla="*/ 496469194 h 1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3" h="197">
                  <a:moveTo>
                    <a:pt x="68" y="197"/>
                  </a:moveTo>
                  <a:lnTo>
                    <a:pt x="60" y="61"/>
                  </a:lnTo>
                  <a:lnTo>
                    <a:pt x="203" y="53"/>
                  </a:lnTo>
                  <a:lnTo>
                    <a:pt x="136" y="0"/>
                  </a:lnTo>
                  <a:lnTo>
                    <a:pt x="0" y="8"/>
                  </a:lnTo>
                  <a:lnTo>
                    <a:pt x="7" y="144"/>
                  </a:lnTo>
                  <a:lnTo>
                    <a:pt x="68" y="197"/>
                  </a:lnTo>
                  <a:close/>
                </a:path>
              </a:pathLst>
            </a:custGeom>
            <a:solidFill>
              <a:schemeClr val="accent5"/>
            </a:solidFill>
            <a:ln>
              <a:noFill/>
            </a:ln>
          </p:spPr>
          <p:txBody>
            <a:bodyPr>
              <a:normAutofit fontScale="32500" lnSpcReduction="20000"/>
            </a:bodyPr>
            <a:lstStyle/>
            <a:p>
              <a:endParaRPr lang="zh-CN" altLang="en-US"/>
            </a:p>
          </p:txBody>
        </p:sp>
        <p:sp>
          <p:nvSpPr>
            <p:cNvPr id="47" name="文本框 17"/>
            <p:cNvSpPr txBox="1">
              <a:spLocks noChangeArrowheads="1"/>
            </p:cNvSpPr>
            <p:nvPr>
              <p:custDataLst>
                <p:tags r:id="rId18"/>
              </p:custDataLst>
            </p:nvPr>
          </p:nvSpPr>
          <p:spPr bwMode="auto">
            <a:xfrm>
              <a:off x="4102" y="4057"/>
              <a:ext cx="3403" cy="5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sz="1800" b="1"/>
                <a:t>系统工程师</a:t>
              </a:r>
            </a:p>
          </p:txBody>
        </p:sp>
        <p:sp>
          <p:nvSpPr>
            <p:cNvPr id="51" name="文本框 23"/>
            <p:cNvSpPr txBox="1">
              <a:spLocks noChangeArrowheads="1"/>
            </p:cNvSpPr>
            <p:nvPr>
              <p:custDataLst>
                <p:tags r:id="rId19"/>
              </p:custDataLst>
            </p:nvPr>
          </p:nvSpPr>
          <p:spPr bwMode="auto">
            <a:xfrm>
              <a:off x="4101" y="7876"/>
              <a:ext cx="3738" cy="5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sz="1800" b="1"/>
                <a:t>系统集成人员</a:t>
              </a:r>
            </a:p>
          </p:txBody>
        </p:sp>
        <p:sp>
          <p:nvSpPr>
            <p:cNvPr id="86" name="文本框 17"/>
            <p:cNvSpPr txBox="1">
              <a:spLocks noChangeArrowheads="1"/>
            </p:cNvSpPr>
            <p:nvPr>
              <p:custDataLst>
                <p:tags r:id="rId20"/>
              </p:custDataLst>
            </p:nvPr>
          </p:nvSpPr>
          <p:spPr bwMode="auto">
            <a:xfrm>
              <a:off x="11815" y="3954"/>
              <a:ext cx="3468" cy="5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sz="1800" b="1"/>
                <a:t>软件工程师</a:t>
              </a:r>
            </a:p>
          </p:txBody>
        </p:sp>
        <p:sp>
          <p:nvSpPr>
            <p:cNvPr id="84" name="文本框 23"/>
            <p:cNvSpPr txBox="1">
              <a:spLocks noChangeArrowheads="1"/>
            </p:cNvSpPr>
            <p:nvPr>
              <p:custDataLst>
                <p:tags r:id="rId21"/>
              </p:custDataLst>
            </p:nvPr>
          </p:nvSpPr>
          <p:spPr bwMode="auto">
            <a:xfrm>
              <a:off x="11757" y="7876"/>
              <a:ext cx="3951" cy="10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sz="1800" b="1"/>
                <a:t>软件测试人员</a:t>
              </a:r>
            </a:p>
          </p:txBody>
        </p:sp>
      </p:grpSp>
      <p:sp>
        <p:nvSpPr>
          <p:cNvPr id="3" name="文本框 2"/>
          <p:cNvSpPr txBox="1"/>
          <p:nvPr/>
        </p:nvSpPr>
        <p:spPr>
          <a:xfrm>
            <a:off x="1495425" y="2190115"/>
            <a:ext cx="9526270" cy="640080"/>
          </a:xfrm>
          <a:prstGeom prst="rect">
            <a:avLst/>
          </a:prstGeom>
          <a:noFill/>
        </p:spPr>
        <p:txBody>
          <a:bodyPr wrap="square" rtlCol="0" anchor="t">
            <a:spAutoFit/>
          </a:bodyPr>
          <a:lstStyle/>
          <a:p>
            <a:pPr marL="285750" indent="-285750">
              <a:buFont typeface="Arial" panose="020B0604020202020204" pitchFamily="34" charset="0"/>
              <a:buChar char="•"/>
            </a:pPr>
            <a:r>
              <a:rPr lang="zh-CN" altLang="en-US"/>
              <a:t>参与软件实现阶段工作的主要人员有系统工程师、软件工程师（程序员）、系统集成人员和软件测试人员。</a:t>
            </a:r>
          </a:p>
        </p:txBody>
      </p:sp>
    </p:spTree>
    <p:custDataLst>
      <p:tags r:id="rId1"/>
    </p:custDataLst>
  </p:cSld>
  <p:clrMapOvr>
    <a:masterClrMapping/>
  </p:clrMapOvr>
  <p:transition>
    <p:wheel spokes="3"/>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7.3 </a:t>
            </a:r>
            <a:r>
              <a:rPr lang="zh-CN" altLang="en-US" dirty="0" smtClean="0">
                <a:solidFill>
                  <a:srgbClr val="FF0000"/>
                </a:solidFill>
                <a:sym typeface="+mn-ea"/>
              </a:rPr>
              <a:t>面向对象系统的实现</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7.3.3 </a:t>
            </a:r>
            <a:r>
              <a:rPr lang="zh-CN" altLang="en-US" sz="2400" dirty="0" smtClean="0">
                <a:solidFill>
                  <a:schemeClr val="tx1"/>
                </a:solidFill>
              </a:rPr>
              <a:t>面向对象实现的人员分工</a:t>
            </a:r>
          </a:p>
        </p:txBody>
      </p:sp>
      <p:grpSp>
        <p:nvGrpSpPr>
          <p:cNvPr id="7" name="组合 6"/>
          <p:cNvGrpSpPr/>
          <p:nvPr/>
        </p:nvGrpSpPr>
        <p:grpSpPr>
          <a:xfrm>
            <a:off x="0" y="2320925"/>
            <a:ext cx="12192000" cy="3074035"/>
            <a:chOff x="0" y="3848"/>
            <a:chExt cx="19200" cy="4841"/>
          </a:xfrm>
        </p:grpSpPr>
        <p:sp>
          <p:nvSpPr>
            <p:cNvPr id="4" name="矩形 3"/>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644" y="4577"/>
              <a:ext cx="9416" cy="3384"/>
            </a:xfrm>
            <a:prstGeom prst="rect">
              <a:avLst/>
            </a:prstGeom>
          </p:spPr>
          <p:txBody>
            <a:bodyPr wrap="square">
              <a:spAutoFit/>
            </a:bodyPr>
            <a:lstStyle/>
            <a:p>
              <a:pPr indent="457200">
                <a:lnSpc>
                  <a:spcPct val="150000"/>
                </a:lnSpc>
                <a:defRPr/>
              </a:pPr>
              <a:r>
                <a:rPr lang="en-US" altLang="zh-CN" b="1" kern="0" smtClean="0">
                  <a:solidFill>
                    <a:srgbClr val="FFFF00"/>
                  </a:solidFill>
                  <a:latin typeface="微软雅黑" panose="020B0503020204020204" charset="-122"/>
                  <a:ea typeface="微软雅黑" panose="020B0503020204020204" charset="-122"/>
                  <a:cs typeface="宋体" panose="02010600030101010101" pitchFamily="2" charset="-122"/>
                  <a:sym typeface="+mn-ea"/>
                </a:rPr>
                <a:t>系统工程师</a:t>
              </a: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sym typeface="+mn-ea"/>
                </a:rPr>
                <a:t>主要负责实现模型的完整性，并保证实现模型在整体上是正确的、一致的。实施模型是在设计阶段由系统工程师负责完成的。系统工程师要对实现模型和实施模型中描述的对系统架构有重要意义的部分进行详细检查，这些部分是系统的核心。</a:t>
              </a:r>
            </a:p>
          </p:txBody>
        </p:sp>
      </p:grpSp>
      <p:pic>
        <p:nvPicPr>
          <p:cNvPr id="466947" name="图片 2" descr="www.tuweimei.comComp_10783851_QD0pL2fbu4Czmg2COkwX13qtD9JN38YK.jpg"/>
          <p:cNvPicPr>
            <a:picLocks noGrp="1" noChangeAspect="1"/>
          </p:cNvPicPr>
          <p:nvPr/>
        </p:nvPicPr>
        <p:blipFill>
          <a:blip r:embed="rId4" cstate="print"/>
          <a:stretch>
            <a:fillRect/>
          </a:stretch>
        </p:blipFill>
        <p:spPr>
          <a:xfrm>
            <a:off x="7642860" y="2429510"/>
            <a:ext cx="3810000" cy="2857500"/>
          </a:xfrm>
          <a:prstGeom prst="rect">
            <a:avLst/>
          </a:prstGeom>
          <a:noFill/>
          <a:ln w="9525">
            <a:noFill/>
          </a:ln>
        </p:spPr>
      </p:pic>
    </p:spTree>
    <p:custDataLst>
      <p:tags r:id="rId1"/>
    </p:custDataLst>
  </p:cSld>
  <p:clrMapOvr>
    <a:masterClrMapping/>
  </p:clrMapOvr>
  <p:transition>
    <p:wheel spokes="3"/>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7.3 </a:t>
            </a:r>
            <a:r>
              <a:rPr lang="zh-CN" altLang="en-US" dirty="0" smtClean="0">
                <a:solidFill>
                  <a:srgbClr val="FF0000"/>
                </a:solidFill>
                <a:sym typeface="+mn-ea"/>
              </a:rPr>
              <a:t>面向对象系统的实现</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7.3.3 </a:t>
            </a:r>
            <a:r>
              <a:rPr lang="zh-CN" altLang="en-US" sz="2400" dirty="0" smtClean="0">
                <a:solidFill>
                  <a:schemeClr val="tx1"/>
                </a:solidFill>
              </a:rPr>
              <a:t>面向对象实现的人员分工</a:t>
            </a:r>
          </a:p>
        </p:txBody>
      </p:sp>
      <p:grpSp>
        <p:nvGrpSpPr>
          <p:cNvPr id="7" name="组合 6"/>
          <p:cNvGrpSpPr/>
          <p:nvPr/>
        </p:nvGrpSpPr>
        <p:grpSpPr>
          <a:xfrm>
            <a:off x="-15240" y="2009775"/>
            <a:ext cx="12192000" cy="3794760"/>
            <a:chOff x="0" y="3008"/>
            <a:chExt cx="19200" cy="5976"/>
          </a:xfrm>
        </p:grpSpPr>
        <p:sp>
          <p:nvSpPr>
            <p:cNvPr id="4" name="矩形 3"/>
            <p:cNvSpPr/>
            <p:nvPr/>
          </p:nvSpPr>
          <p:spPr>
            <a:xfrm>
              <a:off x="0" y="3008"/>
              <a:ext cx="19200" cy="5976"/>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6218" y="3008"/>
              <a:ext cx="12114" cy="5976"/>
            </a:xfrm>
            <a:prstGeom prst="rect">
              <a:avLst/>
            </a:prstGeom>
          </p:spPr>
          <p:txBody>
            <a:bodyPr wrap="square">
              <a:spAutoFit/>
            </a:bodyPr>
            <a:lstStyle/>
            <a:p>
              <a:pPr indent="457200">
                <a:lnSpc>
                  <a:spcPct val="150000"/>
                </a:lnSpc>
                <a:defRPr/>
              </a:pPr>
              <a:r>
                <a:rPr lang="en-US" altLang="zh-CN" b="1" kern="0" smtClean="0">
                  <a:solidFill>
                    <a:srgbClr val="FFFF00"/>
                  </a:solidFill>
                  <a:latin typeface="微软雅黑" panose="020B0503020204020204" charset="-122"/>
                  <a:ea typeface="微软雅黑" panose="020B0503020204020204" charset="-122"/>
                  <a:cs typeface="宋体" panose="02010600030101010101" pitchFamily="2" charset="-122"/>
                  <a:sym typeface="+mn-ea"/>
                </a:rPr>
                <a:t>软件工程师</a:t>
              </a: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sym typeface="+mn-ea"/>
                </a:rPr>
                <a:t>负责开发和维护文件构件中的源代码，确保每个构件实现正确的功能。软件工程师通常还要维护实现子系统的完整性，实现子系统与设计子系统是一一对应的。软件工程师要保证实现子系统的内容是正确的，要保证一个实现子系统对其他实现子系统或接口的依赖性是正确的，并保证每个实现子系统正确地实现了所提供的接口。</a:t>
              </a:r>
            </a:p>
            <a:p>
              <a:pPr indent="457200">
                <a:lnSpc>
                  <a:spcPct val="150000"/>
                </a:lnSpc>
                <a:defRPr/>
              </a:pP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sym typeface="+mn-ea"/>
                </a:rPr>
                <a:t>对于负责一个实现子系统的软件工程师来讲，通常也适合负责这个子系统所包含的模型元素，而且为保证实现与设计之间的无缝联接，最好由一个软件工程师全程地负责一个子系统的工作流。因此，软件工程师应该在自己的职责范围内既要设计类又要实现类。</a:t>
              </a:r>
            </a:p>
          </p:txBody>
        </p:sp>
      </p:grpSp>
      <p:pic>
        <p:nvPicPr>
          <p:cNvPr id="11" name="图片 10" descr="A000220151021B28PPSH.png"/>
          <p:cNvPicPr>
            <a:picLocks noChangeAspect="1"/>
          </p:cNvPicPr>
          <p:nvPr/>
        </p:nvPicPr>
        <p:blipFill>
          <a:blip r:embed="rId4" cstate="print"/>
          <a:stretch>
            <a:fillRect/>
          </a:stretch>
        </p:blipFill>
        <p:spPr>
          <a:xfrm>
            <a:off x="-15240" y="2199005"/>
            <a:ext cx="3780790" cy="3605530"/>
          </a:xfrm>
          <a:prstGeom prst="rect">
            <a:avLst/>
          </a:prstGeom>
        </p:spPr>
      </p:pic>
    </p:spTree>
    <p:custDataLst>
      <p:tags r:id="rId1"/>
    </p:custDataLst>
  </p:cSld>
  <p:clrMapOvr>
    <a:masterClrMapping/>
  </p:clrMapOvr>
  <p:transition>
    <p:wheel spokes="3"/>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7.3 </a:t>
            </a:r>
            <a:r>
              <a:rPr lang="zh-CN" altLang="en-US" dirty="0" smtClean="0">
                <a:solidFill>
                  <a:srgbClr val="FF0000"/>
                </a:solidFill>
                <a:sym typeface="+mn-ea"/>
              </a:rPr>
              <a:t>面向对象系统的实现</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7.3.3 </a:t>
            </a:r>
            <a:r>
              <a:rPr lang="zh-CN" altLang="en-US" sz="2400" dirty="0" smtClean="0">
                <a:solidFill>
                  <a:schemeClr val="tx1"/>
                </a:solidFill>
              </a:rPr>
              <a:t>面向对象实现的人员分工</a:t>
            </a:r>
          </a:p>
        </p:txBody>
      </p:sp>
      <p:grpSp>
        <p:nvGrpSpPr>
          <p:cNvPr id="7" name="组合 6"/>
          <p:cNvGrpSpPr/>
          <p:nvPr/>
        </p:nvGrpSpPr>
        <p:grpSpPr>
          <a:xfrm>
            <a:off x="0" y="2320925"/>
            <a:ext cx="12192000" cy="3074035"/>
            <a:chOff x="0" y="3848"/>
            <a:chExt cx="19200" cy="4841"/>
          </a:xfrm>
        </p:grpSpPr>
        <p:sp>
          <p:nvSpPr>
            <p:cNvPr id="4" name="矩形 3"/>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919" y="4252"/>
              <a:ext cx="8454" cy="4032"/>
            </a:xfrm>
            <a:prstGeom prst="rect">
              <a:avLst/>
            </a:prstGeom>
          </p:spPr>
          <p:txBody>
            <a:bodyPr wrap="square">
              <a:spAutoFit/>
            </a:bodyPr>
            <a:lstStyle/>
            <a:p>
              <a:pPr indent="457200">
                <a:lnSpc>
                  <a:spcPct val="150000"/>
                </a:lnSpc>
                <a:defRPr/>
              </a:pPr>
              <a:r>
                <a:rPr lang="en-US" altLang="zh-CN" b="1" kern="0" smtClean="0">
                  <a:solidFill>
                    <a:srgbClr val="FFFF00"/>
                  </a:solidFill>
                  <a:latin typeface="微软雅黑" panose="020B0503020204020204" charset="-122"/>
                  <a:ea typeface="微软雅黑" panose="020B0503020204020204" charset="-122"/>
                  <a:cs typeface="宋体" panose="02010600030101010101" pitchFamily="2" charset="-122"/>
                  <a:sym typeface="+mn-ea"/>
                </a:rPr>
                <a:t>系统集成人员</a:t>
              </a: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sym typeface="+mn-ea"/>
                </a:rPr>
                <a:t>的任务是预先规划好每次软件开发中的迭代顺序，并在软件的各部分已经实现后进行集成，可以写出集成计划的文档。</a:t>
              </a:r>
            </a:p>
            <a:p>
              <a:pPr indent="457200">
                <a:lnSpc>
                  <a:spcPct val="150000"/>
                </a:lnSpc>
                <a:defRPr/>
              </a:pPr>
              <a:r>
                <a:rPr lang="en-US" altLang="zh-CN" b="1" kern="0" smtClean="0">
                  <a:solidFill>
                    <a:srgbClr val="FFFF00"/>
                  </a:solidFill>
                  <a:latin typeface="微软雅黑" panose="020B0503020204020204" charset="-122"/>
                  <a:ea typeface="微软雅黑" panose="020B0503020204020204" charset="-122"/>
                  <a:cs typeface="宋体" panose="02010600030101010101" pitchFamily="2" charset="-122"/>
                  <a:sym typeface="+mn-ea"/>
                </a:rPr>
                <a:t>软件测试人员</a:t>
              </a: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sym typeface="+mn-ea"/>
                </a:rPr>
                <a:t>的主要工作是按照测试的策略和方法对已开发出的软件产品进行测试，具体的面向对象的测试步骤在第7.4节中加以讨论。</a:t>
              </a:r>
            </a:p>
          </p:txBody>
        </p:sp>
      </p:grpSp>
      <p:pic>
        <p:nvPicPr>
          <p:cNvPr id="3" name="图片 2" descr="A000220150821C25PPIC"/>
          <p:cNvPicPr>
            <a:picLocks noChangeAspect="1"/>
          </p:cNvPicPr>
          <p:nvPr/>
        </p:nvPicPr>
        <p:blipFill>
          <a:blip r:embed="rId4" cstate="print"/>
          <a:stretch>
            <a:fillRect/>
          </a:stretch>
        </p:blipFill>
        <p:spPr>
          <a:xfrm>
            <a:off x="7643495" y="2428240"/>
            <a:ext cx="3862705" cy="2858770"/>
          </a:xfrm>
          <a:prstGeom prst="rect">
            <a:avLst/>
          </a:prstGeom>
        </p:spPr>
      </p:pic>
    </p:spTree>
    <p:custDataLst>
      <p:tags r:id="rId1"/>
    </p:custDataLst>
  </p:cSld>
  <p:clrMapOvr>
    <a:masterClrMapping/>
  </p:clrMapOvr>
  <p:transition>
    <p:wheel spokes="3"/>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4</a:t>
              </a:r>
            </a:p>
          </p:txBody>
        </p:sp>
      </p:grpSp>
      <p:sp>
        <p:nvSpPr>
          <p:cNvPr id="40" name="文本框 39"/>
          <p:cNvSpPr txBox="1"/>
          <p:nvPr/>
        </p:nvSpPr>
        <p:spPr>
          <a:xfrm>
            <a:off x="6006465" y="2913380"/>
            <a:ext cx="5842635" cy="8743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面向对象系统的测试</a:t>
            </a:r>
          </a:p>
        </p:txBody>
      </p:sp>
      <p:grpSp>
        <p:nvGrpSpPr>
          <p:cNvPr id="11" name="组合 10"/>
          <p:cNvGrpSpPr/>
          <p:nvPr/>
        </p:nvGrpSpPr>
        <p:grpSpPr>
          <a:xfrm>
            <a:off x="6006465" y="4135755"/>
            <a:ext cx="3712845" cy="913130"/>
            <a:chOff x="9459" y="7137"/>
            <a:chExt cx="5847" cy="1438"/>
          </a:xfrm>
        </p:grpSpPr>
        <p:sp>
          <p:nvSpPr>
            <p:cNvPr id="48" name="文本框 4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面向对象测试策略</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面向对象的测试步骤</a:t>
              </a:r>
            </a:p>
          </p:txBody>
        </p:sp>
      </p:grpSp>
    </p:spTree>
  </p:cSld>
  <p:clrMapOvr>
    <a:masterClrMapping/>
  </p:clrMapOvr>
  <p:transition spd="slow">
    <p:wipe/>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grpSp>
        <p:nvGrpSpPr>
          <p:cNvPr id="4" name="组合 3"/>
          <p:cNvGrpSpPr/>
          <p:nvPr/>
        </p:nvGrpSpPr>
        <p:grpSpPr>
          <a:xfrm>
            <a:off x="2101757" y="1669521"/>
            <a:ext cx="8256894" cy="4349142"/>
            <a:chOff x="2266241" y="1830388"/>
            <a:chExt cx="7775928" cy="4198982"/>
          </a:xfrm>
        </p:grpSpPr>
        <p:sp>
          <p:nvSpPr>
            <p:cNvPr id="5" name="MH_Other_1"/>
            <p:cNvSpPr/>
            <p:nvPr/>
          </p:nvSpPr>
          <p:spPr>
            <a:xfrm>
              <a:off x="2510442" y="1830388"/>
              <a:ext cx="5173059" cy="3192462"/>
            </a:xfrm>
            <a:custGeom>
              <a:avLst/>
              <a:gdLst>
                <a:gd name="connsiteX0" fmla="*/ 0 w 3718560"/>
                <a:gd name="connsiteY0" fmla="*/ 0 h 3518262"/>
                <a:gd name="connsiteX1" fmla="*/ 0 w 3718560"/>
                <a:gd name="connsiteY1" fmla="*/ 3509554 h 3518262"/>
                <a:gd name="connsiteX2" fmla="*/ 3718560 w 3718560"/>
                <a:gd name="connsiteY2" fmla="*/ 3518262 h 3518262"/>
                <a:gd name="connsiteX3" fmla="*/ 3718560 w 3718560"/>
                <a:gd name="connsiteY3" fmla="*/ 3518262 h 3518262"/>
              </a:gdLst>
              <a:ahLst/>
              <a:cxnLst>
                <a:cxn ang="0">
                  <a:pos x="connsiteX0" y="connsiteY0"/>
                </a:cxn>
                <a:cxn ang="0">
                  <a:pos x="connsiteX1" y="connsiteY1"/>
                </a:cxn>
                <a:cxn ang="0">
                  <a:pos x="connsiteX2" y="connsiteY2"/>
                </a:cxn>
                <a:cxn ang="0">
                  <a:pos x="connsiteX3" y="connsiteY3"/>
                </a:cxn>
              </a:cxnLst>
              <a:rect l="l" t="t" r="r" b="b"/>
              <a:pathLst>
                <a:path w="3718560" h="3518262">
                  <a:moveTo>
                    <a:pt x="0" y="0"/>
                  </a:moveTo>
                  <a:lnTo>
                    <a:pt x="0" y="3509554"/>
                  </a:lnTo>
                  <a:lnTo>
                    <a:pt x="3718560" y="3518262"/>
                  </a:lnTo>
                  <a:lnTo>
                    <a:pt x="3718560" y="3518262"/>
                  </a:lnTo>
                </a:path>
              </a:pathLst>
            </a:custGeom>
            <a:noFill/>
            <a:ln w="76200" cap="flat" cmpd="sng" algn="ctr">
              <a:solidFill>
                <a:srgbClr val="D10000"/>
              </a:solidFill>
              <a:prstDash val="solid"/>
              <a:miter lim="800000"/>
            </a:ln>
            <a:effectLst/>
          </p:spPr>
          <p:txBody>
            <a:bodyPr anchor="ctr"/>
            <a:lstStyle/>
            <a:p>
              <a:pPr algn="ctr" eaLnBrk="1" fontAlgn="auto" hangingPunct="1">
                <a:spcBef>
                  <a:spcPts val="0"/>
                </a:spcBef>
                <a:spcAft>
                  <a:spcPts val="0"/>
                </a:spcAft>
                <a:defRPr/>
              </a:pPr>
              <a:endParaRPr lang="zh-CN" altLang="en-US" kern="0">
                <a:solidFill>
                  <a:srgbClr val="FFFFFF"/>
                </a:solidFill>
                <a:latin typeface="Arial" panose="020B0604020202020204"/>
                <a:ea typeface="宋体" panose="02010600030101010101" pitchFamily="2" charset="-122"/>
              </a:endParaRPr>
            </a:p>
          </p:txBody>
        </p:sp>
        <p:sp>
          <p:nvSpPr>
            <p:cNvPr id="3" name="MH_Desc_1"/>
            <p:cNvSpPr/>
            <p:nvPr/>
          </p:nvSpPr>
          <p:spPr>
            <a:xfrm>
              <a:off x="2266241" y="2117667"/>
              <a:ext cx="7013928" cy="3911703"/>
            </a:xfrm>
            <a:custGeom>
              <a:avLst/>
              <a:gdLst>
                <a:gd name="connsiteX0" fmla="*/ 5320937 w 5320937"/>
                <a:gd name="connsiteY0" fmla="*/ 1837508 h 4188823"/>
                <a:gd name="connsiteX1" fmla="*/ 5320937 w 5320937"/>
                <a:gd name="connsiteY1" fmla="*/ 0 h 4188823"/>
                <a:gd name="connsiteX2" fmla="*/ 0 w 5320937"/>
                <a:gd name="connsiteY2" fmla="*/ 0 h 4188823"/>
                <a:gd name="connsiteX3" fmla="*/ 0 w 5320937"/>
                <a:gd name="connsiteY3" fmla="*/ 3405051 h 4188823"/>
                <a:gd name="connsiteX4" fmla="*/ 2717075 w 5320937"/>
                <a:gd name="connsiteY4" fmla="*/ 3405051 h 4188823"/>
                <a:gd name="connsiteX5" fmla="*/ 3500847 w 5320937"/>
                <a:gd name="connsiteY5" fmla="*/ 4188823 h 4188823"/>
                <a:gd name="connsiteX6" fmla="*/ 3518263 w 5320937"/>
                <a:gd name="connsiteY6" fmla="*/ 4188823 h 4188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0937" h="4188823">
                  <a:moveTo>
                    <a:pt x="5320937" y="1837508"/>
                  </a:moveTo>
                  <a:lnTo>
                    <a:pt x="5320937" y="0"/>
                  </a:lnTo>
                  <a:lnTo>
                    <a:pt x="0" y="0"/>
                  </a:lnTo>
                  <a:lnTo>
                    <a:pt x="0" y="3405051"/>
                  </a:lnTo>
                  <a:lnTo>
                    <a:pt x="2717075" y="3405051"/>
                  </a:lnTo>
                  <a:lnTo>
                    <a:pt x="3500847" y="4188823"/>
                  </a:lnTo>
                  <a:lnTo>
                    <a:pt x="3518263" y="4188823"/>
                  </a:lnTo>
                </a:path>
              </a:pathLst>
            </a:custGeom>
            <a:noFill/>
            <a:ln w="76200" cap="flat" cmpd="sng" algn="ctr">
              <a:solidFill>
                <a:srgbClr val="D10000"/>
              </a:solidFill>
              <a:prstDash val="solid"/>
              <a:miter lim="800000"/>
            </a:ln>
            <a:effectLst/>
          </p:spPr>
          <p:txBody>
            <a:bodyPr lIns="612000" tIns="216000" rIns="324000" bIns="1584000">
              <a:noAutofit/>
            </a:bodyPr>
            <a:lstStyle/>
            <a:p>
              <a:pPr>
                <a:lnSpc>
                  <a:spcPct val="140000"/>
                </a:lnSpc>
              </a:pPr>
              <a:r>
                <a:rPr lang="en-US" dirty="0" smtClean="0">
                  <a:latin typeface="+mn-ea"/>
                </a:rPr>
                <a:t>    </a:t>
              </a:r>
              <a:r>
                <a:rPr dirty="0" smtClean="0">
                  <a:latin typeface="+mn-ea"/>
                </a:rPr>
                <a:t>面向对象系统的测试可以借鉴传统软件工程方法，结合面向对象方法的实际</a:t>
              </a:r>
              <a:r>
                <a:rPr lang="zh-CN" altLang="en-US" dirty="0" smtClean="0">
                  <a:latin typeface="+mn-ea"/>
                </a:rPr>
                <a:t>情况</a:t>
              </a:r>
              <a:r>
                <a:rPr dirty="0" smtClean="0">
                  <a:latin typeface="+mn-ea"/>
                </a:rPr>
                <a:t>，本节介绍面向对象系统的测试策略</a:t>
              </a:r>
              <a:r>
                <a:rPr lang="zh-CN" altLang="en-US" dirty="0" smtClean="0">
                  <a:latin typeface="+mn-ea"/>
                </a:rPr>
                <a:t>和</a:t>
              </a:r>
              <a:r>
                <a:rPr dirty="0" smtClean="0">
                  <a:latin typeface="+mn-ea"/>
                </a:rPr>
                <a:t>测试步骤。</a:t>
              </a:r>
            </a:p>
            <a:p>
              <a:pPr indent="457200">
                <a:lnSpc>
                  <a:spcPct val="140000"/>
                </a:lnSpc>
              </a:pPr>
              <a:r>
                <a:rPr dirty="0" smtClean="0">
                  <a:latin typeface="+mn-ea"/>
                </a:rPr>
                <a:t>面向对象系统测试的主要目标和传统软件测试一样，用尽可能低的测试成本和尽可能少的测试用例，发现尽可能多的错误。但是，面向对象程序的封装、继承和多态性等机制，增加了</a:t>
              </a:r>
              <a:endParaRPr lang="en-US" dirty="0" smtClean="0">
                <a:latin typeface="+mn-ea"/>
              </a:endParaRPr>
            </a:p>
            <a:p>
              <a:pPr>
                <a:lnSpc>
                  <a:spcPct val="140000"/>
                </a:lnSpc>
              </a:pPr>
              <a:r>
                <a:rPr dirty="0" smtClean="0">
                  <a:latin typeface="+mn-ea"/>
                </a:rPr>
                <a:t>测试和调试的难度。</a:t>
              </a:r>
            </a:p>
          </p:txBody>
        </p:sp>
        <p:sp>
          <p:nvSpPr>
            <p:cNvPr id="8" name="MH_Other_2"/>
            <p:cNvSpPr/>
            <p:nvPr/>
          </p:nvSpPr>
          <p:spPr bwMode="auto">
            <a:xfrm>
              <a:off x="7136136" y="3671934"/>
              <a:ext cx="2906033" cy="2332343"/>
            </a:xfrm>
            <a:custGeom>
              <a:avLst/>
              <a:gdLst>
                <a:gd name="T0" fmla="*/ 311438 w 1909763"/>
                <a:gd name="T1" fmla="*/ 1234671 h 1912938"/>
                <a:gd name="T2" fmla="*/ 423998 w 1909763"/>
                <a:gd name="T3" fmla="*/ 1256142 h 1912938"/>
                <a:gd name="T4" fmla="*/ 469528 w 1909763"/>
                <a:gd name="T5" fmla="*/ 1335710 h 1912938"/>
                <a:gd name="T6" fmla="*/ 530235 w 1909763"/>
                <a:gd name="T7" fmla="*/ 1396649 h 1912938"/>
                <a:gd name="T8" fmla="*/ 631728 w 1909763"/>
                <a:gd name="T9" fmla="*/ 1456326 h 1912938"/>
                <a:gd name="T10" fmla="*/ 647854 w 1909763"/>
                <a:gd name="T11" fmla="*/ 1533683 h 1912938"/>
                <a:gd name="T12" fmla="*/ 0 w 1909763"/>
                <a:gd name="T13" fmla="*/ 1905000 h 1912938"/>
                <a:gd name="T14" fmla="*/ 990076 w 1909763"/>
                <a:gd name="T15" fmla="*/ 547002 h 1912938"/>
                <a:gd name="T16" fmla="*/ 1084268 w 1909763"/>
                <a:gd name="T17" fmla="*/ 595709 h 1912938"/>
                <a:gd name="T18" fmla="*/ 1176565 w 1909763"/>
                <a:gd name="T19" fmla="*/ 667504 h 1912938"/>
                <a:gd name="T20" fmla="*/ 1294781 w 1909763"/>
                <a:gd name="T21" fmla="*/ 800657 h 1912938"/>
                <a:gd name="T22" fmla="*/ 1351992 w 1909763"/>
                <a:gd name="T23" fmla="*/ 906610 h 1912938"/>
                <a:gd name="T24" fmla="*/ 1367480 w 1909763"/>
                <a:gd name="T25" fmla="*/ 971447 h 1912938"/>
                <a:gd name="T26" fmla="*/ 741633 w 1909763"/>
                <a:gd name="T27" fmla="*/ 1521772 h 1912938"/>
                <a:gd name="T28" fmla="*/ 719507 w 1909763"/>
                <a:gd name="T29" fmla="*/ 1441437 h 1912938"/>
                <a:gd name="T30" fmla="*/ 689163 w 1909763"/>
                <a:gd name="T31" fmla="*/ 1362684 h 1912938"/>
                <a:gd name="T32" fmla="*/ 605717 w 1909763"/>
                <a:gd name="T33" fmla="*/ 1309233 h 1912938"/>
                <a:gd name="T34" fmla="*/ 554511 w 1909763"/>
                <a:gd name="T35" fmla="*/ 1257047 h 1912938"/>
                <a:gd name="T36" fmla="*/ 495403 w 1909763"/>
                <a:gd name="T37" fmla="*/ 1173233 h 1912938"/>
                <a:gd name="T38" fmla="*/ 414485 w 1909763"/>
                <a:gd name="T39" fmla="*/ 1167223 h 1912938"/>
                <a:gd name="T40" fmla="*/ 334200 w 1909763"/>
                <a:gd name="T41" fmla="*/ 1137810 h 1912938"/>
                <a:gd name="T42" fmla="*/ 1102115 w 1909763"/>
                <a:gd name="T43" fmla="*/ 389221 h 1912938"/>
                <a:gd name="T44" fmla="*/ 1182317 w 1909763"/>
                <a:gd name="T45" fmla="*/ 412935 h 1912938"/>
                <a:gd name="T46" fmla="*/ 1278052 w 1909763"/>
                <a:gd name="T47" fmla="*/ 467951 h 1912938"/>
                <a:gd name="T48" fmla="*/ 1390271 w 1909763"/>
                <a:gd name="T49" fmla="*/ 569762 h 1912938"/>
                <a:gd name="T50" fmla="*/ 1465401 w 1909763"/>
                <a:gd name="T51" fmla="*/ 674102 h 1912938"/>
                <a:gd name="T52" fmla="*/ 1496150 w 1909763"/>
                <a:gd name="T53" fmla="*/ 753148 h 1912938"/>
                <a:gd name="T54" fmla="*/ 1438773 w 1909763"/>
                <a:gd name="T55" fmla="*/ 874245 h 1912938"/>
                <a:gd name="T56" fmla="*/ 1394075 w 1909763"/>
                <a:gd name="T57" fmla="*/ 754728 h 1912938"/>
                <a:gd name="T58" fmla="*/ 1286611 w 1909763"/>
                <a:gd name="T59" fmla="*/ 617822 h 1912938"/>
                <a:gd name="T60" fmla="*/ 1182317 w 1909763"/>
                <a:gd name="T61" fmla="*/ 530239 h 1912938"/>
                <a:gd name="T62" fmla="*/ 1095458 w 1909763"/>
                <a:gd name="T63" fmla="*/ 479966 h 1912938"/>
                <a:gd name="T64" fmla="*/ 1079925 w 1909763"/>
                <a:gd name="T65" fmla="*/ 387324 h 1912938"/>
                <a:gd name="T66" fmla="*/ 1274840 w 1909763"/>
                <a:gd name="T67" fmla="*/ 248813 h 1912938"/>
                <a:gd name="T68" fmla="*/ 1361157 w 1909763"/>
                <a:gd name="T69" fmla="*/ 287000 h 1912938"/>
                <a:gd name="T70" fmla="*/ 1471820 w 1909763"/>
                <a:gd name="T71" fmla="*/ 367792 h 1912938"/>
                <a:gd name="T72" fmla="*/ 1577108 w 1909763"/>
                <a:gd name="T73" fmla="*/ 484246 h 1912938"/>
                <a:gd name="T74" fmla="*/ 1629910 w 1909763"/>
                <a:gd name="T75" fmla="*/ 580818 h 1912938"/>
                <a:gd name="T76" fmla="*/ 1646668 w 1909763"/>
                <a:gd name="T77" fmla="*/ 647723 h 1912938"/>
                <a:gd name="T78" fmla="*/ 1571733 w 1909763"/>
                <a:gd name="T79" fmla="*/ 701374 h 1912938"/>
                <a:gd name="T80" fmla="*/ 1500908 w 1909763"/>
                <a:gd name="T81" fmla="*/ 566932 h 1912938"/>
                <a:gd name="T82" fmla="*/ 1381077 w 1909763"/>
                <a:gd name="T83" fmla="*/ 437539 h 1912938"/>
                <a:gd name="T84" fmla="*/ 1277685 w 1909763"/>
                <a:gd name="T85" fmla="*/ 362111 h 1912938"/>
                <a:gd name="T86" fmla="*/ 1174610 w 1909763"/>
                <a:gd name="T87" fmla="*/ 313195 h 1912938"/>
                <a:gd name="T88" fmla="*/ 1571880 w 1909763"/>
                <a:gd name="T89" fmla="*/ 0 h 1912938"/>
                <a:gd name="T90" fmla="*/ 1674374 w 1909763"/>
                <a:gd name="T91" fmla="*/ 27868 h 1912938"/>
                <a:gd name="T92" fmla="*/ 1797116 w 1909763"/>
                <a:gd name="T93" fmla="*/ 110838 h 1912938"/>
                <a:gd name="T94" fmla="*/ 1880946 w 1909763"/>
                <a:gd name="T95" fmla="*/ 216927 h 1912938"/>
                <a:gd name="T96" fmla="*/ 1901825 w 1909763"/>
                <a:gd name="T97" fmla="*/ 315415 h 1912938"/>
                <a:gd name="T98" fmla="*/ 1879681 w 1909763"/>
                <a:gd name="T99" fmla="*/ 399018 h 1912938"/>
                <a:gd name="T100" fmla="*/ 1834128 w 1909763"/>
                <a:gd name="T101" fmla="*/ 461405 h 1912938"/>
                <a:gd name="T102" fmla="*/ 1716764 w 1909763"/>
                <a:gd name="T103" fmla="*/ 551026 h 1912938"/>
                <a:gd name="T104" fmla="*/ 1686079 w 1909763"/>
                <a:gd name="T105" fmla="*/ 466156 h 1912938"/>
                <a:gd name="T106" fmla="*/ 1635148 w 1909763"/>
                <a:gd name="T107" fmla="*/ 386034 h 1912938"/>
                <a:gd name="T108" fmla="*/ 1552899 w 1909763"/>
                <a:gd name="T109" fmla="*/ 297997 h 1912938"/>
                <a:gd name="T110" fmla="*/ 1465272 w 1909763"/>
                <a:gd name="T111" fmla="*/ 231811 h 1912938"/>
                <a:gd name="T112" fmla="*/ 1387135 w 1909763"/>
                <a:gd name="T113" fmla="*/ 193176 h 1912938"/>
                <a:gd name="T114" fmla="*/ 1324816 w 1909763"/>
                <a:gd name="T115" fmla="*/ 138389 h 1912938"/>
                <a:gd name="T116" fmla="*/ 1449455 w 1909763"/>
                <a:gd name="T117" fmla="*/ 33885 h 1912938"/>
                <a:gd name="T118" fmla="*/ 1518102 w 1909763"/>
                <a:gd name="T119" fmla="*/ 4750 h 191293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909763" h="1912938">
                  <a:moveTo>
                    <a:pt x="275590" y="1223963"/>
                  </a:moveTo>
                  <a:lnTo>
                    <a:pt x="276860" y="1225231"/>
                  </a:lnTo>
                  <a:lnTo>
                    <a:pt x="281623" y="1228085"/>
                  </a:lnTo>
                  <a:lnTo>
                    <a:pt x="285433" y="1229987"/>
                  </a:lnTo>
                  <a:lnTo>
                    <a:pt x="290513" y="1232207"/>
                  </a:lnTo>
                  <a:lnTo>
                    <a:pt x="296545" y="1235060"/>
                  </a:lnTo>
                  <a:lnTo>
                    <a:pt x="304165" y="1237280"/>
                  </a:lnTo>
                  <a:lnTo>
                    <a:pt x="312738" y="1239816"/>
                  </a:lnTo>
                  <a:lnTo>
                    <a:pt x="323215" y="1242036"/>
                  </a:lnTo>
                  <a:lnTo>
                    <a:pt x="335280" y="1244255"/>
                  </a:lnTo>
                  <a:lnTo>
                    <a:pt x="348933" y="1246157"/>
                  </a:lnTo>
                  <a:lnTo>
                    <a:pt x="364173" y="1248060"/>
                  </a:lnTo>
                  <a:lnTo>
                    <a:pt x="381318" y="1249328"/>
                  </a:lnTo>
                  <a:lnTo>
                    <a:pt x="400368" y="1249962"/>
                  </a:lnTo>
                  <a:lnTo>
                    <a:pt x="421958" y="1250279"/>
                  </a:lnTo>
                  <a:lnTo>
                    <a:pt x="425768" y="1261376"/>
                  </a:lnTo>
                  <a:lnTo>
                    <a:pt x="430213" y="1272474"/>
                  </a:lnTo>
                  <a:lnTo>
                    <a:pt x="434658" y="1282937"/>
                  </a:lnTo>
                  <a:lnTo>
                    <a:pt x="440055" y="1293083"/>
                  </a:lnTo>
                  <a:lnTo>
                    <a:pt x="445453" y="1303229"/>
                  </a:lnTo>
                  <a:lnTo>
                    <a:pt x="451485" y="1313375"/>
                  </a:lnTo>
                  <a:lnTo>
                    <a:pt x="457835" y="1322886"/>
                  </a:lnTo>
                  <a:lnTo>
                    <a:pt x="464185" y="1332081"/>
                  </a:lnTo>
                  <a:lnTo>
                    <a:pt x="471488" y="1341276"/>
                  </a:lnTo>
                  <a:lnTo>
                    <a:pt x="478473" y="1349837"/>
                  </a:lnTo>
                  <a:lnTo>
                    <a:pt x="485775" y="1358080"/>
                  </a:lnTo>
                  <a:lnTo>
                    <a:pt x="493395" y="1366324"/>
                  </a:lnTo>
                  <a:lnTo>
                    <a:pt x="500698" y="1374250"/>
                  </a:lnTo>
                  <a:lnTo>
                    <a:pt x="508635" y="1381860"/>
                  </a:lnTo>
                  <a:lnTo>
                    <a:pt x="516573" y="1388835"/>
                  </a:lnTo>
                  <a:lnTo>
                    <a:pt x="524510" y="1395493"/>
                  </a:lnTo>
                  <a:lnTo>
                    <a:pt x="532448" y="1402469"/>
                  </a:lnTo>
                  <a:lnTo>
                    <a:pt x="540385" y="1408810"/>
                  </a:lnTo>
                  <a:lnTo>
                    <a:pt x="555943" y="1420541"/>
                  </a:lnTo>
                  <a:lnTo>
                    <a:pt x="571500" y="1430687"/>
                  </a:lnTo>
                  <a:lnTo>
                    <a:pt x="586105" y="1439565"/>
                  </a:lnTo>
                  <a:lnTo>
                    <a:pt x="600075" y="1447492"/>
                  </a:lnTo>
                  <a:lnTo>
                    <a:pt x="612775" y="1453833"/>
                  </a:lnTo>
                  <a:lnTo>
                    <a:pt x="624523" y="1458589"/>
                  </a:lnTo>
                  <a:lnTo>
                    <a:pt x="634365" y="1462394"/>
                  </a:lnTo>
                  <a:lnTo>
                    <a:pt x="634365" y="1467784"/>
                  </a:lnTo>
                  <a:lnTo>
                    <a:pt x="634683" y="1473808"/>
                  </a:lnTo>
                  <a:lnTo>
                    <a:pt x="635318" y="1479832"/>
                  </a:lnTo>
                  <a:lnTo>
                    <a:pt x="636270" y="1486173"/>
                  </a:lnTo>
                  <a:lnTo>
                    <a:pt x="638810" y="1499173"/>
                  </a:lnTo>
                  <a:lnTo>
                    <a:pt x="641668" y="1512489"/>
                  </a:lnTo>
                  <a:lnTo>
                    <a:pt x="645795" y="1526440"/>
                  </a:lnTo>
                  <a:lnTo>
                    <a:pt x="650558" y="1540074"/>
                  </a:lnTo>
                  <a:lnTo>
                    <a:pt x="655321" y="1553707"/>
                  </a:lnTo>
                  <a:lnTo>
                    <a:pt x="660083" y="1566707"/>
                  </a:lnTo>
                  <a:lnTo>
                    <a:pt x="665481" y="1579389"/>
                  </a:lnTo>
                  <a:lnTo>
                    <a:pt x="670243" y="1590803"/>
                  </a:lnTo>
                  <a:lnTo>
                    <a:pt x="679133" y="1610144"/>
                  </a:lnTo>
                  <a:lnTo>
                    <a:pt x="685165" y="1623144"/>
                  </a:lnTo>
                  <a:lnTo>
                    <a:pt x="687388" y="1627900"/>
                  </a:lnTo>
                  <a:lnTo>
                    <a:pt x="0" y="1912938"/>
                  </a:lnTo>
                  <a:lnTo>
                    <a:pt x="275590" y="1223963"/>
                  </a:lnTo>
                  <a:close/>
                  <a:moveTo>
                    <a:pt x="923427" y="530225"/>
                  </a:moveTo>
                  <a:lnTo>
                    <a:pt x="931362" y="531813"/>
                  </a:lnTo>
                  <a:lnTo>
                    <a:pt x="941201" y="533401"/>
                  </a:lnTo>
                  <a:lnTo>
                    <a:pt x="951993" y="536259"/>
                  </a:lnTo>
                  <a:lnTo>
                    <a:pt x="965007" y="539435"/>
                  </a:lnTo>
                  <a:lnTo>
                    <a:pt x="978972" y="544199"/>
                  </a:lnTo>
                  <a:lnTo>
                    <a:pt x="994208" y="549281"/>
                  </a:lnTo>
                  <a:lnTo>
                    <a:pt x="1010713" y="555950"/>
                  </a:lnTo>
                  <a:lnTo>
                    <a:pt x="1028805" y="564526"/>
                  </a:lnTo>
                  <a:lnTo>
                    <a:pt x="1038327" y="568972"/>
                  </a:lnTo>
                  <a:lnTo>
                    <a:pt x="1047849" y="574053"/>
                  </a:lnTo>
                  <a:lnTo>
                    <a:pt x="1057689" y="579453"/>
                  </a:lnTo>
                  <a:lnTo>
                    <a:pt x="1067845" y="585487"/>
                  </a:lnTo>
                  <a:lnTo>
                    <a:pt x="1078320" y="591521"/>
                  </a:lnTo>
                  <a:lnTo>
                    <a:pt x="1088794" y="598191"/>
                  </a:lnTo>
                  <a:lnTo>
                    <a:pt x="1099903" y="605495"/>
                  </a:lnTo>
                  <a:lnTo>
                    <a:pt x="1111012" y="613118"/>
                  </a:lnTo>
                  <a:lnTo>
                    <a:pt x="1122439" y="621058"/>
                  </a:lnTo>
                  <a:lnTo>
                    <a:pt x="1133548" y="630268"/>
                  </a:lnTo>
                  <a:lnTo>
                    <a:pt x="1145609" y="639161"/>
                  </a:lnTo>
                  <a:lnTo>
                    <a:pt x="1157353" y="649006"/>
                  </a:lnTo>
                  <a:lnTo>
                    <a:pt x="1169415" y="659487"/>
                  </a:lnTo>
                  <a:lnTo>
                    <a:pt x="1181476" y="670285"/>
                  </a:lnTo>
                  <a:lnTo>
                    <a:pt x="1193855" y="681719"/>
                  </a:lnTo>
                  <a:lnTo>
                    <a:pt x="1206234" y="693787"/>
                  </a:lnTo>
                  <a:lnTo>
                    <a:pt x="1224326" y="712208"/>
                  </a:lnTo>
                  <a:lnTo>
                    <a:pt x="1241148" y="730311"/>
                  </a:lnTo>
                  <a:lnTo>
                    <a:pt x="1257336" y="748731"/>
                  </a:lnTo>
                  <a:lnTo>
                    <a:pt x="1272888" y="767152"/>
                  </a:lnTo>
                  <a:lnTo>
                    <a:pt x="1287172" y="785573"/>
                  </a:lnTo>
                  <a:lnTo>
                    <a:pt x="1300185" y="803993"/>
                  </a:lnTo>
                  <a:lnTo>
                    <a:pt x="1312246" y="822096"/>
                  </a:lnTo>
                  <a:lnTo>
                    <a:pt x="1323356" y="840199"/>
                  </a:lnTo>
                  <a:lnTo>
                    <a:pt x="1333513" y="857984"/>
                  </a:lnTo>
                  <a:lnTo>
                    <a:pt x="1343035" y="875770"/>
                  </a:lnTo>
                  <a:lnTo>
                    <a:pt x="1346843" y="884345"/>
                  </a:lnTo>
                  <a:lnTo>
                    <a:pt x="1350970" y="892920"/>
                  </a:lnTo>
                  <a:lnTo>
                    <a:pt x="1354461" y="901813"/>
                  </a:lnTo>
                  <a:lnTo>
                    <a:pt x="1357635" y="910388"/>
                  </a:lnTo>
                  <a:lnTo>
                    <a:pt x="1360809" y="918963"/>
                  </a:lnTo>
                  <a:lnTo>
                    <a:pt x="1363349" y="927220"/>
                  </a:lnTo>
                  <a:lnTo>
                    <a:pt x="1365570" y="935478"/>
                  </a:lnTo>
                  <a:lnTo>
                    <a:pt x="1367792" y="943735"/>
                  </a:lnTo>
                  <a:lnTo>
                    <a:pt x="1369697" y="951675"/>
                  </a:lnTo>
                  <a:lnTo>
                    <a:pt x="1370966" y="959933"/>
                  </a:lnTo>
                  <a:lnTo>
                    <a:pt x="1372236" y="967873"/>
                  </a:lnTo>
                  <a:lnTo>
                    <a:pt x="1373188" y="975495"/>
                  </a:lnTo>
                  <a:lnTo>
                    <a:pt x="774247" y="1579563"/>
                  </a:lnTo>
                  <a:lnTo>
                    <a:pt x="771708" y="1576387"/>
                  </a:lnTo>
                  <a:lnTo>
                    <a:pt x="768851" y="1572258"/>
                  </a:lnTo>
                  <a:lnTo>
                    <a:pt x="765042" y="1566542"/>
                  </a:lnTo>
                  <a:lnTo>
                    <a:pt x="760281" y="1559237"/>
                  </a:lnTo>
                  <a:lnTo>
                    <a:pt x="755520" y="1550344"/>
                  </a:lnTo>
                  <a:lnTo>
                    <a:pt x="749807" y="1540181"/>
                  </a:lnTo>
                  <a:lnTo>
                    <a:pt x="744728" y="1528113"/>
                  </a:lnTo>
                  <a:lnTo>
                    <a:pt x="739333" y="1515091"/>
                  </a:lnTo>
                  <a:lnTo>
                    <a:pt x="734254" y="1500164"/>
                  </a:lnTo>
                  <a:lnTo>
                    <a:pt x="731715" y="1492224"/>
                  </a:lnTo>
                  <a:lnTo>
                    <a:pt x="729493" y="1483967"/>
                  </a:lnTo>
                  <a:lnTo>
                    <a:pt x="727271" y="1475392"/>
                  </a:lnTo>
                  <a:lnTo>
                    <a:pt x="725367" y="1466181"/>
                  </a:lnTo>
                  <a:lnTo>
                    <a:pt x="724097" y="1457289"/>
                  </a:lnTo>
                  <a:lnTo>
                    <a:pt x="722510" y="1447443"/>
                  </a:lnTo>
                  <a:lnTo>
                    <a:pt x="721241" y="1437280"/>
                  </a:lnTo>
                  <a:lnTo>
                    <a:pt x="720288" y="1427117"/>
                  </a:lnTo>
                  <a:lnTo>
                    <a:pt x="719336" y="1416319"/>
                  </a:lnTo>
                  <a:lnTo>
                    <a:pt x="719336" y="1405203"/>
                  </a:lnTo>
                  <a:lnTo>
                    <a:pt x="719336" y="1394087"/>
                  </a:lnTo>
                  <a:lnTo>
                    <a:pt x="719971" y="1382018"/>
                  </a:lnTo>
                  <a:lnTo>
                    <a:pt x="705688" y="1375349"/>
                  </a:lnTo>
                  <a:lnTo>
                    <a:pt x="692039" y="1368362"/>
                  </a:lnTo>
                  <a:lnTo>
                    <a:pt x="679343" y="1361692"/>
                  </a:lnTo>
                  <a:lnTo>
                    <a:pt x="667282" y="1355023"/>
                  </a:lnTo>
                  <a:lnTo>
                    <a:pt x="655855" y="1348035"/>
                  </a:lnTo>
                  <a:lnTo>
                    <a:pt x="645381" y="1341366"/>
                  </a:lnTo>
                  <a:lnTo>
                    <a:pt x="635224" y="1334696"/>
                  </a:lnTo>
                  <a:lnTo>
                    <a:pt x="625385" y="1327709"/>
                  </a:lnTo>
                  <a:lnTo>
                    <a:pt x="616497" y="1321357"/>
                  </a:lnTo>
                  <a:lnTo>
                    <a:pt x="608245" y="1314688"/>
                  </a:lnTo>
                  <a:lnTo>
                    <a:pt x="599992" y="1308018"/>
                  </a:lnTo>
                  <a:lnTo>
                    <a:pt x="592692" y="1301349"/>
                  </a:lnTo>
                  <a:lnTo>
                    <a:pt x="585709" y="1294679"/>
                  </a:lnTo>
                  <a:lnTo>
                    <a:pt x="579361" y="1288327"/>
                  </a:lnTo>
                  <a:lnTo>
                    <a:pt x="573013" y="1281975"/>
                  </a:lnTo>
                  <a:lnTo>
                    <a:pt x="567300" y="1275306"/>
                  </a:lnTo>
                  <a:lnTo>
                    <a:pt x="561904" y="1268636"/>
                  </a:lnTo>
                  <a:lnTo>
                    <a:pt x="556825" y="1262285"/>
                  </a:lnTo>
                  <a:lnTo>
                    <a:pt x="552064" y="1255933"/>
                  </a:lnTo>
                  <a:lnTo>
                    <a:pt x="547621" y="1249898"/>
                  </a:lnTo>
                  <a:lnTo>
                    <a:pt x="539686" y="1237194"/>
                  </a:lnTo>
                  <a:lnTo>
                    <a:pt x="532703" y="1224808"/>
                  </a:lnTo>
                  <a:lnTo>
                    <a:pt x="526355" y="1212739"/>
                  </a:lnTo>
                  <a:lnTo>
                    <a:pt x="520641" y="1200988"/>
                  </a:lnTo>
                  <a:lnTo>
                    <a:pt x="509850" y="1177804"/>
                  </a:lnTo>
                  <a:lnTo>
                    <a:pt x="497471" y="1178122"/>
                  </a:lnTo>
                  <a:lnTo>
                    <a:pt x="485727" y="1178122"/>
                  </a:lnTo>
                  <a:lnTo>
                    <a:pt x="474300" y="1178122"/>
                  </a:lnTo>
                  <a:lnTo>
                    <a:pt x="463509" y="1177804"/>
                  </a:lnTo>
                  <a:lnTo>
                    <a:pt x="453352" y="1177169"/>
                  </a:lnTo>
                  <a:lnTo>
                    <a:pt x="443512" y="1175898"/>
                  </a:lnTo>
                  <a:lnTo>
                    <a:pt x="433673" y="1174628"/>
                  </a:lnTo>
                  <a:lnTo>
                    <a:pt x="424785" y="1173675"/>
                  </a:lnTo>
                  <a:lnTo>
                    <a:pt x="416215" y="1172087"/>
                  </a:lnTo>
                  <a:lnTo>
                    <a:pt x="408280" y="1170182"/>
                  </a:lnTo>
                  <a:lnTo>
                    <a:pt x="393045" y="1167006"/>
                  </a:lnTo>
                  <a:lnTo>
                    <a:pt x="379714" y="1162877"/>
                  </a:lnTo>
                  <a:lnTo>
                    <a:pt x="367653" y="1158431"/>
                  </a:lnTo>
                  <a:lnTo>
                    <a:pt x="357496" y="1153984"/>
                  </a:lnTo>
                  <a:lnTo>
                    <a:pt x="348926" y="1149855"/>
                  </a:lnTo>
                  <a:lnTo>
                    <a:pt x="341308" y="1146044"/>
                  </a:lnTo>
                  <a:lnTo>
                    <a:pt x="335595" y="1142551"/>
                  </a:lnTo>
                  <a:lnTo>
                    <a:pt x="331151" y="1139375"/>
                  </a:lnTo>
                  <a:lnTo>
                    <a:pt x="327660" y="1137152"/>
                  </a:lnTo>
                  <a:lnTo>
                    <a:pt x="325438" y="1134928"/>
                  </a:lnTo>
                  <a:lnTo>
                    <a:pt x="923427" y="530225"/>
                  </a:lnTo>
                  <a:close/>
                  <a:moveTo>
                    <a:pt x="1084432" y="388938"/>
                  </a:moveTo>
                  <a:lnTo>
                    <a:pt x="1089844" y="389573"/>
                  </a:lnTo>
                  <a:lnTo>
                    <a:pt x="1097165" y="389891"/>
                  </a:lnTo>
                  <a:lnTo>
                    <a:pt x="1106715" y="390843"/>
                  </a:lnTo>
                  <a:lnTo>
                    <a:pt x="1118175" y="392748"/>
                  </a:lnTo>
                  <a:lnTo>
                    <a:pt x="1132499" y="396241"/>
                  </a:lnTo>
                  <a:lnTo>
                    <a:pt x="1140458" y="398146"/>
                  </a:lnTo>
                  <a:lnTo>
                    <a:pt x="1148734" y="400686"/>
                  </a:lnTo>
                  <a:lnTo>
                    <a:pt x="1157329" y="403226"/>
                  </a:lnTo>
                  <a:lnTo>
                    <a:pt x="1166879" y="406718"/>
                  </a:lnTo>
                  <a:lnTo>
                    <a:pt x="1176747" y="410528"/>
                  </a:lnTo>
                  <a:lnTo>
                    <a:pt x="1187252" y="414656"/>
                  </a:lnTo>
                  <a:lnTo>
                    <a:pt x="1197756" y="419418"/>
                  </a:lnTo>
                  <a:lnTo>
                    <a:pt x="1208579" y="424816"/>
                  </a:lnTo>
                  <a:lnTo>
                    <a:pt x="1220358" y="430848"/>
                  </a:lnTo>
                  <a:lnTo>
                    <a:pt x="1232136" y="437198"/>
                  </a:lnTo>
                  <a:lnTo>
                    <a:pt x="1244550" y="444183"/>
                  </a:lnTo>
                  <a:lnTo>
                    <a:pt x="1256965" y="452121"/>
                  </a:lnTo>
                  <a:lnTo>
                    <a:pt x="1270017" y="460376"/>
                  </a:lnTo>
                  <a:lnTo>
                    <a:pt x="1283386" y="469901"/>
                  </a:lnTo>
                  <a:lnTo>
                    <a:pt x="1296438" y="480061"/>
                  </a:lnTo>
                  <a:lnTo>
                    <a:pt x="1310444" y="490856"/>
                  </a:lnTo>
                  <a:lnTo>
                    <a:pt x="1324450" y="502286"/>
                  </a:lnTo>
                  <a:lnTo>
                    <a:pt x="1338775" y="514986"/>
                  </a:lnTo>
                  <a:lnTo>
                    <a:pt x="1353100" y="528003"/>
                  </a:lnTo>
                  <a:lnTo>
                    <a:pt x="1367743" y="542291"/>
                  </a:lnTo>
                  <a:lnTo>
                    <a:pt x="1382386" y="557531"/>
                  </a:lnTo>
                  <a:lnTo>
                    <a:pt x="1396074" y="572136"/>
                  </a:lnTo>
                  <a:lnTo>
                    <a:pt x="1408489" y="586423"/>
                  </a:lnTo>
                  <a:lnTo>
                    <a:pt x="1420267" y="600393"/>
                  </a:lnTo>
                  <a:lnTo>
                    <a:pt x="1430772" y="613728"/>
                  </a:lnTo>
                  <a:lnTo>
                    <a:pt x="1440640" y="627381"/>
                  </a:lnTo>
                  <a:lnTo>
                    <a:pt x="1449235" y="640081"/>
                  </a:lnTo>
                  <a:lnTo>
                    <a:pt x="1457511" y="653098"/>
                  </a:lnTo>
                  <a:lnTo>
                    <a:pt x="1464833" y="665163"/>
                  </a:lnTo>
                  <a:lnTo>
                    <a:pt x="1471517" y="676911"/>
                  </a:lnTo>
                  <a:lnTo>
                    <a:pt x="1477566" y="688341"/>
                  </a:lnTo>
                  <a:lnTo>
                    <a:pt x="1482341" y="699136"/>
                  </a:lnTo>
                  <a:lnTo>
                    <a:pt x="1487434" y="709613"/>
                  </a:lnTo>
                  <a:lnTo>
                    <a:pt x="1490935" y="720408"/>
                  </a:lnTo>
                  <a:lnTo>
                    <a:pt x="1494755" y="729616"/>
                  </a:lnTo>
                  <a:lnTo>
                    <a:pt x="1497939" y="739141"/>
                  </a:lnTo>
                  <a:lnTo>
                    <a:pt x="1500167" y="747713"/>
                  </a:lnTo>
                  <a:lnTo>
                    <a:pt x="1502395" y="756286"/>
                  </a:lnTo>
                  <a:lnTo>
                    <a:pt x="1503987" y="763906"/>
                  </a:lnTo>
                  <a:lnTo>
                    <a:pt x="1505260" y="771526"/>
                  </a:lnTo>
                  <a:lnTo>
                    <a:pt x="1507170" y="784543"/>
                  </a:lnTo>
                  <a:lnTo>
                    <a:pt x="1508125" y="795338"/>
                  </a:lnTo>
                  <a:lnTo>
                    <a:pt x="1508125" y="804228"/>
                  </a:lnTo>
                  <a:lnTo>
                    <a:pt x="1507807" y="810261"/>
                  </a:lnTo>
                  <a:lnTo>
                    <a:pt x="1506852" y="815341"/>
                  </a:lnTo>
                  <a:lnTo>
                    <a:pt x="1444778" y="877888"/>
                  </a:lnTo>
                  <a:lnTo>
                    <a:pt x="1442550" y="864553"/>
                  </a:lnTo>
                  <a:lnTo>
                    <a:pt x="1439048" y="851218"/>
                  </a:lnTo>
                  <a:lnTo>
                    <a:pt x="1435228" y="836296"/>
                  </a:lnTo>
                  <a:lnTo>
                    <a:pt x="1430135" y="821691"/>
                  </a:lnTo>
                  <a:lnTo>
                    <a:pt x="1424087" y="806451"/>
                  </a:lnTo>
                  <a:lnTo>
                    <a:pt x="1416765" y="790576"/>
                  </a:lnTo>
                  <a:lnTo>
                    <a:pt x="1408807" y="774383"/>
                  </a:lnTo>
                  <a:lnTo>
                    <a:pt x="1399894" y="757873"/>
                  </a:lnTo>
                  <a:lnTo>
                    <a:pt x="1390026" y="741363"/>
                  </a:lnTo>
                  <a:lnTo>
                    <a:pt x="1378884" y="724536"/>
                  </a:lnTo>
                  <a:lnTo>
                    <a:pt x="1367106" y="707073"/>
                  </a:lnTo>
                  <a:lnTo>
                    <a:pt x="1353737" y="689928"/>
                  </a:lnTo>
                  <a:lnTo>
                    <a:pt x="1340048" y="672466"/>
                  </a:lnTo>
                  <a:lnTo>
                    <a:pt x="1325087" y="655003"/>
                  </a:lnTo>
                  <a:lnTo>
                    <a:pt x="1308852" y="637541"/>
                  </a:lnTo>
                  <a:lnTo>
                    <a:pt x="1291981" y="620396"/>
                  </a:lnTo>
                  <a:lnTo>
                    <a:pt x="1278611" y="607061"/>
                  </a:lnTo>
                  <a:lnTo>
                    <a:pt x="1264923" y="594361"/>
                  </a:lnTo>
                  <a:lnTo>
                    <a:pt x="1251235" y="582296"/>
                  </a:lnTo>
                  <a:lnTo>
                    <a:pt x="1238184" y="570866"/>
                  </a:lnTo>
                  <a:lnTo>
                    <a:pt x="1224814" y="560388"/>
                  </a:lnTo>
                  <a:lnTo>
                    <a:pt x="1212081" y="550228"/>
                  </a:lnTo>
                  <a:lnTo>
                    <a:pt x="1199348" y="541021"/>
                  </a:lnTo>
                  <a:lnTo>
                    <a:pt x="1187252" y="532448"/>
                  </a:lnTo>
                  <a:lnTo>
                    <a:pt x="1175155" y="524511"/>
                  </a:lnTo>
                  <a:lnTo>
                    <a:pt x="1163059" y="516573"/>
                  </a:lnTo>
                  <a:lnTo>
                    <a:pt x="1151917" y="509588"/>
                  </a:lnTo>
                  <a:lnTo>
                    <a:pt x="1140776" y="502921"/>
                  </a:lnTo>
                  <a:lnTo>
                    <a:pt x="1129953" y="496888"/>
                  </a:lnTo>
                  <a:lnTo>
                    <a:pt x="1119766" y="491808"/>
                  </a:lnTo>
                  <a:lnTo>
                    <a:pt x="1109580" y="486411"/>
                  </a:lnTo>
                  <a:lnTo>
                    <a:pt x="1100030" y="481966"/>
                  </a:lnTo>
                  <a:lnTo>
                    <a:pt x="1082522" y="474028"/>
                  </a:lnTo>
                  <a:lnTo>
                    <a:pt x="1066287" y="467678"/>
                  </a:lnTo>
                  <a:lnTo>
                    <a:pt x="1052599" y="462598"/>
                  </a:lnTo>
                  <a:lnTo>
                    <a:pt x="1040821" y="459106"/>
                  </a:lnTo>
                  <a:lnTo>
                    <a:pt x="1031590" y="456248"/>
                  </a:lnTo>
                  <a:lnTo>
                    <a:pt x="1024905" y="454343"/>
                  </a:lnTo>
                  <a:lnTo>
                    <a:pt x="1019175" y="453391"/>
                  </a:lnTo>
                  <a:lnTo>
                    <a:pt x="1084432" y="388938"/>
                  </a:lnTo>
                  <a:close/>
                  <a:moveTo>
                    <a:pt x="1213168" y="238125"/>
                  </a:moveTo>
                  <a:lnTo>
                    <a:pt x="1218883" y="238125"/>
                  </a:lnTo>
                  <a:lnTo>
                    <a:pt x="1226186" y="238759"/>
                  </a:lnTo>
                  <a:lnTo>
                    <a:pt x="1236028" y="239709"/>
                  </a:lnTo>
                  <a:lnTo>
                    <a:pt x="1248411" y="242245"/>
                  </a:lnTo>
                  <a:lnTo>
                    <a:pt x="1263016" y="245414"/>
                  </a:lnTo>
                  <a:lnTo>
                    <a:pt x="1270953" y="247315"/>
                  </a:lnTo>
                  <a:lnTo>
                    <a:pt x="1280161" y="249850"/>
                  </a:lnTo>
                  <a:lnTo>
                    <a:pt x="1289051" y="253020"/>
                  </a:lnTo>
                  <a:lnTo>
                    <a:pt x="1298893" y="256506"/>
                  </a:lnTo>
                  <a:lnTo>
                    <a:pt x="1309053" y="260625"/>
                  </a:lnTo>
                  <a:lnTo>
                    <a:pt x="1319848" y="264745"/>
                  </a:lnTo>
                  <a:lnTo>
                    <a:pt x="1330961" y="269816"/>
                  </a:lnTo>
                  <a:lnTo>
                    <a:pt x="1342391" y="275203"/>
                  </a:lnTo>
                  <a:lnTo>
                    <a:pt x="1354456" y="281541"/>
                  </a:lnTo>
                  <a:lnTo>
                    <a:pt x="1366838" y="288196"/>
                  </a:lnTo>
                  <a:lnTo>
                    <a:pt x="1379538" y="295802"/>
                  </a:lnTo>
                  <a:lnTo>
                    <a:pt x="1392873" y="303725"/>
                  </a:lnTo>
                  <a:lnTo>
                    <a:pt x="1405891" y="312598"/>
                  </a:lnTo>
                  <a:lnTo>
                    <a:pt x="1419861" y="322422"/>
                  </a:lnTo>
                  <a:lnTo>
                    <a:pt x="1433831" y="332880"/>
                  </a:lnTo>
                  <a:lnTo>
                    <a:pt x="1448436" y="344289"/>
                  </a:lnTo>
                  <a:lnTo>
                    <a:pt x="1463041" y="356332"/>
                  </a:lnTo>
                  <a:lnTo>
                    <a:pt x="1477963" y="369325"/>
                  </a:lnTo>
                  <a:lnTo>
                    <a:pt x="1492886" y="383269"/>
                  </a:lnTo>
                  <a:lnTo>
                    <a:pt x="1508126" y="398164"/>
                  </a:lnTo>
                  <a:lnTo>
                    <a:pt x="1523366" y="413692"/>
                  </a:lnTo>
                  <a:lnTo>
                    <a:pt x="1537653" y="428587"/>
                  </a:lnTo>
                  <a:lnTo>
                    <a:pt x="1550353" y="443481"/>
                  </a:lnTo>
                  <a:lnTo>
                    <a:pt x="1562418" y="458376"/>
                  </a:lnTo>
                  <a:lnTo>
                    <a:pt x="1573848" y="472637"/>
                  </a:lnTo>
                  <a:lnTo>
                    <a:pt x="1583691" y="486264"/>
                  </a:lnTo>
                  <a:lnTo>
                    <a:pt x="1593216" y="499891"/>
                  </a:lnTo>
                  <a:lnTo>
                    <a:pt x="1601471" y="512884"/>
                  </a:lnTo>
                  <a:lnTo>
                    <a:pt x="1609091" y="525878"/>
                  </a:lnTo>
                  <a:lnTo>
                    <a:pt x="1616076" y="538237"/>
                  </a:lnTo>
                  <a:lnTo>
                    <a:pt x="1622108" y="549963"/>
                  </a:lnTo>
                  <a:lnTo>
                    <a:pt x="1627823" y="561371"/>
                  </a:lnTo>
                  <a:lnTo>
                    <a:pt x="1632268" y="572780"/>
                  </a:lnTo>
                  <a:lnTo>
                    <a:pt x="1636713" y="583238"/>
                  </a:lnTo>
                  <a:lnTo>
                    <a:pt x="1640206" y="593379"/>
                  </a:lnTo>
                  <a:lnTo>
                    <a:pt x="1643699" y="603203"/>
                  </a:lnTo>
                  <a:lnTo>
                    <a:pt x="1646239" y="612077"/>
                  </a:lnTo>
                  <a:lnTo>
                    <a:pt x="1648143" y="620633"/>
                  </a:lnTo>
                  <a:lnTo>
                    <a:pt x="1650049" y="628873"/>
                  </a:lnTo>
                  <a:lnTo>
                    <a:pt x="1651636" y="636478"/>
                  </a:lnTo>
                  <a:lnTo>
                    <a:pt x="1652589" y="643767"/>
                  </a:lnTo>
                  <a:lnTo>
                    <a:pt x="1653541" y="650422"/>
                  </a:lnTo>
                  <a:lnTo>
                    <a:pt x="1654176" y="661514"/>
                  </a:lnTo>
                  <a:lnTo>
                    <a:pt x="1654176" y="670705"/>
                  </a:lnTo>
                  <a:lnTo>
                    <a:pt x="1653859" y="677043"/>
                  </a:lnTo>
                  <a:lnTo>
                    <a:pt x="1652906" y="682747"/>
                  </a:lnTo>
                  <a:lnTo>
                    <a:pt x="1588136" y="747713"/>
                  </a:lnTo>
                  <a:lnTo>
                    <a:pt x="1585596" y="733769"/>
                  </a:lnTo>
                  <a:lnTo>
                    <a:pt x="1582421" y="719508"/>
                  </a:lnTo>
                  <a:lnTo>
                    <a:pt x="1578293" y="704297"/>
                  </a:lnTo>
                  <a:lnTo>
                    <a:pt x="1572896" y="689085"/>
                  </a:lnTo>
                  <a:lnTo>
                    <a:pt x="1566546" y="672923"/>
                  </a:lnTo>
                  <a:lnTo>
                    <a:pt x="1559561" y="656761"/>
                  </a:lnTo>
                  <a:lnTo>
                    <a:pt x="1550671" y="639964"/>
                  </a:lnTo>
                  <a:lnTo>
                    <a:pt x="1541463" y="622534"/>
                  </a:lnTo>
                  <a:lnTo>
                    <a:pt x="1531303" y="605105"/>
                  </a:lnTo>
                  <a:lnTo>
                    <a:pt x="1519556" y="587358"/>
                  </a:lnTo>
                  <a:lnTo>
                    <a:pt x="1507173" y="569294"/>
                  </a:lnTo>
                  <a:lnTo>
                    <a:pt x="1493521" y="551230"/>
                  </a:lnTo>
                  <a:lnTo>
                    <a:pt x="1479233" y="533166"/>
                  </a:lnTo>
                  <a:lnTo>
                    <a:pt x="1463676" y="514786"/>
                  </a:lnTo>
                  <a:lnTo>
                    <a:pt x="1446848" y="497039"/>
                  </a:lnTo>
                  <a:lnTo>
                    <a:pt x="1429386" y="478975"/>
                  </a:lnTo>
                  <a:lnTo>
                    <a:pt x="1415098" y="465031"/>
                  </a:lnTo>
                  <a:lnTo>
                    <a:pt x="1400811" y="451721"/>
                  </a:lnTo>
                  <a:lnTo>
                    <a:pt x="1386841" y="439362"/>
                  </a:lnTo>
                  <a:lnTo>
                    <a:pt x="1372871" y="427636"/>
                  </a:lnTo>
                  <a:lnTo>
                    <a:pt x="1359536" y="416544"/>
                  </a:lnTo>
                  <a:lnTo>
                    <a:pt x="1345883" y="406086"/>
                  </a:lnTo>
                  <a:lnTo>
                    <a:pt x="1332548" y="396262"/>
                  </a:lnTo>
                  <a:lnTo>
                    <a:pt x="1319848" y="387389"/>
                  </a:lnTo>
                  <a:lnTo>
                    <a:pt x="1307148" y="378832"/>
                  </a:lnTo>
                  <a:lnTo>
                    <a:pt x="1295083" y="370909"/>
                  </a:lnTo>
                  <a:lnTo>
                    <a:pt x="1283018" y="363620"/>
                  </a:lnTo>
                  <a:lnTo>
                    <a:pt x="1271271" y="356648"/>
                  </a:lnTo>
                  <a:lnTo>
                    <a:pt x="1260158" y="350627"/>
                  </a:lnTo>
                  <a:lnTo>
                    <a:pt x="1249681" y="344606"/>
                  </a:lnTo>
                  <a:lnTo>
                    <a:pt x="1239203" y="339219"/>
                  </a:lnTo>
                  <a:lnTo>
                    <a:pt x="1229361" y="334782"/>
                  </a:lnTo>
                  <a:lnTo>
                    <a:pt x="1210628" y="326542"/>
                  </a:lnTo>
                  <a:lnTo>
                    <a:pt x="1193801" y="319887"/>
                  </a:lnTo>
                  <a:lnTo>
                    <a:pt x="1179513" y="314500"/>
                  </a:lnTo>
                  <a:lnTo>
                    <a:pt x="1167766" y="310697"/>
                  </a:lnTo>
                  <a:lnTo>
                    <a:pt x="1157923" y="307845"/>
                  </a:lnTo>
                  <a:lnTo>
                    <a:pt x="1150621" y="306260"/>
                  </a:lnTo>
                  <a:lnTo>
                    <a:pt x="1144588" y="304992"/>
                  </a:lnTo>
                  <a:lnTo>
                    <a:pt x="1213168" y="238125"/>
                  </a:lnTo>
                  <a:close/>
                  <a:moveTo>
                    <a:pt x="1555569" y="0"/>
                  </a:moveTo>
                  <a:lnTo>
                    <a:pt x="1566687" y="0"/>
                  </a:lnTo>
                  <a:lnTo>
                    <a:pt x="1578441" y="0"/>
                  </a:lnTo>
                  <a:lnTo>
                    <a:pt x="1589876" y="1272"/>
                  </a:lnTo>
                  <a:lnTo>
                    <a:pt x="1601948" y="2862"/>
                  </a:lnTo>
                  <a:lnTo>
                    <a:pt x="1614337" y="5088"/>
                  </a:lnTo>
                  <a:lnTo>
                    <a:pt x="1627043" y="7950"/>
                  </a:lnTo>
                  <a:lnTo>
                    <a:pt x="1640385" y="11766"/>
                  </a:lnTo>
                  <a:lnTo>
                    <a:pt x="1653409" y="16218"/>
                  </a:lnTo>
                  <a:lnTo>
                    <a:pt x="1667386" y="21624"/>
                  </a:lnTo>
                  <a:lnTo>
                    <a:pt x="1681363" y="27984"/>
                  </a:lnTo>
                  <a:lnTo>
                    <a:pt x="1695976" y="35298"/>
                  </a:lnTo>
                  <a:lnTo>
                    <a:pt x="1710588" y="42930"/>
                  </a:lnTo>
                  <a:lnTo>
                    <a:pt x="1725836" y="52152"/>
                  </a:lnTo>
                  <a:lnTo>
                    <a:pt x="1741084" y="62010"/>
                  </a:lnTo>
                  <a:lnTo>
                    <a:pt x="1756649" y="72822"/>
                  </a:lnTo>
                  <a:lnTo>
                    <a:pt x="1772850" y="84588"/>
                  </a:lnTo>
                  <a:lnTo>
                    <a:pt x="1789051" y="97626"/>
                  </a:lnTo>
                  <a:lnTo>
                    <a:pt x="1804617" y="111300"/>
                  </a:lnTo>
                  <a:lnTo>
                    <a:pt x="1819547" y="124656"/>
                  </a:lnTo>
                  <a:lnTo>
                    <a:pt x="1832571" y="138330"/>
                  </a:lnTo>
                  <a:lnTo>
                    <a:pt x="1844642" y="151686"/>
                  </a:lnTo>
                  <a:lnTo>
                    <a:pt x="1856078" y="165042"/>
                  </a:lnTo>
                  <a:lnTo>
                    <a:pt x="1865608" y="178398"/>
                  </a:lnTo>
                  <a:lnTo>
                    <a:pt x="1874502" y="191755"/>
                  </a:lnTo>
                  <a:lnTo>
                    <a:pt x="1881809" y="204475"/>
                  </a:lnTo>
                  <a:lnTo>
                    <a:pt x="1888797" y="217831"/>
                  </a:lnTo>
                  <a:lnTo>
                    <a:pt x="1894197" y="230869"/>
                  </a:lnTo>
                  <a:lnTo>
                    <a:pt x="1898962" y="243907"/>
                  </a:lnTo>
                  <a:lnTo>
                    <a:pt x="1902457" y="256309"/>
                  </a:lnTo>
                  <a:lnTo>
                    <a:pt x="1905633" y="268711"/>
                  </a:lnTo>
                  <a:lnTo>
                    <a:pt x="1907857" y="281113"/>
                  </a:lnTo>
                  <a:lnTo>
                    <a:pt x="1908810" y="293197"/>
                  </a:lnTo>
                  <a:lnTo>
                    <a:pt x="1909763" y="305281"/>
                  </a:lnTo>
                  <a:lnTo>
                    <a:pt x="1909763" y="316729"/>
                  </a:lnTo>
                  <a:lnTo>
                    <a:pt x="1908492" y="328177"/>
                  </a:lnTo>
                  <a:lnTo>
                    <a:pt x="1907539" y="339307"/>
                  </a:lnTo>
                  <a:lnTo>
                    <a:pt x="1905316" y="350437"/>
                  </a:lnTo>
                  <a:lnTo>
                    <a:pt x="1902457" y="360931"/>
                  </a:lnTo>
                  <a:lnTo>
                    <a:pt x="1899598" y="371425"/>
                  </a:lnTo>
                  <a:lnTo>
                    <a:pt x="1895786" y="381601"/>
                  </a:lnTo>
                  <a:lnTo>
                    <a:pt x="1891656" y="391459"/>
                  </a:lnTo>
                  <a:lnTo>
                    <a:pt x="1887527" y="400681"/>
                  </a:lnTo>
                  <a:lnTo>
                    <a:pt x="1882762" y="409903"/>
                  </a:lnTo>
                  <a:lnTo>
                    <a:pt x="1877361" y="418490"/>
                  </a:lnTo>
                  <a:lnTo>
                    <a:pt x="1871643" y="426758"/>
                  </a:lnTo>
                  <a:lnTo>
                    <a:pt x="1865925" y="434708"/>
                  </a:lnTo>
                  <a:lnTo>
                    <a:pt x="1860208" y="442340"/>
                  </a:lnTo>
                  <a:lnTo>
                    <a:pt x="1854172" y="449336"/>
                  </a:lnTo>
                  <a:lnTo>
                    <a:pt x="1847501" y="456014"/>
                  </a:lnTo>
                  <a:lnTo>
                    <a:pt x="1841783" y="463328"/>
                  </a:lnTo>
                  <a:lnTo>
                    <a:pt x="1830983" y="476048"/>
                  </a:lnTo>
                  <a:lnTo>
                    <a:pt x="1801122" y="514208"/>
                  </a:lnTo>
                  <a:lnTo>
                    <a:pt x="1764909" y="560636"/>
                  </a:lnTo>
                  <a:lnTo>
                    <a:pt x="1730283" y="604838"/>
                  </a:lnTo>
                  <a:lnTo>
                    <a:pt x="1729648" y="593708"/>
                  </a:lnTo>
                  <a:lnTo>
                    <a:pt x="1728377" y="581306"/>
                  </a:lnTo>
                  <a:lnTo>
                    <a:pt x="1726471" y="567632"/>
                  </a:lnTo>
                  <a:lnTo>
                    <a:pt x="1723930" y="553322"/>
                  </a:lnTo>
                  <a:lnTo>
                    <a:pt x="1720118" y="537740"/>
                  </a:lnTo>
                  <a:lnTo>
                    <a:pt x="1715353" y="521840"/>
                  </a:lnTo>
                  <a:lnTo>
                    <a:pt x="1712494" y="513254"/>
                  </a:lnTo>
                  <a:lnTo>
                    <a:pt x="1709318" y="504668"/>
                  </a:lnTo>
                  <a:lnTo>
                    <a:pt x="1705823" y="496082"/>
                  </a:lnTo>
                  <a:lnTo>
                    <a:pt x="1702011" y="487178"/>
                  </a:lnTo>
                  <a:lnTo>
                    <a:pt x="1697882" y="477638"/>
                  </a:lnTo>
                  <a:lnTo>
                    <a:pt x="1693117" y="468098"/>
                  </a:lnTo>
                  <a:lnTo>
                    <a:pt x="1688034" y="458876"/>
                  </a:lnTo>
                  <a:lnTo>
                    <a:pt x="1682952" y="449018"/>
                  </a:lnTo>
                  <a:lnTo>
                    <a:pt x="1677234" y="439160"/>
                  </a:lnTo>
                  <a:lnTo>
                    <a:pt x="1670881" y="428984"/>
                  </a:lnTo>
                  <a:lnTo>
                    <a:pt x="1664527" y="418808"/>
                  </a:lnTo>
                  <a:lnTo>
                    <a:pt x="1657221" y="408631"/>
                  </a:lnTo>
                  <a:lnTo>
                    <a:pt x="1649915" y="398137"/>
                  </a:lnTo>
                  <a:lnTo>
                    <a:pt x="1641973" y="387643"/>
                  </a:lnTo>
                  <a:lnTo>
                    <a:pt x="1633079" y="376831"/>
                  </a:lnTo>
                  <a:lnTo>
                    <a:pt x="1624184" y="365701"/>
                  </a:lnTo>
                  <a:lnTo>
                    <a:pt x="1614337" y="354889"/>
                  </a:lnTo>
                  <a:lnTo>
                    <a:pt x="1604489" y="343441"/>
                  </a:lnTo>
                  <a:lnTo>
                    <a:pt x="1593688" y="332311"/>
                  </a:lnTo>
                  <a:lnTo>
                    <a:pt x="1582570" y="320863"/>
                  </a:lnTo>
                  <a:lnTo>
                    <a:pt x="1571134" y="310051"/>
                  </a:lnTo>
                  <a:lnTo>
                    <a:pt x="1559381" y="299239"/>
                  </a:lnTo>
                  <a:lnTo>
                    <a:pt x="1548263" y="289381"/>
                  </a:lnTo>
                  <a:lnTo>
                    <a:pt x="1536827" y="279523"/>
                  </a:lnTo>
                  <a:lnTo>
                    <a:pt x="1525709" y="270619"/>
                  </a:lnTo>
                  <a:lnTo>
                    <a:pt x="1514590" y="262351"/>
                  </a:lnTo>
                  <a:lnTo>
                    <a:pt x="1503472" y="254083"/>
                  </a:lnTo>
                  <a:lnTo>
                    <a:pt x="1492672" y="246451"/>
                  </a:lnTo>
                  <a:lnTo>
                    <a:pt x="1481871" y="239137"/>
                  </a:lnTo>
                  <a:lnTo>
                    <a:pt x="1471388" y="232777"/>
                  </a:lnTo>
                  <a:lnTo>
                    <a:pt x="1460905" y="226417"/>
                  </a:lnTo>
                  <a:lnTo>
                    <a:pt x="1450740" y="220693"/>
                  </a:lnTo>
                  <a:lnTo>
                    <a:pt x="1440575" y="215287"/>
                  </a:lnTo>
                  <a:lnTo>
                    <a:pt x="1430410" y="210199"/>
                  </a:lnTo>
                  <a:lnTo>
                    <a:pt x="1420562" y="205747"/>
                  </a:lnTo>
                  <a:lnTo>
                    <a:pt x="1411350" y="201613"/>
                  </a:lnTo>
                  <a:lnTo>
                    <a:pt x="1401820" y="197479"/>
                  </a:lnTo>
                  <a:lnTo>
                    <a:pt x="1392925" y="193981"/>
                  </a:lnTo>
                  <a:lnTo>
                    <a:pt x="1375136" y="187620"/>
                  </a:lnTo>
                  <a:lnTo>
                    <a:pt x="1358300" y="182850"/>
                  </a:lnTo>
                  <a:lnTo>
                    <a:pt x="1342417" y="178716"/>
                  </a:lnTo>
                  <a:lnTo>
                    <a:pt x="1327805" y="175536"/>
                  </a:lnTo>
                  <a:lnTo>
                    <a:pt x="1314145" y="173310"/>
                  </a:lnTo>
                  <a:lnTo>
                    <a:pt x="1301756" y="171720"/>
                  </a:lnTo>
                  <a:lnTo>
                    <a:pt x="1290638" y="171084"/>
                  </a:lnTo>
                  <a:lnTo>
                    <a:pt x="1330346" y="138966"/>
                  </a:lnTo>
                  <a:lnTo>
                    <a:pt x="1370689" y="105894"/>
                  </a:lnTo>
                  <a:lnTo>
                    <a:pt x="1405950" y="76638"/>
                  </a:lnTo>
                  <a:lnTo>
                    <a:pt x="1419609" y="64554"/>
                  </a:lnTo>
                  <a:lnTo>
                    <a:pt x="1429774" y="55650"/>
                  </a:lnTo>
                  <a:lnTo>
                    <a:pt x="1435810" y="49926"/>
                  </a:lnTo>
                  <a:lnTo>
                    <a:pt x="1442163" y="44520"/>
                  </a:lnTo>
                  <a:lnTo>
                    <a:pt x="1448834" y="39432"/>
                  </a:lnTo>
                  <a:lnTo>
                    <a:pt x="1455505" y="34026"/>
                  </a:lnTo>
                  <a:lnTo>
                    <a:pt x="1463129" y="29256"/>
                  </a:lnTo>
                  <a:lnTo>
                    <a:pt x="1470753" y="24486"/>
                  </a:lnTo>
                  <a:lnTo>
                    <a:pt x="1479012" y="20352"/>
                  </a:lnTo>
                  <a:lnTo>
                    <a:pt x="1487271" y="16218"/>
                  </a:lnTo>
                  <a:lnTo>
                    <a:pt x="1495848" y="13038"/>
                  </a:lnTo>
                  <a:lnTo>
                    <a:pt x="1505378" y="9540"/>
                  </a:lnTo>
                  <a:lnTo>
                    <a:pt x="1514590" y="6996"/>
                  </a:lnTo>
                  <a:lnTo>
                    <a:pt x="1524438" y="4770"/>
                  </a:lnTo>
                  <a:lnTo>
                    <a:pt x="1534285" y="2544"/>
                  </a:lnTo>
                  <a:lnTo>
                    <a:pt x="1544768" y="1272"/>
                  </a:lnTo>
                  <a:lnTo>
                    <a:pt x="1555569" y="0"/>
                  </a:lnTo>
                  <a:close/>
                </a:path>
              </a:pathLst>
            </a:custGeom>
            <a:solidFill>
              <a:srgbClr val="D10000"/>
            </a:solidFill>
            <a:ln>
              <a:noFill/>
            </a:ln>
            <a:extLst>
              <a:ext uri="{91240B29-F687-4F45-9708-019B960494DF}">
                <a14:hiddenLine xmlns:a14="http://schemas.microsoft.com/office/drawing/2010/main" xmlns="" w="9525">
                  <a:solidFill>
                    <a:srgbClr val="000000"/>
                  </a:solidFill>
                  <a:round/>
                </a14:hiddenLine>
              </a:ext>
            </a:extLst>
          </p:spPr>
          <p:txBody>
            <a:bodyPr anchor="ctr">
              <a:scene3d>
                <a:camera prst="orthographicFront"/>
                <a:lightRig rig="threePt" dir="t"/>
              </a:scene3d>
              <a:sp3d contourW="12700">
                <a:contourClr>
                  <a:srgbClr val="FFFFFF"/>
                </a:contourClr>
              </a:sp3d>
            </a:bodyPr>
            <a:lstStyle/>
            <a:p>
              <a:pPr algn="ctr" eaLnBrk="1" fontAlgn="auto" hangingPunct="1">
                <a:spcBef>
                  <a:spcPts val="0"/>
                </a:spcBef>
                <a:spcAft>
                  <a:spcPts val="0"/>
                </a:spcAft>
                <a:defRPr/>
              </a:pPr>
              <a:endParaRPr lang="zh-CN" altLang="en-US" kern="0">
                <a:solidFill>
                  <a:srgbClr val="FFFFFF"/>
                </a:solidFill>
                <a:latin typeface="Arial" panose="020B0604020202020204"/>
                <a:ea typeface="宋体" panose="02010600030101010101" pitchFamily="2" charset="-122"/>
              </a:endParaRPr>
            </a:p>
          </p:txBody>
        </p:sp>
      </p:grpSp>
    </p:spTree>
    <p:custDataLst>
      <p:tags r:id="rId1"/>
    </p:custDataLst>
  </p:cSld>
  <p:clrMapOvr>
    <a:masterClrMapping/>
  </p:clrMapOvr>
  <p:transition>
    <p:wheel spokes="1"/>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7.4</a:t>
            </a:r>
            <a:r>
              <a:rPr lang="en-US" altLang="zh-CN" sz="2400" dirty="0" smtClean="0">
                <a:solidFill>
                  <a:schemeClr val="tx1"/>
                </a:solidFill>
              </a:rPr>
              <a:t>.1</a:t>
            </a:r>
            <a:r>
              <a:rPr lang="en-US" sz="2400" dirty="0" smtClean="0">
                <a:solidFill>
                  <a:schemeClr val="tx1"/>
                </a:solidFill>
              </a:rPr>
              <a:t> </a:t>
            </a:r>
            <a:r>
              <a:rPr lang="zh-CN" altLang="en-US" sz="2400" dirty="0" smtClean="0">
                <a:solidFill>
                  <a:schemeClr val="tx1"/>
                </a:solidFill>
              </a:rPr>
              <a:t>面向对象测试策略</a:t>
            </a:r>
          </a:p>
        </p:txBody>
      </p:sp>
      <p:grpSp>
        <p:nvGrpSpPr>
          <p:cNvPr id="7" name="组合 6"/>
          <p:cNvGrpSpPr/>
          <p:nvPr/>
        </p:nvGrpSpPr>
        <p:grpSpPr>
          <a:xfrm>
            <a:off x="521971" y="1715135"/>
            <a:ext cx="11451589" cy="5082540"/>
            <a:chOff x="1070064" y="1698625"/>
            <a:chExt cx="7228619" cy="5082498"/>
          </a:xfrm>
        </p:grpSpPr>
        <p:sp>
          <p:nvSpPr>
            <p:cNvPr id="6" name="MH_Desc_1"/>
            <p:cNvSpPr>
              <a:spLocks noChangeArrowheads="1"/>
            </p:cNvSpPr>
            <p:nvPr/>
          </p:nvSpPr>
          <p:spPr bwMode="auto">
            <a:xfrm>
              <a:off x="2111375" y="2514606"/>
              <a:ext cx="5095875" cy="3132838"/>
            </a:xfrm>
            <a:prstGeom prst="roundRect">
              <a:avLst>
                <a:gd name="adj" fmla="val 8912"/>
              </a:avLst>
            </a:prstGeom>
            <a:solidFill>
              <a:srgbClr val="E85252"/>
            </a:solidFill>
            <a:ln>
              <a:noFill/>
            </a:ln>
            <a:extLst>
              <a:ext uri="{91240B29-F687-4F45-9708-019B960494DF}">
                <a14:hiddenLine xmlns:a14="http://schemas.microsoft.com/office/drawing/2010/main" xmlns="" w="9525">
                  <a:solidFill>
                    <a:srgbClr val="000000"/>
                  </a:solidFill>
                  <a:round/>
                </a14:hiddenLine>
              </a:ext>
            </a:extLst>
          </p:spPr>
          <p:txBody>
            <a:bodyPr lIns="144000" tIns="180000" rIns="144000" bIns="18000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dirty="0">
                  <a:solidFill>
                    <a:schemeClr val="bg1"/>
                  </a:solidFill>
                  <a:latin typeface="微软雅黑" panose="020B0503020204020204" charset="-122"/>
                  <a:ea typeface="微软雅黑" panose="020B0503020204020204" charset="-122"/>
                </a:rPr>
                <a:t>面向对象软件的测试步骤从单元测试开始，逐步进行集成测试，最后进行系统测试和确认测试。最小的可测试单元是封装起来的类和对象。</a:t>
              </a:r>
            </a:p>
            <a:p>
              <a:pPr indent="457200" fontAlgn="auto">
                <a:lnSpc>
                  <a:spcPct val="120000"/>
                </a:lnSpc>
              </a:pPr>
              <a:r>
                <a:rPr dirty="0">
                  <a:solidFill>
                    <a:schemeClr val="bg1"/>
                  </a:solidFill>
                  <a:latin typeface="微软雅黑" panose="020B0503020204020204" charset="-122"/>
                  <a:ea typeface="微软雅黑" panose="020B0503020204020204" charset="-122"/>
                </a:rPr>
                <a:t>传统的单元测试集中在最小的可编译程序单位即子程序（模块），一旦这些单元都测试完之后，就把它们集成到程序结构中，这时要进行一系列的回归测试，以发现模块接口错误和新单元加入到程序中所带来的副作用。最后，系统被作为一个整体来测试，以发现需求中的错误。面向对象的测试策略与上述策略基本相同，但也有许多新特点，面向对象的测试活动向前推移到了分析模型和设计模型的测试，除此之外，单元测试和集成测试的策略都有所不同。</a:t>
              </a:r>
            </a:p>
          </p:txBody>
        </p:sp>
        <p:sp>
          <p:nvSpPr>
            <p:cNvPr id="3076" name="MH_Other_1"/>
            <p:cNvSpPr>
              <a:spLocks noChangeArrowheads="1"/>
            </p:cNvSpPr>
            <p:nvPr/>
          </p:nvSpPr>
          <p:spPr bwMode="auto">
            <a:xfrm>
              <a:off x="1070064" y="1698625"/>
              <a:ext cx="966809" cy="1844025"/>
            </a:xfrm>
            <a:prstGeom prst="rect">
              <a:avLst/>
            </a:prstGeom>
            <a:noFill/>
            <a:ln w="9525">
              <a:noFill/>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zh-CN" altLang="en-US" sz="11500">
                  <a:solidFill>
                    <a:srgbClr val="E85252"/>
                  </a:solidFill>
                  <a:latin typeface="方正姚体" panose="02010601030101010101" pitchFamily="2" charset="-122"/>
                  <a:ea typeface="方正姚体" panose="02010601030101010101" pitchFamily="2" charset="-122"/>
                </a:rPr>
                <a:t>“</a:t>
              </a:r>
            </a:p>
          </p:txBody>
        </p:sp>
        <p:sp>
          <p:nvSpPr>
            <p:cNvPr id="3077" name="MH_Other_2"/>
            <p:cNvSpPr>
              <a:spLocks noChangeArrowheads="1"/>
            </p:cNvSpPr>
            <p:nvPr/>
          </p:nvSpPr>
          <p:spPr bwMode="auto">
            <a:xfrm>
              <a:off x="7159516" y="4937098"/>
              <a:ext cx="1139167" cy="1844025"/>
            </a:xfrm>
            <a:prstGeom prst="rect">
              <a:avLst/>
            </a:prstGeom>
            <a:noFill/>
            <a:ln w="9525">
              <a:noFill/>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zh-CN" altLang="en-US" sz="11500">
                  <a:solidFill>
                    <a:srgbClr val="E85252"/>
                  </a:solidFill>
                  <a:latin typeface="方正姚体" panose="02010601030101010101" pitchFamily="2" charset="-122"/>
                  <a:ea typeface="方正姚体" panose="02010601030101010101" pitchFamily="2" charset="-122"/>
                </a:rPr>
                <a:t>”</a:t>
              </a:r>
            </a:p>
          </p:txBody>
        </p:sp>
      </p:grpSp>
    </p:spTree>
    <p:custDataLst>
      <p:tags r:id="rId1"/>
    </p:custDataLst>
  </p:cSld>
  <p:clrMapOvr>
    <a:masterClrMapping/>
  </p:clrMapOvr>
  <p:transition>
    <p:wheel spokes="1"/>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7.4</a:t>
            </a:r>
            <a:r>
              <a:rPr lang="en-US" altLang="zh-CN" sz="2400" dirty="0" smtClean="0">
                <a:solidFill>
                  <a:schemeClr val="tx1"/>
                </a:solidFill>
              </a:rPr>
              <a:t>.1</a:t>
            </a:r>
            <a:r>
              <a:rPr lang="en-US" sz="2400" dirty="0" smtClean="0">
                <a:solidFill>
                  <a:schemeClr val="tx1"/>
                </a:solidFill>
              </a:rPr>
              <a:t> </a:t>
            </a:r>
            <a:r>
              <a:rPr lang="zh-CN" altLang="en-US" sz="2400" dirty="0" smtClean="0">
                <a:solidFill>
                  <a:schemeClr val="tx1"/>
                </a:solidFill>
              </a:rPr>
              <a:t>面向对象测试策略</a:t>
            </a:r>
          </a:p>
        </p:txBody>
      </p:sp>
      <p:sp>
        <p:nvSpPr>
          <p:cNvPr id="7" name="文本框 6"/>
          <p:cNvSpPr txBox="1"/>
          <p:nvPr/>
        </p:nvSpPr>
        <p:spPr>
          <a:xfrm>
            <a:off x="751205" y="3046095"/>
            <a:ext cx="476250" cy="108712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软件验证</a:t>
            </a:r>
          </a:p>
        </p:txBody>
      </p:sp>
      <p:grpSp>
        <p:nvGrpSpPr>
          <p:cNvPr id="21" name="组合 20"/>
          <p:cNvGrpSpPr/>
          <p:nvPr/>
        </p:nvGrpSpPr>
        <p:grpSpPr>
          <a:xfrm>
            <a:off x="718820" y="3045566"/>
            <a:ext cx="4961255" cy="1160780"/>
            <a:chOff x="2060" y="3526"/>
            <a:chExt cx="7813" cy="1828"/>
          </a:xfrm>
        </p:grpSpPr>
        <p:sp>
          <p:nvSpPr>
            <p:cNvPr id="5" name="MH_Other_1"/>
            <p:cNvSpPr>
              <a:spLocks noChangeArrowheads="1"/>
            </p:cNvSpPr>
            <p:nvPr>
              <p:custDataLst>
                <p:tags r:id="rId18"/>
              </p:custDataLst>
            </p:nvPr>
          </p:nvSpPr>
          <p:spPr bwMode="auto">
            <a:xfrm>
              <a:off x="2060" y="3526"/>
              <a:ext cx="1060" cy="795"/>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6" name="MH_Other_2"/>
            <p:cNvSpPr>
              <a:spLocks noChangeArrowheads="1"/>
            </p:cNvSpPr>
            <p:nvPr>
              <p:custDataLst>
                <p:tags r:id="rId19"/>
              </p:custDataLst>
            </p:nvPr>
          </p:nvSpPr>
          <p:spPr bwMode="auto">
            <a:xfrm>
              <a:off x="3180" y="3691"/>
              <a:ext cx="840" cy="630"/>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4" name="MH_Other_3"/>
            <p:cNvSpPr>
              <a:spLocks noChangeArrowheads="1"/>
            </p:cNvSpPr>
            <p:nvPr>
              <p:custDataLst>
                <p:tags r:id="rId20"/>
              </p:custDataLst>
            </p:nvPr>
          </p:nvSpPr>
          <p:spPr bwMode="auto">
            <a:xfrm>
              <a:off x="2300" y="4366"/>
              <a:ext cx="820" cy="615"/>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 name="MH_Other_4"/>
            <p:cNvSpPr>
              <a:spLocks noChangeArrowheads="1"/>
            </p:cNvSpPr>
            <p:nvPr>
              <p:custDataLst>
                <p:tags r:id="rId21"/>
              </p:custDataLst>
            </p:nvPr>
          </p:nvSpPr>
          <p:spPr bwMode="auto">
            <a:xfrm>
              <a:off x="3180" y="4366"/>
              <a:ext cx="1060" cy="525"/>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 name="MH_SubTitle_1"/>
            <p:cNvSpPr/>
            <p:nvPr>
              <p:custDataLst>
                <p:tags r:id="rId22"/>
              </p:custDataLst>
            </p:nvPr>
          </p:nvSpPr>
          <p:spPr>
            <a:xfrm>
              <a:off x="4535" y="3968"/>
              <a:ext cx="5338" cy="1386"/>
            </a:xfrm>
            <a:prstGeom prst="rect">
              <a:avLst/>
            </a:prstGeom>
          </p:spPr>
          <p:txBody>
            <a:bodyPr lIns="0" tIns="0" rIns="0" bIns="0" anchor="ctr">
              <a:noAutofit/>
            </a:bodyPr>
            <a:lstStyle/>
            <a:p>
              <a:pPr>
                <a:lnSpc>
                  <a:spcPct val="140000"/>
                </a:lnSpc>
                <a:defRPr/>
              </a:pPr>
              <a:r>
                <a:rPr lang="zh-CN" altLang="en-US" dirty="0" smtClean="0">
                  <a:solidFill>
                    <a:srgbClr val="000000"/>
                  </a:solidFill>
                  <a:latin typeface="微软雅黑" panose="020B0503020204020204" charset="-122"/>
                  <a:ea typeface="微软雅黑" panose="020B0503020204020204" charset="-122"/>
                  <a:sym typeface="+mn-ea"/>
                </a:rPr>
                <a:t>       </a:t>
              </a:r>
              <a:r>
                <a:rPr dirty="0">
                  <a:solidFill>
                    <a:schemeClr val="tx1">
                      <a:lumMod val="50000"/>
                    </a:schemeClr>
                  </a:solidFill>
                  <a:latin typeface="微软雅黑" panose="020B0503020204020204" charset="-122"/>
                  <a:ea typeface="微软雅黑" panose="020B0503020204020204" charset="-122"/>
                  <a:sym typeface="+mn-ea"/>
                </a:rPr>
                <a:t>认定的对象是否全面，其名称应该准确、适用，问题空间中所涉及的实例是否都反映在认定的抽象对象中。</a:t>
              </a:r>
            </a:p>
          </p:txBody>
        </p:sp>
      </p:grpSp>
      <p:grpSp>
        <p:nvGrpSpPr>
          <p:cNvPr id="22" name="组合 21"/>
          <p:cNvGrpSpPr/>
          <p:nvPr/>
        </p:nvGrpSpPr>
        <p:grpSpPr>
          <a:xfrm>
            <a:off x="6219825" y="2910946"/>
            <a:ext cx="5558155" cy="1863725"/>
            <a:chOff x="7327" y="7358"/>
            <a:chExt cx="8753" cy="2935"/>
          </a:xfrm>
        </p:grpSpPr>
        <p:sp>
          <p:nvSpPr>
            <p:cNvPr id="10" name="MH_Other_5"/>
            <p:cNvSpPr>
              <a:spLocks noChangeArrowheads="1"/>
            </p:cNvSpPr>
            <p:nvPr>
              <p:custDataLst>
                <p:tags r:id="rId13"/>
              </p:custDataLst>
            </p:nvPr>
          </p:nvSpPr>
          <p:spPr bwMode="auto">
            <a:xfrm>
              <a:off x="7327" y="7570"/>
              <a:ext cx="1060" cy="795"/>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1" name="MH_Other_6"/>
            <p:cNvSpPr>
              <a:spLocks noChangeArrowheads="1"/>
            </p:cNvSpPr>
            <p:nvPr>
              <p:custDataLst>
                <p:tags r:id="rId14"/>
              </p:custDataLst>
            </p:nvPr>
          </p:nvSpPr>
          <p:spPr bwMode="auto">
            <a:xfrm>
              <a:off x="8447" y="7735"/>
              <a:ext cx="840" cy="630"/>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2" name="MH_Other_7"/>
            <p:cNvSpPr>
              <a:spLocks noChangeArrowheads="1"/>
            </p:cNvSpPr>
            <p:nvPr>
              <p:custDataLst>
                <p:tags r:id="rId15"/>
              </p:custDataLst>
            </p:nvPr>
          </p:nvSpPr>
          <p:spPr bwMode="auto">
            <a:xfrm>
              <a:off x="7567" y="8410"/>
              <a:ext cx="820" cy="615"/>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8"/>
            <p:cNvSpPr>
              <a:spLocks noChangeArrowheads="1"/>
            </p:cNvSpPr>
            <p:nvPr>
              <p:custDataLst>
                <p:tags r:id="rId16"/>
              </p:custDataLst>
            </p:nvPr>
          </p:nvSpPr>
          <p:spPr bwMode="auto">
            <a:xfrm>
              <a:off x="8447" y="8410"/>
              <a:ext cx="1060" cy="525"/>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4" name="MH_SubTitle_3"/>
            <p:cNvSpPr/>
            <p:nvPr>
              <p:custDataLst>
                <p:tags r:id="rId17"/>
              </p:custDataLst>
            </p:nvPr>
          </p:nvSpPr>
          <p:spPr>
            <a:xfrm>
              <a:off x="9826" y="7358"/>
              <a:ext cx="6254" cy="2935"/>
            </a:xfrm>
            <a:prstGeom prst="rect">
              <a:avLst/>
            </a:prstGeom>
          </p:spPr>
          <p:txBody>
            <a:bodyPr lIns="0" tIns="0" rIns="0" bIns="0" anchor="ctr">
              <a:noAutofit/>
            </a:bodyPr>
            <a:lstStyle/>
            <a:p>
              <a:pPr>
                <a:lnSpc>
                  <a:spcPct val="130000"/>
                </a:lnSpc>
                <a:defRPr/>
              </a:pPr>
              <a:r>
                <a:rPr lang="en-US" altLang="zh-CN" sz="1600" dirty="0" smtClean="0">
                  <a:solidFill>
                    <a:srgbClr val="000000"/>
                  </a:solidFill>
                  <a:latin typeface="微软雅黑" panose="020B0503020204020204" charset="-122"/>
                  <a:ea typeface="微软雅黑" panose="020B0503020204020204" charset="-122"/>
                  <a:sym typeface="+mn-ea"/>
                </a:rPr>
                <a:t>        </a:t>
              </a:r>
              <a:r>
                <a:rPr dirty="0">
                  <a:solidFill>
                    <a:schemeClr val="tx1">
                      <a:lumMod val="50000"/>
                    </a:schemeClr>
                  </a:solidFill>
                  <a:latin typeface="微软雅黑" panose="020B0503020204020204" charset="-122"/>
                  <a:ea typeface="微软雅黑" panose="020B0503020204020204" charset="-122"/>
                  <a:sym typeface="+mn-ea"/>
                </a:rPr>
                <a:t>对认定为同一对象的实例是否有共同的、区别于其他实例的共同属性，是否提供或需要相同的服务，如果服务随着实例变化，认定的对象就需要分解或利用继承性来分类表示。</a:t>
              </a:r>
            </a:p>
          </p:txBody>
        </p:sp>
      </p:grpSp>
      <p:grpSp>
        <p:nvGrpSpPr>
          <p:cNvPr id="20" name="组合 19"/>
          <p:cNvGrpSpPr/>
          <p:nvPr/>
        </p:nvGrpSpPr>
        <p:grpSpPr>
          <a:xfrm>
            <a:off x="766445" y="4788794"/>
            <a:ext cx="4913630" cy="1358900"/>
            <a:chOff x="4720" y="5568"/>
            <a:chExt cx="7738" cy="2140"/>
          </a:xfrm>
        </p:grpSpPr>
        <p:sp>
          <p:nvSpPr>
            <p:cNvPr id="15" name="MH_Other_9"/>
            <p:cNvSpPr>
              <a:spLocks noChangeArrowheads="1"/>
            </p:cNvSpPr>
            <p:nvPr>
              <p:custDataLst>
                <p:tags r:id="rId8"/>
              </p:custDataLst>
            </p:nvPr>
          </p:nvSpPr>
          <p:spPr bwMode="auto">
            <a:xfrm>
              <a:off x="4720" y="5568"/>
              <a:ext cx="1060" cy="795"/>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17" name="MH_Other_10"/>
            <p:cNvSpPr>
              <a:spLocks noChangeArrowheads="1"/>
            </p:cNvSpPr>
            <p:nvPr>
              <p:custDataLst>
                <p:tags r:id="rId9"/>
              </p:custDataLst>
            </p:nvPr>
          </p:nvSpPr>
          <p:spPr bwMode="auto">
            <a:xfrm>
              <a:off x="5840" y="5733"/>
              <a:ext cx="840" cy="630"/>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8" name="MH_Other_11"/>
            <p:cNvSpPr>
              <a:spLocks noChangeArrowheads="1"/>
            </p:cNvSpPr>
            <p:nvPr>
              <p:custDataLst>
                <p:tags r:id="rId10"/>
              </p:custDataLst>
            </p:nvPr>
          </p:nvSpPr>
          <p:spPr bwMode="auto">
            <a:xfrm>
              <a:off x="4960" y="6408"/>
              <a:ext cx="820" cy="61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Other_12"/>
            <p:cNvSpPr>
              <a:spLocks noChangeArrowheads="1"/>
            </p:cNvSpPr>
            <p:nvPr>
              <p:custDataLst>
                <p:tags r:id="rId11"/>
              </p:custDataLst>
            </p:nvPr>
          </p:nvSpPr>
          <p:spPr bwMode="auto">
            <a:xfrm>
              <a:off x="5840" y="6408"/>
              <a:ext cx="1060" cy="52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3" name="MH_SubTitle_2"/>
            <p:cNvSpPr/>
            <p:nvPr>
              <p:custDataLst>
                <p:tags r:id="rId12"/>
              </p:custDataLst>
            </p:nvPr>
          </p:nvSpPr>
          <p:spPr>
            <a:xfrm>
              <a:off x="7270" y="5733"/>
              <a:ext cx="5188" cy="1975"/>
            </a:xfrm>
            <a:prstGeom prst="rect">
              <a:avLst/>
            </a:prstGeom>
          </p:spPr>
          <p:txBody>
            <a:bodyPr lIns="0" tIns="0" rIns="0" bIns="0" anchor="ctr">
              <a:noAutofit/>
            </a:bodyPr>
            <a:lstStyle/>
            <a:p>
              <a:pPr lvl="0" algn="just" fontAlgn="auto">
                <a:lnSpc>
                  <a:spcPct val="130000"/>
                </a:lnSpc>
                <a:spcBef>
                  <a:spcPct val="0"/>
                </a:spcBef>
              </a:pPr>
              <a:r>
                <a:rPr lang="zh-CN" altLang="en-US" dirty="0" smtClean="0">
                  <a:solidFill>
                    <a:srgbClr val="000000"/>
                  </a:solidFill>
                  <a:latin typeface="微软雅黑" panose="020B0503020204020204" charset="-122"/>
                  <a:ea typeface="微软雅黑" panose="020B0503020204020204" charset="-122"/>
                  <a:sym typeface="+mn-ea"/>
                </a:rPr>
                <a:t>       </a:t>
              </a:r>
              <a:r>
                <a:rPr dirty="0">
                  <a:solidFill>
                    <a:schemeClr val="tx1">
                      <a:lumMod val="50000"/>
                    </a:schemeClr>
                  </a:solidFill>
                  <a:latin typeface="微软雅黑" panose="020B0503020204020204" charset="-122"/>
                  <a:ea typeface="微软雅黑" panose="020B0503020204020204" charset="-122"/>
                  <a:sym typeface="+mn-ea"/>
                </a:rPr>
                <a:t>认定的对象是否具有多个属性，只有一个属性的对象通常应看做是其他对象的属性而不应该抽象为独立的对象。</a:t>
              </a:r>
            </a:p>
          </p:txBody>
        </p:sp>
      </p:grpSp>
      <p:grpSp>
        <p:nvGrpSpPr>
          <p:cNvPr id="24" name="组合 23"/>
          <p:cNvGrpSpPr/>
          <p:nvPr/>
        </p:nvGrpSpPr>
        <p:grpSpPr>
          <a:xfrm>
            <a:off x="6219825" y="4788794"/>
            <a:ext cx="5503545" cy="1298575"/>
            <a:chOff x="7327" y="7570"/>
            <a:chExt cx="8667" cy="2045"/>
          </a:xfrm>
        </p:grpSpPr>
        <p:sp>
          <p:nvSpPr>
            <p:cNvPr id="25" name="MH_Other_5"/>
            <p:cNvSpPr>
              <a:spLocks noChangeArrowheads="1"/>
            </p:cNvSpPr>
            <p:nvPr>
              <p:custDataLst>
                <p:tags r:id="rId3"/>
              </p:custDataLst>
            </p:nvPr>
          </p:nvSpPr>
          <p:spPr bwMode="auto">
            <a:xfrm>
              <a:off x="7327" y="7570"/>
              <a:ext cx="1060" cy="795"/>
            </a:xfrm>
            <a:prstGeom prst="rect">
              <a:avLst/>
            </a:prstGeom>
            <a:solidFill>
              <a:schemeClr val="accent4">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a:t>
              </a:r>
              <a:r>
                <a:rPr lang="en-US" sz="2400" b="1">
                  <a:solidFill>
                    <a:srgbClr val="FFFFFF"/>
                  </a:solidFill>
                  <a:ea typeface="微软雅黑" panose="020B0503020204020204" charset="-122"/>
                </a:rPr>
                <a:t>4</a:t>
              </a:r>
            </a:p>
          </p:txBody>
        </p:sp>
        <p:sp>
          <p:nvSpPr>
            <p:cNvPr id="26" name="MH_Other_6"/>
            <p:cNvSpPr>
              <a:spLocks noChangeArrowheads="1"/>
            </p:cNvSpPr>
            <p:nvPr>
              <p:custDataLst>
                <p:tags r:id="rId4"/>
              </p:custDataLst>
            </p:nvPr>
          </p:nvSpPr>
          <p:spPr bwMode="auto">
            <a:xfrm>
              <a:off x="8447" y="7735"/>
              <a:ext cx="840" cy="630"/>
            </a:xfrm>
            <a:prstGeom prst="rect">
              <a:avLst/>
            </a:prstGeom>
            <a:solidFill>
              <a:schemeClr val="accent4">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7"/>
            <p:cNvSpPr>
              <a:spLocks noChangeArrowheads="1"/>
            </p:cNvSpPr>
            <p:nvPr>
              <p:custDataLst>
                <p:tags r:id="rId5"/>
              </p:custDataLst>
            </p:nvPr>
          </p:nvSpPr>
          <p:spPr bwMode="auto">
            <a:xfrm>
              <a:off x="7567" y="8410"/>
              <a:ext cx="820" cy="615"/>
            </a:xfrm>
            <a:prstGeom prst="rect">
              <a:avLst/>
            </a:prstGeom>
            <a:solidFill>
              <a:schemeClr val="accent4">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8"/>
            <p:cNvSpPr>
              <a:spLocks noChangeArrowheads="1"/>
            </p:cNvSpPr>
            <p:nvPr>
              <p:custDataLst>
                <p:tags r:id="rId6"/>
              </p:custDataLst>
            </p:nvPr>
          </p:nvSpPr>
          <p:spPr bwMode="auto">
            <a:xfrm>
              <a:off x="8447" y="8410"/>
              <a:ext cx="1060" cy="525"/>
            </a:xfrm>
            <a:prstGeom prst="rect">
              <a:avLst/>
            </a:prstGeom>
            <a:solidFill>
              <a:schemeClr val="accent4">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0" name="MH_SubTitle_3"/>
            <p:cNvSpPr/>
            <p:nvPr>
              <p:custDataLst>
                <p:tags r:id="rId7"/>
              </p:custDataLst>
            </p:nvPr>
          </p:nvSpPr>
          <p:spPr>
            <a:xfrm>
              <a:off x="9924" y="7570"/>
              <a:ext cx="6070" cy="2045"/>
            </a:xfrm>
            <a:prstGeom prst="rect">
              <a:avLst/>
            </a:prstGeom>
          </p:spPr>
          <p:txBody>
            <a:bodyPr lIns="0" tIns="0" rIns="0" bIns="0" anchor="ctr">
              <a:noAutofit/>
            </a:bodyPr>
            <a:lstStyle/>
            <a:p>
              <a:pPr>
                <a:lnSpc>
                  <a:spcPct val="130000"/>
                </a:lnSpc>
                <a:defRPr/>
              </a:pPr>
              <a:r>
                <a:rPr lang="en-US" altLang="zh-CN" dirty="0" smtClean="0">
                  <a:solidFill>
                    <a:srgbClr val="000000"/>
                  </a:solidFill>
                  <a:latin typeface="微软雅黑" panose="020B0503020204020204" charset="-122"/>
                  <a:ea typeface="微软雅黑" panose="020B0503020204020204" charset="-122"/>
                  <a:sym typeface="+mn-ea"/>
                </a:rPr>
                <a:t>       </a:t>
              </a:r>
              <a:r>
                <a:rPr dirty="0">
                  <a:solidFill>
                    <a:schemeClr val="tx1">
                      <a:lumMod val="50000"/>
                    </a:schemeClr>
                  </a:solidFill>
                  <a:latin typeface="微软雅黑" panose="020B0503020204020204" charset="-122"/>
                  <a:ea typeface="微软雅黑" panose="020B0503020204020204" charset="-122"/>
                  <a:sym typeface="+mn-ea"/>
                </a:rPr>
                <a:t>如果对象之间存在比较复杂的关系，应该检查它们之间的关系描述是否正确，例如，一般与特殊关系、整体与局部关系等。</a:t>
              </a:r>
            </a:p>
          </p:txBody>
        </p:sp>
      </p:grpSp>
      <p:sp>
        <p:nvSpPr>
          <p:cNvPr id="48" name="文本框 47"/>
          <p:cNvSpPr txBox="1"/>
          <p:nvPr/>
        </p:nvSpPr>
        <p:spPr>
          <a:xfrm>
            <a:off x="3739487" y="2065281"/>
            <a:ext cx="7697336" cy="701731"/>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在面向对象分析中，认定的对象是对问题空间中的结构、其他系统、设备、相关的事件、系统涉及的人员等实际实例的抽象。测试可考虑</a:t>
            </a:r>
            <a:r>
              <a:rPr lang="zh-CN" dirty="0">
                <a:latin typeface="微软雅黑" panose="020B0503020204020204" charset="-122"/>
                <a:ea typeface="微软雅黑" panose="020B0503020204020204" charset="-122"/>
                <a:sym typeface="+mn-ea"/>
              </a:rPr>
              <a:t>以下：</a:t>
            </a:r>
            <a:endParaRPr dirty="0">
              <a:latin typeface="微软雅黑" panose="020B0503020204020204" charset="-122"/>
              <a:ea typeface="微软雅黑" panose="020B0503020204020204" charset="-122"/>
              <a:sym typeface="+mn-ea"/>
            </a:endParaRPr>
          </a:p>
        </p:txBody>
      </p:sp>
      <p:sp>
        <p:nvSpPr>
          <p:cNvPr id="33" name="文本框 18"/>
          <p:cNvSpPr txBox="1">
            <a:spLocks noChangeArrowheads="1"/>
          </p:cNvSpPr>
          <p:nvPr>
            <p:custDataLst>
              <p:tags r:id="rId2"/>
            </p:custDataLst>
          </p:nvPr>
        </p:nvSpPr>
        <p:spPr bwMode="auto">
          <a:xfrm>
            <a:off x="994002" y="2060812"/>
            <a:ext cx="3441519" cy="5348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spcBef>
                <a:spcPct val="0"/>
              </a:spcBef>
              <a:buNone/>
            </a:pPr>
            <a:r>
              <a:rPr lang="en-US" sz="2000" b="1" dirty="0" smtClean="0">
                <a:latin typeface="微软雅黑" pitchFamily="34" charset="-122"/>
                <a:ea typeface="微软雅黑" pitchFamily="34" charset="-122"/>
              </a:rPr>
              <a:t>1</a:t>
            </a:r>
            <a:r>
              <a:rPr lang="zh-CN" altLang="en-US" sz="2000" b="1" dirty="0" smtClean="0">
                <a:latin typeface="微软雅黑" pitchFamily="34" charset="-122"/>
                <a:ea typeface="微软雅黑" pitchFamily="34" charset="-122"/>
              </a:rPr>
              <a:t>．</a:t>
            </a:r>
            <a:r>
              <a:rPr lang="zh-CN" altLang="en-US" sz="2100" b="1" dirty="0" smtClean="0">
                <a:latin typeface="微软雅黑" pitchFamily="34" charset="-122"/>
                <a:ea typeface="微软雅黑" pitchFamily="34" charset="-122"/>
              </a:rPr>
              <a:t>对象和类的认定</a:t>
            </a:r>
          </a:p>
        </p:txBody>
      </p:sp>
    </p:spTree>
    <p:custDataLst>
      <p:tags r:id="rId1"/>
    </p:custDataLst>
  </p:cSld>
  <p:clrMapOvr>
    <a:masterClrMapping/>
  </p:clrMapOvr>
  <p:transition>
    <p:wheel spokes="1"/>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7.4</a:t>
            </a:r>
            <a:r>
              <a:rPr lang="en-US" altLang="zh-CN" sz="2400" dirty="0" smtClean="0">
                <a:solidFill>
                  <a:schemeClr val="tx1"/>
                </a:solidFill>
              </a:rPr>
              <a:t>.1</a:t>
            </a:r>
            <a:r>
              <a:rPr lang="en-US" sz="2400" dirty="0" smtClean="0">
                <a:solidFill>
                  <a:schemeClr val="tx1"/>
                </a:solidFill>
              </a:rPr>
              <a:t> </a:t>
            </a:r>
            <a:r>
              <a:rPr lang="zh-CN" altLang="en-US" sz="2400" dirty="0" smtClean="0">
                <a:solidFill>
                  <a:schemeClr val="tx1"/>
                </a:solidFill>
              </a:rPr>
              <a:t>面向对象测试策略</a:t>
            </a:r>
          </a:p>
        </p:txBody>
      </p:sp>
      <p:grpSp>
        <p:nvGrpSpPr>
          <p:cNvPr id="3" name="组合 2"/>
          <p:cNvGrpSpPr/>
          <p:nvPr/>
        </p:nvGrpSpPr>
        <p:grpSpPr>
          <a:xfrm>
            <a:off x="2074459" y="2802292"/>
            <a:ext cx="8968171" cy="3366505"/>
            <a:chOff x="2168" y="3102"/>
            <a:chExt cx="15256" cy="6535"/>
          </a:xfrm>
        </p:grpSpPr>
        <p:sp>
          <p:nvSpPr>
            <p:cNvPr id="36" name="任意多边形 35"/>
            <p:cNvSpPr/>
            <p:nvPr/>
          </p:nvSpPr>
          <p:spPr>
            <a:xfrm rot="10800000">
              <a:off x="13966" y="3102"/>
              <a:ext cx="3458" cy="6535"/>
            </a:xfrm>
            <a:custGeom>
              <a:avLst/>
              <a:gdLst>
                <a:gd name="connsiteX0" fmla="*/ 2075543 w 2194909"/>
                <a:gd name="connsiteY0" fmla="*/ 0 h 4151086"/>
                <a:gd name="connsiteX1" fmla="*/ 2194909 w 2194909"/>
                <a:gd name="connsiteY1" fmla="*/ 6028 h 4151086"/>
                <a:gd name="connsiteX2" fmla="*/ 2102063 w 2194909"/>
                <a:gd name="connsiteY2" fmla="*/ 10716 h 4151086"/>
                <a:gd name="connsiteX3" fmla="*/ 238732 w 2194909"/>
                <a:gd name="connsiteY3" fmla="*/ 2075543 h 4151086"/>
                <a:gd name="connsiteX4" fmla="*/ 2102063 w 2194909"/>
                <a:gd name="connsiteY4" fmla="*/ 4140370 h 4151086"/>
                <a:gd name="connsiteX5" fmla="*/ 2194909 w 2194909"/>
                <a:gd name="connsiteY5" fmla="*/ 4145059 h 4151086"/>
                <a:gd name="connsiteX6" fmla="*/ 2075543 w 2194909"/>
                <a:gd name="connsiteY6" fmla="*/ 4151086 h 4151086"/>
                <a:gd name="connsiteX7" fmla="*/ 0 w 2194909"/>
                <a:gd name="connsiteY7" fmla="*/ 2075543 h 4151086"/>
                <a:gd name="connsiteX8" fmla="*/ 2075543 w 2194909"/>
                <a:gd name="connsiteY8" fmla="*/ 0 h 4151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909" h="4151086">
                  <a:moveTo>
                    <a:pt x="2075543" y="0"/>
                  </a:moveTo>
                  <a:lnTo>
                    <a:pt x="2194909" y="6028"/>
                  </a:lnTo>
                  <a:lnTo>
                    <a:pt x="2102063" y="10716"/>
                  </a:lnTo>
                  <a:cubicBezTo>
                    <a:pt x="1055458" y="117004"/>
                    <a:pt x="238732" y="1000895"/>
                    <a:pt x="238732" y="2075543"/>
                  </a:cubicBezTo>
                  <a:cubicBezTo>
                    <a:pt x="238732" y="3150191"/>
                    <a:pt x="1055458" y="4034082"/>
                    <a:pt x="2102063" y="4140370"/>
                  </a:cubicBezTo>
                  <a:lnTo>
                    <a:pt x="2194909" y="4145059"/>
                  </a:lnTo>
                  <a:lnTo>
                    <a:pt x="2075543" y="4151086"/>
                  </a:lnTo>
                  <a:cubicBezTo>
                    <a:pt x="929252" y="4151086"/>
                    <a:pt x="0" y="3221834"/>
                    <a:pt x="0" y="2075543"/>
                  </a:cubicBezTo>
                  <a:cubicBezTo>
                    <a:pt x="0" y="929252"/>
                    <a:pt x="929252" y="0"/>
                    <a:pt x="2075543" y="0"/>
                  </a:cubicBezTo>
                  <a:close/>
                </a:path>
              </a:pathLst>
            </a:cu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9485" name="文本框 47"/>
            <p:cNvSpPr txBox="1"/>
            <p:nvPr/>
          </p:nvSpPr>
          <p:spPr>
            <a:xfrm>
              <a:off x="14477" y="8312"/>
              <a:ext cx="488"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4</a:t>
              </a:r>
              <a:endParaRPr lang="zh-CN" altLang="en-US" sz="2400" b="1" dirty="0">
                <a:solidFill>
                  <a:schemeClr val="bg1"/>
                </a:solidFill>
                <a:latin typeface="微软雅黑" panose="020B0503020204020204" charset="-122"/>
                <a:ea typeface="微软雅黑" panose="020B0503020204020204" charset="-122"/>
              </a:endParaRPr>
            </a:p>
          </p:txBody>
        </p:sp>
        <p:sp>
          <p:nvSpPr>
            <p:cNvPr id="57" name="圆角矩形 56"/>
            <p:cNvSpPr/>
            <p:nvPr/>
          </p:nvSpPr>
          <p:spPr>
            <a:xfrm rot="10800000">
              <a:off x="2170" y="8308"/>
              <a:ext cx="12472"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8" name="椭圆 57"/>
            <p:cNvSpPr/>
            <p:nvPr/>
          </p:nvSpPr>
          <p:spPr>
            <a:xfrm rot="10800000">
              <a:off x="13716" y="8239"/>
              <a:ext cx="960"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9" name="圆角矩形 58"/>
            <p:cNvSpPr/>
            <p:nvPr/>
          </p:nvSpPr>
          <p:spPr>
            <a:xfrm rot="10800000">
              <a:off x="2168" y="6686"/>
              <a:ext cx="13648"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0" name="椭圆 59"/>
            <p:cNvSpPr/>
            <p:nvPr/>
          </p:nvSpPr>
          <p:spPr>
            <a:xfrm rot="10800000">
              <a:off x="14878" y="6618"/>
              <a:ext cx="960"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2" name="圆角矩形 61"/>
            <p:cNvSpPr/>
            <p:nvPr/>
          </p:nvSpPr>
          <p:spPr>
            <a:xfrm rot="10800000">
              <a:off x="2169" y="5148"/>
              <a:ext cx="13615"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3" name="椭圆 62"/>
            <p:cNvSpPr/>
            <p:nvPr/>
          </p:nvSpPr>
          <p:spPr>
            <a:xfrm rot="10800000">
              <a:off x="14856" y="5078"/>
              <a:ext cx="960"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4" name="圆角矩形 63"/>
            <p:cNvSpPr/>
            <p:nvPr/>
          </p:nvSpPr>
          <p:spPr>
            <a:xfrm rot="10800000">
              <a:off x="2169" y="3632"/>
              <a:ext cx="12507"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5" name="椭圆 64"/>
            <p:cNvSpPr/>
            <p:nvPr/>
          </p:nvSpPr>
          <p:spPr>
            <a:xfrm rot="10800000">
              <a:off x="13748" y="3541"/>
              <a:ext cx="960"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6" name="文本框 44"/>
            <p:cNvSpPr txBox="1"/>
            <p:nvPr/>
          </p:nvSpPr>
          <p:spPr>
            <a:xfrm>
              <a:off x="13938" y="3680"/>
              <a:ext cx="488"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1</a:t>
              </a:r>
              <a:endParaRPr lang="zh-CN" altLang="en-US" sz="2400" b="1" dirty="0">
                <a:solidFill>
                  <a:schemeClr val="bg1"/>
                </a:solidFill>
                <a:latin typeface="微软雅黑" panose="020B0503020204020204" charset="-122"/>
                <a:ea typeface="微软雅黑" panose="020B0503020204020204" charset="-122"/>
              </a:endParaRPr>
            </a:p>
          </p:txBody>
        </p:sp>
        <p:sp>
          <p:nvSpPr>
            <p:cNvPr id="67" name="文本框 45"/>
            <p:cNvSpPr txBox="1"/>
            <p:nvPr/>
          </p:nvSpPr>
          <p:spPr>
            <a:xfrm>
              <a:off x="15046" y="5240"/>
              <a:ext cx="488"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2</a:t>
              </a:r>
              <a:endParaRPr lang="zh-CN" altLang="en-US" sz="2400" b="1" dirty="0">
                <a:solidFill>
                  <a:schemeClr val="bg1"/>
                </a:solidFill>
                <a:latin typeface="微软雅黑" panose="020B0503020204020204" charset="-122"/>
                <a:ea typeface="微软雅黑" panose="020B0503020204020204" charset="-122"/>
              </a:endParaRPr>
            </a:p>
          </p:txBody>
        </p:sp>
        <p:sp>
          <p:nvSpPr>
            <p:cNvPr id="69" name="文本框 47"/>
            <p:cNvSpPr txBox="1"/>
            <p:nvPr/>
          </p:nvSpPr>
          <p:spPr>
            <a:xfrm>
              <a:off x="15068" y="6773"/>
              <a:ext cx="488"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3</a:t>
              </a:r>
              <a:endParaRPr lang="zh-CN" altLang="en-US" sz="2400" b="1" dirty="0">
                <a:solidFill>
                  <a:schemeClr val="bg1"/>
                </a:solidFill>
                <a:latin typeface="微软雅黑" panose="020B0503020204020204" charset="-122"/>
                <a:ea typeface="微软雅黑" panose="020B0503020204020204" charset="-122"/>
              </a:endParaRPr>
            </a:p>
          </p:txBody>
        </p:sp>
        <p:sp>
          <p:nvSpPr>
            <p:cNvPr id="70" name="文本框 48"/>
            <p:cNvSpPr txBox="1"/>
            <p:nvPr/>
          </p:nvSpPr>
          <p:spPr>
            <a:xfrm>
              <a:off x="13916" y="8394"/>
              <a:ext cx="487"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4</a:t>
              </a:r>
              <a:endParaRPr lang="zh-CN" altLang="en-US" sz="2400" b="1" dirty="0">
                <a:solidFill>
                  <a:schemeClr val="bg1"/>
                </a:solidFill>
                <a:latin typeface="微软雅黑" panose="020B0503020204020204" charset="-122"/>
                <a:ea typeface="微软雅黑" panose="020B0503020204020204" charset="-122"/>
              </a:endParaRPr>
            </a:p>
          </p:txBody>
        </p:sp>
        <p:sp>
          <p:nvSpPr>
            <p:cNvPr id="71" name="文本框 59"/>
            <p:cNvSpPr txBox="1"/>
            <p:nvPr/>
          </p:nvSpPr>
          <p:spPr>
            <a:xfrm>
              <a:off x="3283" y="3758"/>
              <a:ext cx="10875" cy="606"/>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latin typeface="微软雅黑" panose="020B0503020204020204" charset="-122"/>
                  <a:ea typeface="微软雅黑" panose="020B0503020204020204" charset="-122"/>
                </a:rPr>
                <a:t>类层次结构中是否涵盖了所有在分析阶段定义的类；</a:t>
              </a:r>
            </a:p>
          </p:txBody>
        </p:sp>
        <p:sp>
          <p:nvSpPr>
            <p:cNvPr id="72" name="文本框 60"/>
            <p:cNvSpPr txBox="1"/>
            <p:nvPr/>
          </p:nvSpPr>
          <p:spPr>
            <a:xfrm>
              <a:off x="3283" y="5257"/>
              <a:ext cx="11359" cy="606"/>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latin typeface="微软雅黑" panose="020B0503020204020204" charset="-122"/>
                  <a:ea typeface="微软雅黑" panose="020B0503020204020204" charset="-122"/>
                </a:rPr>
                <a:t>是否能体现面向对象分析中所定义的实例关系、消息传送关系；</a:t>
              </a:r>
            </a:p>
          </p:txBody>
        </p:sp>
        <p:sp>
          <p:nvSpPr>
            <p:cNvPr id="74" name="文本框 62"/>
            <p:cNvSpPr txBox="1"/>
            <p:nvPr/>
          </p:nvSpPr>
          <p:spPr>
            <a:xfrm>
              <a:off x="3283" y="6773"/>
              <a:ext cx="7696" cy="606"/>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latin typeface="微软雅黑" panose="020B0503020204020204" charset="-122"/>
                  <a:ea typeface="微软雅黑" panose="020B0503020204020204" charset="-122"/>
                </a:rPr>
                <a:t>子类是否具有父类没有的新特性；</a:t>
              </a:r>
            </a:p>
          </p:txBody>
        </p:sp>
        <p:sp>
          <p:nvSpPr>
            <p:cNvPr id="75" name="文本框 63"/>
            <p:cNvSpPr txBox="1"/>
            <p:nvPr/>
          </p:nvSpPr>
          <p:spPr>
            <a:xfrm>
              <a:off x="3283" y="8417"/>
              <a:ext cx="9133" cy="606"/>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latin typeface="微软雅黑" panose="020B0503020204020204" charset="-122"/>
                  <a:ea typeface="微软雅黑" panose="020B0503020204020204" charset="-122"/>
                </a:rPr>
                <a:t>子类间的共同特性是否完全在父类中得以体现。</a:t>
              </a:r>
            </a:p>
          </p:txBody>
        </p:sp>
      </p:grpSp>
      <p:grpSp>
        <p:nvGrpSpPr>
          <p:cNvPr id="16" name="组合 15"/>
          <p:cNvGrpSpPr/>
          <p:nvPr/>
        </p:nvGrpSpPr>
        <p:grpSpPr>
          <a:xfrm>
            <a:off x="648582" y="2056633"/>
            <a:ext cx="5725107" cy="748665"/>
            <a:chOff x="881" y="2735"/>
            <a:chExt cx="7922" cy="1179"/>
          </a:xfrm>
        </p:grpSpPr>
        <p:sp>
          <p:nvSpPr>
            <p:cNvPr id="167" name="圆角矩形"/>
            <p:cNvSpPr/>
            <p:nvPr/>
          </p:nvSpPr>
          <p:spPr>
            <a:xfrm>
              <a:off x="1251" y="3071"/>
              <a:ext cx="7552" cy="843"/>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31"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xmlns=""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48" name="文本框 47"/>
            <p:cNvSpPr txBox="1"/>
            <p:nvPr/>
          </p:nvSpPr>
          <p:spPr>
            <a:xfrm>
              <a:off x="1251" y="3183"/>
              <a:ext cx="7333" cy="625"/>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检查面向对象的设计，</a:t>
              </a:r>
              <a:r>
                <a:rPr dirty="0" smtClean="0">
                  <a:latin typeface="微软雅黑" panose="020B0503020204020204" charset="-122"/>
                  <a:ea typeface="微软雅黑" panose="020B0503020204020204" charset="-122"/>
                  <a:sym typeface="+mn-ea"/>
                </a:rPr>
                <a:t>应该着重注意以下问题</a:t>
              </a:r>
              <a:r>
                <a:rPr lang="zh-CN" altLang="en-US" dirty="0" smtClean="0">
                  <a:latin typeface="微软雅黑" panose="020B0503020204020204" charset="-122"/>
                  <a:ea typeface="微软雅黑" panose="020B0503020204020204" charset="-122"/>
                  <a:sym typeface="+mn-ea"/>
                </a:rPr>
                <a:t>：</a:t>
              </a:r>
              <a:endParaRPr dirty="0">
                <a:latin typeface="微软雅黑" panose="020B0503020204020204" charset="-122"/>
                <a:ea typeface="微软雅黑" panose="020B0503020204020204" charset="-122"/>
                <a:sym typeface="+mn-ea"/>
              </a:endParaRPr>
            </a:p>
          </p:txBody>
        </p:sp>
      </p:grpSp>
    </p:spTree>
    <p:custDataLst>
      <p:tags r:id="rId1"/>
    </p:custDataLst>
  </p:cSld>
  <p:clrMapOvr>
    <a:masterClrMapping/>
  </p:clrMapOvr>
  <p:transition>
    <p:wheel spokes="1"/>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A000220150821C30PPIC"/>
          <p:cNvPicPr>
            <a:picLocks noChangeAspect="1"/>
          </p:cNvPicPr>
          <p:nvPr/>
        </p:nvPicPr>
        <p:blipFill>
          <a:blip r:embed="rId7" cstate="print"/>
          <a:stretch>
            <a:fillRect/>
          </a:stretch>
        </p:blipFill>
        <p:spPr>
          <a:xfrm>
            <a:off x="7738282" y="1815152"/>
            <a:ext cx="3880948" cy="2893373"/>
          </a:xfrm>
          <a:prstGeom prst="rect">
            <a:avLst/>
          </a:prstGeom>
        </p:spPr>
      </p:pic>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7.4</a:t>
            </a:r>
            <a:r>
              <a:rPr lang="en-US" altLang="zh-CN" sz="2400" dirty="0" smtClean="0">
                <a:solidFill>
                  <a:schemeClr val="tx1"/>
                </a:solidFill>
              </a:rPr>
              <a:t>.1</a:t>
            </a:r>
            <a:r>
              <a:rPr lang="en-US" sz="2400" dirty="0" smtClean="0">
                <a:solidFill>
                  <a:schemeClr val="tx1"/>
                </a:solidFill>
              </a:rPr>
              <a:t> </a:t>
            </a:r>
            <a:r>
              <a:rPr lang="zh-CN" altLang="en-US" sz="2400" dirty="0" smtClean="0">
                <a:solidFill>
                  <a:schemeClr val="tx1"/>
                </a:solidFill>
              </a:rPr>
              <a:t>面向对象测试策略</a:t>
            </a:r>
          </a:p>
        </p:txBody>
      </p:sp>
      <p:grpSp>
        <p:nvGrpSpPr>
          <p:cNvPr id="6" name="组合 5"/>
          <p:cNvGrpSpPr/>
          <p:nvPr/>
        </p:nvGrpSpPr>
        <p:grpSpPr>
          <a:xfrm>
            <a:off x="13335" y="2722245"/>
            <a:ext cx="11605895" cy="3552825"/>
            <a:chOff x="21" y="4287"/>
            <a:chExt cx="18277" cy="5595"/>
          </a:xfrm>
        </p:grpSpPr>
        <p:sp>
          <p:nvSpPr>
            <p:cNvPr id="3" name="MH_SubTitle_1"/>
            <p:cNvSpPr/>
            <p:nvPr>
              <p:custDataLst>
                <p:tags r:id="rId3"/>
              </p:custDataLst>
            </p:nvPr>
          </p:nvSpPr>
          <p:spPr>
            <a:xfrm>
              <a:off x="21" y="4287"/>
              <a:ext cx="12122" cy="3128"/>
            </a:xfrm>
            <a:prstGeom prst="rect">
              <a:avLst/>
            </a:prstGeom>
            <a:solidFill>
              <a:srgbClr val="FC8474">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anchor="ctr"/>
            <a:lstStyle/>
            <a:p>
              <a:pPr indent="457200">
                <a:lnSpc>
                  <a:spcPct val="120000"/>
                </a:lnSpc>
              </a:pPr>
              <a:r>
                <a:rPr lang="zh-CN" altLang="en-US" b="1" dirty="0" smtClean="0">
                  <a:solidFill>
                    <a:schemeClr val="bg1"/>
                  </a:solidFill>
                </a:rPr>
                <a:t>在测试面向对象的程序时，“测试单元”的概念发生了变化。封装导出了类和对象的定义，这意味着每个类和对象都封装有属性和处理这些属性的方法。现在，最小的可测试单元是封装起来的类或对象，由于类中可以包含一组不同的方法，并且某个特殊方法可能作为不同类的一部分存在，因此单元测试的意义发生了较大的变化。</a:t>
              </a:r>
            </a:p>
          </p:txBody>
        </p:sp>
        <p:sp>
          <p:nvSpPr>
            <p:cNvPr id="5" name="MH_Text_1"/>
            <p:cNvSpPr txBox="1"/>
            <p:nvPr>
              <p:custDataLst>
                <p:tags r:id="rId4"/>
              </p:custDataLst>
            </p:nvPr>
          </p:nvSpPr>
          <p:spPr>
            <a:xfrm>
              <a:off x="621" y="7655"/>
              <a:ext cx="17677" cy="2227"/>
            </a:xfrm>
            <a:prstGeom prst="rect">
              <a:avLst/>
            </a:prstGeom>
            <a:noFill/>
          </p:spPr>
          <p:txBody>
            <a:bodyPr lIns="0" tIns="0" rIns="0" bIns="0">
              <a:normAutofit/>
            </a:bodyPr>
            <a:lstStyle/>
            <a:p>
              <a:pPr indent="457200">
                <a:lnSpc>
                  <a:spcPct val="120000"/>
                </a:lnSpc>
              </a:pPr>
              <a:r>
                <a:rPr lang="zh-CN" altLang="en-US" dirty="0" smtClean="0"/>
                <a:t>可见，孤立地测试对象的方法是不可取的。我们不再孤立地测试单个方法，而应该将方法作为类的一部分来测试。例如，在一个父类A中有一个方法x，这个父类被一组子类所继承，每个子类继承了方法x。但是，在x被应用于每个子类定义的私有属性和操作环境时，由于方法x被使用的语境有了微妙的差别，故有必要在每个子类的语境内测试方法x。这意味着在面向对象的语境中，在父类中测试这个方法x是无效的。</a:t>
              </a:r>
            </a:p>
          </p:txBody>
        </p:sp>
      </p:grpSp>
      <p:sp>
        <p:nvSpPr>
          <p:cNvPr id="8" name="文本框 18"/>
          <p:cNvSpPr txBox="1">
            <a:spLocks noChangeArrowheads="1"/>
          </p:cNvSpPr>
          <p:nvPr>
            <p:custDataLst>
              <p:tags r:id="rId2"/>
            </p:custDataLst>
          </p:nvPr>
        </p:nvSpPr>
        <p:spPr bwMode="auto">
          <a:xfrm>
            <a:off x="994002" y="2060812"/>
            <a:ext cx="3441519" cy="5348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spcBef>
                <a:spcPct val="0"/>
              </a:spcBef>
              <a:buNone/>
            </a:pPr>
            <a:r>
              <a:rPr lang="en-US" altLang="en-US" sz="2100" b="1" dirty="0" smtClean="0">
                <a:latin typeface="微软雅黑" pitchFamily="34" charset="-122"/>
                <a:ea typeface="微软雅黑" pitchFamily="34" charset="-122"/>
              </a:rPr>
              <a:t>2</a:t>
            </a:r>
            <a:r>
              <a:rPr lang="zh-CN" altLang="en-US" sz="2100" b="1" dirty="0" smtClean="0">
                <a:latin typeface="微软雅黑" pitchFamily="34" charset="-122"/>
                <a:ea typeface="微软雅黑" pitchFamily="34" charset="-122"/>
              </a:rPr>
              <a:t>．面向对象的单元测试</a:t>
            </a:r>
          </a:p>
        </p:txBody>
      </p:sp>
    </p:spTree>
    <p:custDataLst>
      <p:tags r:id="rId1"/>
    </p:custDataLst>
  </p:cSld>
  <p:clrMapOvr>
    <a:masterClrMapping/>
  </p:clrMapOvr>
  <p:transition>
    <p:wheel spokes="1"/>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7.4</a:t>
            </a:r>
            <a:r>
              <a:rPr lang="en-US" altLang="zh-CN" sz="2400" dirty="0" smtClean="0">
                <a:solidFill>
                  <a:schemeClr val="tx1"/>
                </a:solidFill>
              </a:rPr>
              <a:t>.1</a:t>
            </a:r>
            <a:r>
              <a:rPr lang="en-US" sz="2400" dirty="0" smtClean="0">
                <a:solidFill>
                  <a:schemeClr val="tx1"/>
                </a:solidFill>
              </a:rPr>
              <a:t> </a:t>
            </a:r>
            <a:r>
              <a:rPr lang="zh-CN" altLang="en-US" sz="2400" dirty="0" smtClean="0">
                <a:solidFill>
                  <a:schemeClr val="tx1"/>
                </a:solidFill>
              </a:rPr>
              <a:t>面向对象测试策略</a:t>
            </a:r>
          </a:p>
        </p:txBody>
      </p:sp>
      <p:grpSp>
        <p:nvGrpSpPr>
          <p:cNvPr id="3" name="组合 2"/>
          <p:cNvGrpSpPr/>
          <p:nvPr/>
        </p:nvGrpSpPr>
        <p:grpSpPr>
          <a:xfrm>
            <a:off x="1000760" y="2499995"/>
            <a:ext cx="10447020" cy="3572510"/>
            <a:chOff x="717" y="2925"/>
            <a:chExt cx="16452" cy="5626"/>
          </a:xfrm>
        </p:grpSpPr>
        <p:sp>
          <p:nvSpPr>
            <p:cNvPr id="5" name="MH_Other_1"/>
            <p:cNvSpPr/>
            <p:nvPr>
              <p:custDataLst>
                <p:tags r:id="rId2"/>
              </p:custDataLst>
            </p:nvPr>
          </p:nvSpPr>
          <p:spPr>
            <a:xfrm>
              <a:off x="3621" y="4345"/>
              <a:ext cx="10704" cy="1405"/>
            </a:xfrm>
            <a:custGeom>
              <a:avLst/>
              <a:gdLst>
                <a:gd name="connsiteX0" fmla="*/ 0 w 6192688"/>
                <a:gd name="connsiteY0" fmla="*/ 0 h 1261899"/>
                <a:gd name="connsiteX1" fmla="*/ 1656183 w 6192688"/>
                <a:gd name="connsiteY1" fmla="*/ 0 h 1261899"/>
                <a:gd name="connsiteX2" fmla="*/ 4179979 w 6192688"/>
                <a:gd name="connsiteY2" fmla="*/ 0 h 1261899"/>
                <a:gd name="connsiteX3" fmla="*/ 6192688 w 6192688"/>
                <a:gd name="connsiteY3" fmla="*/ 0 h 1261899"/>
                <a:gd name="connsiteX4" fmla="*/ 6192688 w 6192688"/>
                <a:gd name="connsiteY4" fmla="*/ 72008 h 1261899"/>
                <a:gd name="connsiteX5" fmla="*/ 4176343 w 6192688"/>
                <a:gd name="connsiteY5" fmla="*/ 72008 h 1261899"/>
                <a:gd name="connsiteX6" fmla="*/ 2918081 w 6192688"/>
                <a:gd name="connsiteY6" fmla="*/ 1261899 h 1261899"/>
                <a:gd name="connsiteX7" fmla="*/ 1659819 w 6192688"/>
                <a:gd name="connsiteY7" fmla="*/ 72008 h 1261899"/>
                <a:gd name="connsiteX8" fmla="*/ 0 w 6192688"/>
                <a:gd name="connsiteY8" fmla="*/ 72008 h 1261899"/>
                <a:gd name="connsiteX9" fmla="*/ 91440 w 6192688"/>
                <a:gd name="connsiteY9" fmla="*/ 91440 h 1261899"/>
                <a:gd name="connsiteX0-1" fmla="*/ 1656183 w 6192688"/>
                <a:gd name="connsiteY0-2" fmla="*/ 0 h 1261899"/>
                <a:gd name="connsiteX1-3" fmla="*/ 4179979 w 6192688"/>
                <a:gd name="connsiteY1-4" fmla="*/ 0 h 1261899"/>
                <a:gd name="connsiteX2-5" fmla="*/ 6192688 w 6192688"/>
                <a:gd name="connsiteY2-6" fmla="*/ 0 h 1261899"/>
                <a:gd name="connsiteX3-7" fmla="*/ 6192688 w 6192688"/>
                <a:gd name="connsiteY3-8" fmla="*/ 72008 h 1261899"/>
                <a:gd name="connsiteX4-9" fmla="*/ 4176343 w 6192688"/>
                <a:gd name="connsiteY4-10" fmla="*/ 72008 h 1261899"/>
                <a:gd name="connsiteX5-11" fmla="*/ 2918081 w 6192688"/>
                <a:gd name="connsiteY5-12" fmla="*/ 1261899 h 1261899"/>
                <a:gd name="connsiteX6-13" fmla="*/ 1659819 w 6192688"/>
                <a:gd name="connsiteY6-14" fmla="*/ 72008 h 1261899"/>
                <a:gd name="connsiteX7-15" fmla="*/ 0 w 6192688"/>
                <a:gd name="connsiteY7-16" fmla="*/ 72008 h 1261899"/>
                <a:gd name="connsiteX8-17" fmla="*/ 91440 w 6192688"/>
                <a:gd name="connsiteY8-18" fmla="*/ 91440 h 1261899"/>
                <a:gd name="connsiteX0-19" fmla="*/ 4179979 w 6192688"/>
                <a:gd name="connsiteY0-20" fmla="*/ 0 h 1261899"/>
                <a:gd name="connsiteX1-21" fmla="*/ 6192688 w 6192688"/>
                <a:gd name="connsiteY1-22" fmla="*/ 0 h 1261899"/>
                <a:gd name="connsiteX2-23" fmla="*/ 6192688 w 6192688"/>
                <a:gd name="connsiteY2-24" fmla="*/ 72008 h 1261899"/>
                <a:gd name="connsiteX3-25" fmla="*/ 4176343 w 6192688"/>
                <a:gd name="connsiteY3-26" fmla="*/ 72008 h 1261899"/>
                <a:gd name="connsiteX4-27" fmla="*/ 2918081 w 6192688"/>
                <a:gd name="connsiteY4-28" fmla="*/ 1261899 h 1261899"/>
                <a:gd name="connsiteX5-29" fmla="*/ 1659819 w 6192688"/>
                <a:gd name="connsiteY5-30" fmla="*/ 72008 h 1261899"/>
                <a:gd name="connsiteX6-31" fmla="*/ 0 w 6192688"/>
                <a:gd name="connsiteY6-32" fmla="*/ 72008 h 1261899"/>
                <a:gd name="connsiteX7-33" fmla="*/ 91440 w 6192688"/>
                <a:gd name="connsiteY7-34" fmla="*/ 91440 h 1261899"/>
                <a:gd name="connsiteX0-35" fmla="*/ 6192688 w 6192688"/>
                <a:gd name="connsiteY0-36" fmla="*/ 0 h 1261899"/>
                <a:gd name="connsiteX1-37" fmla="*/ 6192688 w 6192688"/>
                <a:gd name="connsiteY1-38" fmla="*/ 72008 h 1261899"/>
                <a:gd name="connsiteX2-39" fmla="*/ 4176343 w 6192688"/>
                <a:gd name="connsiteY2-40" fmla="*/ 72008 h 1261899"/>
                <a:gd name="connsiteX3-41" fmla="*/ 2918081 w 6192688"/>
                <a:gd name="connsiteY3-42" fmla="*/ 1261899 h 1261899"/>
                <a:gd name="connsiteX4-43" fmla="*/ 1659819 w 6192688"/>
                <a:gd name="connsiteY4-44" fmla="*/ 72008 h 1261899"/>
                <a:gd name="connsiteX5-45" fmla="*/ 0 w 6192688"/>
                <a:gd name="connsiteY5-46" fmla="*/ 72008 h 1261899"/>
                <a:gd name="connsiteX6-47" fmla="*/ 91440 w 6192688"/>
                <a:gd name="connsiteY6-48" fmla="*/ 91440 h 1261899"/>
                <a:gd name="connsiteX0-49" fmla="*/ 6192688 w 6192688"/>
                <a:gd name="connsiteY0-50" fmla="*/ 7233 h 1197124"/>
                <a:gd name="connsiteX1-51" fmla="*/ 4176343 w 6192688"/>
                <a:gd name="connsiteY1-52" fmla="*/ 7233 h 1197124"/>
                <a:gd name="connsiteX2-53" fmla="*/ 2918081 w 6192688"/>
                <a:gd name="connsiteY2-54" fmla="*/ 1197124 h 1197124"/>
                <a:gd name="connsiteX3-55" fmla="*/ 1659819 w 6192688"/>
                <a:gd name="connsiteY3-56" fmla="*/ 7233 h 1197124"/>
                <a:gd name="connsiteX4-57" fmla="*/ 0 w 6192688"/>
                <a:gd name="connsiteY4-58" fmla="*/ 7233 h 1197124"/>
                <a:gd name="connsiteX5-59" fmla="*/ 91440 w 6192688"/>
                <a:gd name="connsiteY5-60" fmla="*/ 26665 h 1197124"/>
                <a:gd name="connsiteX0-61" fmla="*/ 6101248 w 6101248"/>
                <a:gd name="connsiteY0-62" fmla="*/ 0 h 1189891"/>
                <a:gd name="connsiteX1-63" fmla="*/ 4084903 w 6101248"/>
                <a:gd name="connsiteY1-64" fmla="*/ 0 h 1189891"/>
                <a:gd name="connsiteX2-65" fmla="*/ 2826641 w 6101248"/>
                <a:gd name="connsiteY2-66" fmla="*/ 1189891 h 1189891"/>
                <a:gd name="connsiteX3-67" fmla="*/ 1568379 w 6101248"/>
                <a:gd name="connsiteY3-68" fmla="*/ 0 h 1189891"/>
                <a:gd name="connsiteX4-69" fmla="*/ 0 w 6101248"/>
                <a:gd name="connsiteY4-70" fmla="*/ 19432 h 1189891"/>
                <a:gd name="connsiteX0-71" fmla="*/ 6144791 w 6144791"/>
                <a:gd name="connsiteY0-72" fmla="*/ 0 h 1189891"/>
                <a:gd name="connsiteX1-73" fmla="*/ 4128446 w 6144791"/>
                <a:gd name="connsiteY1-74" fmla="*/ 0 h 1189891"/>
                <a:gd name="connsiteX2-75" fmla="*/ 2870184 w 6144791"/>
                <a:gd name="connsiteY2-76" fmla="*/ 1189891 h 1189891"/>
                <a:gd name="connsiteX3-77" fmla="*/ 1611922 w 6144791"/>
                <a:gd name="connsiteY3-78" fmla="*/ 0 h 1189891"/>
                <a:gd name="connsiteX4-79" fmla="*/ 0 w 6144791"/>
                <a:gd name="connsiteY4-80" fmla="*/ 4918 h 1189891"/>
                <a:gd name="connsiteX0-81" fmla="*/ 9163763 w 9163763"/>
                <a:gd name="connsiteY0-82" fmla="*/ 14515 h 1189891"/>
                <a:gd name="connsiteX1-83" fmla="*/ 4128446 w 9163763"/>
                <a:gd name="connsiteY1-84" fmla="*/ 0 h 1189891"/>
                <a:gd name="connsiteX2-85" fmla="*/ 2870184 w 9163763"/>
                <a:gd name="connsiteY2-86" fmla="*/ 1189891 h 1189891"/>
                <a:gd name="connsiteX3-87" fmla="*/ 1611922 w 9163763"/>
                <a:gd name="connsiteY3-88" fmla="*/ 0 h 1189891"/>
                <a:gd name="connsiteX4-89" fmla="*/ 0 w 9163763"/>
                <a:gd name="connsiteY4-90" fmla="*/ 4918 h 1189891"/>
                <a:gd name="connsiteX0-91" fmla="*/ 5938570 w 5938570"/>
                <a:gd name="connsiteY0-92" fmla="*/ 14516 h 1189891"/>
                <a:gd name="connsiteX1-93" fmla="*/ 4128446 w 5938570"/>
                <a:gd name="connsiteY1-94" fmla="*/ 0 h 1189891"/>
                <a:gd name="connsiteX2-95" fmla="*/ 2870184 w 5938570"/>
                <a:gd name="connsiteY2-96" fmla="*/ 1189891 h 1189891"/>
                <a:gd name="connsiteX3-97" fmla="*/ 1611922 w 5938570"/>
                <a:gd name="connsiteY3-98" fmla="*/ 0 h 1189891"/>
                <a:gd name="connsiteX4-99" fmla="*/ 0 w 5938570"/>
                <a:gd name="connsiteY4-100" fmla="*/ 4918 h 1189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938570" h="1189891">
                  <a:moveTo>
                    <a:pt x="5938570" y="14516"/>
                  </a:moveTo>
                  <a:lnTo>
                    <a:pt x="4128446" y="0"/>
                  </a:lnTo>
                  <a:cubicBezTo>
                    <a:pt x="4092690" y="663472"/>
                    <a:pt x="3542913" y="1189891"/>
                    <a:pt x="2870184" y="1189891"/>
                  </a:cubicBezTo>
                  <a:cubicBezTo>
                    <a:pt x="2197455" y="1189891"/>
                    <a:pt x="1647677" y="663471"/>
                    <a:pt x="1611922" y="0"/>
                  </a:cubicBezTo>
                  <a:lnTo>
                    <a:pt x="0" y="4918"/>
                  </a:lnTo>
                </a:path>
              </a:pathLst>
            </a:custGeom>
            <a:noFill/>
            <a:ln w="76200" cmpd="thinThick">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rgbClr val="FFFFFF"/>
                </a:solidFill>
              </a:endParaRPr>
            </a:p>
          </p:txBody>
        </p:sp>
        <p:sp>
          <p:nvSpPr>
            <p:cNvPr id="9" name="MH_Title_1"/>
            <p:cNvSpPr/>
            <p:nvPr>
              <p:custDataLst>
                <p:tags r:id="rId3"/>
              </p:custDataLst>
            </p:nvPr>
          </p:nvSpPr>
          <p:spPr>
            <a:xfrm>
              <a:off x="6953" y="2925"/>
              <a:ext cx="3772" cy="2465"/>
            </a:xfrm>
            <a:prstGeom prst="ellipse">
              <a:avLst/>
            </a:prstGeom>
            <a:solidFill>
              <a:schemeClr val="accent5">
                <a:lumMod val="60000"/>
                <a:lumOff val="40000"/>
              </a:schemeClr>
            </a:solidFill>
            <a:ln w="127000" cmpd="thinThick">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3200" b="1" dirty="0">
                  <a:solidFill>
                    <a:schemeClr val="tx1"/>
                  </a:solidFill>
                  <a:latin typeface="微软雅黑" panose="020B0503020204020204" charset="-122"/>
                  <a:ea typeface="微软雅黑" panose="020B0503020204020204" charset="-122"/>
                </a:rPr>
                <a:t>测试</a:t>
              </a:r>
            </a:p>
          </p:txBody>
        </p:sp>
        <p:sp>
          <p:nvSpPr>
            <p:cNvPr id="10" name="MH_SubTitle_1"/>
            <p:cNvSpPr/>
            <p:nvPr>
              <p:custDataLst>
                <p:tags r:id="rId4"/>
              </p:custDataLst>
            </p:nvPr>
          </p:nvSpPr>
          <p:spPr>
            <a:xfrm>
              <a:off x="1935" y="3732"/>
              <a:ext cx="4300" cy="1118"/>
            </a:xfrm>
            <a:prstGeom prst="roundRect">
              <a:avLst>
                <a:gd name="adj" fmla="val 3013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fontScale="87500"/>
            </a:bodyPr>
            <a:lstStyle/>
            <a:p>
              <a:pPr algn="ctr">
                <a:defRPr/>
              </a:pPr>
              <a:r>
                <a:rPr lang="zh-CN" altLang="en-US" sz="2800" b="1" dirty="0" smtClean="0">
                  <a:solidFill>
                    <a:schemeClr val="tx2">
                      <a:lumMod val="75000"/>
                    </a:schemeClr>
                  </a:solidFill>
                  <a:latin typeface="微软雅黑" panose="020B0503020204020204" charset="-122"/>
                  <a:ea typeface="微软雅黑" panose="020B0503020204020204" charset="-122"/>
                </a:rPr>
                <a:t>面向对象的类测试</a:t>
              </a:r>
            </a:p>
          </p:txBody>
        </p:sp>
        <p:sp>
          <p:nvSpPr>
            <p:cNvPr id="11" name="MH_Text_1"/>
            <p:cNvSpPr txBox="1">
              <a:spLocks noChangeArrowheads="1"/>
            </p:cNvSpPr>
            <p:nvPr>
              <p:custDataLst>
                <p:tags r:id="rId5"/>
              </p:custDataLst>
            </p:nvPr>
          </p:nvSpPr>
          <p:spPr bwMode="auto">
            <a:xfrm>
              <a:off x="717" y="5750"/>
              <a:ext cx="5828" cy="280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norm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marL="0" indent="0" algn="l" fontAlgn="auto">
                <a:lnSpc>
                  <a:spcPct val="130000"/>
                </a:lnSpc>
              </a:pPr>
              <a:r>
                <a:rPr lang="en-US" altLang="zh-CN" sz="2000" dirty="0" smtClean="0"/>
                <a:t>     </a:t>
              </a:r>
              <a:r>
                <a:rPr sz="2000">
                  <a:latin typeface="微软雅黑" panose="020B0503020204020204" charset="-122"/>
                  <a:ea typeface="微软雅黑" panose="020B0503020204020204" charset="-122"/>
                </a:rPr>
                <a:t>  面向对象的类测试是由封装在该类中的方法和类的状态行为所驱动的。</a:t>
              </a:r>
            </a:p>
          </p:txBody>
        </p:sp>
        <p:sp>
          <p:nvSpPr>
            <p:cNvPr id="12" name="MH_SubTitle_1"/>
            <p:cNvSpPr/>
            <p:nvPr>
              <p:custDataLst>
                <p:tags r:id="rId6"/>
              </p:custDataLst>
            </p:nvPr>
          </p:nvSpPr>
          <p:spPr>
            <a:xfrm>
              <a:off x="11400" y="3732"/>
              <a:ext cx="4742" cy="1118"/>
            </a:xfrm>
            <a:prstGeom prst="roundRect">
              <a:avLst>
                <a:gd name="adj" fmla="val 36824"/>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fontScale="85000" lnSpcReduction="10000"/>
            </a:bodyPr>
            <a:lstStyle/>
            <a:p>
              <a:pPr algn="ctr">
                <a:defRPr/>
              </a:pPr>
              <a:r>
                <a:rPr lang="zh-CN" altLang="en-US" sz="2800" b="1" dirty="0" smtClean="0">
                  <a:solidFill>
                    <a:schemeClr val="tx2">
                      <a:lumMod val="75000"/>
                    </a:schemeClr>
                  </a:solidFill>
                  <a:latin typeface="微软雅黑" panose="020B0503020204020204" charset="-122"/>
                  <a:ea typeface="微软雅黑" panose="020B0503020204020204" charset="-122"/>
                  <a:sym typeface="+mn-ea"/>
                </a:rPr>
                <a:t>传统软件的模块测试</a:t>
              </a:r>
            </a:p>
          </p:txBody>
        </p:sp>
        <p:sp>
          <p:nvSpPr>
            <p:cNvPr id="13" name="MH_Text_1"/>
            <p:cNvSpPr txBox="1">
              <a:spLocks noChangeArrowheads="1"/>
            </p:cNvSpPr>
            <p:nvPr>
              <p:custDataLst>
                <p:tags r:id="rId7"/>
              </p:custDataLst>
            </p:nvPr>
          </p:nvSpPr>
          <p:spPr bwMode="auto">
            <a:xfrm>
              <a:off x="11399" y="5463"/>
              <a:ext cx="5770" cy="27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no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nSpc>
                  <a:spcPct val="120000"/>
                </a:lnSpc>
              </a:pPr>
              <a:r>
                <a:rPr lang="en-US" sz="2000" dirty="0" smtClean="0"/>
                <a:t>        </a:t>
              </a:r>
              <a:r>
                <a:rPr sz="2000">
                  <a:latin typeface="微软雅黑" panose="020B0503020204020204" charset="-122"/>
                  <a:ea typeface="微软雅黑" panose="020B0503020204020204" charset="-122"/>
                  <a:sym typeface="+mn-ea"/>
                </a:rPr>
                <a:t>传统的单元测试侧重于模块的算法细节和穿过模块接口的数据</a:t>
              </a:r>
              <a:r>
                <a:rPr lang="zh-CN" sz="2000">
                  <a:latin typeface="微软雅黑" panose="020B0503020204020204" charset="-122"/>
                  <a:ea typeface="微软雅黑" panose="020B0503020204020204" charset="-122"/>
                  <a:sym typeface="+mn-ea"/>
                </a:rPr>
                <a:t>。</a:t>
              </a:r>
            </a:p>
          </p:txBody>
        </p:sp>
      </p:grpSp>
    </p:spTree>
    <p:custDataLst>
      <p:tags r:id="rId1"/>
    </p:custDataLst>
  </p:cSld>
  <p:clrMapOvr>
    <a:masterClrMapping/>
  </p:clrMapOvr>
  <p:transition>
    <p:wheel spokes="1"/>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7.4</a:t>
            </a:r>
            <a:r>
              <a:rPr lang="en-US" altLang="zh-CN" sz="2400" dirty="0" smtClean="0">
                <a:solidFill>
                  <a:schemeClr val="tx1"/>
                </a:solidFill>
              </a:rPr>
              <a:t>.1</a:t>
            </a:r>
            <a:r>
              <a:rPr lang="en-US" sz="2400" dirty="0" smtClean="0">
                <a:solidFill>
                  <a:schemeClr val="tx1"/>
                </a:solidFill>
              </a:rPr>
              <a:t> </a:t>
            </a:r>
            <a:r>
              <a:rPr lang="zh-CN" altLang="en-US" sz="2400" dirty="0" smtClean="0">
                <a:solidFill>
                  <a:schemeClr val="tx1"/>
                </a:solidFill>
              </a:rPr>
              <a:t>面向对象测试策略</a:t>
            </a:r>
          </a:p>
        </p:txBody>
      </p:sp>
      <p:grpSp>
        <p:nvGrpSpPr>
          <p:cNvPr id="5" name="组合 4"/>
          <p:cNvGrpSpPr/>
          <p:nvPr/>
        </p:nvGrpSpPr>
        <p:grpSpPr>
          <a:xfrm>
            <a:off x="1815665" y="2656840"/>
            <a:ext cx="9636760" cy="4201160"/>
            <a:chOff x="2175" y="2723"/>
            <a:chExt cx="15176" cy="6616"/>
          </a:xfrm>
        </p:grpSpPr>
        <p:sp>
          <p:nvSpPr>
            <p:cNvPr id="11" name="MH_Text_1"/>
            <p:cNvSpPr/>
            <p:nvPr>
              <p:custDataLst>
                <p:tags r:id="rId3"/>
              </p:custDataLst>
            </p:nvPr>
          </p:nvSpPr>
          <p:spPr>
            <a:xfrm>
              <a:off x="4092" y="2752"/>
              <a:ext cx="6219" cy="1410"/>
            </a:xfrm>
            <a:custGeom>
              <a:avLst/>
              <a:gdLst/>
              <a:ahLst/>
              <a:cxnLst/>
              <a:rect l="l" t="t" r="r" b="b"/>
              <a:pathLst>
                <a:path w="4817937" h="2503768">
                  <a:moveTo>
                    <a:pt x="1251884" y="0"/>
                  </a:moveTo>
                  <a:lnTo>
                    <a:pt x="2605834" y="0"/>
                  </a:lnTo>
                  <a:lnTo>
                    <a:pt x="2966300" y="407993"/>
                  </a:lnTo>
                  <a:lnTo>
                    <a:pt x="1308044" y="407993"/>
                  </a:lnTo>
                  <a:cubicBezTo>
                    <a:pt x="834829" y="407993"/>
                    <a:pt x="451212" y="791610"/>
                    <a:pt x="451212" y="1264825"/>
                  </a:cubicBezTo>
                  <a:cubicBezTo>
                    <a:pt x="451212" y="1738039"/>
                    <a:pt x="834829" y="2121656"/>
                    <a:pt x="1308044" y="2121656"/>
                  </a:cubicBezTo>
                  <a:lnTo>
                    <a:pt x="4346196" y="2121657"/>
                  </a:lnTo>
                  <a:cubicBezTo>
                    <a:pt x="4388767" y="2121657"/>
                    <a:pt x="4430613" y="2118552"/>
                    <a:pt x="4471365" y="2111500"/>
                  </a:cubicBezTo>
                  <a:lnTo>
                    <a:pt x="4817937" y="2503768"/>
                  </a:lnTo>
                  <a:lnTo>
                    <a:pt x="1251884" y="2503768"/>
                  </a:lnTo>
                  <a:cubicBezTo>
                    <a:pt x="560488" y="2503768"/>
                    <a:pt x="0" y="1943281"/>
                    <a:pt x="0" y="1251884"/>
                  </a:cubicBezTo>
                  <a:cubicBezTo>
                    <a:pt x="0" y="560488"/>
                    <a:pt x="560488" y="0"/>
                    <a:pt x="1251884" y="0"/>
                  </a:cubicBezTo>
                  <a:close/>
                </a:path>
              </a:pathLst>
            </a:custGeom>
            <a:solidFill>
              <a:srgbClr val="00B0F0"/>
            </a:solidFill>
            <a:ln w="38100" cap="flat" cmpd="sng" algn="ctr">
              <a:noFill/>
              <a:prstDash val="solid"/>
            </a:ln>
            <a:effectLst/>
          </p:spPr>
          <p:txBody>
            <a:bodyPr rot="0" spcFirstLastPara="0" vertOverflow="overflow" horzOverflow="overflow" vert="horz" wrap="square" lIns="1368000" tIns="34290" rIns="1296000" bIns="34290" numCol="1" spcCol="0" rtlCol="0" fromWordArt="0" anchor="ctr" anchorCtr="0" forceAA="0" compatLnSpc="1">
              <a:normAutofit/>
            </a:bodyPr>
            <a:lstStyle/>
            <a:p>
              <a:pPr>
                <a:lnSpc>
                  <a:spcPct val="130000"/>
                </a:lnSpc>
                <a:defRPr/>
              </a:pPr>
              <a:endParaRPr lang="zh-CN" altLang="en-US" sz="1600" kern="0" dirty="0">
                <a:latin typeface="幼圆" panose="02010509060101010101" pitchFamily="49" charset="-122"/>
                <a:ea typeface="幼圆" panose="02010509060101010101" pitchFamily="49" charset="-122"/>
              </a:endParaRPr>
            </a:p>
          </p:txBody>
        </p:sp>
        <p:sp>
          <p:nvSpPr>
            <p:cNvPr id="12" name="MH_Other_1"/>
            <p:cNvSpPr/>
            <p:nvPr>
              <p:custDataLst>
                <p:tags r:id="rId4"/>
              </p:custDataLst>
            </p:nvPr>
          </p:nvSpPr>
          <p:spPr>
            <a:xfrm>
              <a:off x="4866" y="3087"/>
              <a:ext cx="1019" cy="771"/>
            </a:xfrm>
            <a:prstGeom prst="ellipse">
              <a:avLst/>
            </a:prstGeom>
            <a:solidFill>
              <a:srgbClr val="00B0F0"/>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noAutofit/>
            </a:bodyPr>
            <a:lstStyle/>
            <a:p>
              <a:pPr algn="ctr">
                <a:defRPr/>
              </a:pPr>
              <a:r>
                <a:rPr lang="en-US" sz="2000" b="1" kern="0" dirty="0" smtClean="0">
                  <a:solidFill>
                    <a:srgbClr val="FFFFFF"/>
                  </a:solidFill>
                  <a:latin typeface="Arial Rounded MT Bold" panose="020F0704030504030204" pitchFamily="34" charset="0"/>
                </a:rPr>
                <a:t>A</a:t>
              </a:r>
              <a:endParaRPr lang="en-US" sz="2000" b="1" kern="0" dirty="0">
                <a:solidFill>
                  <a:srgbClr val="FFFFFF"/>
                </a:solidFill>
                <a:latin typeface="Arial Rounded MT Bold" panose="020F0704030504030204" pitchFamily="34" charset="0"/>
              </a:endParaRPr>
            </a:p>
          </p:txBody>
        </p:sp>
        <p:sp>
          <p:nvSpPr>
            <p:cNvPr id="13" name="MH_Other_2"/>
            <p:cNvSpPr/>
            <p:nvPr>
              <p:custDataLst>
                <p:tags r:id="rId5"/>
              </p:custDataLst>
            </p:nvPr>
          </p:nvSpPr>
          <p:spPr>
            <a:xfrm>
              <a:off x="12488" y="3045"/>
              <a:ext cx="1171" cy="771"/>
            </a:xfrm>
            <a:prstGeom prst="ellipse">
              <a:avLst/>
            </a:prstGeom>
            <a:solidFill>
              <a:schemeClr val="accent6">
                <a:lumMod val="75000"/>
              </a:schemeClr>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noAutofit/>
            </a:bodyPr>
            <a:lstStyle/>
            <a:p>
              <a:pPr algn="ctr">
                <a:defRPr/>
              </a:pPr>
              <a:r>
                <a:rPr lang="en-US" sz="2000" b="1" kern="0" dirty="0" smtClean="0">
                  <a:solidFill>
                    <a:srgbClr val="FFFFFF"/>
                  </a:solidFill>
                  <a:latin typeface="Arial Rounded MT Bold" panose="020F0704030504030204" pitchFamily="34" charset="0"/>
                </a:rPr>
                <a:t>B</a:t>
              </a:r>
              <a:endParaRPr lang="en-US" sz="2000" b="1" kern="0" dirty="0">
                <a:solidFill>
                  <a:srgbClr val="FFFFFF"/>
                </a:solidFill>
                <a:latin typeface="Arial Rounded MT Bold" panose="020F0704030504030204" pitchFamily="34" charset="0"/>
              </a:endParaRPr>
            </a:p>
          </p:txBody>
        </p:sp>
        <p:sp>
          <p:nvSpPr>
            <p:cNvPr id="14" name="MH_Text_2"/>
            <p:cNvSpPr txBox="1"/>
            <p:nvPr>
              <p:custDataLst>
                <p:tags r:id="rId6"/>
              </p:custDataLst>
            </p:nvPr>
          </p:nvSpPr>
          <p:spPr>
            <a:xfrm>
              <a:off x="8142" y="2723"/>
              <a:ext cx="6219" cy="1440"/>
            </a:xfrm>
            <a:custGeom>
              <a:avLst/>
              <a:gdLst>
                <a:gd name="connsiteX0" fmla="*/ 0 w 3909513"/>
                <a:gd name="connsiteY0" fmla="*/ 0 h 2031681"/>
                <a:gd name="connsiteX1" fmla="*/ 2893672 w 3909513"/>
                <a:gd name="connsiteY1" fmla="*/ 0 h 2031681"/>
                <a:gd name="connsiteX2" fmla="*/ 3909513 w 3909513"/>
                <a:gd name="connsiteY2" fmla="*/ 1015841 h 2031681"/>
                <a:gd name="connsiteX3" fmla="*/ 2893672 w 3909513"/>
                <a:gd name="connsiteY3" fmla="*/ 2031681 h 2031681"/>
                <a:gd name="connsiteX4" fmla="*/ 1795010 w 3909513"/>
                <a:gd name="connsiteY4" fmla="*/ 2031681 h 2031681"/>
                <a:gd name="connsiteX5" fmla="*/ 1502510 w 3909513"/>
                <a:gd name="connsiteY5" fmla="*/ 1700616 h 2031681"/>
                <a:gd name="connsiteX6" fmla="*/ 2848101 w 3909513"/>
                <a:gd name="connsiteY6" fmla="*/ 1700616 h 2031681"/>
                <a:gd name="connsiteX7" fmla="*/ 3543377 w 3909513"/>
                <a:gd name="connsiteY7" fmla="*/ 1005340 h 2031681"/>
                <a:gd name="connsiteX8" fmla="*/ 2848101 w 3909513"/>
                <a:gd name="connsiteY8" fmla="*/ 310065 h 2031681"/>
                <a:gd name="connsiteX9" fmla="*/ 382794 w 3909513"/>
                <a:gd name="connsiteY9" fmla="*/ 310064 h 2031681"/>
                <a:gd name="connsiteX10" fmla="*/ 281226 w 3909513"/>
                <a:gd name="connsiteY10" fmla="*/ 318306 h 2031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9513" h="2031681">
                  <a:moveTo>
                    <a:pt x="0" y="0"/>
                  </a:moveTo>
                  <a:lnTo>
                    <a:pt x="2893672" y="0"/>
                  </a:lnTo>
                  <a:cubicBezTo>
                    <a:pt x="3454705" y="0"/>
                    <a:pt x="3909513" y="454807"/>
                    <a:pt x="3909513" y="1015841"/>
                  </a:cubicBezTo>
                  <a:cubicBezTo>
                    <a:pt x="3909513" y="1576874"/>
                    <a:pt x="3454705" y="2031681"/>
                    <a:pt x="2893672" y="2031681"/>
                  </a:cubicBezTo>
                  <a:lnTo>
                    <a:pt x="1795010" y="2031681"/>
                  </a:lnTo>
                  <a:lnTo>
                    <a:pt x="1502510" y="1700616"/>
                  </a:lnTo>
                  <a:lnTo>
                    <a:pt x="2848101" y="1700616"/>
                  </a:lnTo>
                  <a:cubicBezTo>
                    <a:pt x="3232092" y="1700616"/>
                    <a:pt x="3543377" y="1389330"/>
                    <a:pt x="3543377" y="1005340"/>
                  </a:cubicBezTo>
                  <a:cubicBezTo>
                    <a:pt x="3543377" y="621351"/>
                    <a:pt x="3232092" y="310065"/>
                    <a:pt x="2848101" y="310065"/>
                  </a:cubicBezTo>
                  <a:lnTo>
                    <a:pt x="382794" y="310064"/>
                  </a:lnTo>
                  <a:cubicBezTo>
                    <a:pt x="348250" y="310064"/>
                    <a:pt x="314294" y="312583"/>
                    <a:pt x="281226" y="318306"/>
                  </a:cubicBezTo>
                  <a:close/>
                </a:path>
              </a:pathLst>
            </a:custGeom>
            <a:solidFill>
              <a:schemeClr val="accent6">
                <a:lumMod val="75000"/>
              </a:schemeClr>
            </a:solidFill>
            <a:ln>
              <a:noFill/>
            </a:ln>
            <a:effectLst/>
          </p:spPr>
          <p:txBody>
            <a:bodyPr rot="0" spcFirstLastPara="0" vertOverflow="overflow" horzOverflow="overflow" vert="horz" wrap="square" lIns="1368000" tIns="45720" rIns="1368000" bIns="45720" numCol="1" spcCol="0" rtlCol="0" fromWordArt="0" anchor="ctr" anchorCtr="0" forceAA="0" compatLnSpc="1">
              <a:normAutofit/>
            </a:bodyPr>
            <a:lstStyle/>
            <a:p>
              <a:pPr lvl="0" algn="r">
                <a:lnSpc>
                  <a:spcPct val="130000"/>
                </a:lnSpc>
                <a:defRPr/>
              </a:pPr>
              <a:endParaRPr lang="zh-CN" altLang="en-US" sz="1600" kern="0" dirty="0">
                <a:latin typeface="幼圆" panose="02010509060101010101" pitchFamily="49" charset="-122"/>
                <a:ea typeface="幼圆" panose="02010509060101010101" pitchFamily="49" charset="-122"/>
                <a:cs typeface="Arial" panose="020B0604020202020204" pitchFamily="34" charset="0"/>
              </a:endParaRPr>
            </a:p>
          </p:txBody>
        </p:sp>
        <p:sp>
          <p:nvSpPr>
            <p:cNvPr id="9" name="TextBox 8"/>
            <p:cNvSpPr txBox="1"/>
            <p:nvPr/>
          </p:nvSpPr>
          <p:spPr>
            <a:xfrm>
              <a:off x="6295" y="2945"/>
              <a:ext cx="3931" cy="1038"/>
            </a:xfrm>
            <a:prstGeom prst="rect">
              <a:avLst/>
            </a:prstGeom>
            <a:noFill/>
          </p:spPr>
          <p:txBody>
            <a:bodyPr wrap="square" rtlCol="0">
              <a:spAutoFit/>
            </a:bodyPr>
            <a:lstStyle/>
            <a:p>
              <a:r>
                <a:rPr lang="zh-CN" altLang="en-US" b="1" dirty="0" smtClean="0">
                  <a:solidFill>
                    <a:srgbClr val="00B0F0"/>
                  </a:solidFill>
                  <a:latin typeface="微软雅黑" panose="020B0503020204020204" charset="-122"/>
                  <a:ea typeface="微软雅黑" panose="020B0503020204020204" charset="-122"/>
                </a:rPr>
                <a:t>基于线程的</a:t>
              </a:r>
            </a:p>
            <a:p>
              <a:r>
                <a:rPr lang="zh-CN" altLang="en-US" b="1" dirty="0" smtClean="0">
                  <a:solidFill>
                    <a:srgbClr val="00B0F0"/>
                  </a:solidFill>
                  <a:latin typeface="微软雅黑" panose="020B0503020204020204" charset="-122"/>
                  <a:ea typeface="微软雅黑" panose="020B0503020204020204" charset="-122"/>
                </a:rPr>
                <a:t>集成测试</a:t>
              </a:r>
            </a:p>
          </p:txBody>
        </p:sp>
        <p:sp>
          <p:nvSpPr>
            <p:cNvPr id="10" name="TextBox 9"/>
            <p:cNvSpPr txBox="1"/>
            <p:nvPr/>
          </p:nvSpPr>
          <p:spPr>
            <a:xfrm>
              <a:off x="10040" y="2954"/>
              <a:ext cx="2429" cy="1038"/>
            </a:xfrm>
            <a:prstGeom prst="rect">
              <a:avLst/>
            </a:prstGeom>
            <a:noFill/>
          </p:spPr>
          <p:txBody>
            <a:bodyPr wrap="square" rtlCol="0">
              <a:spAutoFit/>
            </a:bodyPr>
            <a:lstStyle/>
            <a:p>
              <a:pPr algn="l"/>
              <a:r>
                <a:rPr lang="zh-CN" altLang="en-US" b="1" dirty="0" smtClean="0">
                  <a:solidFill>
                    <a:schemeClr val="accent6">
                      <a:lumMod val="75000"/>
                    </a:schemeClr>
                  </a:solidFill>
                  <a:latin typeface="微软雅黑" panose="020B0503020204020204" charset="-122"/>
                  <a:ea typeface="微软雅黑" panose="020B0503020204020204" charset="-122"/>
                </a:rPr>
                <a:t>基于使用的</a:t>
              </a:r>
            </a:p>
            <a:p>
              <a:pPr algn="l"/>
              <a:r>
                <a:rPr lang="zh-CN" altLang="en-US" b="1" dirty="0" smtClean="0">
                  <a:solidFill>
                    <a:schemeClr val="accent6">
                      <a:lumMod val="75000"/>
                    </a:schemeClr>
                  </a:solidFill>
                  <a:latin typeface="微软雅黑" panose="020B0503020204020204" charset="-122"/>
                  <a:ea typeface="微软雅黑" panose="020B0503020204020204" charset="-122"/>
                </a:rPr>
                <a:t>集成测试</a:t>
              </a:r>
            </a:p>
          </p:txBody>
        </p:sp>
        <p:sp>
          <p:nvSpPr>
            <p:cNvPr id="15" name="MH_Text_1"/>
            <p:cNvSpPr txBox="1"/>
            <p:nvPr>
              <p:custDataLst>
                <p:tags r:id="rId7"/>
              </p:custDataLst>
            </p:nvPr>
          </p:nvSpPr>
          <p:spPr>
            <a:xfrm>
              <a:off x="2175" y="4810"/>
              <a:ext cx="6921" cy="2930"/>
            </a:xfrm>
            <a:prstGeom prst="rect">
              <a:avLst/>
            </a:prstGeom>
            <a:noFill/>
          </p:spPr>
          <p:txBody>
            <a:bodyPr>
              <a:noAutofit/>
            </a:bodyPr>
            <a:lstStyle>
              <a:defPPr>
                <a:defRPr lang="zh-CN"/>
              </a:defPPr>
              <a:lvl1pPr marR="0" lvl="0" indent="0" defTabSz="-635" fontAlgn="auto">
                <a:lnSpc>
                  <a:spcPct val="130000"/>
                </a:lnSpc>
                <a:spcBef>
                  <a:spcPts val="0"/>
                </a:spcBef>
                <a:spcAft>
                  <a:spcPts val="0"/>
                </a:spcAft>
                <a:buClrTx/>
                <a:buSzTx/>
                <a:buFontTx/>
                <a:buNone/>
                <a:defRPr kumimoji="0" sz="1200" b="0" i="0" u="none" strike="noStrike" kern="0" cap="none" spc="0" normalizeH="0" baseline="0">
                  <a:ln>
                    <a:noFill/>
                  </a:ln>
                  <a:solidFill>
                    <a:sysClr val="window" lastClr="FFFFFF">
                      <a:lumMod val="50000"/>
                    </a:sysClr>
                  </a:solidFill>
                  <a:effectLst/>
                  <a:uLnTx/>
                  <a:uFillTx/>
                  <a:latin typeface="微软雅黑" panose="020B0503020204020204" charset="-122"/>
                  <a:ea typeface="微软雅黑" panose="020B0503020204020204" charset="-122"/>
                </a:defRPr>
              </a:lvl1pPr>
            </a:lstStyle>
            <a:p>
              <a:r>
                <a:rPr lang="zh-CN" altLang="en-US" sz="1600" dirty="0" smtClean="0">
                  <a:solidFill>
                    <a:schemeClr val="tx1"/>
                  </a:solidFill>
                </a:rPr>
                <a:t>       这种策略集成响应系统的一个输入或事件所需要的一组类，每个线程被单独地集成和测试，使用回归测试以保证集成后没有产生副作用。</a:t>
              </a:r>
              <a:r>
                <a:rPr lang="zh-CN" altLang="en-US" sz="1600" dirty="0" smtClean="0">
                  <a:solidFill>
                    <a:srgbClr val="0070C0"/>
                  </a:solidFill>
                </a:rPr>
                <a:t>基于线程的集成测试是一个重要策略。线程是对一个输入或事件做出反应的类集合。</a:t>
              </a:r>
            </a:p>
          </p:txBody>
        </p:sp>
        <p:sp>
          <p:nvSpPr>
            <p:cNvPr id="16" name="MH_Other_1"/>
            <p:cNvSpPr/>
            <p:nvPr>
              <p:custDataLst>
                <p:tags r:id="rId8"/>
              </p:custDataLst>
            </p:nvPr>
          </p:nvSpPr>
          <p:spPr>
            <a:xfrm rot="5400000">
              <a:off x="2517" y="4153"/>
              <a:ext cx="455" cy="913"/>
            </a:xfrm>
            <a:prstGeom prst="corner">
              <a:avLst>
                <a:gd name="adj1" fmla="val 22649"/>
                <a:gd name="adj2" fmla="val 20696"/>
              </a:avLst>
            </a:prstGeom>
            <a:solidFill>
              <a:srgbClr val="00B0F0"/>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srgbClr val="FFFFFF"/>
                </a:solidFill>
                <a:latin typeface="Calibri" panose="020F0502020204030204"/>
                <a:ea typeface="幼圆" panose="02010509060101010101" pitchFamily="49" charset="-122"/>
              </a:endParaRPr>
            </a:p>
          </p:txBody>
        </p:sp>
        <p:sp>
          <p:nvSpPr>
            <p:cNvPr id="19" name="MH_Text_2"/>
            <p:cNvSpPr txBox="1">
              <a:spLocks noChangeArrowheads="1"/>
            </p:cNvSpPr>
            <p:nvPr>
              <p:custDataLst>
                <p:tags r:id="rId9"/>
              </p:custDataLst>
            </p:nvPr>
          </p:nvSpPr>
          <p:spPr bwMode="auto">
            <a:xfrm>
              <a:off x="9374" y="4837"/>
              <a:ext cx="7977" cy="29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just" fontAlgn="auto">
                <a:lnSpc>
                  <a:spcPct val="130000"/>
                </a:lnSpc>
                <a:spcAft>
                  <a:spcPts val="600"/>
                </a:spcAft>
                <a:defRPr/>
              </a:pPr>
              <a:r>
                <a:rPr lang="zh-CN" altLang="en-US" sz="1600" dirty="0" smtClean="0">
                  <a:latin typeface="微软雅黑" panose="020B0503020204020204" charset="-122"/>
                  <a:ea typeface="微软雅黑" panose="020B0503020204020204" charset="-122"/>
                </a:rPr>
                <a:t>      这种策略首先测试几乎不使用服务器类的那些类（称为独立类），把独立类都测试完之后，接下来再测试使用独立类的下一个层次的类（称为依赖类），对依赖类的测试要一个层次一个层次地持续进行下去，直到构造出整个软件系统。送消息相互联系。</a:t>
              </a:r>
              <a:r>
                <a:rPr lang="zh-CN" altLang="en-US" sz="1600" dirty="0" smtClean="0">
                  <a:solidFill>
                    <a:schemeClr val="accent6">
                      <a:lumMod val="50000"/>
                    </a:schemeClr>
                  </a:solidFill>
                  <a:latin typeface="微软雅黑" panose="020B0503020204020204" charset="-122"/>
                  <a:ea typeface="微软雅黑" panose="020B0503020204020204" charset="-122"/>
                </a:rPr>
                <a:t>基于使用的集成测试侧重于那些不与其他类进行频繁协作的类。</a:t>
              </a:r>
            </a:p>
          </p:txBody>
        </p:sp>
        <p:sp>
          <p:nvSpPr>
            <p:cNvPr id="20" name="MH_Other_3"/>
            <p:cNvSpPr/>
            <p:nvPr>
              <p:custDataLst>
                <p:tags r:id="rId10"/>
              </p:custDataLst>
            </p:nvPr>
          </p:nvSpPr>
          <p:spPr>
            <a:xfrm rot="5400000">
              <a:off x="9463" y="4288"/>
              <a:ext cx="455" cy="910"/>
            </a:xfrm>
            <a:prstGeom prst="corner">
              <a:avLst>
                <a:gd name="adj1" fmla="val 22649"/>
                <a:gd name="adj2" fmla="val 20696"/>
              </a:avLst>
            </a:prstGeom>
            <a:solidFill>
              <a:schemeClr val="accent6">
                <a:lumMod val="75000"/>
              </a:scheme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srgbClr val="FFFFFF"/>
                </a:solidFill>
                <a:latin typeface="Calibri" panose="020F0502020204030204"/>
                <a:ea typeface="幼圆" panose="02010509060101010101" pitchFamily="49" charset="-122"/>
              </a:endParaRPr>
            </a:p>
          </p:txBody>
        </p:sp>
        <p:cxnSp>
          <p:nvCxnSpPr>
            <p:cNvPr id="23" name="MH_Other_5"/>
            <p:cNvCxnSpPr/>
            <p:nvPr>
              <p:custDataLst>
                <p:tags r:id="rId11"/>
              </p:custDataLst>
            </p:nvPr>
          </p:nvCxnSpPr>
          <p:spPr>
            <a:xfrm rot="5400000">
              <a:off x="6385" y="6830"/>
              <a:ext cx="5015" cy="3"/>
            </a:xfrm>
            <a:prstGeom prst="line">
              <a:avLst/>
            </a:prstGeom>
            <a:noFill/>
            <a:ln w="38100" cap="flat" cmpd="sng" algn="ctr">
              <a:solidFill>
                <a:schemeClr val="bg1">
                  <a:lumMod val="85000"/>
                </a:schemeClr>
              </a:solidFill>
              <a:prstDash val="solid"/>
              <a:miter lim="800000"/>
            </a:ln>
            <a:effectLst/>
          </p:spPr>
        </p:cxnSp>
      </p:grpSp>
      <p:sp>
        <p:nvSpPr>
          <p:cNvPr id="17" name="文本框 18"/>
          <p:cNvSpPr txBox="1">
            <a:spLocks noChangeArrowheads="1"/>
          </p:cNvSpPr>
          <p:nvPr>
            <p:custDataLst>
              <p:tags r:id="rId2"/>
            </p:custDataLst>
          </p:nvPr>
        </p:nvSpPr>
        <p:spPr bwMode="auto">
          <a:xfrm>
            <a:off x="994002" y="2060812"/>
            <a:ext cx="3441519" cy="5348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spcBef>
                <a:spcPct val="0"/>
              </a:spcBef>
              <a:buNone/>
            </a:pPr>
            <a:r>
              <a:rPr lang="en-US" altLang="en-US" sz="2100" b="1" dirty="0" smtClean="0">
                <a:latin typeface="微软雅黑" pitchFamily="34" charset="-122"/>
                <a:ea typeface="微软雅黑" pitchFamily="34" charset="-122"/>
              </a:rPr>
              <a:t>3</a:t>
            </a:r>
            <a:r>
              <a:rPr lang="zh-CN" altLang="en-US" sz="2100" b="1" dirty="0" smtClean="0">
                <a:latin typeface="微软雅黑" pitchFamily="34" charset="-122"/>
                <a:ea typeface="微软雅黑" pitchFamily="34" charset="-122"/>
              </a:rPr>
              <a:t>．面向对象的集成测试</a:t>
            </a:r>
          </a:p>
        </p:txBody>
      </p:sp>
    </p:spTree>
    <p:custDataLst>
      <p:tags r:id="rId1"/>
    </p:custDataLst>
  </p:cSld>
  <p:clrMapOvr>
    <a:masterClrMapping/>
  </p:clrMapOvr>
  <p:transition>
    <p:wheel spokes="1"/>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7.4</a:t>
            </a:r>
            <a:r>
              <a:rPr lang="en-US" altLang="zh-CN" sz="2400" dirty="0" smtClean="0">
                <a:solidFill>
                  <a:schemeClr val="tx1"/>
                </a:solidFill>
              </a:rPr>
              <a:t>.1</a:t>
            </a:r>
            <a:r>
              <a:rPr lang="en-US" sz="2400" dirty="0" smtClean="0">
                <a:solidFill>
                  <a:schemeClr val="tx1"/>
                </a:solidFill>
              </a:rPr>
              <a:t> </a:t>
            </a:r>
            <a:r>
              <a:rPr lang="zh-CN" altLang="en-US" sz="2400" dirty="0" smtClean="0">
                <a:solidFill>
                  <a:schemeClr val="tx1"/>
                </a:solidFill>
              </a:rPr>
              <a:t>面向对象测试策略</a:t>
            </a:r>
          </a:p>
        </p:txBody>
      </p:sp>
      <p:grpSp>
        <p:nvGrpSpPr>
          <p:cNvPr id="4" name="组合 3"/>
          <p:cNvGrpSpPr/>
          <p:nvPr/>
        </p:nvGrpSpPr>
        <p:grpSpPr>
          <a:xfrm>
            <a:off x="501650" y="2308860"/>
            <a:ext cx="11196320" cy="3380740"/>
            <a:chOff x="94" y="3588"/>
            <a:chExt cx="17632" cy="5324"/>
          </a:xfrm>
        </p:grpSpPr>
        <p:pic>
          <p:nvPicPr>
            <p:cNvPr id="5" name="图片 4"/>
            <p:cNvPicPr>
              <a:picLocks noChangeAspect="1"/>
            </p:cNvPicPr>
            <p:nvPr/>
          </p:nvPicPr>
          <p:blipFill>
            <a:blip r:embed="rId4" cstate="print"/>
            <a:stretch>
              <a:fillRect/>
            </a:stretch>
          </p:blipFill>
          <p:spPr>
            <a:xfrm>
              <a:off x="94" y="3588"/>
              <a:ext cx="7859" cy="5174"/>
            </a:xfrm>
            <a:prstGeom prst="rect">
              <a:avLst/>
            </a:prstGeom>
          </p:spPr>
        </p:pic>
        <p:sp>
          <p:nvSpPr>
            <p:cNvPr id="134" name=" 134"/>
            <p:cNvSpPr/>
            <p:nvPr/>
          </p:nvSpPr>
          <p:spPr>
            <a:xfrm>
              <a:off x="7938" y="5411"/>
              <a:ext cx="2125" cy="2876"/>
            </a:xfrm>
            <a:custGeom>
              <a:avLst/>
              <a:gdLst>
                <a:gd name="connsiteX0" fmla="*/ 1720704 w 1721074"/>
                <a:gd name="connsiteY0" fmla="*/ 0 h 1180530"/>
                <a:gd name="connsiteX1" fmla="*/ 1721074 w 1721074"/>
                <a:gd name="connsiteY1" fmla="*/ 328961 h 1180530"/>
                <a:gd name="connsiteX2" fmla="*/ 1609393 w 1721074"/>
                <a:gd name="connsiteY2" fmla="*/ 253106 h 1180530"/>
                <a:gd name="connsiteX3" fmla="*/ 1153934 w 1721074"/>
                <a:gd name="connsiteY3" fmla="*/ 933995 h 1180530"/>
                <a:gd name="connsiteX4" fmla="*/ 899597 w 1721074"/>
                <a:gd name="connsiteY4" fmla="*/ 519521 h 1180530"/>
                <a:gd name="connsiteX5" fmla="*/ 532223 w 1721074"/>
                <a:gd name="connsiteY5" fmla="*/ 1009354 h 1180530"/>
                <a:gd name="connsiteX6" fmla="*/ 292016 w 1721074"/>
                <a:gd name="connsiteY6" fmla="*/ 792697 h 1180530"/>
                <a:gd name="connsiteX7" fmla="*/ 0 w 1721074"/>
                <a:gd name="connsiteY7" fmla="*/ 1180530 h 1180530"/>
                <a:gd name="connsiteX8" fmla="*/ 0 w 1721074"/>
                <a:gd name="connsiteY8" fmla="*/ 996382 h 1180530"/>
                <a:gd name="connsiteX9" fmla="*/ 277886 w 1721074"/>
                <a:gd name="connsiteY9" fmla="*/ 613720 h 1180530"/>
                <a:gd name="connsiteX10" fmla="*/ 503963 w 1721074"/>
                <a:gd name="connsiteY10" fmla="*/ 839796 h 1180530"/>
                <a:gd name="connsiteX11" fmla="*/ 923147 w 1721074"/>
                <a:gd name="connsiteY11" fmla="*/ 316994 h 1180530"/>
                <a:gd name="connsiteX12" fmla="*/ 1158644 w 1721074"/>
                <a:gd name="connsiteY12" fmla="*/ 731468 h 1180530"/>
                <a:gd name="connsiteX13" fmla="*/ 1529274 w 1721074"/>
                <a:gd name="connsiteY13" fmla="*/ 198688 h 1180530"/>
                <a:gd name="connsiteX14" fmla="*/ 1414772 w 1721074"/>
                <a:gd name="connsiteY14" fmla="*/ 120917 h 118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21074" h="1180530">
                  <a:moveTo>
                    <a:pt x="1720704" y="0"/>
                  </a:moveTo>
                  <a:lnTo>
                    <a:pt x="1721074" y="328961"/>
                  </a:lnTo>
                  <a:lnTo>
                    <a:pt x="1609393" y="253106"/>
                  </a:lnTo>
                  <a:lnTo>
                    <a:pt x="1153934" y="933995"/>
                  </a:lnTo>
                  <a:lnTo>
                    <a:pt x="899597" y="519521"/>
                  </a:lnTo>
                  <a:lnTo>
                    <a:pt x="532223" y="1009354"/>
                  </a:lnTo>
                  <a:lnTo>
                    <a:pt x="292016" y="792697"/>
                  </a:lnTo>
                  <a:lnTo>
                    <a:pt x="0" y="1180530"/>
                  </a:lnTo>
                  <a:lnTo>
                    <a:pt x="0" y="996382"/>
                  </a:lnTo>
                  <a:lnTo>
                    <a:pt x="277886" y="613720"/>
                  </a:lnTo>
                  <a:lnTo>
                    <a:pt x="503963" y="839796"/>
                  </a:lnTo>
                  <a:lnTo>
                    <a:pt x="923147" y="316994"/>
                  </a:lnTo>
                  <a:lnTo>
                    <a:pt x="1158644" y="731468"/>
                  </a:lnTo>
                  <a:lnTo>
                    <a:pt x="1529274" y="198688"/>
                  </a:lnTo>
                  <a:lnTo>
                    <a:pt x="1414772" y="12091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00" name="文本框 99"/>
            <p:cNvSpPr txBox="1"/>
            <p:nvPr/>
          </p:nvSpPr>
          <p:spPr>
            <a:xfrm>
              <a:off x="10055" y="3588"/>
              <a:ext cx="7671" cy="5324"/>
            </a:xfrm>
            <a:prstGeom prst="rect">
              <a:avLst/>
            </a:prstGeom>
            <a:noFill/>
            <a:ln w="9525">
              <a:solidFill>
                <a:schemeClr val="accent1"/>
              </a:solidFill>
            </a:ln>
          </p:spPr>
          <p:txBody>
            <a:bodyPr wrap="square">
              <a:spAutoFit/>
            </a:bodyPr>
            <a:lstStyle/>
            <a:p>
              <a:pPr marL="0" indent="457200" algn="l" fontAlgn="auto">
                <a:lnSpc>
                  <a:spcPct val="120000"/>
                </a:lnSpc>
              </a:pPr>
              <a:r>
                <a:rPr lang="zh-CN" altLang="en-US" b="0" u="none" dirty="0">
                  <a:latin typeface="微软雅黑" panose="020B0503020204020204" charset="-122"/>
                  <a:ea typeface="微软雅黑" panose="020B0503020204020204" charset="-122"/>
                  <a:cs typeface="宋体" panose="02010600030101010101" pitchFamily="2" charset="-122"/>
                </a:rPr>
                <a:t>在进行面向对象系统的集成测试时，驱动程序和桩程序的使用也发生变化。驱动程序可用于测试低层中的操作和整组类，也可用于代替用户界面，以便在界面实现之前就可以进行系统功能的测试。桩程序可用于需要类间的协作但其中的一个或多个协作类仍未完全实现的情况下。</a:t>
              </a:r>
            </a:p>
            <a:p>
              <a:pPr marL="0" indent="457200" algn="l" fontAlgn="auto">
                <a:lnSpc>
                  <a:spcPct val="120000"/>
                </a:lnSpc>
              </a:pPr>
              <a:r>
                <a:rPr lang="zh-CN" altLang="en-US" b="0" u="none" dirty="0">
                  <a:latin typeface="微软雅黑" panose="020B0503020204020204" charset="-122"/>
                  <a:ea typeface="微软雅黑" panose="020B0503020204020204" charset="-122"/>
                  <a:cs typeface="宋体" panose="02010600030101010101" pitchFamily="2" charset="-122"/>
                </a:rPr>
                <a:t>簇测试（Cluster testing）是面向对象软件集成测试中的一步，利用试图发现协作中的错误的测试用例来测试协作的类簇。</a:t>
              </a:r>
            </a:p>
          </p:txBody>
        </p:sp>
      </p:grpSp>
    </p:spTree>
    <p:custDataLst>
      <p:tags r:id="rId1"/>
    </p:custDataLst>
  </p:cSld>
  <p:clrMapOvr>
    <a:masterClrMapping/>
  </p:clrMapOvr>
  <p:transition>
    <p:wheel spokes="1"/>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7.4</a:t>
            </a:r>
            <a:r>
              <a:rPr lang="en-US" altLang="zh-CN" sz="2400" dirty="0" smtClean="0">
                <a:solidFill>
                  <a:schemeClr val="tx1"/>
                </a:solidFill>
              </a:rPr>
              <a:t>.1</a:t>
            </a:r>
            <a:r>
              <a:rPr lang="en-US" sz="2400" dirty="0" smtClean="0">
                <a:solidFill>
                  <a:schemeClr val="tx1"/>
                </a:solidFill>
              </a:rPr>
              <a:t> </a:t>
            </a:r>
            <a:r>
              <a:rPr lang="zh-CN" altLang="en-US" sz="2400" dirty="0" smtClean="0">
                <a:solidFill>
                  <a:schemeClr val="tx1"/>
                </a:solidFill>
              </a:rPr>
              <a:t>面向对象测试策略</a:t>
            </a:r>
          </a:p>
        </p:txBody>
      </p:sp>
      <p:grpSp>
        <p:nvGrpSpPr>
          <p:cNvPr id="5" name="组合 4"/>
          <p:cNvGrpSpPr/>
          <p:nvPr/>
        </p:nvGrpSpPr>
        <p:grpSpPr>
          <a:xfrm>
            <a:off x="15240" y="2698750"/>
            <a:ext cx="12026265" cy="3043555"/>
            <a:chOff x="0" y="2130426"/>
            <a:chExt cx="21645385" cy="3649762"/>
          </a:xfrm>
        </p:grpSpPr>
        <p:sp>
          <p:nvSpPr>
            <p:cNvPr id="6" name="MH_Other_1"/>
            <p:cNvSpPr/>
            <p:nvPr>
              <p:custDataLst>
                <p:tags r:id="rId3"/>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4"/>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5"/>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Other_4"/>
            <p:cNvSpPr>
              <a:spLocks noChangeArrowheads="1"/>
            </p:cNvSpPr>
            <p:nvPr>
              <p:custDataLst>
                <p:tags r:id="rId6"/>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7"/>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8"/>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9"/>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10"/>
              </p:custDataLst>
            </p:nvPr>
          </p:nvSpPr>
          <p:spPr bwMode="auto">
            <a:xfrm>
              <a:off x="7317989" y="2328696"/>
              <a:ext cx="13383360" cy="138633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smtClean="0">
                  <a:solidFill>
                    <a:schemeClr val="tx1"/>
                  </a:solidFill>
                  <a:latin typeface="微软雅黑" panose="020B0503020204020204" charset="-122"/>
                  <a:ea typeface="微软雅黑" panose="020B0503020204020204" charset="-122"/>
                </a:rPr>
                <a:t>面向对象的验收和确认，不再考虑类与类之间相互连接的细节问题。和传统方法的确认测试一样，主要用黑盒法，根据动态模型和描述系统行为的脚本来设计测试用例。验收要有用户参加，检验集成以后的系统是否正确地完成了预定的功能，能否满足用户的需求。在验收之前要反复进行测试，尽量避免验收时出现返工的情况。当然，在验收时发现一些问题，需要做适当的修改也是难免的。</a:t>
              </a:r>
            </a:p>
          </p:txBody>
        </p:sp>
      </p:grpSp>
      <p:sp>
        <p:nvSpPr>
          <p:cNvPr id="18" name="文本框 18"/>
          <p:cNvSpPr txBox="1">
            <a:spLocks noChangeArrowheads="1"/>
          </p:cNvSpPr>
          <p:nvPr>
            <p:custDataLst>
              <p:tags r:id="rId2"/>
            </p:custDataLst>
          </p:nvPr>
        </p:nvSpPr>
        <p:spPr bwMode="auto">
          <a:xfrm>
            <a:off x="8750481" y="2033517"/>
            <a:ext cx="3441519" cy="5348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spcBef>
                <a:spcPct val="0"/>
              </a:spcBef>
              <a:buNone/>
            </a:pPr>
            <a:r>
              <a:rPr lang="en-US" altLang="en-US" sz="2100" b="1" dirty="0" smtClean="0">
                <a:latin typeface="微软雅黑" pitchFamily="34" charset="-122"/>
                <a:ea typeface="微软雅黑" pitchFamily="34" charset="-122"/>
              </a:rPr>
              <a:t>4</a:t>
            </a:r>
            <a:r>
              <a:rPr lang="zh-CN" altLang="en-US" sz="2100" b="1" dirty="0" smtClean="0">
                <a:latin typeface="微软雅黑" pitchFamily="34" charset="-122"/>
                <a:ea typeface="微软雅黑" pitchFamily="34" charset="-122"/>
              </a:rPr>
              <a:t>．面向对象的确认测试</a:t>
            </a:r>
          </a:p>
        </p:txBody>
      </p:sp>
    </p:spTree>
    <p:custDataLst>
      <p:tags r:id="rId1"/>
    </p:custDataLst>
  </p:cSld>
  <p:clrMapOvr>
    <a:masterClrMapping/>
  </p:clrMapOvr>
  <p:transition>
    <p:wheel spokes="1"/>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7.4</a:t>
            </a:r>
            <a:r>
              <a:rPr lang="en-US" altLang="zh-CN" sz="2400" dirty="0" smtClean="0">
                <a:solidFill>
                  <a:schemeClr val="tx1"/>
                </a:solidFill>
              </a:rPr>
              <a:t>.1</a:t>
            </a:r>
            <a:r>
              <a:rPr lang="en-US" sz="2400" dirty="0" smtClean="0">
                <a:solidFill>
                  <a:schemeClr val="tx1"/>
                </a:solidFill>
              </a:rPr>
              <a:t> </a:t>
            </a:r>
            <a:r>
              <a:rPr lang="zh-CN" altLang="en-US" sz="2400" dirty="0" smtClean="0">
                <a:solidFill>
                  <a:schemeClr val="tx1"/>
                </a:solidFill>
              </a:rPr>
              <a:t>面向对象测试策略</a:t>
            </a:r>
          </a:p>
        </p:txBody>
      </p:sp>
      <p:grpSp>
        <p:nvGrpSpPr>
          <p:cNvPr id="5" name="组合 4"/>
          <p:cNvGrpSpPr/>
          <p:nvPr/>
        </p:nvGrpSpPr>
        <p:grpSpPr>
          <a:xfrm>
            <a:off x="15240" y="2698750"/>
            <a:ext cx="12026265" cy="3043555"/>
            <a:chOff x="0" y="2130426"/>
            <a:chExt cx="21645385" cy="3649762"/>
          </a:xfrm>
        </p:grpSpPr>
        <p:sp>
          <p:nvSpPr>
            <p:cNvPr id="6" name="MH_Other_1"/>
            <p:cNvSpPr/>
            <p:nvPr>
              <p:custDataLst>
                <p:tags r:id="rId3"/>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4"/>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5"/>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Other_4"/>
            <p:cNvSpPr>
              <a:spLocks noChangeArrowheads="1"/>
            </p:cNvSpPr>
            <p:nvPr>
              <p:custDataLst>
                <p:tags r:id="rId6"/>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7"/>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8"/>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9"/>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10"/>
              </p:custDataLst>
            </p:nvPr>
          </p:nvSpPr>
          <p:spPr bwMode="auto">
            <a:xfrm>
              <a:off x="7317989" y="2475993"/>
              <a:ext cx="13383360" cy="138633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a:lnSpc>
                  <a:spcPct val="120000"/>
                </a:lnSpc>
              </a:pPr>
              <a:r>
                <a:rPr lang="zh-CN" altLang="en-US" dirty="0" smtClean="0">
                  <a:solidFill>
                    <a:schemeClr val="tx1"/>
                  </a:solidFill>
                  <a:latin typeface="微软雅黑" panose="020B0503020204020204" charset="-122"/>
                  <a:ea typeface="微软雅黑" panose="020B0503020204020204" charset="-122"/>
                </a:rPr>
                <a:t>       确认测试始于集成测试的结束，那时已测试完单个构件，软件已组装成完整的软件包，且接口的错误已被发现和改正。在确认测试或者系统测试时，由于不再考虑类和类之间实现的细节，因此与传统软件的确认测试基本上没有什么区别，测试内容主要集中在用户可见的操作和用户可识别的系统输出上。为了设计确认测试用例，测试设计人员应该认真研究动态模型和描述系统行为的脚本，构造出有效的测试用例，以确定最可能发现用户需求错误的情景。</a:t>
              </a:r>
            </a:p>
          </p:txBody>
        </p:sp>
      </p:grpSp>
      <p:sp>
        <p:nvSpPr>
          <p:cNvPr id="18" name="文本框 18"/>
          <p:cNvSpPr txBox="1">
            <a:spLocks noChangeArrowheads="1"/>
          </p:cNvSpPr>
          <p:nvPr>
            <p:custDataLst>
              <p:tags r:id="rId2"/>
            </p:custDataLst>
          </p:nvPr>
        </p:nvSpPr>
        <p:spPr bwMode="auto">
          <a:xfrm>
            <a:off x="8750481" y="2033517"/>
            <a:ext cx="3441519" cy="5348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spcBef>
                <a:spcPct val="0"/>
              </a:spcBef>
              <a:buNone/>
            </a:pPr>
            <a:r>
              <a:rPr lang="en-US" altLang="en-US" sz="2100" b="1" dirty="0" smtClean="0">
                <a:latin typeface="微软雅黑" pitchFamily="34" charset="-122"/>
                <a:ea typeface="微软雅黑" pitchFamily="34" charset="-122"/>
              </a:rPr>
              <a:t>4</a:t>
            </a:r>
            <a:r>
              <a:rPr lang="zh-CN" altLang="en-US" sz="2100" b="1" dirty="0" smtClean="0">
                <a:latin typeface="微软雅黑" pitchFamily="34" charset="-122"/>
                <a:ea typeface="微软雅黑" pitchFamily="34" charset="-122"/>
              </a:rPr>
              <a:t>．面向对象的确认测试</a:t>
            </a:r>
          </a:p>
        </p:txBody>
      </p:sp>
    </p:spTree>
    <p:custDataLst>
      <p:tags r:id="rId1"/>
    </p:custDataLst>
  </p:cSld>
  <p:clrMapOvr>
    <a:masterClrMapping/>
  </p:clrMapOvr>
  <p:transition>
    <p:wheel spokes="1"/>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7.4</a:t>
            </a:r>
            <a:r>
              <a:rPr lang="en-US" altLang="zh-CN" sz="2400" dirty="0" smtClean="0">
                <a:solidFill>
                  <a:schemeClr val="tx1"/>
                </a:solidFill>
              </a:rPr>
              <a:t>.1</a:t>
            </a:r>
            <a:r>
              <a:rPr lang="en-US" sz="2400" dirty="0" smtClean="0">
                <a:solidFill>
                  <a:schemeClr val="tx1"/>
                </a:solidFill>
              </a:rPr>
              <a:t> </a:t>
            </a:r>
            <a:r>
              <a:rPr lang="zh-CN" altLang="en-US" sz="2400" dirty="0" smtClean="0">
                <a:solidFill>
                  <a:schemeClr val="tx1"/>
                </a:solidFill>
              </a:rPr>
              <a:t>面向对象测试策略</a:t>
            </a:r>
          </a:p>
        </p:txBody>
      </p:sp>
      <p:grpSp>
        <p:nvGrpSpPr>
          <p:cNvPr id="5" name="组合 4"/>
          <p:cNvGrpSpPr/>
          <p:nvPr/>
        </p:nvGrpSpPr>
        <p:grpSpPr>
          <a:xfrm>
            <a:off x="15240" y="2698750"/>
            <a:ext cx="12026265" cy="3043555"/>
            <a:chOff x="0" y="2130426"/>
            <a:chExt cx="21645385" cy="3649762"/>
          </a:xfrm>
        </p:grpSpPr>
        <p:sp>
          <p:nvSpPr>
            <p:cNvPr id="6" name="MH_Other_1"/>
            <p:cNvSpPr/>
            <p:nvPr>
              <p:custDataLst>
                <p:tags r:id="rId3"/>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4"/>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5"/>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Other_4"/>
            <p:cNvSpPr>
              <a:spLocks noChangeArrowheads="1"/>
            </p:cNvSpPr>
            <p:nvPr>
              <p:custDataLst>
                <p:tags r:id="rId6"/>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7"/>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8"/>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9"/>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10"/>
              </p:custDataLst>
            </p:nvPr>
          </p:nvSpPr>
          <p:spPr bwMode="auto">
            <a:xfrm>
              <a:off x="7345419" y="3237139"/>
              <a:ext cx="13383360" cy="138633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smtClean="0">
                  <a:solidFill>
                    <a:schemeClr val="tx1"/>
                  </a:solidFill>
                  <a:latin typeface="微软雅黑" panose="020B0503020204020204" charset="-122"/>
                  <a:ea typeface="微软雅黑" panose="020B0503020204020204" charset="-122"/>
                </a:rPr>
                <a:t>确认测试的目的是验证所有的需求是否均被正确地实现。对发现的错误要进行归档，对软件质量问题提出改进建议。确认测试侧重于发现需求分析的错误，即发现那些对最终用户是显而易见的错误。</a:t>
              </a:r>
            </a:p>
          </p:txBody>
        </p:sp>
      </p:grpSp>
      <p:sp>
        <p:nvSpPr>
          <p:cNvPr id="18" name="文本框 18"/>
          <p:cNvSpPr txBox="1">
            <a:spLocks noChangeArrowheads="1"/>
          </p:cNvSpPr>
          <p:nvPr>
            <p:custDataLst>
              <p:tags r:id="rId2"/>
            </p:custDataLst>
          </p:nvPr>
        </p:nvSpPr>
        <p:spPr bwMode="auto">
          <a:xfrm>
            <a:off x="8750481" y="2033517"/>
            <a:ext cx="3441519" cy="5348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spcBef>
                <a:spcPct val="0"/>
              </a:spcBef>
              <a:buNone/>
            </a:pPr>
            <a:r>
              <a:rPr lang="en-US" altLang="en-US" sz="2100" b="1" dirty="0" smtClean="0">
                <a:latin typeface="微软雅黑" pitchFamily="34" charset="-122"/>
                <a:ea typeface="微软雅黑" pitchFamily="34" charset="-122"/>
              </a:rPr>
              <a:t>4</a:t>
            </a:r>
            <a:r>
              <a:rPr lang="zh-CN" altLang="en-US" sz="2100" b="1" dirty="0" smtClean="0">
                <a:latin typeface="微软雅黑" pitchFamily="34" charset="-122"/>
                <a:ea typeface="微软雅黑" pitchFamily="34" charset="-122"/>
              </a:rPr>
              <a:t>．面向对象的确认测试</a:t>
            </a:r>
          </a:p>
        </p:txBody>
      </p:sp>
    </p:spTree>
    <p:custDataLst>
      <p:tags r:id="rId1"/>
    </p:custDataLst>
  </p:cSld>
  <p:clrMapOvr>
    <a:masterClrMapping/>
  </p:clrMapOvr>
  <p:transition>
    <p:wheel spokes="1"/>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7.4</a:t>
            </a:r>
            <a:r>
              <a:rPr lang="en-US" altLang="zh-CN" sz="2400" dirty="0" smtClean="0">
                <a:solidFill>
                  <a:schemeClr val="tx1"/>
                </a:solidFill>
              </a:rPr>
              <a:t>.2</a:t>
            </a:r>
            <a:r>
              <a:rPr lang="en-US" sz="2400" dirty="0" smtClean="0">
                <a:solidFill>
                  <a:schemeClr val="tx1"/>
                </a:solidFill>
              </a:rPr>
              <a:t> </a:t>
            </a:r>
            <a:r>
              <a:rPr lang="zh-CN" altLang="en-US" sz="2400" dirty="0" smtClean="0">
                <a:solidFill>
                  <a:schemeClr val="tx1"/>
                </a:solidFill>
              </a:rPr>
              <a:t>面向对象测试步骤</a:t>
            </a:r>
          </a:p>
        </p:txBody>
      </p:sp>
      <p:grpSp>
        <p:nvGrpSpPr>
          <p:cNvPr id="18" name="组合 17"/>
          <p:cNvGrpSpPr/>
          <p:nvPr/>
        </p:nvGrpSpPr>
        <p:grpSpPr>
          <a:xfrm>
            <a:off x="754347" y="1969880"/>
            <a:ext cx="10141618" cy="4003040"/>
            <a:chOff x="1089025" y="1604963"/>
            <a:chExt cx="10141618" cy="4003040"/>
          </a:xfrm>
        </p:grpSpPr>
        <p:sp>
          <p:nvSpPr>
            <p:cNvPr id="3075" name="MH_SubTitle_1"/>
            <p:cNvSpPr>
              <a:spLocks noChangeArrowheads="1"/>
            </p:cNvSpPr>
            <p:nvPr/>
          </p:nvSpPr>
          <p:spPr bwMode="auto">
            <a:xfrm>
              <a:off x="2260600" y="1604963"/>
              <a:ext cx="4572000" cy="600075"/>
            </a:xfrm>
            <a:prstGeom prst="rect">
              <a:avLst/>
            </a:prstGeom>
            <a:noFill/>
            <a:ln w="9525">
              <a:noFill/>
              <a:miter lim="800000"/>
            </a:ln>
          </p:spPr>
          <p:txBody>
            <a:bodyPr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2000" b="1">
                  <a:solidFill>
                    <a:srgbClr val="E26664"/>
                  </a:solidFill>
                  <a:latin typeface="Arial" panose="020B0604020202020204" pitchFamily="34" charset="0"/>
                  <a:ea typeface="幼圆" panose="02010509060101010101" pitchFamily="49" charset="-122"/>
                  <a:cs typeface="Arial" panose="020B0604020202020204" pitchFamily="34" charset="0"/>
                </a:rPr>
                <a:t>制定测试计划</a:t>
              </a:r>
            </a:p>
          </p:txBody>
        </p:sp>
        <p:sp>
          <p:nvSpPr>
            <p:cNvPr id="44" name="MH_Other_1"/>
            <p:cNvSpPr/>
            <p:nvPr/>
          </p:nvSpPr>
          <p:spPr>
            <a:xfrm>
              <a:off x="2192338" y="1620838"/>
              <a:ext cx="68262" cy="1320800"/>
            </a:xfrm>
            <a:prstGeom prst="rect">
              <a:avLst/>
            </a:prstGeom>
            <a:solidFill>
              <a:srgbClr val="E26664">
                <a:lumMod val="40000"/>
                <a:lumOff val="60000"/>
              </a:srgbClr>
            </a:solidFill>
            <a:ln w="12700" cap="flat" cmpd="sng" algn="ctr">
              <a:noFill/>
              <a:prstDash val="solid"/>
              <a:miter lim="800000"/>
            </a:ln>
            <a:effectLst/>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3077" name="MH_Text_1"/>
            <p:cNvSpPr>
              <a:spLocks noChangeArrowheads="1"/>
            </p:cNvSpPr>
            <p:nvPr/>
          </p:nvSpPr>
          <p:spPr bwMode="auto">
            <a:xfrm>
              <a:off x="2260600" y="2501583"/>
              <a:ext cx="8723630" cy="31064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just" fontAlgn="auto">
                <a:lnSpc>
                  <a:spcPct val="120000"/>
                </a:lnSpc>
                <a:defRPr/>
              </a:pPr>
              <a:r>
                <a:rPr lang="en-US" altLang="zh-CN">
                  <a:solidFill>
                    <a:schemeClr val="tx1"/>
                  </a:solidFill>
                  <a:latin typeface="微软雅黑" panose="020B0503020204020204" charset="-122"/>
                  <a:ea typeface="微软雅黑" panose="020B0503020204020204" charset="-122"/>
                  <a:cs typeface="Arial" panose="020B0604020202020204" pitchFamily="34" charset="0"/>
                </a:rPr>
                <a:t>由测试设计人员根据用例模型、分析模型、设计模型、实现模型、架构描述和补充需求来制定测试计划，目的是为了规划一次迭代中的测试工作，包括描述测试策略、估计测试工作所需要的人力以及系统资源、制定测试工作的进度等。测试设计人员在制定测试计划时应该参考用例模型和补充性需求等文档来辅助制定测试进度、估算测试的工作量。</a:t>
              </a:r>
            </a:p>
            <a:p>
              <a:pPr indent="457200" algn="just" fontAlgn="auto">
                <a:lnSpc>
                  <a:spcPct val="120000"/>
                </a:lnSpc>
                <a:defRPr/>
              </a:pPr>
              <a:r>
                <a:rPr lang="en-US" altLang="zh-CN">
                  <a:solidFill>
                    <a:schemeClr val="tx1"/>
                  </a:solidFill>
                  <a:latin typeface="微软雅黑" panose="020B0503020204020204" charset="-122"/>
                  <a:ea typeface="微软雅黑" panose="020B0503020204020204" charset="-122"/>
                  <a:cs typeface="Arial" panose="020B0604020202020204" pitchFamily="34" charset="0"/>
                </a:rPr>
                <a:t>由于每个测试用例、测试规程和测试构件的开发、执行与评估都需要花费一定的成本，而系统是不可能完全被测试的。因此，一般的测试设计准则是：所设计的测试用例和测试规程能以最小的代价来测试最重要的用例，并且对风险性最大的需求进行测试。</a:t>
              </a:r>
            </a:p>
          </p:txBody>
        </p:sp>
        <p:cxnSp>
          <p:nvCxnSpPr>
            <p:cNvPr id="3" name="MH_Other_2"/>
            <p:cNvCxnSpPr>
              <a:cxnSpLocks noChangeShapeType="1"/>
            </p:cNvCxnSpPr>
            <p:nvPr/>
          </p:nvCxnSpPr>
          <p:spPr bwMode="auto">
            <a:xfrm flipV="1">
              <a:off x="2360328" y="2187148"/>
              <a:ext cx="8870315" cy="17780"/>
            </a:xfrm>
            <a:prstGeom prst="line">
              <a:avLst/>
            </a:prstGeom>
            <a:noFill/>
            <a:ln w="19050" algn="ctr">
              <a:solidFill>
                <a:srgbClr val="BFBFBF"/>
              </a:solidFill>
              <a:prstDash val="sysDash"/>
              <a:miter lim="800000"/>
            </a:ln>
          </p:spPr>
        </p:cxnSp>
        <p:sp>
          <p:nvSpPr>
            <p:cNvPr id="3079" name="MH_Other_3"/>
            <p:cNvSpPr txBox="1">
              <a:spLocks noChangeArrowheads="1"/>
            </p:cNvSpPr>
            <p:nvPr/>
          </p:nvSpPr>
          <p:spPr bwMode="auto">
            <a:xfrm>
              <a:off x="1089025" y="1638300"/>
              <a:ext cx="1104900" cy="1303338"/>
            </a:xfrm>
            <a:prstGeom prst="rect">
              <a:avLst/>
            </a:prstGeom>
            <a:noFill/>
            <a:ln w="9525">
              <a:noFill/>
              <a:miter lim="800000"/>
            </a:ln>
          </p:spPr>
          <p:txBody>
            <a:bodyPr vert="eaVert"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4800" b="1">
                  <a:solidFill>
                    <a:srgbClr val="E26664"/>
                  </a:solidFill>
                  <a:ea typeface="幼圆" panose="02010509060101010101" pitchFamily="49" charset="-122"/>
                </a:rPr>
                <a:t>01</a:t>
              </a:r>
              <a:endParaRPr lang="zh-CN" altLang="en-US" sz="4800" b="1">
                <a:solidFill>
                  <a:srgbClr val="E26664"/>
                </a:solidFill>
                <a:ea typeface="幼圆" panose="02010509060101010101" pitchFamily="49" charset="-122"/>
              </a:endParaRPr>
            </a:p>
          </p:txBody>
        </p:sp>
      </p:grpSp>
    </p:spTree>
    <p:custDataLst>
      <p:tags r:id="rId1"/>
    </p:custDataLst>
  </p:cSld>
  <p:clrMapOvr>
    <a:masterClrMapping/>
  </p:clrMapOvr>
  <p:transition>
    <p:wheel spokes="1"/>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7.4</a:t>
            </a:r>
            <a:r>
              <a:rPr lang="en-US" altLang="zh-CN" sz="2400" dirty="0" smtClean="0">
                <a:solidFill>
                  <a:schemeClr val="tx1"/>
                </a:solidFill>
              </a:rPr>
              <a:t>.2</a:t>
            </a:r>
            <a:r>
              <a:rPr lang="en-US" sz="2400" dirty="0" smtClean="0">
                <a:solidFill>
                  <a:schemeClr val="tx1"/>
                </a:solidFill>
              </a:rPr>
              <a:t> </a:t>
            </a:r>
            <a:r>
              <a:rPr lang="zh-CN" altLang="en-US" sz="2400" dirty="0" smtClean="0">
                <a:solidFill>
                  <a:schemeClr val="tx1"/>
                </a:solidFill>
              </a:rPr>
              <a:t>面向对象测试步骤</a:t>
            </a:r>
          </a:p>
        </p:txBody>
      </p:sp>
      <p:grpSp>
        <p:nvGrpSpPr>
          <p:cNvPr id="19" name="组合 18"/>
          <p:cNvGrpSpPr/>
          <p:nvPr/>
        </p:nvGrpSpPr>
        <p:grpSpPr>
          <a:xfrm>
            <a:off x="555467" y="2182336"/>
            <a:ext cx="10986293" cy="3823970"/>
            <a:chOff x="1900238" y="3073400"/>
            <a:chExt cx="10986293" cy="3823970"/>
          </a:xfrm>
        </p:grpSpPr>
        <p:sp>
          <p:nvSpPr>
            <p:cNvPr id="3080" name="MH_SubTitle_2"/>
            <p:cNvSpPr>
              <a:spLocks noChangeArrowheads="1"/>
            </p:cNvSpPr>
            <p:nvPr/>
          </p:nvSpPr>
          <p:spPr bwMode="auto">
            <a:xfrm>
              <a:off x="2705100" y="3073400"/>
              <a:ext cx="4572000" cy="600075"/>
            </a:xfrm>
            <a:prstGeom prst="rect">
              <a:avLst/>
            </a:prstGeom>
            <a:noFill/>
            <a:ln w="9525">
              <a:noFill/>
              <a:miter lim="800000"/>
            </a:ln>
          </p:spPr>
          <p:txBody>
            <a:bodyPr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2000" b="1">
                  <a:solidFill>
                    <a:srgbClr val="946A7D"/>
                  </a:solidFill>
                  <a:latin typeface="Arial" panose="020B0604020202020204" pitchFamily="34" charset="0"/>
                  <a:ea typeface="幼圆" panose="02010509060101010101" pitchFamily="49" charset="-122"/>
                  <a:cs typeface="Arial" panose="020B0604020202020204" pitchFamily="34" charset="0"/>
                </a:rPr>
                <a:t>设计测试用例</a:t>
              </a:r>
            </a:p>
          </p:txBody>
        </p:sp>
        <p:sp>
          <p:nvSpPr>
            <p:cNvPr id="49" name="MH_Other_4"/>
            <p:cNvSpPr/>
            <p:nvPr/>
          </p:nvSpPr>
          <p:spPr>
            <a:xfrm>
              <a:off x="2636838" y="3089275"/>
              <a:ext cx="68262" cy="1320800"/>
            </a:xfrm>
            <a:prstGeom prst="rect">
              <a:avLst/>
            </a:prstGeom>
            <a:solidFill>
              <a:srgbClr val="946A7D">
                <a:lumMod val="40000"/>
                <a:lumOff val="60000"/>
              </a:srgbClr>
            </a:solidFill>
            <a:ln w="12700" cap="flat" cmpd="sng" algn="ctr">
              <a:noFill/>
              <a:prstDash val="solid"/>
              <a:miter lim="800000"/>
            </a:ln>
            <a:effectLst/>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3082" name="MH_Text_2"/>
            <p:cNvSpPr>
              <a:spLocks noChangeArrowheads="1"/>
            </p:cNvSpPr>
            <p:nvPr/>
          </p:nvSpPr>
          <p:spPr bwMode="auto">
            <a:xfrm>
              <a:off x="3116263" y="3964305"/>
              <a:ext cx="9157970" cy="29330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l" fontAlgn="auto">
                <a:lnSpc>
                  <a:spcPct val="130000"/>
                </a:lnSpc>
                <a:defRPr/>
              </a:pPr>
              <a:r>
                <a:rPr lang="en-US" altLang="zh-CN">
                  <a:solidFill>
                    <a:schemeClr val="tx1"/>
                  </a:solidFill>
                  <a:latin typeface="微软雅黑" panose="020B0503020204020204" charset="-122"/>
                  <a:ea typeface="微软雅黑" panose="020B0503020204020204" charset="-122"/>
                  <a:cs typeface="Arial" panose="020B0604020202020204" pitchFamily="34" charset="0"/>
                </a:rPr>
                <a:t>传统的测试是由软件的输入、加工、输出或模块的算法细节驱动的，而面向对象测试的关键点在于设计合适的操作序列以便测试“类”的状态。由于面向对象方法的核心技术是封装、继承和多态性，这给设计面向对象软件的测试用例带来了困难。测试设计人员通常根据用例模型、分析模型、设计模型、实现模型、架构描述和测试计划，按以下步骤来设计测试用例和测试规程。</a:t>
              </a:r>
            </a:p>
          </p:txBody>
        </p:sp>
        <p:cxnSp>
          <p:nvCxnSpPr>
            <p:cNvPr id="3083" name="MH_Other_5"/>
            <p:cNvCxnSpPr>
              <a:cxnSpLocks noChangeShapeType="1"/>
            </p:cNvCxnSpPr>
            <p:nvPr/>
          </p:nvCxnSpPr>
          <p:spPr bwMode="auto">
            <a:xfrm flipV="1">
              <a:off x="2805271" y="3652044"/>
              <a:ext cx="10081260" cy="22860"/>
            </a:xfrm>
            <a:prstGeom prst="line">
              <a:avLst/>
            </a:prstGeom>
            <a:noFill/>
            <a:ln w="19050" algn="ctr">
              <a:solidFill>
                <a:srgbClr val="BFBFBF"/>
              </a:solidFill>
              <a:prstDash val="sysDash"/>
              <a:miter lim="800000"/>
            </a:ln>
          </p:spPr>
        </p:cxnSp>
        <p:sp>
          <p:nvSpPr>
            <p:cNvPr id="3084" name="MH_Other_6"/>
            <p:cNvSpPr txBox="1">
              <a:spLocks noChangeArrowheads="1"/>
            </p:cNvSpPr>
            <p:nvPr/>
          </p:nvSpPr>
          <p:spPr bwMode="auto">
            <a:xfrm>
              <a:off x="1900238" y="3108325"/>
              <a:ext cx="738187" cy="1301750"/>
            </a:xfrm>
            <a:prstGeom prst="rect">
              <a:avLst/>
            </a:prstGeom>
            <a:noFill/>
            <a:ln w="9525">
              <a:noFill/>
              <a:miter lim="800000"/>
            </a:ln>
          </p:spPr>
          <p:txBody>
            <a:bodyPr vert="eaVert"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4800" b="1">
                  <a:solidFill>
                    <a:srgbClr val="946A7D"/>
                  </a:solidFill>
                  <a:ea typeface="幼圆" panose="02010509060101010101" pitchFamily="49" charset="-122"/>
                </a:rPr>
                <a:t>02</a:t>
              </a:r>
              <a:endParaRPr lang="zh-CN" altLang="en-US" sz="4800" b="1">
                <a:solidFill>
                  <a:srgbClr val="946A7D"/>
                </a:solidFill>
                <a:ea typeface="幼圆" panose="02010509060101010101" pitchFamily="49" charset="-122"/>
              </a:endParaRPr>
            </a:p>
          </p:txBody>
        </p:sp>
      </p:grpSp>
    </p:spTree>
    <p:custDataLst>
      <p:tags r:id="rId1"/>
    </p:custDataLst>
  </p:cSld>
  <p:clrMapOvr>
    <a:masterClrMapping/>
  </p:clrMapOvr>
  <p:transition>
    <p:wheel spokes="1"/>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7.4</a:t>
            </a:r>
            <a:r>
              <a:rPr lang="en-US" altLang="zh-CN" sz="2400" dirty="0" smtClean="0">
                <a:solidFill>
                  <a:schemeClr val="tx1"/>
                </a:solidFill>
              </a:rPr>
              <a:t>.2</a:t>
            </a:r>
            <a:r>
              <a:rPr lang="en-US" sz="2400" dirty="0" smtClean="0">
                <a:solidFill>
                  <a:schemeClr val="tx1"/>
                </a:solidFill>
              </a:rPr>
              <a:t> </a:t>
            </a:r>
            <a:r>
              <a:rPr lang="zh-CN" altLang="en-US" sz="2400" dirty="0" smtClean="0">
                <a:solidFill>
                  <a:schemeClr val="tx1"/>
                </a:solidFill>
              </a:rPr>
              <a:t>面向对象测试步骤</a:t>
            </a:r>
          </a:p>
        </p:txBody>
      </p:sp>
      <p:grpSp>
        <p:nvGrpSpPr>
          <p:cNvPr id="4" name="组合 3"/>
          <p:cNvGrpSpPr/>
          <p:nvPr/>
        </p:nvGrpSpPr>
        <p:grpSpPr>
          <a:xfrm>
            <a:off x="0" y="2029460"/>
            <a:ext cx="11546205" cy="3811905"/>
            <a:chOff x="0" y="3196"/>
            <a:chExt cx="18183" cy="6003"/>
          </a:xfrm>
        </p:grpSpPr>
        <p:grpSp>
          <p:nvGrpSpPr>
            <p:cNvPr id="5" name="组合 4"/>
            <p:cNvGrpSpPr/>
            <p:nvPr/>
          </p:nvGrpSpPr>
          <p:grpSpPr>
            <a:xfrm>
              <a:off x="0" y="3196"/>
              <a:ext cx="7895" cy="1530"/>
              <a:chOff x="1" y="2565401"/>
              <a:chExt cx="5013433" cy="971723"/>
            </a:xfrm>
          </p:grpSpPr>
          <p:sp>
            <p:nvSpPr>
              <p:cNvPr id="6" name="MH_SubTitle_1"/>
              <p:cNvSpPr/>
              <p:nvPr>
                <p:custDataLst>
                  <p:tags r:id="rId3"/>
                </p:custDataLst>
              </p:nvPr>
            </p:nvSpPr>
            <p:spPr>
              <a:xfrm>
                <a:off x="1501900" y="2688644"/>
                <a:ext cx="3511534" cy="73155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设计类的测试用例</a:t>
                </a:r>
              </a:p>
            </p:txBody>
          </p:sp>
          <p:sp>
            <p:nvSpPr>
              <p:cNvPr id="7" name="MH_Other_1"/>
              <p:cNvSpPr/>
              <p:nvPr>
                <p:custDataLst>
                  <p:tags r:id="rId4"/>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a:solidFill>
                      <a:srgbClr val="FFFFFF"/>
                    </a:solidFill>
                    <a:latin typeface="Impact" panose="020B0806030902050204" pitchFamily="34" charset="0"/>
                    <a:ea typeface="微软雅黑" panose="020B0503020204020204" charset="-122"/>
                  </a:rPr>
                  <a:t>01</a:t>
                </a:r>
                <a:endParaRPr lang="zh-CN" altLang="en-US" sz="3200">
                  <a:solidFill>
                    <a:srgbClr val="FFFFFF"/>
                  </a:solidFill>
                  <a:latin typeface="Impact" panose="020B0806030902050204" pitchFamily="34" charset="0"/>
                  <a:ea typeface="微软雅黑" panose="020B0503020204020204" charset="-122"/>
                </a:endParaRPr>
              </a:p>
            </p:txBody>
          </p:sp>
          <p:sp>
            <p:nvSpPr>
              <p:cNvPr id="11" name="MH_Other_2"/>
              <p:cNvSpPr/>
              <p:nvPr>
                <p:custDataLst>
                  <p:tags r:id="rId5"/>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2"/>
              </p:custDataLst>
            </p:nvPr>
          </p:nvSpPr>
          <p:spPr>
            <a:xfrm>
              <a:off x="8812" y="3647"/>
              <a:ext cx="9371" cy="5552"/>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面向对象测试的最小“单元”是类。首先，查看类的设计说明书，设计测试用例时，检查类是否完全满足设计说明书所描述的内容。通常要开发测试驱动程序来测试类，这个驱动程序创建具体对象，并为这些对象创造适当的环境以便运行一个测试用例。驱动程序向测试用例指定的一个对象发送一个或多个消息，然后根据响应值、对象发生的变化、消息的参数来检查消息产生的结果。</a:t>
              </a:r>
            </a:p>
            <a:p>
              <a:pPr indent="457200">
                <a:lnSpc>
                  <a:spcPct val="120000"/>
                </a:lnSpc>
              </a:pPr>
              <a:r>
                <a:rPr dirty="0" smtClean="0">
                  <a:solidFill>
                    <a:schemeClr val="tx1"/>
                  </a:solidFill>
                  <a:latin typeface="微软雅黑" panose="020B0503020204020204" charset="-122"/>
                  <a:ea typeface="微软雅黑" panose="020B0503020204020204" charset="-122"/>
                </a:rPr>
                <a:t>设计类的测试用例通常有两种方法，一种方法是根据类说明来确定测试用例，另一种是根据状态转换图来构建测试用例。</a:t>
              </a:r>
            </a:p>
          </p:txBody>
        </p:sp>
      </p:grpSp>
      <p:pic>
        <p:nvPicPr>
          <p:cNvPr id="10" name="图片 9" descr="图片2.png"/>
          <p:cNvPicPr>
            <a:picLocks noChangeAspect="1"/>
          </p:cNvPicPr>
          <p:nvPr/>
        </p:nvPicPr>
        <p:blipFill>
          <a:blip r:embed="rId8" cstate="print"/>
          <a:stretch>
            <a:fillRect/>
          </a:stretch>
        </p:blipFill>
        <p:spPr>
          <a:xfrm>
            <a:off x="1105467" y="3154433"/>
            <a:ext cx="3753135" cy="2690998"/>
          </a:xfrm>
          <a:prstGeom prst="rect">
            <a:avLst/>
          </a:prstGeom>
        </p:spPr>
      </p:pic>
    </p:spTree>
    <p:custDataLst>
      <p:tags r:id="rId1"/>
    </p:custDataLst>
  </p:cSld>
  <p:clrMapOvr>
    <a:masterClrMapping/>
  </p:clrMapOvr>
  <p:transition>
    <p:wheel spokes="1"/>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7.4</a:t>
            </a:r>
            <a:r>
              <a:rPr lang="en-US" altLang="zh-CN" sz="2400" dirty="0" smtClean="0">
                <a:solidFill>
                  <a:schemeClr val="tx1"/>
                </a:solidFill>
              </a:rPr>
              <a:t>.2</a:t>
            </a:r>
            <a:r>
              <a:rPr lang="en-US" sz="2400" dirty="0" smtClean="0">
                <a:solidFill>
                  <a:schemeClr val="tx1"/>
                </a:solidFill>
              </a:rPr>
              <a:t> </a:t>
            </a:r>
            <a:r>
              <a:rPr lang="zh-CN" altLang="en-US" sz="2400" dirty="0" smtClean="0">
                <a:solidFill>
                  <a:schemeClr val="tx1"/>
                </a:solidFill>
              </a:rPr>
              <a:t>面向对象测试步骤</a:t>
            </a:r>
          </a:p>
        </p:txBody>
      </p:sp>
      <p:grpSp>
        <p:nvGrpSpPr>
          <p:cNvPr id="4" name="组合 3"/>
          <p:cNvGrpSpPr/>
          <p:nvPr/>
        </p:nvGrpSpPr>
        <p:grpSpPr>
          <a:xfrm>
            <a:off x="754380" y="2484120"/>
            <a:ext cx="9902190" cy="1303020"/>
            <a:chOff x="1188" y="3092"/>
            <a:chExt cx="14641" cy="2052"/>
          </a:xfrm>
        </p:grpSpPr>
        <p:grpSp>
          <p:nvGrpSpPr>
            <p:cNvPr id="28" name="组合 27"/>
            <p:cNvGrpSpPr/>
            <p:nvPr/>
          </p:nvGrpSpPr>
          <p:grpSpPr>
            <a:xfrm>
              <a:off x="1188" y="3092"/>
              <a:ext cx="6974" cy="930"/>
              <a:chOff x="508000" y="3196191"/>
              <a:chExt cx="4428470" cy="590550"/>
            </a:xfrm>
          </p:grpSpPr>
          <p:sp>
            <p:nvSpPr>
              <p:cNvPr id="3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1</a:t>
                </a:r>
              </a:p>
            </p:txBody>
          </p:sp>
          <p:cxnSp>
            <p:nvCxnSpPr>
              <p:cNvPr id="6" name="直接连接符 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7" name="矩形 6"/>
              <p:cNvSpPr>
                <a:spLocks noChangeArrowheads="1"/>
              </p:cNvSpPr>
              <p:nvPr/>
            </p:nvSpPr>
            <p:spPr bwMode="auto">
              <a:xfrm>
                <a:off x="960505" y="3291441"/>
                <a:ext cx="3975965"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根据类说明设计测试用例</a:t>
                </a:r>
              </a:p>
            </p:txBody>
          </p:sp>
        </p:grpSp>
        <p:sp>
          <p:nvSpPr>
            <p:cNvPr id="35" name="矩形 34"/>
            <p:cNvSpPr>
              <a:spLocks noChangeArrowheads="1"/>
            </p:cNvSpPr>
            <p:nvPr/>
          </p:nvSpPr>
          <p:spPr bwMode="auto">
            <a:xfrm>
              <a:off x="1893" y="3848"/>
              <a:ext cx="13936" cy="1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类说明可用自然语言、状态转换图或类说明语句等多种形式进行描述。</a:t>
              </a:r>
            </a:p>
          </p:txBody>
        </p:sp>
      </p:grpSp>
      <p:grpSp>
        <p:nvGrpSpPr>
          <p:cNvPr id="36" name="组合 35"/>
          <p:cNvGrpSpPr/>
          <p:nvPr/>
        </p:nvGrpSpPr>
        <p:grpSpPr>
          <a:xfrm>
            <a:off x="754380" y="3691890"/>
            <a:ext cx="10662027" cy="1668780"/>
            <a:chOff x="1188" y="3092"/>
            <a:chExt cx="15765" cy="2628"/>
          </a:xfrm>
        </p:grpSpPr>
        <p:grpSp>
          <p:nvGrpSpPr>
            <p:cNvPr id="37" name="组合 36"/>
            <p:cNvGrpSpPr/>
            <p:nvPr/>
          </p:nvGrpSpPr>
          <p:grpSpPr>
            <a:xfrm>
              <a:off x="1188" y="3092"/>
              <a:ext cx="7741" cy="930"/>
              <a:chOff x="508000" y="3196191"/>
              <a:chExt cx="4915730" cy="590550"/>
            </a:xfrm>
          </p:grpSpPr>
          <p:sp>
            <p:nvSpPr>
              <p:cNvPr id="3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2</a:t>
                </a:r>
              </a:p>
            </p:txBody>
          </p:sp>
          <p:cxnSp>
            <p:nvCxnSpPr>
              <p:cNvPr id="39" name="直接连接符 3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0" name="矩形 39"/>
              <p:cNvSpPr>
                <a:spLocks noChangeArrowheads="1"/>
              </p:cNvSpPr>
              <p:nvPr/>
            </p:nvSpPr>
            <p:spPr bwMode="auto">
              <a:xfrm>
                <a:off x="960521" y="3291441"/>
                <a:ext cx="4463209" cy="3012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根据状态图设计测试用例</a:t>
                </a:r>
              </a:p>
            </p:txBody>
          </p:sp>
        </p:grpSp>
        <p:sp>
          <p:nvSpPr>
            <p:cNvPr id="41" name="矩形 40"/>
            <p:cNvSpPr>
              <a:spLocks noChangeArrowheads="1"/>
            </p:cNvSpPr>
            <p:nvPr/>
          </p:nvSpPr>
          <p:spPr bwMode="auto">
            <a:xfrm>
              <a:off x="1893" y="3848"/>
              <a:ext cx="15060" cy="18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在根据类的说明设计了基本的测试用例后，应该检查类所对应的状态图，补充类的测试用例。状态图说明了与一个类的实例相关联的行为。在状态图中，用两个状态之间带箭头的连线表示状态的转换。箭头指明了状态转换的方向。状态转换通常是由事件触发的，事件表达式的语法如下：事件说明[条件]/动作表达式。</a:t>
              </a:r>
            </a:p>
          </p:txBody>
        </p:sp>
      </p:grpSp>
    </p:spTree>
    <p:custDataLst>
      <p:tags r:id="rId1"/>
    </p:custDataLst>
  </p:cSld>
  <p:clrMapOvr>
    <a:masterClrMapping/>
  </p:clrMapOvr>
  <p:transition>
    <p:wheel spokes="1"/>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7.4</a:t>
            </a:r>
            <a:r>
              <a:rPr lang="en-US" altLang="zh-CN" sz="2400" dirty="0" smtClean="0">
                <a:solidFill>
                  <a:schemeClr val="tx1"/>
                </a:solidFill>
              </a:rPr>
              <a:t>.2</a:t>
            </a:r>
            <a:r>
              <a:rPr lang="en-US" sz="2400" dirty="0" smtClean="0">
                <a:solidFill>
                  <a:schemeClr val="tx1"/>
                </a:solidFill>
              </a:rPr>
              <a:t> </a:t>
            </a:r>
            <a:r>
              <a:rPr lang="zh-CN" altLang="en-US" sz="2400" dirty="0" smtClean="0">
                <a:solidFill>
                  <a:schemeClr val="tx1"/>
                </a:solidFill>
              </a:rPr>
              <a:t>面向对象测试步骤</a:t>
            </a:r>
          </a:p>
        </p:txBody>
      </p:sp>
      <p:grpSp>
        <p:nvGrpSpPr>
          <p:cNvPr id="5" name="组合 4"/>
          <p:cNvGrpSpPr/>
          <p:nvPr/>
        </p:nvGrpSpPr>
        <p:grpSpPr>
          <a:xfrm>
            <a:off x="879475" y="1969770"/>
            <a:ext cx="10203815" cy="4236720"/>
            <a:chOff x="1499" y="3150"/>
            <a:chExt cx="16069" cy="6672"/>
          </a:xfrm>
        </p:grpSpPr>
        <p:sp>
          <p:nvSpPr>
            <p:cNvPr id="22" name="TextBox 21"/>
            <p:cNvSpPr txBox="1"/>
            <p:nvPr/>
          </p:nvSpPr>
          <p:spPr>
            <a:xfrm>
              <a:off x="3431" y="3419"/>
              <a:ext cx="13522" cy="624"/>
            </a:xfrm>
            <a:prstGeom prst="rect">
              <a:avLst/>
            </a:prstGeom>
            <a:noFill/>
          </p:spPr>
          <p:txBody>
            <a:bodyPr wrap="square">
              <a:spAutoFit/>
            </a:bodyPr>
            <a:lstStyle/>
            <a:p>
              <a:r>
                <a:rPr sz="2000" dirty="0" smtClean="0">
                  <a:sym typeface="+mn-ea"/>
                </a:rPr>
                <a:t>在图书馆信息管理系统中，根据读者类的UML说明设计测试用例。</a:t>
              </a:r>
            </a:p>
          </p:txBody>
        </p:sp>
        <p:sp>
          <p:nvSpPr>
            <p:cNvPr id="24" name="矩形 23"/>
            <p:cNvSpPr>
              <a:spLocks noChangeAspect="1"/>
            </p:cNvSpPr>
            <p:nvPr/>
          </p:nvSpPr>
          <p:spPr>
            <a:xfrm>
              <a:off x="1499" y="4275"/>
              <a:ext cx="16069" cy="5547"/>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smtClean="0">
                    <a:solidFill>
                      <a:schemeClr val="bg1"/>
                    </a:solidFill>
                    <a:sym typeface="+mn-ea"/>
                  </a:rPr>
                  <a:t>例 </a:t>
                </a:r>
                <a:r>
                  <a:rPr lang="en-US" altLang="zh-CN" sz="2400" dirty="0" smtClean="0">
                    <a:solidFill>
                      <a:schemeClr val="bg1"/>
                    </a:solidFill>
                    <a:sym typeface="+mn-ea"/>
                  </a:rPr>
                  <a:t>7-6</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725" y="4461"/>
              <a:ext cx="15563" cy="5193"/>
            </a:xfrm>
            <a:prstGeom prst="rect">
              <a:avLst/>
            </a:prstGeom>
            <a:solidFill>
              <a:schemeClr val="bg1">
                <a:lumMod val="95000"/>
              </a:schemeClr>
            </a:solidFill>
          </p:spPr>
          <p:txBody>
            <a:bodyPr wrap="square">
              <a:spAutoFit/>
            </a:bodyPr>
            <a:lstStyle/>
            <a:p>
              <a:pPr fontAlgn="auto">
                <a:lnSpc>
                  <a:spcPct val="130000"/>
                </a:lnSpc>
              </a:pPr>
              <a:endParaRPr lang="en-US" altLang="en-US" dirty="0" smtClean="0">
                <a:latin typeface="Times New Roman" panose="02020603050405020304" charset="0"/>
                <a:ea typeface="宋体" panose="02010600030101010101" pitchFamily="2" charset="-122"/>
              </a:endParaRPr>
            </a:p>
            <a:p>
              <a:pPr fontAlgn="auto">
                <a:lnSpc>
                  <a:spcPct val="130000"/>
                </a:lnSpc>
              </a:pPr>
              <a:endParaRPr lang="en-US" altLang="en-US" dirty="0" smtClean="0">
                <a:latin typeface="Times New Roman" panose="02020603050405020304" charset="0"/>
                <a:ea typeface="宋体" panose="02010600030101010101" pitchFamily="2" charset="-122"/>
              </a:endParaRPr>
            </a:p>
            <a:p>
              <a:pPr fontAlgn="auto">
                <a:lnSpc>
                  <a:spcPct val="130000"/>
                </a:lnSpc>
              </a:pPr>
              <a:endParaRPr lang="en-US" altLang="en-US" dirty="0" smtClean="0">
                <a:latin typeface="Times New Roman" panose="02020603050405020304" charset="0"/>
                <a:ea typeface="宋体" panose="02010600030101010101" pitchFamily="2" charset="-122"/>
              </a:endParaRPr>
            </a:p>
            <a:p>
              <a:pPr fontAlgn="auto">
                <a:lnSpc>
                  <a:spcPct val="130000"/>
                </a:lnSpc>
              </a:pPr>
              <a:endParaRPr lang="en-US" altLang="en-US" dirty="0" smtClean="0">
                <a:latin typeface="Times New Roman" panose="02020603050405020304" charset="0"/>
                <a:ea typeface="宋体" panose="02010600030101010101" pitchFamily="2" charset="-122"/>
              </a:endParaRPr>
            </a:p>
            <a:p>
              <a:pPr fontAlgn="auto">
                <a:lnSpc>
                  <a:spcPct val="130000"/>
                </a:lnSpc>
              </a:pPr>
              <a:endParaRPr lang="en-US" altLang="en-US" dirty="0" smtClean="0">
                <a:latin typeface="Times New Roman" panose="02020603050405020304" charset="0"/>
                <a:ea typeface="宋体" panose="02010600030101010101" pitchFamily="2" charset="-122"/>
              </a:endParaRPr>
            </a:p>
            <a:p>
              <a:pPr fontAlgn="auto">
                <a:lnSpc>
                  <a:spcPct val="130000"/>
                </a:lnSpc>
              </a:pPr>
              <a:endParaRPr lang="en-US" altLang="en-US" dirty="0" smtClean="0">
                <a:latin typeface="Times New Roman" panose="02020603050405020304" charset="0"/>
                <a:ea typeface="宋体" panose="02010600030101010101" pitchFamily="2" charset="-122"/>
              </a:endParaRPr>
            </a:p>
            <a:p>
              <a:pPr fontAlgn="auto">
                <a:lnSpc>
                  <a:spcPct val="130000"/>
                </a:lnSpc>
              </a:pPr>
              <a:endParaRPr lang="en-US" altLang="en-US" dirty="0" smtClean="0">
                <a:latin typeface="Times New Roman" panose="02020603050405020304" charset="0"/>
                <a:ea typeface="宋体" panose="02010600030101010101" pitchFamily="2" charset="-122"/>
              </a:endParaRPr>
            </a:p>
            <a:p>
              <a:pPr fontAlgn="auto">
                <a:lnSpc>
                  <a:spcPct val="130000"/>
                </a:lnSpc>
              </a:pPr>
              <a:endParaRPr lang="en-US" altLang="en-US" dirty="0" smtClean="0">
                <a:latin typeface="Times New Roman" panose="02020603050405020304" charset="0"/>
                <a:ea typeface="宋体" panose="02010600030101010101" pitchFamily="2" charset="-122"/>
              </a:endParaRPr>
            </a:p>
            <a:p>
              <a:pPr fontAlgn="auto">
                <a:lnSpc>
                  <a:spcPct val="130000"/>
                </a:lnSpc>
              </a:pPr>
              <a:endParaRPr lang="en-US" altLang="en-US" dirty="0" smtClean="0">
                <a:latin typeface="Times New Roman" panose="02020603050405020304" charset="0"/>
                <a:ea typeface="宋体" panose="02010600030101010101" pitchFamily="2" charset="-122"/>
              </a:endParaRPr>
            </a:p>
          </p:txBody>
        </p:sp>
      </p:grpSp>
      <p:sp>
        <p:nvSpPr>
          <p:cNvPr id="3" name="文本框 2"/>
          <p:cNvSpPr txBox="1"/>
          <p:nvPr/>
        </p:nvSpPr>
        <p:spPr>
          <a:xfrm>
            <a:off x="1022985" y="2802255"/>
            <a:ext cx="7414895" cy="3297555"/>
          </a:xfrm>
          <a:prstGeom prst="rect">
            <a:avLst/>
          </a:prstGeom>
          <a:noFill/>
        </p:spPr>
        <p:txBody>
          <a:bodyPr wrap="square" rtlCol="0" anchor="t">
            <a:spAutoFit/>
          </a:bodyPr>
          <a:lstStyle/>
          <a:p>
            <a:pPr fontAlgn="auto">
              <a:lnSpc>
                <a:spcPct val="130000"/>
              </a:lnSpc>
            </a:pPr>
            <a:r>
              <a:rPr lang="en-US" altLang="en-US" dirty="0" smtClean="0">
                <a:latin typeface="Times New Roman" panose="02020603050405020304" charset="0"/>
                <a:ea typeface="宋体" panose="02010600030101010101" pitchFamily="2" charset="-122"/>
                <a:sym typeface="+mn-ea"/>
              </a:rPr>
              <a:t>        在图书馆信息管理系统中，读者类的UML说明如图所示。</a:t>
            </a:r>
            <a:endParaRPr lang="en-US" altLang="en-US" dirty="0" smtClean="0">
              <a:latin typeface="Times New Roman" panose="02020603050405020304" charset="0"/>
              <a:ea typeface="宋体" panose="02010600030101010101" pitchFamily="2" charset="-122"/>
            </a:endParaRPr>
          </a:p>
          <a:p>
            <a:pPr fontAlgn="auto">
              <a:lnSpc>
                <a:spcPct val="130000"/>
              </a:lnSpc>
            </a:pPr>
            <a:r>
              <a:rPr lang="en-US" altLang="en-US" dirty="0" smtClean="0">
                <a:latin typeface="Times New Roman" panose="02020603050405020304" charset="0"/>
                <a:ea typeface="宋体" panose="02010600030101010101" pitchFamily="2" charset="-122"/>
                <a:sym typeface="+mn-ea"/>
              </a:rPr>
              <a:t>        根据类的说明设计测试用例时，首先，检查对类属性的操作，例如设计测试用例进行获取读者编号、编辑读者姓名操作等，以检查软件是否有错误；然后，设计测试用例以检查对数据库的操作是否有错误，例如保存、删除读者对象；最后，设计测试用例以检查其他的业务操作，例如检查读者有效性操作是否有错。在设计测试用例时，不仅要考虑正确的、有效的操作情况，还要考虑错误的、非法的操作情况。例如，在测试“判断读者有效性”操作时，测试数据中的读者编号应该分别给出正确的、错误的、非法的3种情况，检查其输出是否符合设计要求。</a:t>
            </a:r>
            <a:endParaRPr lang="zh-CN" altLang="en-US"/>
          </a:p>
        </p:txBody>
      </p:sp>
      <p:graphicFrame>
        <p:nvGraphicFramePr>
          <p:cNvPr id="4" name="表格 3"/>
          <p:cNvGraphicFramePr/>
          <p:nvPr/>
        </p:nvGraphicFramePr>
        <p:xfrm>
          <a:off x="8672830" y="2784475"/>
          <a:ext cx="2232660" cy="3315336"/>
        </p:xfrm>
        <a:graphic>
          <a:graphicData uri="http://schemas.openxmlformats.org/drawingml/2006/table">
            <a:tbl>
              <a:tblPr firstRow="1" bandRow="1">
                <a:tableStyleId>{5940675A-B579-460E-94D1-54222C63F5DA}</a:tableStyleId>
              </a:tblPr>
              <a:tblGrid>
                <a:gridCol w="2232660"/>
              </a:tblGrid>
              <a:tr h="259715">
                <a:tc>
                  <a:txBody>
                    <a:bodyPr/>
                    <a:lstStyle/>
                    <a:p>
                      <a:pPr marL="0" indent="0">
                        <a:buNone/>
                      </a:pPr>
                      <a:r>
                        <a:rPr lang="zh-CN" altLang="en-US" sz="1800" b="0" u="none">
                          <a:solidFill>
                            <a:srgbClr val="7F00E4"/>
                          </a:solidFill>
                          <a:latin typeface="宋体" panose="02010600030101010101" pitchFamily="2" charset="-122"/>
                          <a:ea typeface="宋体" panose="02010600030101010101" pitchFamily="2" charset="-122"/>
                          <a:cs typeface="宋体" panose="02010600030101010101" pitchFamily="2" charset="-122"/>
                        </a:rPr>
                        <a:t>读者</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34845">
                <a:tc>
                  <a:txBody>
                    <a:bodyPr/>
                    <a:lstStyle/>
                    <a:p>
                      <a:pPr marL="0" indent="0">
                        <a:buNone/>
                      </a:pPr>
                      <a:r>
                        <a:rPr lang="zh-CN" altLang="en-US" sz="1800" b="0" u="none">
                          <a:solidFill>
                            <a:srgbClr val="7F00E4"/>
                          </a:solidFill>
                          <a:latin typeface="宋体" panose="02010600030101010101" pitchFamily="2" charset="-122"/>
                          <a:ea typeface="宋体" panose="02010600030101010101" pitchFamily="2" charset="-122"/>
                          <a:cs typeface="宋体" panose="02010600030101010101" pitchFamily="2" charset="-122"/>
                        </a:rPr>
                        <a:t>读者</a:t>
                      </a:r>
                    </a:p>
                    <a:p>
                      <a:pPr marL="0" indent="0">
                        <a:buNone/>
                      </a:pPr>
                      <a:r>
                        <a:rPr lang="zh-CN" altLang="en-US" sz="1800" b="0" u="none">
                          <a:solidFill>
                            <a:srgbClr val="7F00E4"/>
                          </a:solidFill>
                          <a:latin typeface="宋体" panose="02010600030101010101" pitchFamily="2" charset="-122"/>
                          <a:ea typeface="宋体" panose="02010600030101010101" pitchFamily="2" charset="-122"/>
                          <a:cs typeface="宋体" panose="02010600030101010101" pitchFamily="2" charset="-122"/>
                        </a:rPr>
                        <a:t>编号</a:t>
                      </a:r>
                    </a:p>
                    <a:p>
                      <a:pPr marL="0" indent="0">
                        <a:buNone/>
                      </a:pPr>
                      <a:r>
                        <a:rPr lang="zh-CN" altLang="en-US" sz="1800" b="0" u="none">
                          <a:solidFill>
                            <a:srgbClr val="7F00E4"/>
                          </a:solidFill>
                          <a:latin typeface="宋体" panose="02010600030101010101" pitchFamily="2" charset="-122"/>
                          <a:ea typeface="宋体" panose="02010600030101010101" pitchFamily="2" charset="-122"/>
                          <a:cs typeface="宋体" panose="02010600030101010101" pitchFamily="2" charset="-122"/>
                        </a:rPr>
                        <a:t>姓名</a:t>
                      </a:r>
                    </a:p>
                    <a:p>
                      <a:pPr marL="0" indent="0">
                        <a:buNone/>
                      </a:pPr>
                      <a:r>
                        <a:rPr lang="zh-CN" altLang="en-US" sz="1800" b="0" u="none">
                          <a:solidFill>
                            <a:srgbClr val="7F00E4"/>
                          </a:solidFill>
                          <a:latin typeface="宋体" panose="02010600030101010101" pitchFamily="2" charset="-122"/>
                          <a:ea typeface="宋体" panose="02010600030101010101" pitchFamily="2" charset="-122"/>
                          <a:cs typeface="宋体" panose="02010600030101010101" pitchFamily="2" charset="-122"/>
                        </a:rPr>
                        <a:t>性别</a:t>
                      </a:r>
                    </a:p>
                    <a:p>
                      <a:pPr marL="0" indent="0">
                        <a:buNone/>
                      </a:pPr>
                      <a:r>
                        <a:rPr lang="zh-CN" altLang="en-US" sz="1800" b="0" u="none">
                          <a:solidFill>
                            <a:srgbClr val="7F00E4"/>
                          </a:solidFill>
                          <a:latin typeface="宋体" panose="02010600030101010101" pitchFamily="2" charset="-122"/>
                          <a:ea typeface="宋体" panose="02010600030101010101" pitchFamily="2" charset="-122"/>
                          <a:cs typeface="宋体" panose="02010600030101010101" pitchFamily="2" charset="-122"/>
                        </a:rPr>
                        <a:t>出生年月</a:t>
                      </a:r>
                    </a:p>
                    <a:p>
                      <a:pPr marL="0" indent="0">
                        <a:buNone/>
                      </a:pPr>
                      <a:r>
                        <a:rPr lang="en-US" altLang="zh-CN" sz="1800" b="0" u="none">
                          <a:solidFill>
                            <a:srgbClr val="7F00E4"/>
                          </a:solidFill>
                          <a:latin typeface="宋体" panose="02010600030101010101" pitchFamily="2" charset="-122"/>
                          <a:ea typeface="宋体" panose="02010600030101010101" pitchFamily="2" charset="-122"/>
                          <a:cs typeface="宋体" panose="02010600030101010101" pitchFamily="2" charset="-122"/>
                        </a:rPr>
                        <a:t>E-Mail</a:t>
                      </a:r>
                    </a:p>
                    <a:p>
                      <a:pPr marL="0" indent="0">
                        <a:buNone/>
                      </a:pPr>
                      <a:r>
                        <a:rPr lang="zh-CN" altLang="en-US" sz="1800" b="0" u="none">
                          <a:solidFill>
                            <a:srgbClr val="7F00E4"/>
                          </a:solidFill>
                          <a:latin typeface="宋体" panose="02010600030101010101" pitchFamily="2" charset="-122"/>
                          <a:ea typeface="宋体" panose="02010600030101010101" pitchFamily="2" charset="-122"/>
                          <a:cs typeface="宋体" panose="02010600030101010101" pitchFamily="2" charset="-122"/>
                        </a:rPr>
                        <a:t>有效性</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106170">
                <a:tc>
                  <a:txBody>
                    <a:bodyPr/>
                    <a:lstStyle/>
                    <a:p>
                      <a:pPr marL="0" indent="0">
                        <a:buNone/>
                      </a:pPr>
                      <a:r>
                        <a:rPr lang="zh-CN" altLang="en-US" sz="1800" b="0" u="none">
                          <a:solidFill>
                            <a:srgbClr val="7F00E4"/>
                          </a:solidFill>
                          <a:latin typeface="宋体" panose="02010600030101010101" pitchFamily="2" charset="-122"/>
                          <a:ea typeface="宋体" panose="02010600030101010101" pitchFamily="2" charset="-122"/>
                          <a:cs typeface="宋体" panose="02010600030101010101" pitchFamily="2" charset="-122"/>
                        </a:rPr>
                        <a:t>获取、编辑</a:t>
                      </a:r>
                    </a:p>
                    <a:p>
                      <a:pPr marL="0" indent="0">
                        <a:buNone/>
                      </a:pPr>
                      <a:r>
                        <a:rPr lang="zh-CN" altLang="en-US" sz="1800" b="0" u="none">
                          <a:solidFill>
                            <a:srgbClr val="7F00E4"/>
                          </a:solidFill>
                          <a:latin typeface="宋体" panose="02010600030101010101" pitchFamily="2" charset="-122"/>
                          <a:ea typeface="宋体" panose="02010600030101010101" pitchFamily="2" charset="-122"/>
                          <a:cs typeface="宋体" panose="02010600030101010101" pitchFamily="2" charset="-122"/>
                        </a:rPr>
                        <a:t>判断读者有效性</a:t>
                      </a:r>
                    </a:p>
                    <a:p>
                      <a:pPr marL="0" indent="0">
                        <a:buNone/>
                      </a:pPr>
                      <a:r>
                        <a:rPr lang="zh-CN" altLang="en-US" sz="1800" b="0" u="none">
                          <a:solidFill>
                            <a:srgbClr val="7F00E4"/>
                          </a:solidFill>
                          <a:latin typeface="宋体" panose="02010600030101010101" pitchFamily="2" charset="-122"/>
                          <a:ea typeface="宋体" panose="02010600030101010101" pitchFamily="2" charset="-122"/>
                          <a:cs typeface="宋体" panose="02010600030101010101" pitchFamily="2" charset="-122"/>
                        </a:rPr>
                        <a:t>借书</a:t>
                      </a:r>
                    </a:p>
                    <a:p>
                      <a:pPr marL="0" indent="0">
                        <a:buNone/>
                      </a:pPr>
                      <a:r>
                        <a:rPr lang="zh-CN" altLang="en-US" sz="1800" b="0" u="none">
                          <a:solidFill>
                            <a:srgbClr val="7F00E4"/>
                          </a:solidFill>
                          <a:latin typeface="宋体" panose="02010600030101010101" pitchFamily="2" charset="-122"/>
                          <a:ea typeface="宋体" panose="02010600030101010101" pitchFamily="2" charset="-122"/>
                          <a:cs typeface="宋体" panose="02010600030101010101" pitchFamily="2" charset="-122"/>
                        </a:rPr>
                        <a:t>还书</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ustDataLst>
      <p:tags r:id="rId1"/>
    </p:custDataLst>
  </p:cSld>
  <p:clrMapOvr>
    <a:masterClrMapping/>
  </p:clrMapOvr>
  <p:transition>
    <p:wheel spokes="1"/>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7.4</a:t>
            </a:r>
            <a:r>
              <a:rPr lang="en-US" altLang="zh-CN" sz="2400" dirty="0" smtClean="0">
                <a:solidFill>
                  <a:schemeClr val="tx1"/>
                </a:solidFill>
              </a:rPr>
              <a:t>.2</a:t>
            </a:r>
            <a:r>
              <a:rPr lang="en-US" sz="2400" dirty="0" smtClean="0">
                <a:solidFill>
                  <a:schemeClr val="tx1"/>
                </a:solidFill>
              </a:rPr>
              <a:t> </a:t>
            </a:r>
            <a:r>
              <a:rPr lang="zh-CN" altLang="en-US" sz="2400" dirty="0" smtClean="0">
                <a:solidFill>
                  <a:schemeClr val="tx1"/>
                </a:solidFill>
              </a:rPr>
              <a:t>面向对象测试步骤</a:t>
            </a:r>
          </a:p>
        </p:txBody>
      </p:sp>
      <p:grpSp>
        <p:nvGrpSpPr>
          <p:cNvPr id="5" name="组合 4"/>
          <p:cNvGrpSpPr/>
          <p:nvPr/>
        </p:nvGrpSpPr>
        <p:grpSpPr>
          <a:xfrm>
            <a:off x="867410" y="2220595"/>
            <a:ext cx="10432415" cy="3287395"/>
            <a:chOff x="1499" y="3150"/>
            <a:chExt cx="16429" cy="5177"/>
          </a:xfrm>
        </p:grpSpPr>
        <p:sp>
          <p:nvSpPr>
            <p:cNvPr id="22" name="TextBox 21"/>
            <p:cNvSpPr txBox="1"/>
            <p:nvPr/>
          </p:nvSpPr>
          <p:spPr>
            <a:xfrm>
              <a:off x="3431" y="3419"/>
              <a:ext cx="13522" cy="624"/>
            </a:xfrm>
            <a:prstGeom prst="rect">
              <a:avLst/>
            </a:prstGeom>
            <a:noFill/>
          </p:spPr>
          <p:txBody>
            <a:bodyPr wrap="square">
              <a:spAutoFit/>
            </a:bodyPr>
            <a:lstStyle/>
            <a:p>
              <a:r>
                <a:rPr sz="2000" dirty="0" smtClean="0">
                  <a:sym typeface="+mn-ea"/>
                </a:rPr>
                <a:t>在图书馆信息管理系统中，根据状态图设计测试用例。</a:t>
              </a:r>
            </a:p>
          </p:txBody>
        </p:sp>
        <p:sp>
          <p:nvSpPr>
            <p:cNvPr id="24" name="矩形 23"/>
            <p:cNvSpPr>
              <a:spLocks noChangeAspect="1"/>
            </p:cNvSpPr>
            <p:nvPr/>
          </p:nvSpPr>
          <p:spPr>
            <a:xfrm>
              <a:off x="1499" y="4275"/>
              <a:ext cx="16429" cy="4052"/>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smtClean="0">
                    <a:solidFill>
                      <a:schemeClr val="bg1"/>
                    </a:solidFill>
                    <a:sym typeface="+mn-ea"/>
                  </a:rPr>
                  <a:t>例 </a:t>
                </a:r>
                <a:r>
                  <a:rPr lang="en-US" altLang="zh-CN" sz="2400" dirty="0" smtClean="0">
                    <a:solidFill>
                      <a:schemeClr val="bg1"/>
                    </a:solidFill>
                    <a:sym typeface="+mn-ea"/>
                  </a:rPr>
                  <a:t>7-7</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6" y="4595"/>
              <a:ext cx="15536" cy="3510"/>
            </a:xfrm>
            <a:prstGeom prst="rect">
              <a:avLst/>
            </a:prstGeom>
            <a:solidFill>
              <a:schemeClr val="bg1">
                <a:lumMod val="95000"/>
              </a:schemeClr>
            </a:solidFill>
          </p:spPr>
          <p:txBody>
            <a:bodyPr wrap="square">
              <a:spAutoFit/>
            </a:bodyPr>
            <a:lstStyle/>
            <a:p>
              <a:pPr fontAlgn="auto">
                <a:lnSpc>
                  <a:spcPct val="130000"/>
                </a:lnSpc>
              </a:pPr>
              <a:r>
                <a:rPr lang="en-US" altLang="en-US" dirty="0" smtClean="0">
                  <a:latin typeface="Times New Roman" panose="02020603050405020304" charset="0"/>
                  <a:ea typeface="宋体" panose="02010600030101010101" pitchFamily="2" charset="-122"/>
                </a:rPr>
                <a:t>        在图书馆信息管理系统中，可用状态图反映“图书”对象的状态变化，如图7-17所示。当图书的状态为“在库”时，如果发生“借书”事件，条件是“证件有效”，那么操作“出库”执行，图书的状态由“在库”变为“外借”。设计测试用例时，如果事件发生的条件有多个，应该考虑条件的各种组合情况。例如，新的图书信息产生时要经过采购、验收，然后进行编目。采购的条件是要有定单、发票，图书编目前要验收。根据图书采购时的具体情况，应该使所设计的测试用例覆盖“有订单，有发票”、“有订单，无发票”、“无订单，有发票”和“无订单，无发票”等各种情况。</a:t>
              </a:r>
            </a:p>
          </p:txBody>
        </p:sp>
      </p:grpSp>
    </p:spTree>
    <p:custDataLst>
      <p:tags r:id="rId1"/>
    </p:custDataLst>
  </p:cSld>
  <p:clrMapOvr>
    <a:masterClrMapping/>
  </p:clrMapOvr>
  <p:transition>
    <p:wheel spokes="1"/>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7.4</a:t>
            </a:r>
            <a:r>
              <a:rPr lang="en-US" altLang="zh-CN" sz="2400" dirty="0" smtClean="0">
                <a:solidFill>
                  <a:schemeClr val="tx1"/>
                </a:solidFill>
              </a:rPr>
              <a:t>.2</a:t>
            </a:r>
            <a:r>
              <a:rPr lang="en-US" sz="2400" dirty="0" smtClean="0">
                <a:solidFill>
                  <a:schemeClr val="tx1"/>
                </a:solidFill>
              </a:rPr>
              <a:t> </a:t>
            </a:r>
            <a:r>
              <a:rPr lang="zh-CN" altLang="en-US" sz="2400" dirty="0" smtClean="0">
                <a:solidFill>
                  <a:schemeClr val="tx1"/>
                </a:solidFill>
              </a:rPr>
              <a:t>面向对象测试步骤</a:t>
            </a:r>
          </a:p>
        </p:txBody>
      </p:sp>
      <p:sp>
        <p:nvSpPr>
          <p:cNvPr id="102" name="文本框 101"/>
          <p:cNvSpPr txBox="1"/>
          <p:nvPr/>
        </p:nvSpPr>
        <p:spPr>
          <a:xfrm>
            <a:off x="3225535" y="6044551"/>
            <a:ext cx="5080000" cy="365760"/>
          </a:xfrm>
          <a:prstGeom prst="rect">
            <a:avLst/>
          </a:prstGeom>
          <a:noFill/>
          <a:ln w="9525">
            <a:noFill/>
          </a:ln>
        </p:spPr>
        <p:txBody>
          <a:bodyPr>
            <a:spAutoFit/>
          </a:bodyPr>
          <a:lstStyle/>
          <a:p>
            <a:pPr marL="0" indent="0" algn="ctr"/>
            <a:r>
              <a:rPr lang="zh-CN" altLang="en-US" b="0" u="none" dirty="0">
                <a:latin typeface="黑体" panose="02010609060101010101" pitchFamily="49" charset="-122"/>
                <a:ea typeface="黑体" panose="02010609060101010101" pitchFamily="49" charset="-122"/>
                <a:cs typeface="黑体" panose="02010609060101010101" pitchFamily="49" charset="-122"/>
              </a:rPr>
              <a:t>图</a:t>
            </a:r>
            <a:r>
              <a:rPr lang="en-US" altLang="zh-CN" b="0" u="none" dirty="0">
                <a:latin typeface="黑体" panose="02010609060101010101" pitchFamily="49" charset="-122"/>
                <a:ea typeface="黑体" panose="02010609060101010101" pitchFamily="49" charset="-122"/>
                <a:cs typeface="黑体" panose="02010609060101010101" pitchFamily="49" charset="-122"/>
              </a:rPr>
              <a:t>7-17  “</a:t>
            </a:r>
            <a:r>
              <a:rPr lang="zh-CN" altLang="en-US" b="0" u="none" dirty="0">
                <a:latin typeface="黑体" panose="02010609060101010101" pitchFamily="49" charset="-122"/>
                <a:ea typeface="黑体" panose="02010609060101010101" pitchFamily="49" charset="-122"/>
                <a:cs typeface="黑体" panose="02010609060101010101" pitchFamily="49" charset="-122"/>
              </a:rPr>
              <a:t>图书”对象的状态图</a:t>
            </a:r>
            <a:endParaRPr lang="zh-CN" altLang="en-US" dirty="0"/>
          </a:p>
        </p:txBody>
      </p:sp>
      <p:sp>
        <p:nvSpPr>
          <p:cNvPr id="116771" name="Rectangle 35"/>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116737" name="组合 9244"/>
          <p:cNvGrpSpPr/>
          <p:nvPr/>
        </p:nvGrpSpPr>
        <p:grpSpPr bwMode="auto">
          <a:xfrm>
            <a:off x="1719619" y="1903863"/>
            <a:ext cx="8925636" cy="4114800"/>
            <a:chOff x="2206" y="3869"/>
            <a:chExt cx="7058" cy="3987"/>
          </a:xfrm>
        </p:grpSpPr>
        <p:sp>
          <p:nvSpPr>
            <p:cNvPr id="116770" name="Line 7408"/>
            <p:cNvSpPr>
              <a:spLocks noChangeShapeType="1"/>
            </p:cNvSpPr>
            <p:nvPr/>
          </p:nvSpPr>
          <p:spPr bwMode="auto">
            <a:xfrm>
              <a:off x="6019" y="5638"/>
              <a:ext cx="1954" cy="2"/>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a:p>
          </p:txBody>
        </p:sp>
        <p:sp>
          <p:nvSpPr>
            <p:cNvPr id="116769" name="Text Box 7409"/>
            <p:cNvSpPr txBox="1">
              <a:spLocks noChangeArrowheads="1"/>
            </p:cNvSpPr>
            <p:nvPr/>
          </p:nvSpPr>
          <p:spPr bwMode="auto">
            <a:xfrm>
              <a:off x="6609" y="4260"/>
              <a:ext cx="840" cy="287"/>
            </a:xfrm>
            <a:prstGeom prst="rect">
              <a:avLst/>
            </a:prstGeom>
            <a:no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还书</a:t>
              </a:r>
              <a:r>
                <a:rPr kumimoji="0" lang="en-US" alt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a:t>
              </a:r>
              <a:r>
                <a:rPr kumimoji="0" lang="zh-CN" altLang="en-US"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入库</a:t>
              </a:r>
              <a:endParaRPr kumimoji="0" lang="zh-CN" altLang="en-US"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16768" name="Text Box 7410"/>
            <p:cNvSpPr txBox="1">
              <a:spLocks noChangeArrowheads="1"/>
            </p:cNvSpPr>
            <p:nvPr/>
          </p:nvSpPr>
          <p:spPr bwMode="auto">
            <a:xfrm>
              <a:off x="3892" y="6086"/>
              <a:ext cx="1476" cy="290"/>
            </a:xfrm>
            <a:prstGeom prst="rect">
              <a:avLst/>
            </a:prstGeom>
            <a:no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注销</a:t>
              </a:r>
              <a:r>
                <a:rPr kumimoji="0" lang="en-US" alt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a:t>
              </a:r>
              <a:r>
                <a:rPr kumimoji="0" lang="zh-CN" altLang="en-US"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已批准</a:t>
              </a:r>
              <a:r>
                <a:rPr kumimoji="0" lang="en-US" alt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a:t>
              </a:r>
              <a:r>
                <a:rPr kumimoji="0" lang="zh-CN" altLang="en-US"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出库</a:t>
              </a:r>
              <a:endParaRPr kumimoji="0" lang="zh-CN" altLang="en-US"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16767" name="Text Box 7412"/>
            <p:cNvSpPr txBox="1">
              <a:spLocks noChangeArrowheads="1"/>
            </p:cNvSpPr>
            <p:nvPr/>
          </p:nvSpPr>
          <p:spPr bwMode="auto">
            <a:xfrm>
              <a:off x="3573" y="5343"/>
              <a:ext cx="989" cy="257"/>
            </a:xfrm>
            <a:prstGeom prst="rect">
              <a:avLst/>
            </a:prstGeom>
            <a:no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已编目</a:t>
              </a:r>
              <a:r>
                <a:rPr kumimoji="0" lang="en-US" alt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a:t>
              </a:r>
              <a:r>
                <a:rPr kumimoji="0" lang="zh-CN" altLang="en-US"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入库</a:t>
              </a:r>
              <a:endParaRPr kumimoji="0" lang="zh-CN" altLang="en-US"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16766" name="Text Box 7413"/>
            <p:cNvSpPr txBox="1">
              <a:spLocks noChangeArrowheads="1"/>
            </p:cNvSpPr>
            <p:nvPr/>
          </p:nvSpPr>
          <p:spPr bwMode="auto">
            <a:xfrm>
              <a:off x="6089" y="5333"/>
              <a:ext cx="1676" cy="27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借书</a:t>
              </a:r>
              <a:r>
                <a:rPr kumimoji="0" lang="en-US" alt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a:t>
              </a:r>
              <a:r>
                <a:rPr kumimoji="0" lang="zh-CN" altLang="en-US"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证件有效</a:t>
              </a:r>
              <a:r>
                <a:rPr kumimoji="0" lang="en-US" alt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a:t>
              </a:r>
              <a:r>
                <a:rPr kumimoji="0" lang="zh-CN" altLang="en-US"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出库</a:t>
              </a:r>
              <a:endParaRPr kumimoji="0" lang="zh-CN" altLang="en-US"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16765" name="Line 7417"/>
            <p:cNvSpPr>
              <a:spLocks noChangeShapeType="1"/>
            </p:cNvSpPr>
            <p:nvPr/>
          </p:nvSpPr>
          <p:spPr bwMode="auto">
            <a:xfrm>
              <a:off x="3477" y="5634"/>
              <a:ext cx="1249" cy="0"/>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a:p>
          </p:txBody>
        </p:sp>
        <p:sp>
          <p:nvSpPr>
            <p:cNvPr id="116764" name="Line 7418"/>
            <p:cNvSpPr>
              <a:spLocks noChangeShapeType="1"/>
            </p:cNvSpPr>
            <p:nvPr/>
          </p:nvSpPr>
          <p:spPr bwMode="auto">
            <a:xfrm flipH="1">
              <a:off x="5378" y="5732"/>
              <a:ext cx="1" cy="866"/>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a:p>
          </p:txBody>
        </p:sp>
        <p:sp>
          <p:nvSpPr>
            <p:cNvPr id="116763" name="Line 7425"/>
            <p:cNvSpPr>
              <a:spLocks noChangeShapeType="1"/>
            </p:cNvSpPr>
            <p:nvPr/>
          </p:nvSpPr>
          <p:spPr bwMode="auto">
            <a:xfrm flipV="1">
              <a:off x="8618" y="4557"/>
              <a:ext cx="1" cy="847"/>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p>
          </p:txBody>
        </p:sp>
        <p:sp>
          <p:nvSpPr>
            <p:cNvPr id="116762" name="Line 7426"/>
            <p:cNvSpPr>
              <a:spLocks noChangeShapeType="1"/>
            </p:cNvSpPr>
            <p:nvPr/>
          </p:nvSpPr>
          <p:spPr bwMode="auto">
            <a:xfrm flipH="1">
              <a:off x="5378" y="4556"/>
              <a:ext cx="3240" cy="1"/>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p>
          </p:txBody>
        </p:sp>
        <p:sp>
          <p:nvSpPr>
            <p:cNvPr id="116761" name="Line 7427"/>
            <p:cNvSpPr>
              <a:spLocks noChangeShapeType="1"/>
            </p:cNvSpPr>
            <p:nvPr/>
          </p:nvSpPr>
          <p:spPr bwMode="auto">
            <a:xfrm>
              <a:off x="5378" y="4556"/>
              <a:ext cx="1" cy="848"/>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a:p>
          </p:txBody>
        </p:sp>
        <p:grpSp>
          <p:nvGrpSpPr>
            <p:cNvPr id="116758" name="组合 9255"/>
            <p:cNvGrpSpPr/>
            <p:nvPr/>
          </p:nvGrpSpPr>
          <p:grpSpPr bwMode="auto">
            <a:xfrm>
              <a:off x="2761" y="3869"/>
              <a:ext cx="170" cy="1524"/>
              <a:chOff x="2761" y="3869"/>
              <a:chExt cx="170" cy="1524"/>
            </a:xfrm>
          </p:grpSpPr>
          <p:sp>
            <p:nvSpPr>
              <p:cNvPr id="116760" name="Oval 7411"/>
              <p:cNvSpPr>
                <a:spLocks noChangeArrowheads="1"/>
              </p:cNvSpPr>
              <p:nvPr/>
            </p:nvSpPr>
            <p:spPr bwMode="auto">
              <a:xfrm>
                <a:off x="2761" y="3869"/>
                <a:ext cx="170" cy="170"/>
              </a:xfrm>
              <a:prstGeom prst="ellipse">
                <a:avLst/>
              </a:prstGeom>
              <a:solidFill>
                <a:srgbClr val="000000"/>
              </a:solidFill>
              <a:ln w="9525">
                <a:solidFill>
                  <a:srgbClr val="000000"/>
                </a:solidFill>
                <a:round/>
              </a:ln>
            </p:spPr>
            <p:txBody>
              <a:bodyPr vert="horz" wrap="square" lIns="91440" tIns="45720" rIns="91440" bIns="45720" numCol="1" anchor="t" anchorCtr="0" compatLnSpc="1"/>
              <a:lstStyle/>
              <a:p>
                <a:endParaRPr lang="zh-CN" altLang="en-US"/>
              </a:p>
            </p:txBody>
          </p:sp>
          <p:sp>
            <p:nvSpPr>
              <p:cNvPr id="116759" name="Line 7428"/>
              <p:cNvSpPr>
                <a:spLocks noChangeShapeType="1"/>
              </p:cNvSpPr>
              <p:nvPr/>
            </p:nvSpPr>
            <p:spPr bwMode="auto">
              <a:xfrm>
                <a:off x="2846" y="3989"/>
                <a:ext cx="1" cy="1404"/>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a:p>
            </p:txBody>
          </p:sp>
        </p:grpSp>
        <p:sp>
          <p:nvSpPr>
            <p:cNvPr id="116757" name="Line 7432"/>
            <p:cNvSpPr>
              <a:spLocks noChangeShapeType="1"/>
            </p:cNvSpPr>
            <p:nvPr/>
          </p:nvSpPr>
          <p:spPr bwMode="auto">
            <a:xfrm>
              <a:off x="5378" y="7063"/>
              <a:ext cx="1" cy="625"/>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a:p>
          </p:txBody>
        </p:sp>
        <p:sp>
          <p:nvSpPr>
            <p:cNvPr id="116756" name="Line 7433"/>
            <p:cNvSpPr>
              <a:spLocks noChangeShapeType="1"/>
            </p:cNvSpPr>
            <p:nvPr/>
          </p:nvSpPr>
          <p:spPr bwMode="auto">
            <a:xfrm flipH="1">
              <a:off x="8618" y="5795"/>
              <a:ext cx="1" cy="1043"/>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p>
          </p:txBody>
        </p:sp>
        <p:sp>
          <p:nvSpPr>
            <p:cNvPr id="116755" name="Line 7434"/>
            <p:cNvSpPr>
              <a:spLocks noChangeShapeType="1"/>
            </p:cNvSpPr>
            <p:nvPr/>
          </p:nvSpPr>
          <p:spPr bwMode="auto">
            <a:xfrm flipH="1">
              <a:off x="6022" y="6838"/>
              <a:ext cx="2596" cy="0"/>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a:p>
          </p:txBody>
        </p:sp>
        <p:sp>
          <p:nvSpPr>
            <p:cNvPr id="116754" name="Text Box 7436"/>
            <p:cNvSpPr txBox="1">
              <a:spLocks noChangeArrowheads="1"/>
            </p:cNvSpPr>
            <p:nvPr/>
          </p:nvSpPr>
          <p:spPr bwMode="auto">
            <a:xfrm>
              <a:off x="2878" y="4563"/>
              <a:ext cx="2161" cy="301"/>
            </a:xfrm>
            <a:prstGeom prst="rect">
              <a:avLst/>
            </a:prstGeom>
            <a:no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采购书</a:t>
              </a:r>
              <a:r>
                <a:rPr kumimoji="0" lang="en-US" alt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a:t>
              </a:r>
              <a:r>
                <a:rPr kumimoji="0" lang="zh-CN" altLang="en-US"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有订单，发票</a:t>
              </a:r>
              <a:r>
                <a:rPr kumimoji="0" lang="en-US" alt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a:t>
              </a:r>
              <a:r>
                <a:rPr kumimoji="0" lang="zh-CN" altLang="en-US"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验收</a:t>
              </a:r>
              <a:endParaRPr kumimoji="0" lang="zh-CN" altLang="en-US"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nvGrpSpPr>
            <p:cNvPr id="116751" name="组合 9262"/>
            <p:cNvGrpSpPr/>
            <p:nvPr/>
          </p:nvGrpSpPr>
          <p:grpSpPr bwMode="auto">
            <a:xfrm>
              <a:off x="2206" y="5396"/>
              <a:ext cx="1291" cy="468"/>
              <a:chOff x="1989" y="5466"/>
              <a:chExt cx="1291" cy="468"/>
            </a:xfrm>
          </p:grpSpPr>
          <p:sp>
            <p:nvSpPr>
              <p:cNvPr id="116753" name="Oval 7415"/>
              <p:cNvSpPr>
                <a:spLocks noChangeArrowheads="1"/>
              </p:cNvSpPr>
              <p:nvPr/>
            </p:nvSpPr>
            <p:spPr bwMode="auto">
              <a:xfrm>
                <a:off x="1989" y="5466"/>
                <a:ext cx="1291" cy="468"/>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116752" name="Text Box 7416"/>
              <p:cNvSpPr txBox="1">
                <a:spLocks noChangeArrowheads="1"/>
              </p:cNvSpPr>
              <p:nvPr/>
            </p:nvSpPr>
            <p:spPr bwMode="auto">
              <a:xfrm>
                <a:off x="2437" y="5574"/>
                <a:ext cx="396" cy="24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编目</a:t>
                </a:r>
                <a:endParaRPr kumimoji="0" lang="zh-CN"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grpSp>
          <p:nvGrpSpPr>
            <p:cNvPr id="116748" name="组合 9265"/>
            <p:cNvGrpSpPr/>
            <p:nvPr/>
          </p:nvGrpSpPr>
          <p:grpSpPr bwMode="auto">
            <a:xfrm>
              <a:off x="4731" y="5404"/>
              <a:ext cx="1291" cy="468"/>
              <a:chOff x="1989" y="5466"/>
              <a:chExt cx="1291" cy="468"/>
            </a:xfrm>
          </p:grpSpPr>
          <p:sp>
            <p:nvSpPr>
              <p:cNvPr id="116750" name="Oval 7415"/>
              <p:cNvSpPr>
                <a:spLocks noChangeArrowheads="1"/>
              </p:cNvSpPr>
              <p:nvPr/>
            </p:nvSpPr>
            <p:spPr bwMode="auto">
              <a:xfrm>
                <a:off x="1989" y="5466"/>
                <a:ext cx="1291" cy="468"/>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116749" name="Text Box 7416"/>
              <p:cNvSpPr txBox="1">
                <a:spLocks noChangeArrowheads="1"/>
              </p:cNvSpPr>
              <p:nvPr/>
            </p:nvSpPr>
            <p:spPr bwMode="auto">
              <a:xfrm>
                <a:off x="2437" y="5574"/>
                <a:ext cx="396" cy="24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在库</a:t>
                </a:r>
                <a:endParaRPr kumimoji="0" lang="zh-CN"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grpSp>
          <p:nvGrpSpPr>
            <p:cNvPr id="116745" name="组合 9268"/>
            <p:cNvGrpSpPr/>
            <p:nvPr/>
          </p:nvGrpSpPr>
          <p:grpSpPr bwMode="auto">
            <a:xfrm>
              <a:off x="4727" y="6598"/>
              <a:ext cx="1291" cy="468"/>
              <a:chOff x="1989" y="5466"/>
              <a:chExt cx="1291" cy="468"/>
            </a:xfrm>
          </p:grpSpPr>
          <p:sp>
            <p:nvSpPr>
              <p:cNvPr id="116747" name="Oval 7415"/>
              <p:cNvSpPr>
                <a:spLocks noChangeArrowheads="1"/>
              </p:cNvSpPr>
              <p:nvPr/>
            </p:nvSpPr>
            <p:spPr bwMode="auto">
              <a:xfrm>
                <a:off x="1989" y="5466"/>
                <a:ext cx="1291" cy="468"/>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116746" name="Text Box 7416"/>
              <p:cNvSpPr txBox="1">
                <a:spLocks noChangeArrowheads="1"/>
              </p:cNvSpPr>
              <p:nvPr/>
            </p:nvSpPr>
            <p:spPr bwMode="auto">
              <a:xfrm>
                <a:off x="2437" y="5574"/>
                <a:ext cx="396" cy="24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注销</a:t>
                </a:r>
                <a:endParaRPr kumimoji="0" lang="zh-CN"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grpSp>
          <p:nvGrpSpPr>
            <p:cNvPr id="116742" name="组合 9271"/>
            <p:cNvGrpSpPr/>
            <p:nvPr/>
          </p:nvGrpSpPr>
          <p:grpSpPr bwMode="auto">
            <a:xfrm>
              <a:off x="7973" y="5404"/>
              <a:ext cx="1291" cy="468"/>
              <a:chOff x="1989" y="5466"/>
              <a:chExt cx="1291" cy="468"/>
            </a:xfrm>
          </p:grpSpPr>
          <p:sp>
            <p:nvSpPr>
              <p:cNvPr id="116744" name="Oval 7415"/>
              <p:cNvSpPr>
                <a:spLocks noChangeArrowheads="1"/>
              </p:cNvSpPr>
              <p:nvPr/>
            </p:nvSpPr>
            <p:spPr bwMode="auto">
              <a:xfrm>
                <a:off x="1989" y="5466"/>
                <a:ext cx="1291" cy="468"/>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116743" name="Text Box 7416"/>
              <p:cNvSpPr txBox="1">
                <a:spLocks noChangeArrowheads="1"/>
              </p:cNvSpPr>
              <p:nvPr/>
            </p:nvSpPr>
            <p:spPr bwMode="auto">
              <a:xfrm>
                <a:off x="2437" y="5574"/>
                <a:ext cx="396" cy="24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外借</a:t>
                </a:r>
                <a:endParaRPr kumimoji="0" lang="zh-CN"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sp>
          <p:nvSpPr>
            <p:cNvPr id="116741" name="Text Box 7409"/>
            <p:cNvSpPr txBox="1">
              <a:spLocks noChangeArrowheads="1"/>
            </p:cNvSpPr>
            <p:nvPr/>
          </p:nvSpPr>
          <p:spPr bwMode="auto">
            <a:xfrm>
              <a:off x="6609" y="6536"/>
              <a:ext cx="840" cy="28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遗失</a:t>
              </a:r>
              <a:r>
                <a:rPr kumimoji="0" lang="en-US" alt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a:t>
              </a:r>
              <a:r>
                <a:rPr kumimoji="0" lang="zh-CN" altLang="en-US"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处罚</a:t>
              </a:r>
              <a:endParaRPr kumimoji="0" lang="zh-CN" altLang="en-US"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nvGrpSpPr>
            <p:cNvPr id="116738" name="组合 9275"/>
            <p:cNvGrpSpPr/>
            <p:nvPr/>
          </p:nvGrpSpPr>
          <p:grpSpPr bwMode="auto">
            <a:xfrm>
              <a:off x="5292" y="7686"/>
              <a:ext cx="170" cy="170"/>
              <a:chOff x="5316" y="8046"/>
              <a:chExt cx="170" cy="170"/>
            </a:xfrm>
          </p:grpSpPr>
          <p:sp>
            <p:nvSpPr>
              <p:cNvPr id="116740" name="Oval 7438"/>
              <p:cNvSpPr>
                <a:spLocks noChangeArrowheads="1"/>
              </p:cNvSpPr>
              <p:nvPr/>
            </p:nvSpPr>
            <p:spPr bwMode="auto">
              <a:xfrm>
                <a:off x="5316" y="8046"/>
                <a:ext cx="170" cy="170"/>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116739" name="Oval 7438"/>
              <p:cNvSpPr>
                <a:spLocks noChangeArrowheads="1"/>
              </p:cNvSpPr>
              <p:nvPr/>
            </p:nvSpPr>
            <p:spPr bwMode="auto">
              <a:xfrm>
                <a:off x="5360" y="8087"/>
                <a:ext cx="85" cy="85"/>
              </a:xfrm>
              <a:prstGeom prst="ellipse">
                <a:avLst/>
              </a:prstGeom>
              <a:solidFill>
                <a:srgbClr val="000000"/>
              </a:solidFill>
              <a:ln w="9525">
                <a:solidFill>
                  <a:srgbClr val="000000"/>
                </a:solidFill>
                <a:round/>
              </a:ln>
            </p:spPr>
            <p:txBody>
              <a:bodyPr vert="horz" wrap="square" lIns="91440" tIns="45720" rIns="91440" bIns="45720" numCol="1" anchor="t" anchorCtr="0" compatLnSpc="1"/>
              <a:lstStyle/>
              <a:p>
                <a:endParaRPr lang="zh-CN" altLang="en-US"/>
              </a:p>
            </p:txBody>
          </p:sp>
        </p:grpSp>
      </p:grpSp>
    </p:spTree>
    <p:custDataLst>
      <p:tags r:id="rId1"/>
    </p:custDataLst>
  </p:cSld>
  <p:clrMapOvr>
    <a:masterClrMapping/>
  </p:clrMapOvr>
  <p:transition>
    <p:wheel spokes="1"/>
  </p:transition>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7.4</a:t>
            </a:r>
            <a:r>
              <a:rPr lang="en-US" altLang="zh-CN" sz="2400" dirty="0" smtClean="0">
                <a:solidFill>
                  <a:schemeClr val="tx1"/>
                </a:solidFill>
              </a:rPr>
              <a:t>.2</a:t>
            </a:r>
            <a:r>
              <a:rPr lang="en-US" sz="2400" dirty="0" smtClean="0">
                <a:solidFill>
                  <a:schemeClr val="tx1"/>
                </a:solidFill>
              </a:rPr>
              <a:t> </a:t>
            </a:r>
            <a:r>
              <a:rPr lang="zh-CN" altLang="en-US" sz="2400" dirty="0" smtClean="0">
                <a:solidFill>
                  <a:schemeClr val="tx1"/>
                </a:solidFill>
              </a:rPr>
              <a:t>面向对象测试步骤</a:t>
            </a:r>
          </a:p>
        </p:txBody>
      </p:sp>
      <p:grpSp>
        <p:nvGrpSpPr>
          <p:cNvPr id="4" name="组合 3"/>
          <p:cNvGrpSpPr/>
          <p:nvPr/>
        </p:nvGrpSpPr>
        <p:grpSpPr>
          <a:xfrm>
            <a:off x="0" y="2029460"/>
            <a:ext cx="11609705" cy="3717290"/>
            <a:chOff x="0" y="3196"/>
            <a:chExt cx="18283" cy="5854"/>
          </a:xfrm>
        </p:grpSpPr>
        <p:grpSp>
          <p:nvGrpSpPr>
            <p:cNvPr id="5" name="组合 4"/>
            <p:cNvGrpSpPr/>
            <p:nvPr/>
          </p:nvGrpSpPr>
          <p:grpSpPr>
            <a:xfrm>
              <a:off x="0" y="3196"/>
              <a:ext cx="7895" cy="1530"/>
              <a:chOff x="1" y="2565401"/>
              <a:chExt cx="5013433" cy="971723"/>
            </a:xfrm>
          </p:grpSpPr>
          <p:sp>
            <p:nvSpPr>
              <p:cNvPr id="6" name="MH_SubTitle_1"/>
              <p:cNvSpPr/>
              <p:nvPr>
                <p:custDataLst>
                  <p:tags r:id="rId3"/>
                </p:custDataLst>
              </p:nvPr>
            </p:nvSpPr>
            <p:spPr>
              <a:xfrm>
                <a:off x="1501900" y="2688644"/>
                <a:ext cx="3511534" cy="73155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设计集成测试用例</a:t>
                </a:r>
              </a:p>
            </p:txBody>
          </p:sp>
          <p:sp>
            <p:nvSpPr>
              <p:cNvPr id="7" name="MH_Other_1"/>
              <p:cNvSpPr/>
              <p:nvPr>
                <p:custDataLst>
                  <p:tags r:id="rId4"/>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a:solidFill>
                      <a:srgbClr val="FFFFFF"/>
                    </a:solidFill>
                    <a:latin typeface="Impact" panose="020B0806030902050204" pitchFamily="34" charset="0"/>
                    <a:ea typeface="微软雅黑" panose="020B0503020204020204" charset="-122"/>
                  </a:rPr>
                  <a:t>02</a:t>
                </a:r>
                <a:endParaRPr lang="zh-CN" altLang="en-US" sz="3200">
                  <a:solidFill>
                    <a:srgbClr val="FFFFFF"/>
                  </a:solidFill>
                  <a:latin typeface="Impact" panose="020B0806030902050204" pitchFamily="34" charset="0"/>
                  <a:ea typeface="微软雅黑" panose="020B0503020204020204" charset="-122"/>
                </a:endParaRPr>
              </a:p>
            </p:txBody>
          </p:sp>
          <p:sp>
            <p:nvSpPr>
              <p:cNvPr id="11" name="MH_Other_2"/>
              <p:cNvSpPr/>
              <p:nvPr>
                <p:custDataLst>
                  <p:tags r:id="rId5"/>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2"/>
              </p:custDataLst>
            </p:nvPr>
          </p:nvSpPr>
          <p:spPr>
            <a:xfrm>
              <a:off x="8554" y="3647"/>
              <a:ext cx="9729" cy="5403"/>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集成测试用例用于验证被组装成“构造”的构件之间能否正常地交互。测试设计人员应设计一组测试用例，以便有效地完成测试计划中规定的测试目标。为此，测试设计人员应尽可能寻找一组互不重叠的测试用例，以尽可能少的测试用例发现尽可能多的问题。测试设计人员在设计集成测试用例时，首先要认真研究用例图、顺序图、活动图、协作图等表示交互的图形，从中选择若干组感兴趣的场景，即参与者、输入信息、输出结果和系统初始状态等。</a:t>
              </a:r>
            </a:p>
          </p:txBody>
        </p:sp>
      </p:grpSp>
      <p:pic>
        <p:nvPicPr>
          <p:cNvPr id="10" name="图片 9" descr="图片1.png"/>
          <p:cNvPicPr>
            <a:picLocks noChangeAspect="1"/>
          </p:cNvPicPr>
          <p:nvPr/>
        </p:nvPicPr>
        <p:blipFill>
          <a:blip r:embed="rId8" cstate="print"/>
          <a:stretch>
            <a:fillRect/>
          </a:stretch>
        </p:blipFill>
        <p:spPr>
          <a:xfrm>
            <a:off x="711536" y="3195737"/>
            <a:ext cx="3942351" cy="2675300"/>
          </a:xfrm>
          <a:prstGeom prst="rect">
            <a:avLst/>
          </a:prstGeom>
        </p:spPr>
      </p:pic>
    </p:spTree>
    <p:custDataLst>
      <p:tags r:id="rId1"/>
    </p:custDataLst>
  </p:cSld>
  <p:clrMapOvr>
    <a:masterClrMapping/>
  </p:clrMapOvr>
  <p:transition>
    <p:wheel spokes="1"/>
  </p:transition>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7.4</a:t>
            </a:r>
            <a:r>
              <a:rPr lang="en-US" altLang="zh-CN" sz="2400" dirty="0" smtClean="0">
                <a:solidFill>
                  <a:schemeClr val="tx1"/>
                </a:solidFill>
              </a:rPr>
              <a:t>.2</a:t>
            </a:r>
            <a:r>
              <a:rPr lang="en-US" sz="2400" dirty="0" smtClean="0">
                <a:solidFill>
                  <a:schemeClr val="tx1"/>
                </a:solidFill>
              </a:rPr>
              <a:t> </a:t>
            </a:r>
            <a:r>
              <a:rPr lang="zh-CN" altLang="en-US" sz="2400" dirty="0" smtClean="0">
                <a:solidFill>
                  <a:schemeClr val="tx1"/>
                </a:solidFill>
              </a:rPr>
              <a:t>面向对象测试步骤</a:t>
            </a:r>
          </a:p>
        </p:txBody>
      </p:sp>
      <p:grpSp>
        <p:nvGrpSpPr>
          <p:cNvPr id="5" name="组合 4"/>
          <p:cNvGrpSpPr/>
          <p:nvPr/>
        </p:nvGrpSpPr>
        <p:grpSpPr>
          <a:xfrm>
            <a:off x="867410" y="2220595"/>
            <a:ext cx="10432415" cy="4003675"/>
            <a:chOff x="1499" y="3150"/>
            <a:chExt cx="16429" cy="6305"/>
          </a:xfrm>
        </p:grpSpPr>
        <p:sp>
          <p:nvSpPr>
            <p:cNvPr id="22" name="TextBox 21"/>
            <p:cNvSpPr txBox="1"/>
            <p:nvPr/>
          </p:nvSpPr>
          <p:spPr>
            <a:xfrm>
              <a:off x="3431" y="3419"/>
              <a:ext cx="13522" cy="624"/>
            </a:xfrm>
            <a:prstGeom prst="rect">
              <a:avLst/>
            </a:prstGeom>
            <a:noFill/>
          </p:spPr>
          <p:txBody>
            <a:bodyPr wrap="square">
              <a:spAutoFit/>
            </a:bodyPr>
            <a:lstStyle/>
            <a:p>
              <a:r>
                <a:rPr sz="2000" dirty="0" smtClean="0">
                  <a:sym typeface="+mn-ea"/>
                </a:rPr>
                <a:t>在图书馆信息管理系统中，根据读者借书顺序图设计测试用例。</a:t>
              </a:r>
            </a:p>
          </p:txBody>
        </p:sp>
        <p:sp>
          <p:nvSpPr>
            <p:cNvPr id="24" name="矩形 23"/>
            <p:cNvSpPr>
              <a:spLocks noChangeAspect="1"/>
            </p:cNvSpPr>
            <p:nvPr/>
          </p:nvSpPr>
          <p:spPr>
            <a:xfrm>
              <a:off x="1499" y="4275"/>
              <a:ext cx="16429" cy="518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smtClean="0">
                    <a:solidFill>
                      <a:schemeClr val="bg1"/>
                    </a:solidFill>
                    <a:sym typeface="+mn-ea"/>
                  </a:rPr>
                  <a:t>例 </a:t>
                </a:r>
                <a:r>
                  <a:rPr lang="en-US" altLang="zh-CN" sz="2400" dirty="0" smtClean="0">
                    <a:solidFill>
                      <a:schemeClr val="bg1"/>
                    </a:solidFill>
                    <a:sym typeface="+mn-ea"/>
                  </a:rPr>
                  <a:t>7-8</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6" y="4595"/>
              <a:ext cx="15768" cy="4682"/>
            </a:xfrm>
            <a:prstGeom prst="rect">
              <a:avLst/>
            </a:prstGeom>
            <a:solidFill>
              <a:schemeClr val="bg1">
                <a:lumMod val="95000"/>
              </a:schemeClr>
            </a:solidFill>
          </p:spPr>
          <p:txBody>
            <a:bodyPr wrap="square">
              <a:spAutoFit/>
            </a:bodyPr>
            <a:lstStyle/>
            <a:p>
              <a:pPr fontAlgn="auto">
                <a:lnSpc>
                  <a:spcPct val="130000"/>
                </a:lnSpc>
              </a:pPr>
              <a:r>
                <a:rPr lang="en-US" altLang="en-US" dirty="0" smtClean="0">
                  <a:latin typeface="Times New Roman" panose="02020603050405020304" charset="0"/>
                  <a:ea typeface="宋体" panose="02010600030101010101" pitchFamily="2" charset="-122"/>
                </a:rPr>
                <a:t>        图7-18是描述图书馆信息管理系统中读者“借书”过程的顺序图。研究图7-18，可找出这个场景的参与者是读者和图书馆的借还书操作员，操作员输入的信息要与读者数据库和图书数据库里的信息进行交互。输入信息是读者号和图书号。输出信息可能有多种情况：图书馆有此书，可借；图书馆无此书，新书预订；此书已全部借出，可预借；读者号不存在，提示出错信息；图书号不存在，提示出错信息；读者借书的数量已经超限，不能借书；……。也就是说，根据表示用例交互的各种图形往往可以导出许多测试用例，当执行相应测试时，将捕获到的系统内各对象之间的实际交互结果与这些表示交互的图形进行比较。比如，可通过跟踪打印输出或者通过单步执行进行比较，两者结果应相同，否则就可发现缺陷。</a:t>
              </a:r>
            </a:p>
          </p:txBody>
        </p:sp>
      </p:grpSp>
    </p:spTree>
    <p:custDataLst>
      <p:tags r:id="rId1"/>
    </p:custDataLst>
  </p:cSld>
  <p:clrMapOvr>
    <a:masterClrMapping/>
  </p:clrMapOvr>
  <p:transition>
    <p:wheel spokes="1"/>
  </p:transition>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7.4</a:t>
            </a:r>
            <a:r>
              <a:rPr lang="en-US" altLang="zh-CN" sz="2400" dirty="0" smtClean="0">
                <a:solidFill>
                  <a:schemeClr val="tx1"/>
                </a:solidFill>
              </a:rPr>
              <a:t>.2</a:t>
            </a:r>
            <a:r>
              <a:rPr lang="en-US" sz="2400" dirty="0" smtClean="0">
                <a:solidFill>
                  <a:schemeClr val="tx1"/>
                </a:solidFill>
              </a:rPr>
              <a:t> </a:t>
            </a:r>
            <a:r>
              <a:rPr lang="zh-CN" altLang="en-US" sz="2400" dirty="0" smtClean="0">
                <a:solidFill>
                  <a:schemeClr val="tx1"/>
                </a:solidFill>
              </a:rPr>
              <a:t>面向对象测试步骤</a:t>
            </a:r>
          </a:p>
        </p:txBody>
      </p:sp>
      <p:sp>
        <p:nvSpPr>
          <p:cNvPr id="110619" name="Rectangle 27"/>
          <p:cNvSpPr>
            <a:spLocks noChangeArrowheads="1"/>
          </p:cNvSpPr>
          <p:nvPr/>
        </p:nvSpPr>
        <p:spPr bwMode="auto">
          <a:xfrm>
            <a:off x="0" y="0"/>
            <a:ext cx="12192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110593" name="组合 9218"/>
          <p:cNvGrpSpPr/>
          <p:nvPr/>
        </p:nvGrpSpPr>
        <p:grpSpPr bwMode="auto">
          <a:xfrm>
            <a:off x="1842448" y="2006222"/>
            <a:ext cx="8666327" cy="3888048"/>
            <a:chOff x="2457" y="3840"/>
            <a:chExt cx="6083" cy="4425"/>
          </a:xfrm>
        </p:grpSpPr>
        <p:sp>
          <p:nvSpPr>
            <p:cNvPr id="110618" name="Text Box 6969"/>
            <p:cNvSpPr txBox="1">
              <a:spLocks noChangeArrowheads="1"/>
            </p:cNvSpPr>
            <p:nvPr/>
          </p:nvSpPr>
          <p:spPr bwMode="auto">
            <a:xfrm>
              <a:off x="3820" y="3994"/>
              <a:ext cx="945" cy="369"/>
            </a:xfrm>
            <a:prstGeom prst="rect">
              <a:avLst/>
            </a:prstGeom>
            <a:solidFill>
              <a:srgbClr val="FFFFFF"/>
            </a:solidFill>
            <a:ln w="9525">
              <a:solidFill>
                <a:srgbClr val="000000"/>
              </a:solidFill>
              <a:miter lim="800000"/>
            </a:ln>
          </p:spPr>
          <p:txBody>
            <a:bodyPr vert="horz" wrap="square" lIns="36000" tIns="36000" rIns="36000" bIns="360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工作人员</a:t>
              </a:r>
              <a:endParaRPr kumimoji="0" lang="zh-CN"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10617" name="Line 6972"/>
            <p:cNvSpPr>
              <a:spLocks noChangeShapeType="1"/>
            </p:cNvSpPr>
            <p:nvPr/>
          </p:nvSpPr>
          <p:spPr bwMode="auto">
            <a:xfrm>
              <a:off x="2761" y="5301"/>
              <a:ext cx="1440" cy="1"/>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a:p>
          </p:txBody>
        </p:sp>
        <p:sp>
          <p:nvSpPr>
            <p:cNvPr id="110616" name="Text Box 6973"/>
            <p:cNvSpPr txBox="1">
              <a:spLocks noChangeArrowheads="1"/>
            </p:cNvSpPr>
            <p:nvPr/>
          </p:nvSpPr>
          <p:spPr bwMode="auto">
            <a:xfrm>
              <a:off x="3222" y="5041"/>
              <a:ext cx="575" cy="25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读者号</a:t>
              </a:r>
              <a:endParaRPr kumimoji="0" lang="zh-CN"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10615" name="Line 6974"/>
            <p:cNvSpPr>
              <a:spLocks noChangeShapeType="1"/>
            </p:cNvSpPr>
            <p:nvPr/>
          </p:nvSpPr>
          <p:spPr bwMode="auto">
            <a:xfrm>
              <a:off x="2761" y="6237"/>
              <a:ext cx="1440" cy="2"/>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a:p>
          </p:txBody>
        </p:sp>
        <p:sp>
          <p:nvSpPr>
            <p:cNvPr id="110614" name="Line 6976"/>
            <p:cNvSpPr>
              <a:spLocks noChangeShapeType="1"/>
            </p:cNvSpPr>
            <p:nvPr/>
          </p:nvSpPr>
          <p:spPr bwMode="auto">
            <a:xfrm flipV="1">
              <a:off x="4201" y="5301"/>
              <a:ext cx="1800" cy="1"/>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a:p>
          </p:txBody>
        </p:sp>
        <p:sp>
          <p:nvSpPr>
            <p:cNvPr id="110613" name="Line 6980"/>
            <p:cNvSpPr>
              <a:spLocks noChangeShapeType="1"/>
            </p:cNvSpPr>
            <p:nvPr/>
          </p:nvSpPr>
          <p:spPr bwMode="auto">
            <a:xfrm flipH="1">
              <a:off x="2761" y="7641"/>
              <a:ext cx="1440" cy="0"/>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a:p>
          </p:txBody>
        </p:sp>
        <p:sp>
          <p:nvSpPr>
            <p:cNvPr id="110612" name="Rectangle 6982"/>
            <p:cNvSpPr>
              <a:spLocks noChangeArrowheads="1"/>
            </p:cNvSpPr>
            <p:nvPr/>
          </p:nvSpPr>
          <p:spPr bwMode="auto">
            <a:xfrm>
              <a:off x="4201" y="4365"/>
              <a:ext cx="179" cy="3900"/>
            </a:xfrm>
            <a:prstGeom prst="rect">
              <a:avLst/>
            </a:prstGeom>
            <a:solidFill>
              <a:srgbClr val="FFFFFF"/>
            </a:solidFill>
            <a:ln w="9525">
              <a:solidFill>
                <a:srgbClr val="000000"/>
              </a:solidFill>
              <a:miter lim="800000"/>
            </a:ln>
          </p:spPr>
          <p:txBody>
            <a:bodyPr vert="horz" wrap="square" lIns="91440" tIns="45720" rIns="91440" bIns="45720" numCol="1" anchor="t" anchorCtr="0" compatLnSpc="1"/>
            <a:lstStyle/>
            <a:p>
              <a:endParaRPr lang="zh-CN" altLang="en-US"/>
            </a:p>
          </p:txBody>
        </p:sp>
        <p:sp>
          <p:nvSpPr>
            <p:cNvPr id="110611" name="Rectangle 6983"/>
            <p:cNvSpPr>
              <a:spLocks noChangeArrowheads="1"/>
            </p:cNvSpPr>
            <p:nvPr/>
          </p:nvSpPr>
          <p:spPr bwMode="auto">
            <a:xfrm>
              <a:off x="6001" y="4365"/>
              <a:ext cx="177" cy="3900"/>
            </a:xfrm>
            <a:prstGeom prst="rect">
              <a:avLst/>
            </a:prstGeom>
            <a:solidFill>
              <a:srgbClr val="FFFFFF"/>
            </a:solidFill>
            <a:ln w="9525">
              <a:solidFill>
                <a:srgbClr val="000000"/>
              </a:solidFill>
              <a:miter lim="800000"/>
            </a:ln>
          </p:spPr>
          <p:txBody>
            <a:bodyPr vert="horz" wrap="square" lIns="91440" tIns="45720" rIns="91440" bIns="45720" numCol="1" anchor="t" anchorCtr="0" compatLnSpc="1"/>
            <a:lstStyle/>
            <a:p>
              <a:endParaRPr lang="zh-CN" altLang="en-US"/>
            </a:p>
          </p:txBody>
        </p:sp>
        <p:sp>
          <p:nvSpPr>
            <p:cNvPr id="110610" name="Rectangle 6984"/>
            <p:cNvSpPr>
              <a:spLocks noChangeArrowheads="1"/>
            </p:cNvSpPr>
            <p:nvPr/>
          </p:nvSpPr>
          <p:spPr bwMode="auto">
            <a:xfrm>
              <a:off x="7980" y="4365"/>
              <a:ext cx="179" cy="3900"/>
            </a:xfrm>
            <a:prstGeom prst="rect">
              <a:avLst/>
            </a:prstGeom>
            <a:solidFill>
              <a:srgbClr val="FFFFFF"/>
            </a:solidFill>
            <a:ln w="9525">
              <a:solidFill>
                <a:srgbClr val="000000"/>
              </a:solidFill>
              <a:miter lim="800000"/>
            </a:ln>
          </p:spPr>
          <p:txBody>
            <a:bodyPr vert="horz" wrap="square" lIns="91440" tIns="45720" rIns="91440" bIns="45720" numCol="1" anchor="t" anchorCtr="0" compatLnSpc="1"/>
            <a:lstStyle/>
            <a:p>
              <a:endParaRPr lang="zh-CN" altLang="en-US"/>
            </a:p>
          </p:txBody>
        </p:sp>
        <p:sp>
          <p:nvSpPr>
            <p:cNvPr id="110609" name="Rectangle 6985"/>
            <p:cNvSpPr>
              <a:spLocks noChangeArrowheads="1"/>
            </p:cNvSpPr>
            <p:nvPr/>
          </p:nvSpPr>
          <p:spPr bwMode="auto">
            <a:xfrm>
              <a:off x="2580" y="4521"/>
              <a:ext cx="179" cy="3744"/>
            </a:xfrm>
            <a:prstGeom prst="rect">
              <a:avLst/>
            </a:prstGeom>
            <a:solidFill>
              <a:srgbClr val="FFFFFF"/>
            </a:solidFill>
            <a:ln w="9525">
              <a:solidFill>
                <a:srgbClr val="000000"/>
              </a:solidFill>
              <a:miter lim="800000"/>
            </a:ln>
          </p:spPr>
          <p:txBody>
            <a:bodyPr vert="horz" wrap="square" lIns="91440" tIns="45720" rIns="91440" bIns="45720" numCol="1" anchor="t" anchorCtr="0" compatLnSpc="1"/>
            <a:lstStyle/>
            <a:p>
              <a:endParaRPr lang="zh-CN" altLang="en-US"/>
            </a:p>
          </p:txBody>
        </p:sp>
        <p:sp>
          <p:nvSpPr>
            <p:cNvPr id="110608" name="Line 6986"/>
            <p:cNvSpPr>
              <a:spLocks noChangeShapeType="1"/>
            </p:cNvSpPr>
            <p:nvPr/>
          </p:nvSpPr>
          <p:spPr bwMode="auto">
            <a:xfrm>
              <a:off x="4380" y="6238"/>
              <a:ext cx="3597" cy="1"/>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a:p>
          </p:txBody>
        </p:sp>
        <p:sp>
          <p:nvSpPr>
            <p:cNvPr id="110607" name="Line 6987"/>
            <p:cNvSpPr>
              <a:spLocks noChangeShapeType="1"/>
            </p:cNvSpPr>
            <p:nvPr/>
          </p:nvSpPr>
          <p:spPr bwMode="auto">
            <a:xfrm>
              <a:off x="4380" y="7173"/>
              <a:ext cx="3599" cy="1"/>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a:p>
          </p:txBody>
        </p:sp>
        <p:grpSp>
          <p:nvGrpSpPr>
            <p:cNvPr id="110601" name="组合 9231"/>
            <p:cNvGrpSpPr>
              <a:grpSpLocks noChangeAspect="1"/>
            </p:cNvGrpSpPr>
            <p:nvPr/>
          </p:nvGrpSpPr>
          <p:grpSpPr bwMode="auto">
            <a:xfrm>
              <a:off x="2457" y="3840"/>
              <a:ext cx="431" cy="621"/>
              <a:chOff x="2401" y="3744"/>
              <a:chExt cx="539" cy="777"/>
            </a:xfrm>
          </p:grpSpPr>
          <p:sp>
            <p:nvSpPr>
              <p:cNvPr id="110606" name="Oval 6964"/>
              <p:cNvSpPr>
                <a:spLocks noChangeAspect="1" noChangeArrowheads="1"/>
              </p:cNvSpPr>
              <p:nvPr/>
            </p:nvSpPr>
            <p:spPr bwMode="auto">
              <a:xfrm>
                <a:off x="2532" y="3744"/>
                <a:ext cx="270" cy="257"/>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110605" name="Line 6965"/>
              <p:cNvSpPr>
                <a:spLocks noChangeAspect="1" noChangeShapeType="1"/>
              </p:cNvSpPr>
              <p:nvPr/>
            </p:nvSpPr>
            <p:spPr bwMode="auto">
              <a:xfrm>
                <a:off x="2401" y="4186"/>
                <a:ext cx="539"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p>
            </p:txBody>
          </p:sp>
          <p:sp>
            <p:nvSpPr>
              <p:cNvPr id="110604" name="Line 6966"/>
              <p:cNvSpPr>
                <a:spLocks noChangeAspect="1" noChangeShapeType="1"/>
              </p:cNvSpPr>
              <p:nvPr/>
            </p:nvSpPr>
            <p:spPr bwMode="auto">
              <a:xfrm>
                <a:off x="2671" y="4003"/>
                <a:ext cx="0" cy="397"/>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p>
            </p:txBody>
          </p:sp>
          <p:sp>
            <p:nvSpPr>
              <p:cNvPr id="110603" name="Line 6967"/>
              <p:cNvSpPr>
                <a:spLocks noChangeAspect="1" noChangeShapeType="1"/>
              </p:cNvSpPr>
              <p:nvPr/>
            </p:nvSpPr>
            <p:spPr bwMode="auto">
              <a:xfrm flipH="1">
                <a:off x="2401" y="4409"/>
                <a:ext cx="270" cy="112"/>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p>
            </p:txBody>
          </p:sp>
          <p:sp>
            <p:nvSpPr>
              <p:cNvPr id="110602" name="Line 6968"/>
              <p:cNvSpPr>
                <a:spLocks noChangeAspect="1" noChangeShapeType="1"/>
              </p:cNvSpPr>
              <p:nvPr/>
            </p:nvSpPr>
            <p:spPr bwMode="auto">
              <a:xfrm>
                <a:off x="2671" y="4409"/>
                <a:ext cx="269" cy="112"/>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p>
            </p:txBody>
          </p:sp>
        </p:grpSp>
        <p:sp>
          <p:nvSpPr>
            <p:cNvPr id="110600" name="Text Box 6973"/>
            <p:cNvSpPr txBox="1">
              <a:spLocks noChangeArrowheads="1"/>
            </p:cNvSpPr>
            <p:nvPr/>
          </p:nvSpPr>
          <p:spPr bwMode="auto">
            <a:xfrm>
              <a:off x="3222" y="5980"/>
              <a:ext cx="575" cy="25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dirty="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图书号</a:t>
              </a:r>
              <a:endParaRPr kumimoji="0" lang="zh-CN"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10599" name="Text Box 6973"/>
            <p:cNvSpPr txBox="1">
              <a:spLocks noChangeArrowheads="1"/>
            </p:cNvSpPr>
            <p:nvPr/>
          </p:nvSpPr>
          <p:spPr bwMode="auto">
            <a:xfrm>
              <a:off x="3126" y="7385"/>
              <a:ext cx="848" cy="25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借书成功</a:t>
              </a:r>
              <a:endParaRPr kumimoji="0" lang="zh-CN"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10598" name="Text Box 6973"/>
            <p:cNvSpPr txBox="1">
              <a:spLocks noChangeArrowheads="1"/>
            </p:cNvSpPr>
            <p:nvPr/>
          </p:nvSpPr>
          <p:spPr bwMode="auto">
            <a:xfrm>
              <a:off x="4758" y="5039"/>
              <a:ext cx="848" cy="25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确认读者</a:t>
              </a:r>
              <a:endParaRPr kumimoji="0" lang="zh-CN"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10597" name="Text Box 6973"/>
            <p:cNvSpPr txBox="1">
              <a:spLocks noChangeArrowheads="1"/>
            </p:cNvSpPr>
            <p:nvPr/>
          </p:nvSpPr>
          <p:spPr bwMode="auto">
            <a:xfrm>
              <a:off x="6602" y="5972"/>
              <a:ext cx="848" cy="25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确认图书</a:t>
              </a:r>
              <a:endParaRPr kumimoji="0" lang="zh-CN"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10596" name="Text Box 6973"/>
            <p:cNvSpPr txBox="1">
              <a:spLocks noChangeArrowheads="1"/>
            </p:cNvSpPr>
            <p:nvPr/>
          </p:nvSpPr>
          <p:spPr bwMode="auto">
            <a:xfrm>
              <a:off x="6362" y="6909"/>
              <a:ext cx="1284" cy="25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修改借</a:t>
              </a:r>
              <a:r>
                <a:rPr kumimoji="0" lang="en-US" alt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a:t>
              </a:r>
              <a:r>
                <a:rPr kumimoji="0" lang="zh-CN" altLang="en-US"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还记录</a:t>
              </a:r>
              <a:endParaRPr kumimoji="0" lang="zh-CN" altLang="en-US"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10595" name="Text Box 6969"/>
            <p:cNvSpPr txBox="1">
              <a:spLocks noChangeArrowheads="1"/>
            </p:cNvSpPr>
            <p:nvPr/>
          </p:nvSpPr>
          <p:spPr bwMode="auto">
            <a:xfrm>
              <a:off x="5618" y="3994"/>
              <a:ext cx="945" cy="369"/>
            </a:xfrm>
            <a:prstGeom prst="rect">
              <a:avLst/>
            </a:prstGeom>
            <a:solidFill>
              <a:srgbClr val="FFFFFF"/>
            </a:solidFill>
            <a:ln w="9525">
              <a:solidFill>
                <a:srgbClr val="000000"/>
              </a:solidFill>
              <a:miter lim="800000"/>
            </a:ln>
          </p:spPr>
          <p:txBody>
            <a:bodyPr vert="horz" wrap="square" lIns="36000" tIns="36000" rIns="36000" bIns="360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读者库</a:t>
              </a:r>
              <a:endParaRPr kumimoji="0" lang="zh-CN"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10594" name="Text Box 6969"/>
            <p:cNvSpPr txBox="1">
              <a:spLocks noChangeArrowheads="1"/>
            </p:cNvSpPr>
            <p:nvPr/>
          </p:nvSpPr>
          <p:spPr bwMode="auto">
            <a:xfrm>
              <a:off x="7595" y="3994"/>
              <a:ext cx="945" cy="369"/>
            </a:xfrm>
            <a:prstGeom prst="rect">
              <a:avLst/>
            </a:prstGeom>
            <a:solidFill>
              <a:srgbClr val="FFFFFF"/>
            </a:solidFill>
            <a:ln w="9525">
              <a:solidFill>
                <a:srgbClr val="000000"/>
              </a:solidFill>
              <a:miter lim="800000"/>
            </a:ln>
          </p:spPr>
          <p:txBody>
            <a:bodyPr vert="horz" wrap="square" lIns="36000" tIns="36000" rIns="36000" bIns="360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smtClean="0">
                  <a:ln>
                    <a:noFill/>
                  </a:ln>
                  <a:solidFill>
                    <a:schemeClr val="tx1"/>
                  </a:solidFill>
                  <a:effectLst/>
                  <a:latin typeface="Times New Roman" panose="02020603050405020304" charset="0"/>
                  <a:ea typeface="宋体" panose="02010600030101010101" pitchFamily="2" charset="-122"/>
                  <a:cs typeface="Times New Roman" panose="02020603050405020304" charset="0"/>
                </a:rPr>
                <a:t>图书库</a:t>
              </a:r>
              <a:endParaRPr kumimoji="0" lang="zh-CN"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sp>
        <p:nvSpPr>
          <p:cNvPr id="33" name="矩形 32"/>
          <p:cNvSpPr/>
          <p:nvPr/>
        </p:nvSpPr>
        <p:spPr>
          <a:xfrm>
            <a:off x="4234420" y="6001181"/>
            <a:ext cx="3313728" cy="369332"/>
          </a:xfrm>
          <a:prstGeom prst="rect">
            <a:avLst/>
          </a:prstGeom>
        </p:spPr>
        <p:txBody>
          <a:bodyPr wrap="none">
            <a:spAutoFit/>
          </a:bodyPr>
          <a:lstStyle/>
          <a:p>
            <a:r>
              <a:rPr lang="zh-CN" altLang="en-US" dirty="0" smtClean="0"/>
              <a:t>图</a:t>
            </a:r>
            <a:r>
              <a:rPr lang="en-US" dirty="0" smtClean="0"/>
              <a:t>7-18  </a:t>
            </a:r>
            <a:r>
              <a:rPr lang="zh-CN" altLang="en-US" dirty="0" smtClean="0"/>
              <a:t>“借书”过程的顺序图</a:t>
            </a:r>
            <a:endParaRPr lang="zh-CN" altLang="en-US" dirty="0"/>
          </a:p>
        </p:txBody>
      </p:sp>
    </p:spTree>
    <p:custDataLst>
      <p:tags r:id="rId1"/>
    </p:custDataLst>
  </p:cSld>
  <p:clrMapOvr>
    <a:masterClrMapping/>
  </p:clrMapOvr>
  <p:transition>
    <p:wheel spokes="1"/>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7.4</a:t>
            </a:r>
            <a:r>
              <a:rPr lang="en-US" altLang="zh-CN" sz="2400" dirty="0" smtClean="0">
                <a:solidFill>
                  <a:schemeClr val="tx1"/>
                </a:solidFill>
              </a:rPr>
              <a:t>.2</a:t>
            </a:r>
            <a:r>
              <a:rPr lang="en-US" sz="2400" dirty="0" smtClean="0">
                <a:solidFill>
                  <a:schemeClr val="tx1"/>
                </a:solidFill>
              </a:rPr>
              <a:t> </a:t>
            </a:r>
            <a:r>
              <a:rPr lang="zh-CN" altLang="en-US" sz="2400" dirty="0" smtClean="0">
                <a:solidFill>
                  <a:schemeClr val="tx1"/>
                </a:solidFill>
              </a:rPr>
              <a:t>面向对象测试步骤</a:t>
            </a:r>
          </a:p>
        </p:txBody>
      </p:sp>
      <p:grpSp>
        <p:nvGrpSpPr>
          <p:cNvPr id="4" name="组合 3"/>
          <p:cNvGrpSpPr/>
          <p:nvPr/>
        </p:nvGrpSpPr>
        <p:grpSpPr>
          <a:xfrm>
            <a:off x="0" y="2029460"/>
            <a:ext cx="11609705" cy="3717290"/>
            <a:chOff x="0" y="3196"/>
            <a:chExt cx="18283" cy="5854"/>
          </a:xfrm>
        </p:grpSpPr>
        <p:grpSp>
          <p:nvGrpSpPr>
            <p:cNvPr id="5" name="组合 4"/>
            <p:cNvGrpSpPr/>
            <p:nvPr/>
          </p:nvGrpSpPr>
          <p:grpSpPr>
            <a:xfrm>
              <a:off x="0" y="3196"/>
              <a:ext cx="7895" cy="1530"/>
              <a:chOff x="1" y="2565401"/>
              <a:chExt cx="5013433" cy="971723"/>
            </a:xfrm>
          </p:grpSpPr>
          <p:sp>
            <p:nvSpPr>
              <p:cNvPr id="6" name="MH_SubTitle_1"/>
              <p:cNvSpPr/>
              <p:nvPr>
                <p:custDataLst>
                  <p:tags r:id="rId3"/>
                </p:custDataLst>
              </p:nvPr>
            </p:nvSpPr>
            <p:spPr>
              <a:xfrm>
                <a:off x="1501900" y="2688644"/>
                <a:ext cx="3511534" cy="73155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设计系统测试用例</a:t>
                </a:r>
              </a:p>
            </p:txBody>
          </p:sp>
          <p:sp>
            <p:nvSpPr>
              <p:cNvPr id="7" name="MH_Other_1"/>
              <p:cNvSpPr/>
              <p:nvPr>
                <p:custDataLst>
                  <p:tags r:id="rId4"/>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a:solidFill>
                      <a:srgbClr val="FFFFFF"/>
                    </a:solidFill>
                    <a:latin typeface="Impact" panose="020B0806030902050204" pitchFamily="34" charset="0"/>
                    <a:ea typeface="微软雅黑" panose="020B0503020204020204" charset="-122"/>
                  </a:rPr>
                  <a:t>03</a:t>
                </a:r>
                <a:endParaRPr lang="zh-CN" altLang="en-US" sz="3200">
                  <a:solidFill>
                    <a:srgbClr val="FFFFFF"/>
                  </a:solidFill>
                  <a:latin typeface="Impact" panose="020B0806030902050204" pitchFamily="34" charset="0"/>
                  <a:ea typeface="微软雅黑" panose="020B0503020204020204" charset="-122"/>
                </a:endParaRPr>
              </a:p>
            </p:txBody>
          </p:sp>
          <p:sp>
            <p:nvSpPr>
              <p:cNvPr id="11" name="MH_Other_2"/>
              <p:cNvSpPr/>
              <p:nvPr>
                <p:custDataLst>
                  <p:tags r:id="rId5"/>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2"/>
              </p:custDataLst>
            </p:nvPr>
          </p:nvSpPr>
          <p:spPr>
            <a:xfrm>
              <a:off x="9204" y="3647"/>
              <a:ext cx="9079" cy="5403"/>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系统测试用于测试系统功能在整体上是否满足要求，在不同条件下的用例组合的运行是否有效。这些条件包括不同的硬件配置、不同程度的系统负载、不同数量的参与者，以及不同规模的数据库等。</a:t>
              </a:r>
            </a:p>
          </p:txBody>
        </p:sp>
      </p:grpSp>
      <p:pic>
        <p:nvPicPr>
          <p:cNvPr id="10" name="图片 9" descr="图片2.png"/>
          <p:cNvPicPr>
            <a:picLocks noChangeAspect="1"/>
          </p:cNvPicPr>
          <p:nvPr/>
        </p:nvPicPr>
        <p:blipFill>
          <a:blip r:embed="rId8" cstate="print"/>
          <a:stretch>
            <a:fillRect/>
          </a:stretch>
        </p:blipFill>
        <p:spPr>
          <a:xfrm>
            <a:off x="1032202" y="3179928"/>
            <a:ext cx="3759322" cy="2695434"/>
          </a:xfrm>
          <a:prstGeom prst="rect">
            <a:avLst/>
          </a:prstGeom>
        </p:spPr>
      </p:pic>
    </p:spTree>
    <p:custDataLst>
      <p:tags r:id="rId1"/>
    </p:custDataLst>
  </p:cSld>
  <p:clrMapOvr>
    <a:masterClrMapping/>
  </p:clrMapOvr>
  <p:transition>
    <p:wheel spokes="1"/>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7.4</a:t>
            </a:r>
            <a:r>
              <a:rPr lang="en-US" altLang="zh-CN" sz="2400" dirty="0" smtClean="0">
                <a:solidFill>
                  <a:schemeClr val="tx1"/>
                </a:solidFill>
              </a:rPr>
              <a:t>.2</a:t>
            </a:r>
            <a:r>
              <a:rPr lang="en-US" sz="2400" dirty="0" smtClean="0">
                <a:solidFill>
                  <a:schemeClr val="tx1"/>
                </a:solidFill>
              </a:rPr>
              <a:t> </a:t>
            </a:r>
            <a:r>
              <a:rPr lang="zh-CN" altLang="en-US" sz="2400" dirty="0" smtClean="0">
                <a:solidFill>
                  <a:schemeClr val="tx1"/>
                </a:solidFill>
              </a:rPr>
              <a:t>面向对象测试步骤</a:t>
            </a:r>
          </a:p>
        </p:txBody>
      </p:sp>
      <p:grpSp>
        <p:nvGrpSpPr>
          <p:cNvPr id="4" name="组合 3"/>
          <p:cNvGrpSpPr/>
          <p:nvPr/>
        </p:nvGrpSpPr>
        <p:grpSpPr>
          <a:xfrm>
            <a:off x="0" y="2029460"/>
            <a:ext cx="11609705" cy="3717290"/>
            <a:chOff x="0" y="3196"/>
            <a:chExt cx="18283" cy="5854"/>
          </a:xfrm>
        </p:grpSpPr>
        <p:grpSp>
          <p:nvGrpSpPr>
            <p:cNvPr id="5" name="组合 4"/>
            <p:cNvGrpSpPr/>
            <p:nvPr/>
          </p:nvGrpSpPr>
          <p:grpSpPr>
            <a:xfrm>
              <a:off x="0" y="3196"/>
              <a:ext cx="7895" cy="1530"/>
              <a:chOff x="1" y="2565401"/>
              <a:chExt cx="5013433" cy="971723"/>
            </a:xfrm>
          </p:grpSpPr>
          <p:sp>
            <p:nvSpPr>
              <p:cNvPr id="6" name="MH_SubTitle_1"/>
              <p:cNvSpPr/>
              <p:nvPr>
                <p:custDataLst>
                  <p:tags r:id="rId3"/>
                </p:custDataLst>
              </p:nvPr>
            </p:nvSpPr>
            <p:spPr>
              <a:xfrm>
                <a:off x="1501900" y="2688644"/>
                <a:ext cx="3511534" cy="73155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设计回归测试用例</a:t>
                </a:r>
              </a:p>
            </p:txBody>
          </p:sp>
          <p:sp>
            <p:nvSpPr>
              <p:cNvPr id="7" name="MH_Other_1"/>
              <p:cNvSpPr/>
              <p:nvPr>
                <p:custDataLst>
                  <p:tags r:id="rId4"/>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a:solidFill>
                      <a:srgbClr val="FFFFFF"/>
                    </a:solidFill>
                    <a:latin typeface="Impact" panose="020B0806030902050204" pitchFamily="34" charset="0"/>
                    <a:ea typeface="微软雅黑" panose="020B0503020204020204" charset="-122"/>
                  </a:rPr>
                  <a:t>04</a:t>
                </a:r>
                <a:endParaRPr lang="zh-CN" altLang="en-US" sz="3200">
                  <a:solidFill>
                    <a:srgbClr val="FFFFFF"/>
                  </a:solidFill>
                  <a:latin typeface="Impact" panose="020B0806030902050204" pitchFamily="34" charset="0"/>
                  <a:ea typeface="微软雅黑" panose="020B0503020204020204" charset="-122"/>
                </a:endParaRPr>
              </a:p>
            </p:txBody>
          </p:sp>
          <p:sp>
            <p:nvSpPr>
              <p:cNvPr id="11" name="MH_Other_2"/>
              <p:cNvSpPr/>
              <p:nvPr>
                <p:custDataLst>
                  <p:tags r:id="rId5"/>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2"/>
              </p:custDataLst>
            </p:nvPr>
          </p:nvSpPr>
          <p:spPr>
            <a:xfrm>
              <a:off x="9204" y="3647"/>
              <a:ext cx="9079" cy="5403"/>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一个“构造”如果在前面的迭代中已经通过了集成测试和系统测试，在后续的迭代开发中产生的构件可能会与其有接口或依赖关系，为了验证将它们集成在一起是否有缺陷，除了添加一些必要的测试用例进行接口验证外，充分利用前面已经使用过的测试用例来验证后续的构造是非常有效的。设计回归测试用例时，要注意它的灵活性，它应能够适应被测试软件的变化。</a:t>
              </a:r>
            </a:p>
            <a:p>
              <a:pPr indent="457200">
                <a:lnSpc>
                  <a:spcPct val="120000"/>
                </a:lnSpc>
              </a:pPr>
              <a:r>
                <a:rPr dirty="0" smtClean="0">
                  <a:solidFill>
                    <a:schemeClr val="tx1"/>
                  </a:solidFill>
                  <a:latin typeface="微软雅黑" panose="020B0503020204020204" charset="-122"/>
                  <a:ea typeface="微软雅黑" panose="020B0503020204020204" charset="-122"/>
                </a:rPr>
                <a:t>应该注意，集成测试主要在客户对象，而不是在服务器对象中发现错误。集成测试的关注点是确定调用代码中是否存在错误，而不是被调用代码。</a:t>
              </a:r>
            </a:p>
          </p:txBody>
        </p:sp>
      </p:grpSp>
      <p:pic>
        <p:nvPicPr>
          <p:cNvPr id="10" name="图片 9" descr="图片3.png"/>
          <p:cNvPicPr>
            <a:picLocks noChangeAspect="1"/>
          </p:cNvPicPr>
          <p:nvPr/>
        </p:nvPicPr>
        <p:blipFill>
          <a:blip r:embed="rId8" cstate="print"/>
          <a:stretch>
            <a:fillRect/>
          </a:stretch>
        </p:blipFill>
        <p:spPr>
          <a:xfrm>
            <a:off x="835561" y="3133861"/>
            <a:ext cx="4188315" cy="2773920"/>
          </a:xfrm>
          <a:prstGeom prst="rect">
            <a:avLst/>
          </a:prstGeom>
        </p:spPr>
      </p:pic>
    </p:spTree>
    <p:custDataLst>
      <p:tags r:id="rId1"/>
    </p:custDataLst>
  </p:cSld>
  <p:clrMapOvr>
    <a:masterClrMapping/>
  </p:clrMapOvr>
  <p:transition>
    <p:wheel spokes="1"/>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7.4</a:t>
            </a:r>
            <a:r>
              <a:rPr lang="en-US" altLang="zh-CN" sz="2400" dirty="0" smtClean="0">
                <a:solidFill>
                  <a:schemeClr val="tx1"/>
                </a:solidFill>
              </a:rPr>
              <a:t>.2</a:t>
            </a:r>
            <a:r>
              <a:rPr lang="en-US" sz="2400" dirty="0" smtClean="0">
                <a:solidFill>
                  <a:schemeClr val="tx1"/>
                </a:solidFill>
              </a:rPr>
              <a:t> </a:t>
            </a:r>
            <a:r>
              <a:rPr lang="zh-CN" altLang="en-US" sz="2400" dirty="0" smtClean="0">
                <a:solidFill>
                  <a:schemeClr val="tx1"/>
                </a:solidFill>
              </a:rPr>
              <a:t>面向对象测试步骤</a:t>
            </a:r>
          </a:p>
        </p:txBody>
      </p:sp>
      <p:grpSp>
        <p:nvGrpSpPr>
          <p:cNvPr id="20" name="组合 19"/>
          <p:cNvGrpSpPr/>
          <p:nvPr/>
        </p:nvGrpSpPr>
        <p:grpSpPr>
          <a:xfrm>
            <a:off x="754594" y="2085001"/>
            <a:ext cx="10811931" cy="3780790"/>
            <a:chOff x="2344738" y="4560888"/>
            <a:chExt cx="10811931" cy="3780790"/>
          </a:xfrm>
        </p:grpSpPr>
        <p:sp>
          <p:nvSpPr>
            <p:cNvPr id="3085" name="MH_SubTitle_3"/>
            <p:cNvSpPr>
              <a:spLocks noChangeArrowheads="1"/>
            </p:cNvSpPr>
            <p:nvPr/>
          </p:nvSpPr>
          <p:spPr bwMode="auto">
            <a:xfrm>
              <a:off x="3149600" y="4560888"/>
              <a:ext cx="4572000" cy="600075"/>
            </a:xfrm>
            <a:prstGeom prst="rect">
              <a:avLst/>
            </a:prstGeom>
            <a:noFill/>
            <a:ln w="9525">
              <a:noFill/>
              <a:miter lim="800000"/>
            </a:ln>
          </p:spPr>
          <p:txBody>
            <a:bodyPr anchor="b"/>
            <a:lstStyle/>
            <a:p>
              <a:pPr eaLnBrk="1" hangingPunct="1"/>
              <a:r>
                <a:rPr lang="en-US" altLang="zh-CN" sz="2000" b="1">
                  <a:solidFill>
                    <a:srgbClr val="B39572"/>
                  </a:solidFill>
                  <a:latin typeface="Arial" panose="020B0604020202020204" pitchFamily="34" charset="0"/>
                  <a:ea typeface="幼圆" panose="02010509060101010101" pitchFamily="49" charset="-122"/>
                  <a:cs typeface="Arial" panose="020B0604020202020204" pitchFamily="34" charset="0"/>
                </a:rPr>
                <a:t>维护工作流程</a:t>
              </a:r>
            </a:p>
          </p:txBody>
        </p:sp>
        <p:sp>
          <p:nvSpPr>
            <p:cNvPr id="54" name="MH_Other_7"/>
            <p:cNvSpPr/>
            <p:nvPr/>
          </p:nvSpPr>
          <p:spPr>
            <a:xfrm>
              <a:off x="3081338" y="4576763"/>
              <a:ext cx="68262" cy="1320800"/>
            </a:xfrm>
            <a:prstGeom prst="rect">
              <a:avLst/>
            </a:prstGeom>
            <a:solidFill>
              <a:srgbClr val="B39572">
                <a:lumMod val="40000"/>
                <a:lumOff val="60000"/>
              </a:srgbClr>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3087" name="MH_Text_3"/>
            <p:cNvSpPr>
              <a:spLocks noChangeArrowheads="1"/>
            </p:cNvSpPr>
            <p:nvPr/>
          </p:nvSpPr>
          <p:spPr bwMode="auto">
            <a:xfrm>
              <a:off x="3454083" y="5267008"/>
              <a:ext cx="9599295" cy="30746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indent="457200" algn="l" fontAlgn="auto">
                <a:lnSpc>
                  <a:spcPct val="140000"/>
                </a:lnSpc>
                <a:defRPr/>
              </a:pPr>
              <a:r>
                <a:rPr lang="en-US" altLang="zh-CN">
                  <a:solidFill>
                    <a:schemeClr val="tx1"/>
                  </a:solidFill>
                  <a:latin typeface="微软雅黑" panose="020B0503020204020204" charset="-122"/>
                  <a:ea typeface="微软雅黑" panose="020B0503020204020204" charset="-122"/>
                  <a:cs typeface="Arial" panose="020B0604020202020204" pitchFamily="34" charset="0"/>
                </a:rPr>
                <a:t>软件工程师根据测试用例、测试规程和被测软件的编码，设计并实现测试构件，实现测试规程自动化。测试构件的实现有以下两种方法。</a:t>
              </a:r>
            </a:p>
            <a:p>
              <a:pPr indent="457200" algn="l" fontAlgn="auto">
                <a:lnSpc>
                  <a:spcPct val="140000"/>
                </a:lnSpc>
                <a:defRPr/>
              </a:pPr>
              <a:r>
                <a:rPr lang="en-US" altLang="zh-CN" b="1">
                  <a:solidFill>
                    <a:schemeClr val="accent6">
                      <a:lumMod val="50000"/>
                    </a:schemeClr>
                  </a:solidFill>
                  <a:latin typeface="微软雅黑" panose="020B0503020204020204" charset="-122"/>
                  <a:ea typeface="微软雅黑" panose="020B0503020204020204" charset="-122"/>
                  <a:cs typeface="Arial" panose="020B0604020202020204" pitchFamily="34" charset="0"/>
                </a:rPr>
                <a:t>1）依赖于测试自动化工具</a:t>
              </a:r>
            </a:p>
            <a:p>
              <a:pPr indent="457200" algn="l" fontAlgn="auto">
                <a:lnSpc>
                  <a:spcPct val="140000"/>
                </a:lnSpc>
                <a:defRPr/>
              </a:pPr>
              <a:r>
                <a:rPr lang="en-US" altLang="zh-CN">
                  <a:solidFill>
                    <a:schemeClr val="tx1"/>
                  </a:solidFill>
                  <a:latin typeface="微软雅黑" panose="020B0503020204020204" charset="-122"/>
                  <a:ea typeface="微软雅黑" panose="020B0503020204020204" charset="-122"/>
                  <a:cs typeface="Arial" panose="020B0604020202020204" pitchFamily="34" charset="0"/>
                </a:rPr>
                <a:t>软件工程师根据测试规程，在测试自动化工具环境中执行测试规程所描述的动作，测试工具会自动记录这些动作，软件工程师整理这些记录，并做适当的调整，生成一个测试构件。这种构件通常是以脚本语言实现的，例如Visual Basic的测试脚本。</a:t>
              </a:r>
            </a:p>
            <a:p>
              <a:pPr indent="457200" algn="l" fontAlgn="auto">
                <a:lnSpc>
                  <a:spcPct val="140000"/>
                </a:lnSpc>
                <a:defRPr/>
              </a:pPr>
              <a:r>
                <a:rPr lang="en-US" altLang="zh-CN" b="1">
                  <a:solidFill>
                    <a:schemeClr val="accent6">
                      <a:lumMod val="50000"/>
                    </a:schemeClr>
                  </a:solidFill>
                  <a:latin typeface="微软雅黑" panose="020B0503020204020204" charset="-122"/>
                  <a:ea typeface="微软雅黑" panose="020B0503020204020204" charset="-122"/>
                  <a:cs typeface="Arial" panose="020B0604020202020204" pitchFamily="34" charset="0"/>
                </a:rPr>
                <a:t>2）软件工程师开发测试构件</a:t>
              </a:r>
            </a:p>
            <a:p>
              <a:pPr indent="457200" algn="l" fontAlgn="auto">
                <a:lnSpc>
                  <a:spcPct val="140000"/>
                </a:lnSpc>
                <a:defRPr/>
              </a:pPr>
              <a:r>
                <a:rPr lang="en-US" altLang="zh-CN">
                  <a:solidFill>
                    <a:schemeClr val="tx1"/>
                  </a:solidFill>
                  <a:latin typeface="微软雅黑" panose="020B0503020204020204" charset="-122"/>
                  <a:ea typeface="微软雅黑" panose="020B0503020204020204" charset="-122"/>
                  <a:cs typeface="Arial" panose="020B0604020202020204" pitchFamily="34" charset="0"/>
                </a:rPr>
                <a:t>软件工程师以测试规程为需求规格说明，进行分析和设计后，使用编程语言开发测试构件。很显然，开发测试构件的工程师需要有更高超的编程技巧和责任心。</a:t>
              </a:r>
            </a:p>
          </p:txBody>
        </p:sp>
        <p:cxnSp>
          <p:nvCxnSpPr>
            <p:cNvPr id="3088" name="MH_Other_8"/>
            <p:cNvCxnSpPr>
              <a:cxnSpLocks noChangeShapeType="1"/>
            </p:cNvCxnSpPr>
            <p:nvPr/>
          </p:nvCxnSpPr>
          <p:spPr bwMode="auto">
            <a:xfrm>
              <a:off x="3249399" y="5160667"/>
              <a:ext cx="9907270" cy="4445"/>
            </a:xfrm>
            <a:prstGeom prst="line">
              <a:avLst/>
            </a:prstGeom>
            <a:noFill/>
            <a:ln w="19050" algn="ctr">
              <a:solidFill>
                <a:srgbClr val="BFBFBF"/>
              </a:solidFill>
              <a:prstDash val="sysDash"/>
              <a:miter lim="800000"/>
            </a:ln>
          </p:spPr>
        </p:cxnSp>
        <p:sp>
          <p:nvSpPr>
            <p:cNvPr id="3089" name="MH_Other_9"/>
            <p:cNvSpPr txBox="1">
              <a:spLocks noChangeArrowheads="1"/>
            </p:cNvSpPr>
            <p:nvPr/>
          </p:nvSpPr>
          <p:spPr bwMode="auto">
            <a:xfrm>
              <a:off x="2344738" y="4594225"/>
              <a:ext cx="738187" cy="1303338"/>
            </a:xfrm>
            <a:prstGeom prst="rect">
              <a:avLst/>
            </a:prstGeom>
            <a:noFill/>
            <a:ln w="9525">
              <a:noFill/>
              <a:miter lim="800000"/>
            </a:ln>
          </p:spPr>
          <p:txBody>
            <a:bodyPr vert="eaVert" lIns="0" tIns="0" rIns="0" bIns="0">
              <a:spAutoFit/>
            </a:bodyPr>
            <a:lstStyle/>
            <a:p>
              <a:pPr algn="ctr" eaLnBrk="1" hangingPunct="1"/>
              <a:r>
                <a:rPr lang="en-US" altLang="zh-CN" sz="4800" b="1">
                  <a:solidFill>
                    <a:srgbClr val="B39572"/>
                  </a:solidFill>
                  <a:ea typeface="幼圆" panose="02010509060101010101" pitchFamily="49" charset="-122"/>
                </a:rPr>
                <a:t>03</a:t>
              </a:r>
              <a:endParaRPr lang="zh-CN" altLang="en-US" sz="4800" b="1">
                <a:solidFill>
                  <a:srgbClr val="B39572"/>
                </a:solidFill>
                <a:ea typeface="幼圆" panose="02010509060101010101" pitchFamily="49" charset="-122"/>
              </a:endParaRPr>
            </a:p>
          </p:txBody>
        </p:sp>
      </p:grpSp>
    </p:spTree>
    <p:custDataLst>
      <p:tags r:id="rId1"/>
    </p:custDataLst>
  </p:cSld>
  <p:clrMapOvr>
    <a:masterClrMapping/>
  </p:clrMapOvr>
  <p:transition>
    <p:wheel spokes="1"/>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7.4</a:t>
            </a:r>
            <a:r>
              <a:rPr lang="en-US" altLang="zh-CN" sz="2400" dirty="0" smtClean="0">
                <a:solidFill>
                  <a:schemeClr val="tx1"/>
                </a:solidFill>
              </a:rPr>
              <a:t>.2</a:t>
            </a:r>
            <a:r>
              <a:rPr lang="en-US" sz="2400" dirty="0" smtClean="0">
                <a:solidFill>
                  <a:schemeClr val="tx1"/>
                </a:solidFill>
              </a:rPr>
              <a:t> </a:t>
            </a:r>
            <a:r>
              <a:rPr lang="zh-CN" altLang="en-US" sz="2400" dirty="0" smtClean="0">
                <a:solidFill>
                  <a:schemeClr val="tx1"/>
                </a:solidFill>
              </a:rPr>
              <a:t>面向对象测试步骤</a:t>
            </a:r>
          </a:p>
        </p:txBody>
      </p:sp>
      <p:grpSp>
        <p:nvGrpSpPr>
          <p:cNvPr id="20" name="组合 19"/>
          <p:cNvGrpSpPr/>
          <p:nvPr/>
        </p:nvGrpSpPr>
        <p:grpSpPr>
          <a:xfrm>
            <a:off x="678711" y="2076746"/>
            <a:ext cx="10834058" cy="3948430"/>
            <a:chOff x="2349500" y="4560888"/>
            <a:chExt cx="10834058" cy="3948430"/>
          </a:xfrm>
        </p:grpSpPr>
        <p:sp>
          <p:nvSpPr>
            <p:cNvPr id="3085" name="MH_SubTitle_3"/>
            <p:cNvSpPr>
              <a:spLocks noChangeArrowheads="1"/>
            </p:cNvSpPr>
            <p:nvPr/>
          </p:nvSpPr>
          <p:spPr bwMode="auto">
            <a:xfrm>
              <a:off x="3149600" y="4560888"/>
              <a:ext cx="4572000" cy="600075"/>
            </a:xfrm>
            <a:prstGeom prst="rect">
              <a:avLst/>
            </a:prstGeom>
            <a:noFill/>
            <a:ln w="9525">
              <a:noFill/>
              <a:miter lim="800000"/>
            </a:ln>
          </p:spPr>
          <p:txBody>
            <a:bodyPr anchor="b"/>
            <a:lstStyle/>
            <a:p>
              <a:pPr eaLnBrk="1" hangingPunct="1"/>
              <a:r>
                <a:rPr lang="zh-CN" altLang="en-US" sz="2000" b="1">
                  <a:solidFill>
                    <a:schemeClr val="accent3">
                      <a:lumMod val="75000"/>
                    </a:schemeClr>
                  </a:solidFill>
                  <a:latin typeface="Arial" panose="020B0604020202020204" pitchFamily="34" charset="0"/>
                  <a:ea typeface="幼圆" panose="02010509060101010101" pitchFamily="49" charset="-122"/>
                  <a:cs typeface="Arial" panose="020B0604020202020204" pitchFamily="34" charset="0"/>
                </a:rPr>
                <a:t>对维护的评价</a:t>
              </a:r>
            </a:p>
          </p:txBody>
        </p:sp>
        <p:sp>
          <p:nvSpPr>
            <p:cNvPr id="54" name="MH_Other_7"/>
            <p:cNvSpPr/>
            <p:nvPr/>
          </p:nvSpPr>
          <p:spPr>
            <a:xfrm>
              <a:off x="3081338" y="4576763"/>
              <a:ext cx="68262" cy="1320800"/>
            </a:xfrm>
            <a:prstGeom prst="rect">
              <a:avLst/>
            </a:prstGeom>
            <a:solidFill>
              <a:schemeClr val="accent3">
                <a:lumMod val="75000"/>
              </a:schemeClr>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3087" name="MH_Text_3"/>
            <p:cNvSpPr>
              <a:spLocks noChangeArrowheads="1"/>
            </p:cNvSpPr>
            <p:nvPr/>
          </p:nvSpPr>
          <p:spPr bwMode="auto">
            <a:xfrm>
              <a:off x="3469640" y="5434648"/>
              <a:ext cx="9445625" cy="30746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indent="457200" algn="l" fontAlgn="auto">
                <a:lnSpc>
                  <a:spcPct val="130000"/>
                </a:lnSpc>
                <a:defRPr/>
              </a:pPr>
              <a:r>
                <a:rPr lang="en-US" altLang="zh-CN">
                  <a:solidFill>
                    <a:schemeClr val="tx1"/>
                  </a:solidFill>
                  <a:latin typeface="微软雅黑" panose="020B0503020204020204" charset="-122"/>
                  <a:ea typeface="微软雅黑" panose="020B0503020204020204" charset="-122"/>
                  <a:cs typeface="Arial" panose="020B0604020202020204" pitchFamily="34" charset="0"/>
                </a:rPr>
                <a:t>由集成测试人员根据测试用例、测试规程、测试构件和实现模型执行集成测试，并且将集成测试的结果返回给测试设计人员和相关的工作流负责人员。集成测试人员对每一个测试用例执行测试流程（手工或自动），实现相关的集成测试，接下来将测试结果和预期结果相比较，研究二者偏离的原因。集成测试人员可以把缺陷报告给相关工作流的负责人员，由他们对有缺陷的构件进行修改，还要把缺陷报告给测试设计人员，由他们对测试结果和缺陷类型进行统计分析，评估整个测试结果。</a:t>
              </a:r>
            </a:p>
          </p:txBody>
        </p:sp>
        <p:cxnSp>
          <p:nvCxnSpPr>
            <p:cNvPr id="3088" name="MH_Other_8"/>
            <p:cNvCxnSpPr>
              <a:cxnSpLocks noChangeShapeType="1"/>
            </p:cNvCxnSpPr>
            <p:nvPr/>
          </p:nvCxnSpPr>
          <p:spPr bwMode="auto">
            <a:xfrm flipV="1">
              <a:off x="3249613" y="5152018"/>
              <a:ext cx="9933945" cy="8947"/>
            </a:xfrm>
            <a:prstGeom prst="line">
              <a:avLst/>
            </a:prstGeom>
            <a:noFill/>
            <a:ln w="19050" algn="ctr">
              <a:solidFill>
                <a:srgbClr val="BFBFBF"/>
              </a:solidFill>
              <a:prstDash val="sysDash"/>
              <a:miter lim="800000"/>
            </a:ln>
          </p:spPr>
        </p:cxnSp>
        <p:sp>
          <p:nvSpPr>
            <p:cNvPr id="3089" name="MH_Other_9"/>
            <p:cNvSpPr txBox="1">
              <a:spLocks noChangeArrowheads="1"/>
            </p:cNvSpPr>
            <p:nvPr/>
          </p:nvSpPr>
          <p:spPr bwMode="auto">
            <a:xfrm>
              <a:off x="2349500" y="4576445"/>
              <a:ext cx="731520" cy="1303338"/>
            </a:xfrm>
            <a:prstGeom prst="rect">
              <a:avLst/>
            </a:prstGeom>
            <a:noFill/>
            <a:ln w="9525">
              <a:noFill/>
              <a:miter lim="800000"/>
            </a:ln>
          </p:spPr>
          <p:txBody>
            <a:bodyPr vert="eaVert" lIns="0" tIns="0" rIns="0" bIns="0">
              <a:spAutoFit/>
            </a:bodyPr>
            <a:lstStyle/>
            <a:p>
              <a:pPr algn="ctr" eaLnBrk="1" hangingPunct="1"/>
              <a:r>
                <a:rPr lang="en-US" altLang="zh-CN" sz="4800" b="1">
                  <a:solidFill>
                    <a:schemeClr val="accent3">
                      <a:lumMod val="75000"/>
                    </a:schemeClr>
                  </a:solidFill>
                  <a:ea typeface="幼圆" panose="02010509060101010101" pitchFamily="49" charset="-122"/>
                </a:rPr>
                <a:t>04</a:t>
              </a:r>
            </a:p>
          </p:txBody>
        </p:sp>
      </p:grpSp>
    </p:spTree>
    <p:custDataLst>
      <p:tags r:id="rId1"/>
    </p:custDataLst>
  </p:cSld>
  <p:clrMapOvr>
    <a:masterClrMapping/>
  </p:clrMapOvr>
  <p:transition>
    <p:wheel spokes="1"/>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7.4</a:t>
            </a:r>
            <a:r>
              <a:rPr lang="en-US" altLang="zh-CN" sz="2400" dirty="0" smtClean="0">
                <a:solidFill>
                  <a:schemeClr val="tx1"/>
                </a:solidFill>
              </a:rPr>
              <a:t>.2</a:t>
            </a:r>
            <a:r>
              <a:rPr lang="en-US" sz="2400" dirty="0" smtClean="0">
                <a:solidFill>
                  <a:schemeClr val="tx1"/>
                </a:solidFill>
              </a:rPr>
              <a:t> </a:t>
            </a:r>
            <a:r>
              <a:rPr lang="zh-CN" altLang="en-US" sz="2400" dirty="0" smtClean="0">
                <a:solidFill>
                  <a:schemeClr val="tx1"/>
                </a:solidFill>
              </a:rPr>
              <a:t>面向对象测试步骤</a:t>
            </a:r>
          </a:p>
        </p:txBody>
      </p:sp>
      <p:grpSp>
        <p:nvGrpSpPr>
          <p:cNvPr id="20" name="组合 19"/>
          <p:cNvGrpSpPr/>
          <p:nvPr/>
        </p:nvGrpSpPr>
        <p:grpSpPr>
          <a:xfrm>
            <a:off x="754276" y="2122466"/>
            <a:ext cx="10234399" cy="4055110"/>
            <a:chOff x="2349500" y="4560888"/>
            <a:chExt cx="10234399" cy="4055110"/>
          </a:xfrm>
        </p:grpSpPr>
        <p:sp>
          <p:nvSpPr>
            <p:cNvPr id="3085" name="MH_SubTitle_3"/>
            <p:cNvSpPr>
              <a:spLocks noChangeArrowheads="1"/>
            </p:cNvSpPr>
            <p:nvPr/>
          </p:nvSpPr>
          <p:spPr bwMode="auto">
            <a:xfrm>
              <a:off x="3149600" y="4560888"/>
              <a:ext cx="4572000" cy="600075"/>
            </a:xfrm>
            <a:prstGeom prst="rect">
              <a:avLst/>
            </a:prstGeom>
            <a:noFill/>
            <a:ln w="9525">
              <a:noFill/>
              <a:miter lim="800000"/>
            </a:ln>
          </p:spPr>
          <p:txBody>
            <a:bodyPr anchor="b"/>
            <a:lstStyle/>
            <a:p>
              <a:pPr eaLnBrk="1" hangingPunct="1"/>
              <a:r>
                <a:rPr lang="zh-CN" altLang="en-US" sz="2000" b="1">
                  <a:solidFill>
                    <a:schemeClr val="accent6">
                      <a:lumMod val="75000"/>
                    </a:schemeClr>
                  </a:solidFill>
                  <a:latin typeface="Arial" panose="020B0604020202020204" pitchFamily="34" charset="0"/>
                  <a:ea typeface="幼圆" panose="02010509060101010101" pitchFamily="49" charset="-122"/>
                  <a:cs typeface="Arial" panose="020B0604020202020204" pitchFamily="34" charset="0"/>
                </a:rPr>
                <a:t>系统测试</a:t>
              </a:r>
            </a:p>
          </p:txBody>
        </p:sp>
        <p:sp>
          <p:nvSpPr>
            <p:cNvPr id="54" name="MH_Other_7"/>
            <p:cNvSpPr/>
            <p:nvPr/>
          </p:nvSpPr>
          <p:spPr>
            <a:xfrm>
              <a:off x="3081338" y="4576763"/>
              <a:ext cx="68262" cy="1320800"/>
            </a:xfrm>
            <a:prstGeom prst="rect">
              <a:avLst/>
            </a:prstGeom>
            <a:solidFill>
              <a:schemeClr val="accent6">
                <a:lumMod val="75000"/>
              </a:schemeClr>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3087" name="MH_Text_3"/>
            <p:cNvSpPr>
              <a:spLocks noChangeArrowheads="1"/>
            </p:cNvSpPr>
            <p:nvPr/>
          </p:nvSpPr>
          <p:spPr bwMode="auto">
            <a:xfrm>
              <a:off x="3649980" y="5541328"/>
              <a:ext cx="8310880" cy="30746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indent="457200" algn="l" fontAlgn="auto">
                <a:lnSpc>
                  <a:spcPct val="130000"/>
                </a:lnSpc>
                <a:defRPr/>
              </a:pPr>
              <a:r>
                <a:rPr lang="en-US" altLang="zh-CN">
                  <a:latin typeface="微软雅黑" panose="020B0503020204020204" charset="-122"/>
                  <a:ea typeface="微软雅黑" panose="020B0503020204020204" charset="-122"/>
                  <a:cs typeface="Arial" panose="020B0604020202020204" pitchFamily="34" charset="0"/>
                </a:rPr>
                <a:t>当集成测试已表明系统满足了所确定的软件集成质量目标时，就可以开始进行系统测试了。系统测试是指根据测试用例、测试规程、测试构件和实现模型对所开发的结果进行测试，并且将测试中发现的问题反馈给测试设计人员和相关工作流的负责人员。</a:t>
              </a:r>
            </a:p>
          </p:txBody>
        </p:sp>
        <p:cxnSp>
          <p:nvCxnSpPr>
            <p:cNvPr id="3088" name="MH_Other_8"/>
            <p:cNvCxnSpPr>
              <a:cxnSpLocks noChangeShapeType="1"/>
            </p:cNvCxnSpPr>
            <p:nvPr/>
          </p:nvCxnSpPr>
          <p:spPr bwMode="auto">
            <a:xfrm flipV="1">
              <a:off x="3706599" y="5158127"/>
              <a:ext cx="8877300" cy="2540"/>
            </a:xfrm>
            <a:prstGeom prst="line">
              <a:avLst/>
            </a:prstGeom>
            <a:noFill/>
            <a:ln w="19050" algn="ctr">
              <a:solidFill>
                <a:srgbClr val="BFBFBF"/>
              </a:solidFill>
              <a:prstDash val="sysDash"/>
              <a:miter lim="800000"/>
            </a:ln>
          </p:spPr>
        </p:cxnSp>
        <p:sp>
          <p:nvSpPr>
            <p:cNvPr id="3089" name="MH_Other_9"/>
            <p:cNvSpPr txBox="1">
              <a:spLocks noChangeArrowheads="1"/>
            </p:cNvSpPr>
            <p:nvPr/>
          </p:nvSpPr>
          <p:spPr bwMode="auto">
            <a:xfrm>
              <a:off x="2349500" y="4576445"/>
              <a:ext cx="731520" cy="1336040"/>
            </a:xfrm>
            <a:prstGeom prst="rect">
              <a:avLst/>
            </a:prstGeom>
            <a:noFill/>
            <a:ln w="9525">
              <a:noFill/>
              <a:miter lim="800000"/>
            </a:ln>
          </p:spPr>
          <p:txBody>
            <a:bodyPr vert="eaVert" wrap="square" lIns="0" tIns="0" rIns="0" bIns="0">
              <a:spAutoFit/>
            </a:bodyPr>
            <a:lstStyle/>
            <a:p>
              <a:pPr algn="ctr" eaLnBrk="1" hangingPunct="1"/>
              <a:r>
                <a:rPr lang="en-US" altLang="zh-CN" sz="4800" b="1">
                  <a:solidFill>
                    <a:schemeClr val="accent6">
                      <a:lumMod val="75000"/>
                    </a:schemeClr>
                  </a:solidFill>
                  <a:ea typeface="幼圆" panose="02010509060101010101" pitchFamily="49" charset="-122"/>
                </a:rPr>
                <a:t>05</a:t>
              </a:r>
            </a:p>
          </p:txBody>
        </p:sp>
      </p:grpSp>
    </p:spTree>
    <p:custDataLst>
      <p:tags r:id="rId1"/>
    </p:custDataLst>
  </p:cSld>
  <p:clrMapOvr>
    <a:masterClrMapping/>
  </p:clrMapOvr>
  <p:transition>
    <p:wheel spokes="1"/>
  </p:transition>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7.4 </a:t>
            </a:r>
            <a:r>
              <a:rPr lang="zh-CN" altLang="en-US" dirty="0" smtClean="0">
                <a:solidFill>
                  <a:srgbClr val="FF0000"/>
                </a:solidFill>
                <a:sym typeface="+mn-ea"/>
              </a:rPr>
              <a:t>面向对象系统的测试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7.4</a:t>
            </a:r>
            <a:r>
              <a:rPr lang="en-US" altLang="zh-CN" sz="2400" dirty="0" smtClean="0">
                <a:solidFill>
                  <a:schemeClr val="tx1"/>
                </a:solidFill>
              </a:rPr>
              <a:t>.2</a:t>
            </a:r>
            <a:r>
              <a:rPr lang="en-US" sz="2400" dirty="0" smtClean="0">
                <a:solidFill>
                  <a:schemeClr val="tx1"/>
                </a:solidFill>
              </a:rPr>
              <a:t> </a:t>
            </a:r>
            <a:r>
              <a:rPr lang="zh-CN" altLang="en-US" sz="2400" dirty="0" smtClean="0">
                <a:solidFill>
                  <a:schemeClr val="tx1"/>
                </a:solidFill>
              </a:rPr>
              <a:t>面向对象测试步骤</a:t>
            </a:r>
          </a:p>
        </p:txBody>
      </p:sp>
      <p:grpSp>
        <p:nvGrpSpPr>
          <p:cNvPr id="20" name="组合 19"/>
          <p:cNvGrpSpPr/>
          <p:nvPr/>
        </p:nvGrpSpPr>
        <p:grpSpPr>
          <a:xfrm>
            <a:off x="754276" y="2107226"/>
            <a:ext cx="10324569" cy="3994150"/>
            <a:chOff x="2349500" y="4560888"/>
            <a:chExt cx="10324569" cy="3994150"/>
          </a:xfrm>
        </p:grpSpPr>
        <p:sp>
          <p:nvSpPr>
            <p:cNvPr id="3085" name="MH_SubTitle_3"/>
            <p:cNvSpPr>
              <a:spLocks noChangeArrowheads="1"/>
            </p:cNvSpPr>
            <p:nvPr/>
          </p:nvSpPr>
          <p:spPr bwMode="auto">
            <a:xfrm>
              <a:off x="3149600" y="4560888"/>
              <a:ext cx="4572000" cy="600075"/>
            </a:xfrm>
            <a:prstGeom prst="rect">
              <a:avLst/>
            </a:prstGeom>
            <a:noFill/>
            <a:ln w="9525">
              <a:noFill/>
              <a:miter lim="800000"/>
            </a:ln>
          </p:spPr>
          <p:txBody>
            <a:bodyPr anchor="b"/>
            <a:lstStyle/>
            <a:p>
              <a:pPr eaLnBrk="1" hangingPunct="1"/>
              <a:r>
                <a:rPr lang="zh-CN" altLang="en-US" sz="2000" b="1">
                  <a:solidFill>
                    <a:srgbClr val="00B0F0"/>
                  </a:solidFill>
                  <a:latin typeface="Arial" panose="020B0604020202020204" pitchFamily="34" charset="0"/>
                  <a:ea typeface="幼圆" panose="02010509060101010101" pitchFamily="49" charset="-122"/>
                  <a:cs typeface="Arial" panose="020B0604020202020204" pitchFamily="34" charset="0"/>
                </a:rPr>
                <a:t>测试评估</a:t>
              </a:r>
            </a:p>
          </p:txBody>
        </p:sp>
        <p:sp>
          <p:nvSpPr>
            <p:cNvPr id="54" name="MH_Other_7"/>
            <p:cNvSpPr/>
            <p:nvPr/>
          </p:nvSpPr>
          <p:spPr>
            <a:xfrm>
              <a:off x="3081338" y="4576763"/>
              <a:ext cx="68262" cy="1320800"/>
            </a:xfrm>
            <a:prstGeom prst="rect">
              <a:avLst/>
            </a:prstGeom>
            <a:solidFill>
              <a:srgbClr val="00B0F0"/>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3087" name="MH_Text_3"/>
            <p:cNvSpPr>
              <a:spLocks noChangeArrowheads="1"/>
            </p:cNvSpPr>
            <p:nvPr/>
          </p:nvSpPr>
          <p:spPr bwMode="auto">
            <a:xfrm>
              <a:off x="3646805" y="5480368"/>
              <a:ext cx="8905240" cy="30746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indent="457200" algn="l" fontAlgn="auto">
                <a:lnSpc>
                  <a:spcPct val="130000"/>
                </a:lnSpc>
                <a:defRPr/>
              </a:pPr>
              <a:r>
                <a:rPr lang="en-US" altLang="zh-CN">
                  <a:latin typeface="微软雅黑" panose="020B0503020204020204" charset="-122"/>
                  <a:ea typeface="微软雅黑" panose="020B0503020204020204" charset="-122"/>
                  <a:cs typeface="Arial" panose="020B0604020202020204" pitchFamily="34" charset="0"/>
                </a:rPr>
                <a:t>测试评估是指由测试设计人员根据测试计划、测试用例、测试规程、测试构件和测试执行者反馈的测试缺陷，对一系列的测试工作做出评估。测试设计人员将测试工作的结果和测试计划确定的目标进行对比，他们准备了一些度量标准，用来确定软件的质量水平，并确定还需要进一步做多少测试工作。测试设计人员尤其看重两条度量标准：测试的完全性和可靠性。</a:t>
              </a:r>
            </a:p>
          </p:txBody>
        </p:sp>
        <p:cxnSp>
          <p:nvCxnSpPr>
            <p:cNvPr id="3088" name="MH_Other_8"/>
            <p:cNvCxnSpPr>
              <a:cxnSpLocks noChangeShapeType="1"/>
            </p:cNvCxnSpPr>
            <p:nvPr/>
          </p:nvCxnSpPr>
          <p:spPr bwMode="auto">
            <a:xfrm flipV="1">
              <a:off x="3249399" y="5127647"/>
              <a:ext cx="9424670" cy="33020"/>
            </a:xfrm>
            <a:prstGeom prst="line">
              <a:avLst/>
            </a:prstGeom>
            <a:noFill/>
            <a:ln w="19050" algn="ctr">
              <a:solidFill>
                <a:srgbClr val="BFBFBF"/>
              </a:solidFill>
              <a:prstDash val="sysDash"/>
              <a:miter lim="800000"/>
            </a:ln>
          </p:spPr>
        </p:cxnSp>
        <p:sp>
          <p:nvSpPr>
            <p:cNvPr id="3089" name="MH_Other_9"/>
            <p:cNvSpPr txBox="1">
              <a:spLocks noChangeArrowheads="1"/>
            </p:cNvSpPr>
            <p:nvPr/>
          </p:nvSpPr>
          <p:spPr bwMode="auto">
            <a:xfrm>
              <a:off x="2349500" y="4576445"/>
              <a:ext cx="731520" cy="1336040"/>
            </a:xfrm>
            <a:prstGeom prst="rect">
              <a:avLst/>
            </a:prstGeom>
            <a:noFill/>
            <a:ln w="9525">
              <a:noFill/>
              <a:miter lim="800000"/>
            </a:ln>
          </p:spPr>
          <p:txBody>
            <a:bodyPr vert="eaVert" wrap="square" lIns="0" tIns="0" rIns="0" bIns="0">
              <a:spAutoFit/>
            </a:bodyPr>
            <a:lstStyle/>
            <a:p>
              <a:pPr algn="ctr" eaLnBrk="1" hangingPunct="1"/>
              <a:r>
                <a:rPr lang="en-US" altLang="zh-CN" sz="4800" b="1">
                  <a:solidFill>
                    <a:srgbClr val="00B0F0"/>
                  </a:solidFill>
                  <a:ea typeface="幼圆" panose="02010509060101010101" pitchFamily="49" charset="-122"/>
                </a:rPr>
                <a:t>06</a:t>
              </a:r>
            </a:p>
          </p:txBody>
        </p:sp>
      </p:grpSp>
    </p:spTree>
    <p:custDataLst>
      <p:tags r:id="rId1"/>
    </p:custDataLst>
  </p:cSld>
  <p:clrMapOvr>
    <a:masterClrMapping/>
  </p:clrMapOvr>
  <p:transition>
    <p:wheel spokes="1"/>
  </p:transition>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5</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面向对象方法实例</a:t>
            </a:r>
          </a:p>
        </p:txBody>
      </p:sp>
      <p:grpSp>
        <p:nvGrpSpPr>
          <p:cNvPr id="11" name="组合 10"/>
          <p:cNvGrpSpPr/>
          <p:nvPr/>
        </p:nvGrpSpPr>
        <p:grpSpPr>
          <a:xfrm>
            <a:off x="6006465" y="4135755"/>
            <a:ext cx="3712845" cy="913130"/>
            <a:chOff x="9459" y="7137"/>
            <a:chExt cx="5847" cy="1438"/>
          </a:xfrm>
        </p:grpSpPr>
        <p:sp>
          <p:nvSpPr>
            <p:cNvPr id="48" name="文本框 4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面向对象分析实例</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面向对象设计实例</a:t>
              </a:r>
            </a:p>
          </p:txBody>
        </p:sp>
      </p:grpSp>
    </p:spTree>
  </p:cSld>
  <p:clrMapOvr>
    <a:masterClrMapping/>
  </p:clrMapOvr>
  <p:transition spd="slow">
    <p:wipe/>
  </p:transition>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smtClean="0">
                <a:solidFill>
                  <a:schemeClr val="tx1"/>
                </a:solidFill>
              </a:rPr>
              <a:t>案例</a:t>
            </a:r>
          </a:p>
        </p:txBody>
      </p:sp>
      <p:grpSp>
        <p:nvGrpSpPr>
          <p:cNvPr id="5" name="组合 4"/>
          <p:cNvGrpSpPr/>
          <p:nvPr/>
        </p:nvGrpSpPr>
        <p:grpSpPr>
          <a:xfrm>
            <a:off x="848995" y="2015490"/>
            <a:ext cx="10432415" cy="4247515"/>
            <a:chOff x="1499" y="3150"/>
            <a:chExt cx="16429" cy="6689"/>
          </a:xfrm>
        </p:grpSpPr>
        <p:sp>
          <p:nvSpPr>
            <p:cNvPr id="22" name="TextBox 21"/>
            <p:cNvSpPr txBox="1"/>
            <p:nvPr/>
          </p:nvSpPr>
          <p:spPr>
            <a:xfrm>
              <a:off x="3431" y="3419"/>
              <a:ext cx="13522" cy="624"/>
            </a:xfrm>
            <a:prstGeom prst="rect">
              <a:avLst/>
            </a:prstGeom>
            <a:noFill/>
          </p:spPr>
          <p:txBody>
            <a:bodyPr wrap="square">
              <a:spAutoFit/>
            </a:bodyPr>
            <a:lstStyle/>
            <a:p>
              <a:r>
                <a:rPr sz="2000" dirty="0" smtClean="0">
                  <a:sym typeface="+mn-ea"/>
                </a:rPr>
                <a:t>图书馆信息管理系统</a:t>
              </a:r>
            </a:p>
          </p:txBody>
        </p:sp>
        <p:sp>
          <p:nvSpPr>
            <p:cNvPr id="24" name="矩形 23"/>
            <p:cNvSpPr>
              <a:spLocks noChangeAspect="1"/>
            </p:cNvSpPr>
            <p:nvPr/>
          </p:nvSpPr>
          <p:spPr>
            <a:xfrm>
              <a:off x="1499" y="4275"/>
              <a:ext cx="16429" cy="5564"/>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smtClean="0">
                    <a:solidFill>
                      <a:schemeClr val="bg1"/>
                    </a:solidFill>
                    <a:sym typeface="+mn-ea"/>
                  </a:rPr>
                  <a:t>例 </a:t>
                </a:r>
                <a:r>
                  <a:rPr lang="en-US" altLang="zh-CN" sz="2400" dirty="0" smtClean="0">
                    <a:solidFill>
                      <a:schemeClr val="bg1"/>
                    </a:solidFill>
                    <a:sym typeface="+mn-ea"/>
                  </a:rPr>
                  <a:t>7-9</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725" y="4475"/>
              <a:ext cx="15981" cy="5193"/>
            </a:xfrm>
            <a:prstGeom prst="rect">
              <a:avLst/>
            </a:prstGeom>
            <a:solidFill>
              <a:schemeClr val="bg1">
                <a:lumMod val="95000"/>
              </a:schemeClr>
            </a:solidFill>
          </p:spPr>
          <p:txBody>
            <a:bodyPr wrap="square">
              <a:spAutoFit/>
            </a:bodyPr>
            <a:lstStyle/>
            <a:p>
              <a:pPr fontAlgn="auto">
                <a:lnSpc>
                  <a:spcPct val="130000"/>
                </a:lnSpc>
              </a:pPr>
              <a:r>
                <a:rPr lang="en-US" altLang="en-US" dirty="0" smtClean="0">
                  <a:latin typeface="Times New Roman" panose="02020603050405020304" charset="0"/>
                  <a:ea typeface="宋体" panose="02010600030101010101" pitchFamily="2" charset="-122"/>
                </a:rPr>
                <a:t>        某校图书馆信息管理系统具有以下功能。</a:t>
              </a:r>
            </a:p>
            <a:p>
              <a:pPr fontAlgn="auto">
                <a:lnSpc>
                  <a:spcPct val="130000"/>
                </a:lnSpc>
              </a:pPr>
              <a:r>
                <a:rPr lang="en-US" altLang="en-US" dirty="0" smtClean="0">
                  <a:latin typeface="Times New Roman" panose="02020603050405020304" charset="0"/>
                  <a:ea typeface="宋体" panose="02010600030101010101" pitchFamily="2" charset="-122"/>
                </a:rPr>
                <a:t>（1）借书。读者来图书馆借书，可先查询馆中的图书信息。查询可以按书名、作者、图书编号等关键字查询。如果查到，则记下书号，交给流通部工作人员，等候办理借书手续。如果该书已经被全部借出，可做预订登记，等待有书时被通知。如果图书馆没有该书的记录，可进行缺书登记。</a:t>
              </a:r>
            </a:p>
            <a:p>
              <a:pPr fontAlgn="auto">
                <a:lnSpc>
                  <a:spcPct val="130000"/>
                </a:lnSpc>
              </a:pPr>
              <a:r>
                <a:rPr lang="en-US" altLang="en-US" dirty="0" smtClean="0">
                  <a:latin typeface="Times New Roman" panose="02020603050405020304" charset="0"/>
                  <a:ea typeface="宋体" panose="02010600030101010101" pitchFamily="2" charset="-122"/>
                </a:rPr>
                <a:t>办理借书手续时，先要出示借书证，没有借书证可先去图书馆办公室申办。借书证上记录读者的姓名、学号、所属系和班级等信息。</a:t>
              </a:r>
            </a:p>
            <a:p>
              <a:pPr fontAlgn="auto">
                <a:lnSpc>
                  <a:spcPct val="130000"/>
                </a:lnSpc>
              </a:pPr>
              <a:r>
                <a:rPr lang="en-US" altLang="en-US" dirty="0" smtClean="0">
                  <a:latin typeface="Times New Roman" panose="02020603050405020304" charset="0"/>
                  <a:ea typeface="宋体" panose="02010600030101010101" pitchFamily="2" charset="-122"/>
                </a:rPr>
                <a:t>借书时根据读者的借书证查阅读者档案，若借书数目未超过规定数量，则办理借阅手续，修改库存记录及读者档案。如果借书数量超出规定，则不能继续借阅。借书时，流通部工作人员登记借书证编号、图书编号、借出时间和应还书时间。</a:t>
              </a:r>
            </a:p>
          </p:txBody>
        </p:sp>
      </p:grpSp>
    </p:spTree>
    <p:custDataLst>
      <p:tags r:id="rId1"/>
    </p:custDataLst>
  </p:cSld>
  <p:clrMapOvr>
    <a:masterClrMapping/>
  </p:clrMapOvr>
  <p:transition>
    <p:pull dir="u"/>
  </p:transition>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smtClean="0">
                <a:solidFill>
                  <a:schemeClr val="tx1"/>
                </a:solidFill>
              </a:rPr>
              <a:t>案例</a:t>
            </a:r>
          </a:p>
        </p:txBody>
      </p:sp>
      <p:grpSp>
        <p:nvGrpSpPr>
          <p:cNvPr id="5" name="组合 4"/>
          <p:cNvGrpSpPr/>
          <p:nvPr/>
        </p:nvGrpSpPr>
        <p:grpSpPr>
          <a:xfrm>
            <a:off x="879475" y="2289810"/>
            <a:ext cx="10432415" cy="3531235"/>
            <a:chOff x="1499" y="3150"/>
            <a:chExt cx="16429" cy="5561"/>
          </a:xfrm>
        </p:grpSpPr>
        <p:sp>
          <p:nvSpPr>
            <p:cNvPr id="22" name="TextBox 21"/>
            <p:cNvSpPr txBox="1"/>
            <p:nvPr/>
          </p:nvSpPr>
          <p:spPr>
            <a:xfrm>
              <a:off x="3431" y="3419"/>
              <a:ext cx="13522" cy="624"/>
            </a:xfrm>
            <a:prstGeom prst="rect">
              <a:avLst/>
            </a:prstGeom>
            <a:noFill/>
          </p:spPr>
          <p:txBody>
            <a:bodyPr wrap="square">
              <a:spAutoFit/>
            </a:bodyPr>
            <a:lstStyle/>
            <a:p>
              <a:r>
                <a:rPr sz="2000" dirty="0" smtClean="0">
                  <a:sym typeface="+mn-ea"/>
                </a:rPr>
                <a:t>图书馆信息管理系统</a:t>
              </a:r>
            </a:p>
          </p:txBody>
        </p:sp>
        <p:sp>
          <p:nvSpPr>
            <p:cNvPr id="24" name="矩形 23"/>
            <p:cNvSpPr>
              <a:spLocks noChangeAspect="1"/>
            </p:cNvSpPr>
            <p:nvPr/>
          </p:nvSpPr>
          <p:spPr>
            <a:xfrm>
              <a:off x="1499" y="4275"/>
              <a:ext cx="16429" cy="4436"/>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smtClean="0">
                    <a:solidFill>
                      <a:schemeClr val="bg1"/>
                    </a:solidFill>
                    <a:sym typeface="+mn-ea"/>
                  </a:rPr>
                  <a:t>例 </a:t>
                </a:r>
                <a:r>
                  <a:rPr lang="en-US" altLang="zh-CN" sz="2400" dirty="0" smtClean="0">
                    <a:solidFill>
                      <a:schemeClr val="bg1"/>
                    </a:solidFill>
                    <a:sym typeface="+mn-ea"/>
                  </a:rPr>
                  <a:t>7-9</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725" y="4475"/>
              <a:ext cx="15981" cy="4071"/>
            </a:xfrm>
            <a:prstGeom prst="rect">
              <a:avLst/>
            </a:prstGeom>
            <a:solidFill>
              <a:schemeClr val="bg1">
                <a:lumMod val="95000"/>
              </a:schemeClr>
            </a:solidFill>
          </p:spPr>
          <p:txBody>
            <a:bodyPr wrap="square">
              <a:spAutoFit/>
            </a:bodyPr>
            <a:lstStyle/>
            <a:p>
              <a:pPr fontAlgn="auto">
                <a:lnSpc>
                  <a:spcPct val="130000"/>
                </a:lnSpc>
              </a:pPr>
              <a:r>
                <a:rPr lang="en-US" altLang="en-US" dirty="0" smtClean="0">
                  <a:latin typeface="Times New Roman" panose="02020603050405020304" charset="0"/>
                  <a:ea typeface="宋体" panose="02010600030101010101" pitchFamily="2" charset="-122"/>
                </a:rPr>
                <a:t>（2）还书。当读者还书时，流通部工作人员根据借书证编号找到读者的借书信息，查看是否超期。如果已经超期，则进行超期处罚。如果图书有破损、丢失，则进行破损处罚。然后登记还书信息，做还书处理，同时查看是否有预订登记，如果有则发出到书通知。</a:t>
              </a:r>
            </a:p>
            <a:p>
              <a:pPr fontAlgn="auto">
                <a:lnSpc>
                  <a:spcPct val="130000"/>
                </a:lnSpc>
              </a:pPr>
              <a:r>
                <a:rPr lang="en-US" altLang="en-US" dirty="0" smtClean="0">
                  <a:latin typeface="Times New Roman" panose="02020603050405020304" charset="0"/>
                  <a:ea typeface="宋体" panose="02010600030101010101" pitchFamily="2" charset="-122"/>
                </a:rPr>
                <a:t>（3）图书采购人员还要定期生成采购清单，包括书名、书号、单价、数量等，根据需要向供应商订购图书。图书采购人员采购图书时，要注意合理采购。如果有缺书登记，则可随时进行采购。采购到货后，编目人员进行验收、编目、上架、录入图书信息、给预订读者发到书通知。如果图书丢失或旧书淘汰，则将该书从图书库中清除，即图书注销。</a:t>
              </a:r>
            </a:p>
          </p:txBody>
        </p:sp>
      </p:grpSp>
    </p:spTree>
    <p:custDataLst>
      <p:tags r:id="rId1"/>
    </p:custDataLst>
  </p:cSld>
  <p:clrMapOvr>
    <a:masterClrMapping/>
  </p:clrMapOvr>
  <p:transition>
    <p:pull dir="u"/>
  </p:transition>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7.5.1 </a:t>
            </a:r>
            <a:r>
              <a:rPr lang="zh-CN" altLang="en-US" sz="2400" dirty="0" smtClean="0">
                <a:solidFill>
                  <a:schemeClr val="tx1"/>
                </a:solidFill>
              </a:rPr>
              <a:t>面向对象分析实例</a:t>
            </a:r>
            <a:r>
              <a:rPr lang="en-US" sz="2400" dirty="0" smtClean="0">
                <a:solidFill>
                  <a:schemeClr val="tx1"/>
                </a:solidFill>
              </a:rPr>
              <a:t> </a:t>
            </a:r>
          </a:p>
        </p:txBody>
      </p:sp>
      <p:sp>
        <p:nvSpPr>
          <p:cNvPr id="3" name="Oval 15"/>
          <p:cNvSpPr>
            <a:spLocks noChangeArrowheads="1"/>
          </p:cNvSpPr>
          <p:nvPr>
            <p:custDataLst>
              <p:tags r:id="rId2"/>
            </p:custDataLst>
          </p:nvPr>
        </p:nvSpPr>
        <p:spPr bwMode="auto">
          <a:xfrm>
            <a:off x="2903097" y="2599036"/>
            <a:ext cx="3153410" cy="3182620"/>
          </a:xfrm>
          <a:prstGeom prst="ellipse">
            <a:avLst/>
          </a:prstGeom>
          <a:noFill/>
          <a:ln w="19050">
            <a:solidFill>
              <a:srgbClr val="4F5A71">
                <a:alpha val="50000"/>
              </a:srgbClr>
            </a:solidFill>
            <a:round/>
          </a:ln>
          <a:effectLst/>
          <a:extLst>
            <a:ext uri="{909E8E84-426E-40DD-AFC4-6F175D3DCCD1}">
              <a14:hiddenFill xmlns:a14="http://schemas.microsoft.com/office/drawing/2010/main" xmlns="">
                <a:solidFill>
                  <a:srgbClr val="4F5A71"/>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3" name="Line 16"/>
          <p:cNvSpPr>
            <a:spLocks noChangeShapeType="1"/>
          </p:cNvSpPr>
          <p:nvPr>
            <p:custDataLst>
              <p:tags r:id="rId3"/>
            </p:custDataLst>
          </p:nvPr>
        </p:nvSpPr>
        <p:spPr bwMode="gray">
          <a:xfrm>
            <a:off x="2730377" y="4197331"/>
            <a:ext cx="3483610" cy="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4" name="Line 17"/>
          <p:cNvSpPr>
            <a:spLocks noChangeShapeType="1"/>
          </p:cNvSpPr>
          <p:nvPr>
            <p:custDataLst>
              <p:tags r:id="rId4"/>
            </p:custDataLst>
          </p:nvPr>
        </p:nvSpPr>
        <p:spPr bwMode="gray">
          <a:xfrm>
            <a:off x="4472182" y="2364086"/>
            <a:ext cx="0" cy="366395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5" name="Oval 10"/>
          <p:cNvSpPr>
            <a:spLocks noChangeArrowheads="1"/>
          </p:cNvSpPr>
          <p:nvPr>
            <p:custDataLst>
              <p:tags r:id="rId5"/>
            </p:custDataLst>
          </p:nvPr>
        </p:nvSpPr>
        <p:spPr bwMode="gray">
          <a:xfrm>
            <a:off x="3075817" y="2779376"/>
            <a:ext cx="2789555" cy="2811145"/>
          </a:xfrm>
          <a:prstGeom prst="ellipse">
            <a:avLst/>
          </a:prstGeom>
          <a:noFill/>
          <a:ln w="9525">
            <a:solidFill>
              <a:srgbClr val="4F5A71">
                <a:alpha val="50000"/>
              </a:srgbClr>
            </a:solidFill>
            <a:round/>
          </a:ln>
          <a:effectLst/>
          <a:extLst>
            <a:ext uri="{909E8E84-426E-40DD-AFC4-6F175D3DCCD1}">
              <a14:hiddenFill xmlns:a14="http://schemas.microsoft.com/office/drawing/2010/main" xmlns="">
                <a:solidFill>
                  <a:srgbClr val="4F5A71">
                    <a:alpha val="64999"/>
                  </a:srgbClr>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7" name="Oval 13"/>
          <p:cNvSpPr>
            <a:spLocks noChangeArrowheads="1"/>
          </p:cNvSpPr>
          <p:nvPr>
            <p:custDataLst>
              <p:tags r:id="rId6"/>
            </p:custDataLst>
          </p:nvPr>
        </p:nvSpPr>
        <p:spPr bwMode="gray">
          <a:xfrm>
            <a:off x="3394587" y="3116561"/>
            <a:ext cx="2137410" cy="2181860"/>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51" name="KSO_GT1"/>
          <p:cNvSpPr>
            <a:spLocks noChangeArrowheads="1"/>
          </p:cNvSpPr>
          <p:nvPr>
            <p:custDataLst>
              <p:tags r:id="rId7"/>
            </p:custDataLst>
          </p:nvPr>
        </p:nvSpPr>
        <p:spPr bwMode="gray">
          <a:xfrm>
            <a:off x="3779397" y="3508991"/>
            <a:ext cx="1368425" cy="1397635"/>
          </a:xfrm>
          <a:prstGeom prst="ellipse">
            <a:avLst/>
          </a:prstGeom>
          <a:solidFill>
            <a:srgbClr val="4F5A71"/>
          </a:solidFill>
          <a:ln>
            <a:noFill/>
          </a:ln>
          <a:effectLst/>
        </p:spPr>
        <p:txBody>
          <a:bodyPr wrap="square" lIns="0" tIns="0" rIns="0" bIns="0" anchor="ctr">
            <a:normAutofit fontScale="67500" lnSpcReduction="20000"/>
          </a:bodyPr>
          <a:lstStyle/>
          <a:p>
            <a:pPr algn="ctr">
              <a:defRPr/>
            </a:pPr>
            <a:r>
              <a:rPr lang="zh-CN" altLang="en-US" sz="2800" kern="0" dirty="0">
                <a:solidFill>
                  <a:srgbClr val="FFFFFF"/>
                </a:solidFill>
                <a:latin typeface="Arial" panose="020B0604020202020204" pitchFamily="34" charset="0"/>
                <a:ea typeface="宋体" panose="02010600030101010101" pitchFamily="2" charset="-122"/>
                <a:cs typeface="黑体" panose="02010609060101010101" pitchFamily="49" charset="-122"/>
              </a:rPr>
              <a:t>程序设计应遵循的准则</a:t>
            </a:r>
          </a:p>
        </p:txBody>
      </p:sp>
      <p:sp>
        <p:nvSpPr>
          <p:cNvPr id="30" name="Oval 19"/>
          <p:cNvSpPr>
            <a:spLocks noChangeArrowheads="1"/>
          </p:cNvSpPr>
          <p:nvPr>
            <p:custDataLst>
              <p:tags r:id="rId8"/>
            </p:custDataLst>
          </p:nvPr>
        </p:nvSpPr>
        <p:spPr bwMode="gray">
          <a:xfrm>
            <a:off x="4893822" y="2554586"/>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1" name="文本框 20"/>
          <p:cNvSpPr txBox="1"/>
          <p:nvPr>
            <p:custDataLst>
              <p:tags r:id="rId9"/>
            </p:custDataLst>
          </p:nvPr>
        </p:nvSpPr>
        <p:spPr>
          <a:xfrm>
            <a:off x="5380232" y="2378691"/>
            <a:ext cx="5933762" cy="487680"/>
          </a:xfrm>
          <a:prstGeom prst="rect">
            <a:avLst/>
          </a:prstGeom>
          <a:noFill/>
        </p:spPr>
        <p:txBody>
          <a:bodyPr wrap="square" lIns="0" rIns="0">
            <a:normAutofit/>
          </a:bodyPr>
          <a:lstStyle/>
          <a:p>
            <a:pPr>
              <a:lnSpc>
                <a:spcPct val="130000"/>
              </a:lnSpc>
              <a:spcBef>
                <a:spcPts val="600"/>
              </a:spcBef>
              <a:defRPr/>
            </a:pPr>
            <a:r>
              <a:rPr dirty="0"/>
              <a:t>（1）软件工程师必须与用户详细交流软件的需求。</a:t>
            </a:r>
          </a:p>
          <a:p>
            <a:pPr>
              <a:lnSpc>
                <a:spcPct val="130000"/>
              </a:lnSpc>
              <a:spcBef>
                <a:spcPts val="600"/>
              </a:spcBef>
              <a:defRPr/>
            </a:pPr>
            <a:endParaRPr dirty="0"/>
          </a:p>
        </p:txBody>
      </p:sp>
      <p:sp>
        <p:nvSpPr>
          <p:cNvPr id="19" name="Oval 19"/>
          <p:cNvSpPr>
            <a:spLocks noChangeArrowheads="1"/>
          </p:cNvSpPr>
          <p:nvPr>
            <p:custDataLst>
              <p:tags r:id="rId10"/>
            </p:custDataLst>
          </p:nvPr>
        </p:nvSpPr>
        <p:spPr bwMode="gray">
          <a:xfrm>
            <a:off x="5578352" y="3051791"/>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2" name="文本框 21"/>
          <p:cNvSpPr txBox="1"/>
          <p:nvPr>
            <p:custDataLst>
              <p:tags r:id="rId11"/>
            </p:custDataLst>
          </p:nvPr>
        </p:nvSpPr>
        <p:spPr>
          <a:xfrm>
            <a:off x="6049523" y="2914631"/>
            <a:ext cx="5250824" cy="487680"/>
          </a:xfrm>
          <a:prstGeom prst="rect">
            <a:avLst/>
          </a:prstGeom>
          <a:noFill/>
        </p:spPr>
        <p:txBody>
          <a:bodyPr wrap="square" lIns="0" rIns="0">
            <a:normAutofit/>
          </a:bodyPr>
          <a:lstStyle/>
          <a:p>
            <a:pPr>
              <a:lnSpc>
                <a:spcPct val="130000"/>
              </a:lnSpc>
              <a:spcBef>
                <a:spcPts val="600"/>
              </a:spcBef>
              <a:defRPr/>
            </a:pPr>
            <a:r>
              <a:rPr dirty="0"/>
              <a:t>（2）必须确定类（定义属性和方法）。</a:t>
            </a:r>
          </a:p>
        </p:txBody>
      </p:sp>
      <p:sp>
        <p:nvSpPr>
          <p:cNvPr id="20" name="Oval 19"/>
          <p:cNvSpPr>
            <a:spLocks noChangeArrowheads="1"/>
          </p:cNvSpPr>
          <p:nvPr>
            <p:custDataLst>
              <p:tags r:id="rId12"/>
            </p:custDataLst>
          </p:nvPr>
        </p:nvSpPr>
        <p:spPr bwMode="gray">
          <a:xfrm>
            <a:off x="5888867" y="3709016"/>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8" name="文本框 27"/>
          <p:cNvSpPr txBox="1"/>
          <p:nvPr>
            <p:custDataLst>
              <p:tags r:id="rId13"/>
            </p:custDataLst>
          </p:nvPr>
        </p:nvSpPr>
        <p:spPr>
          <a:xfrm>
            <a:off x="6388612" y="3602971"/>
            <a:ext cx="3463925" cy="487680"/>
          </a:xfrm>
          <a:prstGeom prst="rect">
            <a:avLst/>
          </a:prstGeom>
          <a:noFill/>
        </p:spPr>
        <p:txBody>
          <a:bodyPr wrap="square" lIns="0" rIns="0">
            <a:normAutofit/>
          </a:bodyPr>
          <a:lstStyle/>
          <a:p>
            <a:pPr>
              <a:lnSpc>
                <a:spcPct val="130000"/>
              </a:lnSpc>
              <a:spcBef>
                <a:spcPts val="600"/>
              </a:spcBef>
              <a:defRPr/>
            </a:pPr>
            <a:r>
              <a:rPr lang="zh-CN" altLang="en-US" dirty="0"/>
              <a:t>（3）定义类的层次结构。</a:t>
            </a:r>
          </a:p>
        </p:txBody>
      </p:sp>
      <p:sp>
        <p:nvSpPr>
          <p:cNvPr id="23" name="Oval 19"/>
          <p:cNvSpPr>
            <a:spLocks noChangeArrowheads="1"/>
          </p:cNvSpPr>
          <p:nvPr>
            <p:custDataLst>
              <p:tags r:id="rId14"/>
            </p:custDataLst>
          </p:nvPr>
        </p:nvSpPr>
        <p:spPr bwMode="gray">
          <a:xfrm>
            <a:off x="5897757" y="4417676"/>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1" name="文本框 30"/>
          <p:cNvSpPr txBox="1"/>
          <p:nvPr>
            <p:custDataLst>
              <p:tags r:id="rId15"/>
            </p:custDataLst>
          </p:nvPr>
        </p:nvSpPr>
        <p:spPr>
          <a:xfrm>
            <a:off x="6399407" y="4324966"/>
            <a:ext cx="5201190" cy="487680"/>
          </a:xfrm>
          <a:prstGeom prst="rect">
            <a:avLst/>
          </a:prstGeom>
          <a:noFill/>
        </p:spPr>
        <p:txBody>
          <a:bodyPr wrap="square" lIns="0" rIns="0">
            <a:normAutofit/>
          </a:bodyPr>
          <a:lstStyle/>
          <a:p>
            <a:pPr>
              <a:lnSpc>
                <a:spcPct val="130000"/>
              </a:lnSpc>
              <a:spcBef>
                <a:spcPts val="600"/>
              </a:spcBef>
              <a:defRPr/>
            </a:pPr>
            <a:r>
              <a:rPr lang="zh-CN" altLang="en-US" dirty="0"/>
              <a:t>（4）表示对象与对象之间的关系（对象连接）。</a:t>
            </a:r>
          </a:p>
        </p:txBody>
      </p:sp>
      <p:sp>
        <p:nvSpPr>
          <p:cNvPr id="24" name="Oval 19"/>
          <p:cNvSpPr>
            <a:spLocks noChangeArrowheads="1"/>
          </p:cNvSpPr>
          <p:nvPr>
            <p:custDataLst>
              <p:tags r:id="rId16"/>
            </p:custDataLst>
          </p:nvPr>
        </p:nvSpPr>
        <p:spPr bwMode="gray">
          <a:xfrm>
            <a:off x="5567557" y="5093951"/>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8" name="文本框 37"/>
          <p:cNvSpPr txBox="1"/>
          <p:nvPr>
            <p:custDataLst>
              <p:tags r:id="rId17"/>
            </p:custDataLst>
          </p:nvPr>
        </p:nvSpPr>
        <p:spPr>
          <a:xfrm>
            <a:off x="6030472" y="5054581"/>
            <a:ext cx="5536565" cy="487680"/>
          </a:xfrm>
          <a:prstGeom prst="rect">
            <a:avLst/>
          </a:prstGeom>
          <a:noFill/>
        </p:spPr>
        <p:txBody>
          <a:bodyPr wrap="square" lIns="0" rIns="0">
            <a:normAutofit/>
          </a:bodyPr>
          <a:lstStyle/>
          <a:p>
            <a:pPr>
              <a:lnSpc>
                <a:spcPct val="130000"/>
              </a:lnSpc>
              <a:spcBef>
                <a:spcPts val="600"/>
              </a:spcBef>
              <a:defRPr/>
            </a:pPr>
            <a:r>
              <a:rPr dirty="0">
                <a:sym typeface="+mn-ea"/>
              </a:rPr>
              <a:t>（5）必须为对象行为建模。</a:t>
            </a:r>
          </a:p>
        </p:txBody>
      </p:sp>
      <p:sp>
        <p:nvSpPr>
          <p:cNvPr id="25" name="Oval 19"/>
          <p:cNvSpPr>
            <a:spLocks noChangeArrowheads="1"/>
          </p:cNvSpPr>
          <p:nvPr>
            <p:custDataLst>
              <p:tags r:id="rId18"/>
            </p:custDataLst>
          </p:nvPr>
        </p:nvSpPr>
        <p:spPr bwMode="gray">
          <a:xfrm>
            <a:off x="4856357" y="5574011"/>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9" name="文本框 38"/>
          <p:cNvSpPr txBox="1"/>
          <p:nvPr>
            <p:custDataLst>
              <p:tags r:id="rId19"/>
            </p:custDataLst>
          </p:nvPr>
        </p:nvSpPr>
        <p:spPr>
          <a:xfrm>
            <a:off x="5270377" y="5658466"/>
            <a:ext cx="6043617" cy="487680"/>
          </a:xfrm>
          <a:prstGeom prst="rect">
            <a:avLst/>
          </a:prstGeom>
          <a:noFill/>
        </p:spPr>
        <p:txBody>
          <a:bodyPr wrap="square" lIns="0" rIns="0">
            <a:normAutofit fontScale="92500"/>
          </a:bodyPr>
          <a:lstStyle/>
          <a:p>
            <a:pPr>
              <a:lnSpc>
                <a:spcPct val="130000"/>
              </a:lnSpc>
              <a:spcBef>
                <a:spcPts val="600"/>
              </a:spcBef>
              <a:defRPr/>
            </a:pPr>
            <a:r>
              <a:rPr lang="zh-CN" altLang="en-US" dirty="0"/>
              <a:t>（6）上述（1）～（5）的工作步骤重复迭代，直至模型完成。</a:t>
            </a:r>
          </a:p>
        </p:txBody>
      </p:sp>
      <p:grpSp>
        <p:nvGrpSpPr>
          <p:cNvPr id="18" name="组合 17"/>
          <p:cNvGrpSpPr/>
          <p:nvPr/>
        </p:nvGrpSpPr>
        <p:grpSpPr>
          <a:xfrm>
            <a:off x="305796" y="2630457"/>
            <a:ext cx="2314759" cy="2964815"/>
            <a:chOff x="881" y="2735"/>
            <a:chExt cx="3203" cy="4669"/>
          </a:xfrm>
        </p:grpSpPr>
        <p:sp>
          <p:nvSpPr>
            <p:cNvPr id="167" name="圆角矩形"/>
            <p:cNvSpPr/>
            <p:nvPr/>
          </p:nvSpPr>
          <p:spPr>
            <a:xfrm>
              <a:off x="1251" y="3071"/>
              <a:ext cx="2833" cy="4333"/>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26"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xmlns=""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48" name="文本框 47"/>
            <p:cNvSpPr txBox="1"/>
            <p:nvPr/>
          </p:nvSpPr>
          <p:spPr>
            <a:xfrm>
              <a:off x="1321" y="3221"/>
              <a:ext cx="2687" cy="3984"/>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面向对象的分析，其目的是定义与问题相关的所有类，以便进入实现阶段。为实现这一点，必须完成如下工作：</a:t>
              </a:r>
            </a:p>
          </p:txBody>
        </p:sp>
      </p:grpSp>
    </p:spTree>
    <p:custDataLst>
      <p:tags r:id="rId1"/>
    </p:custDataLst>
  </p:cSld>
  <p:clrMapOvr>
    <a:masterClrMapping/>
  </p:clrMapOvr>
  <p:transition>
    <p:pull dir="u"/>
  </p:transition>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7.5.1 </a:t>
            </a:r>
            <a:r>
              <a:rPr lang="zh-CN" altLang="en-US" sz="2400" dirty="0" smtClean="0">
                <a:solidFill>
                  <a:schemeClr val="tx1"/>
                </a:solidFill>
              </a:rPr>
              <a:t>面向对象分析实例</a:t>
            </a:r>
            <a:r>
              <a:rPr lang="en-US" sz="2400" dirty="0" smtClean="0">
                <a:solidFill>
                  <a:schemeClr val="tx1"/>
                </a:solidFill>
              </a:rPr>
              <a:t> </a:t>
            </a:r>
          </a:p>
        </p:txBody>
      </p:sp>
      <p:grpSp>
        <p:nvGrpSpPr>
          <p:cNvPr id="3" name="组合 2"/>
          <p:cNvGrpSpPr/>
          <p:nvPr/>
        </p:nvGrpSpPr>
        <p:grpSpPr>
          <a:xfrm>
            <a:off x="403225" y="2971800"/>
            <a:ext cx="4264284" cy="2011044"/>
            <a:chOff x="5146" y="5149"/>
            <a:chExt cx="9106" cy="5943"/>
          </a:xfrm>
        </p:grpSpPr>
        <p:sp>
          <p:nvSpPr>
            <p:cNvPr id="18" name="MH_Other_1"/>
            <p:cNvSpPr/>
            <p:nvPr/>
          </p:nvSpPr>
          <p:spPr>
            <a:xfrm>
              <a:off x="5146" y="6786"/>
              <a:ext cx="462" cy="227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dirty="0">
                <a:latin typeface="微软雅黑" panose="020B0503020204020204" charset="-122"/>
              </a:endParaRPr>
            </a:p>
          </p:txBody>
        </p:sp>
        <p:sp>
          <p:nvSpPr>
            <p:cNvPr id="15" name="MH_Other_3"/>
            <p:cNvSpPr/>
            <p:nvPr/>
          </p:nvSpPr>
          <p:spPr>
            <a:xfrm>
              <a:off x="5146" y="5149"/>
              <a:ext cx="9106" cy="5943"/>
            </a:xfrm>
            <a:prstGeom prst="rect">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dirty="0">
                <a:latin typeface="微软雅黑" panose="020B0503020204020204" charset="-122"/>
              </a:endParaRPr>
            </a:p>
          </p:txBody>
        </p:sp>
        <p:sp>
          <p:nvSpPr>
            <p:cNvPr id="5126" name="MH_Text_1"/>
            <p:cNvSpPr>
              <a:spLocks noChangeArrowheads="1"/>
            </p:cNvSpPr>
            <p:nvPr/>
          </p:nvSpPr>
          <p:spPr bwMode="auto">
            <a:xfrm>
              <a:off x="5874" y="6392"/>
              <a:ext cx="7766" cy="3456"/>
            </a:xfrm>
            <a:prstGeom prst="rect">
              <a:avLst/>
            </a:prstGeom>
            <a:noFill/>
            <a:ln w="9525">
              <a:noFill/>
              <a:miter lim="800000"/>
            </a:ln>
          </p:spPr>
          <p:txBody>
            <a:bodyPr lIns="90000" tIns="46800" rIns="90000" bIns="468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l" fontAlgn="auto">
                <a:lnSpc>
                  <a:spcPct val="120000"/>
                </a:lnSpc>
                <a:spcBef>
                  <a:spcPts val="600"/>
                </a:spcBef>
              </a:pPr>
              <a:r>
                <a:rPr lang="en-US" altLang="zh-CN" dirty="0" err="1">
                  <a:latin typeface="微软雅黑" panose="020B0503020204020204" charset="-122"/>
                  <a:ea typeface="微软雅黑" panose="020B0503020204020204" charset="-122"/>
                </a:rPr>
                <a:t>与使用传统的输入－处理－输出（信息流）模型不同，面向对象分析（OOA）构建的是面向类的模型</a:t>
              </a:r>
              <a:r>
                <a:rPr lang="en-US" altLang="zh-CN" dirty="0">
                  <a:latin typeface="微软雅黑" panose="020B0503020204020204" charset="-122"/>
                  <a:ea typeface="微软雅黑" panose="020B0503020204020204" charset="-122"/>
                </a:rPr>
                <a:t>。有一张图可以较好地帮助理解面向对象分析中常用的UML图形元素，如图7-19所示。</a:t>
              </a:r>
            </a:p>
          </p:txBody>
        </p:sp>
      </p:grpSp>
      <p:sp>
        <p:nvSpPr>
          <p:cNvPr id="241676" name="Rectangle 1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41665" name="组合 12696"/>
          <p:cNvGrpSpPr>
            <a:grpSpLocks/>
          </p:cNvGrpSpPr>
          <p:nvPr/>
        </p:nvGrpSpPr>
        <p:grpSpPr bwMode="auto">
          <a:xfrm>
            <a:off x="5404059" y="1985630"/>
            <a:ext cx="5577610" cy="3443767"/>
            <a:chOff x="2473" y="5629"/>
            <a:chExt cx="6317" cy="4192"/>
          </a:xfrm>
        </p:grpSpPr>
        <p:sp>
          <p:nvSpPr>
            <p:cNvPr id="241675" name="Oval 7216"/>
            <p:cNvSpPr>
              <a:spLocks noChangeArrowheads="1"/>
            </p:cNvSpPr>
            <p:nvPr/>
          </p:nvSpPr>
          <p:spPr bwMode="auto">
            <a:xfrm>
              <a:off x="4383" y="6382"/>
              <a:ext cx="2847" cy="284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41674" name="Text Box 7217"/>
            <p:cNvSpPr txBox="1">
              <a:spLocks noChangeArrowheads="1"/>
            </p:cNvSpPr>
            <p:nvPr/>
          </p:nvSpPr>
          <p:spPr bwMode="auto">
            <a:xfrm>
              <a:off x="2473" y="5721"/>
              <a:ext cx="2340" cy="163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228600" algn="l"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基于场景的元素</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28600" algn="l" defTabSz="914400" rtl="0" eaLnBrk="0" fontAlgn="base" latinLnBrk="0" hangingPunct="0">
                <a:lnSpc>
                  <a:spcPct val="100000"/>
                </a:lnSpc>
                <a:spcBef>
                  <a:spcPct val="0"/>
                </a:spcBef>
                <a:spcAft>
                  <a:spcPct val="0"/>
                </a:spcAft>
                <a:buClrTx/>
                <a:buSzTx/>
                <a:buFontTx/>
                <a:buNone/>
                <a:tabLst/>
              </a:pPr>
              <a:endParaRPr kumimoji="0" lang="en-US" altLang="zh-CN"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zh-CN"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用例图</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zh-CN"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活动图</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zh-CN"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泳道图</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41673" name="Line 7218"/>
            <p:cNvSpPr>
              <a:spLocks noChangeShapeType="1"/>
            </p:cNvSpPr>
            <p:nvPr/>
          </p:nvSpPr>
          <p:spPr bwMode="auto">
            <a:xfrm>
              <a:off x="2473" y="6185"/>
              <a:ext cx="2340"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41672" name="Text Box 7219"/>
            <p:cNvSpPr txBox="1">
              <a:spLocks noChangeArrowheads="1"/>
            </p:cNvSpPr>
            <p:nvPr/>
          </p:nvSpPr>
          <p:spPr bwMode="auto">
            <a:xfrm>
              <a:off x="6381" y="5629"/>
              <a:ext cx="2340" cy="174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228600" algn="l"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面向信息流的元素</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28600" algn="l" defTabSz="914400" rtl="0" eaLnBrk="0" fontAlgn="base" latinLnBrk="0" hangingPunct="0">
                <a:lnSpc>
                  <a:spcPct val="100000"/>
                </a:lnSpc>
                <a:spcBef>
                  <a:spcPct val="0"/>
                </a:spcBef>
                <a:spcAft>
                  <a:spcPct val="0"/>
                </a:spcAft>
                <a:buClrTx/>
                <a:buSzTx/>
                <a:buFontTx/>
                <a:buNone/>
                <a:tabLst/>
              </a:pPr>
              <a:endParaRPr kumimoji="0" lang="en-US" altLang="zh-CN"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zh-CN"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数据流图</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zh-CN"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控制流图</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zh-CN"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处理说明</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41671" name="Line 7220"/>
            <p:cNvSpPr>
              <a:spLocks noChangeShapeType="1"/>
            </p:cNvSpPr>
            <p:nvPr/>
          </p:nvSpPr>
          <p:spPr bwMode="auto">
            <a:xfrm>
              <a:off x="6364" y="6065"/>
              <a:ext cx="2340"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41670" name="Text Box 7224"/>
            <p:cNvSpPr txBox="1">
              <a:spLocks noChangeArrowheads="1"/>
            </p:cNvSpPr>
            <p:nvPr/>
          </p:nvSpPr>
          <p:spPr bwMode="auto">
            <a:xfrm>
              <a:off x="6433" y="8212"/>
              <a:ext cx="2340" cy="155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228600" algn="l"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行为元素</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28600" algn="l" defTabSz="914400" rtl="0" eaLnBrk="0" fontAlgn="base" latinLnBrk="0" hangingPunct="0">
                <a:lnSpc>
                  <a:spcPct val="100000"/>
                </a:lnSpc>
                <a:spcBef>
                  <a:spcPct val="0"/>
                </a:spcBef>
                <a:spcAft>
                  <a:spcPct val="0"/>
                </a:spcAft>
                <a:buClrTx/>
                <a:buSzTx/>
                <a:buFontTx/>
                <a:buNone/>
                <a:tabLst/>
              </a:pPr>
              <a:endParaRPr kumimoji="0" lang="en-US" altLang="zh-CN"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zh-CN"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状态图</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zh-CN"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顺序图</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41669" name="Line 7225"/>
            <p:cNvSpPr>
              <a:spLocks noChangeShapeType="1"/>
            </p:cNvSpPr>
            <p:nvPr/>
          </p:nvSpPr>
          <p:spPr bwMode="auto">
            <a:xfrm>
              <a:off x="6450" y="8657"/>
              <a:ext cx="2340"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41668" name="Text Box 7226"/>
            <p:cNvSpPr txBox="1">
              <a:spLocks noChangeArrowheads="1"/>
            </p:cNvSpPr>
            <p:nvPr/>
          </p:nvSpPr>
          <p:spPr bwMode="auto">
            <a:xfrm>
              <a:off x="5233" y="7554"/>
              <a:ext cx="1260" cy="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分析模型</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41667" name="Text Box 7222"/>
            <p:cNvSpPr txBox="1">
              <a:spLocks noChangeArrowheads="1"/>
            </p:cNvSpPr>
            <p:nvPr/>
          </p:nvSpPr>
          <p:spPr bwMode="auto">
            <a:xfrm>
              <a:off x="2473" y="8019"/>
              <a:ext cx="2340" cy="180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228600" algn="l"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基于类的元素</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28600" algn="l" defTabSz="914400" rtl="0" eaLnBrk="0" fontAlgn="base" latinLnBrk="0" hangingPunct="0">
                <a:lnSpc>
                  <a:spcPct val="100000"/>
                </a:lnSpc>
                <a:spcBef>
                  <a:spcPct val="0"/>
                </a:spcBef>
                <a:spcAft>
                  <a:spcPct val="0"/>
                </a:spcAft>
                <a:buClrTx/>
                <a:buSzTx/>
                <a:buFontTx/>
                <a:buNone/>
                <a:tabLst/>
              </a:pPr>
              <a:endParaRPr kumimoji="0" lang="en-US" altLang="zh-CN"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zh-CN"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类图</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zh-CN"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包图</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zh-CN"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协作图</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41666" name="Line 7223"/>
            <p:cNvSpPr>
              <a:spLocks noChangeShapeType="1"/>
            </p:cNvSpPr>
            <p:nvPr/>
          </p:nvSpPr>
          <p:spPr bwMode="auto">
            <a:xfrm>
              <a:off x="2473" y="8457"/>
              <a:ext cx="2340"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grpSp>
      <p:sp>
        <p:nvSpPr>
          <p:cNvPr id="20" name="矩形 19"/>
          <p:cNvSpPr/>
          <p:nvPr/>
        </p:nvSpPr>
        <p:spPr>
          <a:xfrm>
            <a:off x="6477564" y="5646794"/>
            <a:ext cx="3544560" cy="369332"/>
          </a:xfrm>
          <a:prstGeom prst="rect">
            <a:avLst/>
          </a:prstGeom>
        </p:spPr>
        <p:txBody>
          <a:bodyPr wrap="none">
            <a:spAutoFit/>
          </a:bodyPr>
          <a:lstStyle/>
          <a:p>
            <a:r>
              <a:rPr lang="zh-CN" altLang="en-US" dirty="0" smtClean="0"/>
              <a:t>图</a:t>
            </a:r>
            <a:r>
              <a:rPr lang="en-US" dirty="0" smtClean="0"/>
              <a:t>7-19  </a:t>
            </a:r>
            <a:r>
              <a:rPr lang="zh-CN" altLang="en-US" dirty="0" smtClean="0"/>
              <a:t>面向对象分析模型的元素</a:t>
            </a:r>
            <a:endParaRPr lang="zh-CN" altLang="en-US" dirty="0"/>
          </a:p>
        </p:txBody>
      </p:sp>
    </p:spTree>
    <p:custDataLst>
      <p:tags r:id="rId1"/>
    </p:custDataLst>
  </p:cSld>
  <p:clrMapOvr>
    <a:masterClrMapping/>
  </p:clrMapOvr>
  <p:transition>
    <p:pull dir="u"/>
  </p:transition>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7.5.1 </a:t>
            </a:r>
            <a:r>
              <a:rPr lang="zh-CN" altLang="en-US" sz="2400" dirty="0" smtClean="0">
                <a:solidFill>
                  <a:schemeClr val="tx1"/>
                </a:solidFill>
              </a:rPr>
              <a:t>面向对象分析实例</a:t>
            </a:r>
            <a:r>
              <a:rPr lang="en-US" sz="2400" dirty="0" smtClean="0">
                <a:solidFill>
                  <a:schemeClr val="tx1"/>
                </a:solidFill>
              </a:rPr>
              <a:t> </a:t>
            </a:r>
          </a:p>
        </p:txBody>
      </p:sp>
      <p:grpSp>
        <p:nvGrpSpPr>
          <p:cNvPr id="24" name="组合 23"/>
          <p:cNvGrpSpPr/>
          <p:nvPr/>
        </p:nvGrpSpPr>
        <p:grpSpPr>
          <a:xfrm>
            <a:off x="1171623" y="3153414"/>
            <a:ext cx="9951302" cy="923925"/>
            <a:chOff x="1308100" y="2239010"/>
            <a:chExt cx="9951302" cy="923925"/>
          </a:xfrm>
        </p:grpSpPr>
        <p:sp>
          <p:nvSpPr>
            <p:cNvPr id="4" name="MH_Other_1"/>
            <p:cNvSpPr>
              <a:spLocks noChangeArrowheads="1"/>
            </p:cNvSpPr>
            <p:nvPr>
              <p:custDataLst>
                <p:tags r:id="rId12"/>
              </p:custDataLst>
            </p:nvPr>
          </p:nvSpPr>
          <p:spPr bwMode="auto">
            <a:xfrm>
              <a:off x="1308100" y="2239010"/>
              <a:ext cx="673100" cy="504825"/>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5" name="MH_Other_2"/>
            <p:cNvSpPr>
              <a:spLocks noChangeArrowheads="1"/>
            </p:cNvSpPr>
            <p:nvPr>
              <p:custDataLst>
                <p:tags r:id="rId13"/>
              </p:custDataLst>
            </p:nvPr>
          </p:nvSpPr>
          <p:spPr bwMode="auto">
            <a:xfrm>
              <a:off x="2019300" y="2343785"/>
              <a:ext cx="533400" cy="400050"/>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6" name="MH_Other_3"/>
            <p:cNvSpPr>
              <a:spLocks noChangeArrowheads="1"/>
            </p:cNvSpPr>
            <p:nvPr>
              <p:custDataLst>
                <p:tags r:id="rId14"/>
              </p:custDataLst>
            </p:nvPr>
          </p:nvSpPr>
          <p:spPr bwMode="auto">
            <a:xfrm>
              <a:off x="1460500" y="2772410"/>
              <a:ext cx="520700" cy="390525"/>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7" name="MH_Other_4"/>
            <p:cNvSpPr>
              <a:spLocks noChangeArrowheads="1"/>
            </p:cNvSpPr>
            <p:nvPr>
              <p:custDataLst>
                <p:tags r:id="rId15"/>
              </p:custDataLst>
            </p:nvPr>
          </p:nvSpPr>
          <p:spPr bwMode="auto">
            <a:xfrm>
              <a:off x="2019300" y="2772410"/>
              <a:ext cx="673100" cy="333375"/>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 name="MH_SubTitle_1"/>
            <p:cNvSpPr/>
            <p:nvPr>
              <p:custDataLst>
                <p:tags r:id="rId16"/>
              </p:custDataLst>
            </p:nvPr>
          </p:nvSpPr>
          <p:spPr>
            <a:xfrm>
              <a:off x="2974340" y="2294255"/>
              <a:ext cx="8285062" cy="812800"/>
            </a:xfrm>
            <a:prstGeom prst="rect">
              <a:avLst/>
            </a:prstGeom>
          </p:spPr>
          <p:txBody>
            <a:bodyPr lIns="0" tIns="0" rIns="0" bIns="0" anchor="ctr">
              <a:noAutofit/>
            </a:bodyPr>
            <a:lstStyle/>
            <a:p>
              <a:pPr>
                <a:lnSpc>
                  <a:spcPct val="140000"/>
                </a:lnSpc>
                <a:defRPr/>
              </a:pPr>
              <a:r>
                <a:rPr lang="zh-CN" altLang="en-US" sz="1600" dirty="0" smtClean="0">
                  <a:solidFill>
                    <a:srgbClr val="000000"/>
                  </a:solidFill>
                  <a:latin typeface="微软雅黑" panose="020B0503020204020204" charset="-122"/>
                  <a:ea typeface="微软雅黑" panose="020B0503020204020204" charset="-122"/>
                  <a:sym typeface="+mn-ea"/>
                </a:rPr>
                <a:t>       （1）当读者借阅的图书到期时，希望能够提前用短信息或电子邮件方式提示读者。</a:t>
              </a:r>
            </a:p>
          </p:txBody>
        </p:sp>
      </p:grpSp>
      <p:grpSp>
        <p:nvGrpSpPr>
          <p:cNvPr id="27" name="组合 26"/>
          <p:cNvGrpSpPr/>
          <p:nvPr/>
        </p:nvGrpSpPr>
        <p:grpSpPr>
          <a:xfrm>
            <a:off x="1171623" y="5489338"/>
            <a:ext cx="9937655" cy="923925"/>
            <a:chOff x="4652645" y="4806950"/>
            <a:chExt cx="9937655" cy="923925"/>
          </a:xfrm>
        </p:grpSpPr>
        <p:sp>
          <p:nvSpPr>
            <p:cNvPr id="9" name="MH_Other_5"/>
            <p:cNvSpPr>
              <a:spLocks noChangeArrowheads="1"/>
            </p:cNvSpPr>
            <p:nvPr>
              <p:custDataLst>
                <p:tags r:id="rId7"/>
              </p:custDataLst>
            </p:nvPr>
          </p:nvSpPr>
          <p:spPr bwMode="auto">
            <a:xfrm>
              <a:off x="4652645" y="4806950"/>
              <a:ext cx="673100" cy="504825"/>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0" name="MH_Other_6"/>
            <p:cNvSpPr>
              <a:spLocks noChangeArrowheads="1"/>
            </p:cNvSpPr>
            <p:nvPr>
              <p:custDataLst>
                <p:tags r:id="rId8"/>
              </p:custDataLst>
            </p:nvPr>
          </p:nvSpPr>
          <p:spPr bwMode="auto">
            <a:xfrm>
              <a:off x="5363845" y="4911725"/>
              <a:ext cx="533400" cy="400050"/>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1" name="MH_Other_7"/>
            <p:cNvSpPr>
              <a:spLocks noChangeArrowheads="1"/>
            </p:cNvSpPr>
            <p:nvPr>
              <p:custDataLst>
                <p:tags r:id="rId9"/>
              </p:custDataLst>
            </p:nvPr>
          </p:nvSpPr>
          <p:spPr bwMode="auto">
            <a:xfrm>
              <a:off x="4805045" y="5340350"/>
              <a:ext cx="520700" cy="390525"/>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2" name="MH_Other_8"/>
            <p:cNvSpPr>
              <a:spLocks noChangeArrowheads="1"/>
            </p:cNvSpPr>
            <p:nvPr>
              <p:custDataLst>
                <p:tags r:id="rId10"/>
              </p:custDataLst>
            </p:nvPr>
          </p:nvSpPr>
          <p:spPr bwMode="auto">
            <a:xfrm>
              <a:off x="5363845" y="5340350"/>
              <a:ext cx="673100" cy="333375"/>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SubTitle_3"/>
            <p:cNvSpPr/>
            <p:nvPr>
              <p:custDataLst>
                <p:tags r:id="rId11"/>
              </p:custDataLst>
            </p:nvPr>
          </p:nvSpPr>
          <p:spPr>
            <a:xfrm>
              <a:off x="6347460" y="4918075"/>
              <a:ext cx="8242840" cy="812800"/>
            </a:xfrm>
            <a:prstGeom prst="rect">
              <a:avLst/>
            </a:prstGeom>
          </p:spPr>
          <p:txBody>
            <a:bodyPr lIns="0" tIns="0" rIns="0" bIns="0" anchor="ctr">
              <a:noAutofit/>
            </a:bodyPr>
            <a:lstStyle/>
            <a:p>
              <a:pPr>
                <a:lnSpc>
                  <a:spcPct val="130000"/>
                </a:lnSpc>
                <a:defRPr/>
              </a:pPr>
              <a:r>
                <a:rPr lang="zh-CN" altLang="en-US" sz="1600" dirty="0" smtClean="0">
                  <a:solidFill>
                    <a:srgbClr val="000000"/>
                  </a:solidFill>
                  <a:latin typeface="微软雅黑" panose="020B0503020204020204" charset="-122"/>
                  <a:ea typeface="微软雅黑" panose="020B0503020204020204" charset="-122"/>
                  <a:sym typeface="+mn-ea"/>
                </a:rPr>
                <a:t>        （3）应用系统的各种参数设置最好是灵活的，由系统管理人员根据需要设定。例如图书借阅量的上限、还书提示的时间、预订图书的保持时间等参数。</a:t>
              </a:r>
            </a:p>
          </p:txBody>
        </p:sp>
      </p:grpSp>
      <p:grpSp>
        <p:nvGrpSpPr>
          <p:cNvPr id="25" name="组合 24"/>
          <p:cNvGrpSpPr/>
          <p:nvPr/>
        </p:nvGrpSpPr>
        <p:grpSpPr>
          <a:xfrm>
            <a:off x="1171623" y="4354548"/>
            <a:ext cx="9896710" cy="923925"/>
            <a:chOff x="2997200" y="3535680"/>
            <a:chExt cx="9896710" cy="923925"/>
          </a:xfrm>
        </p:grpSpPr>
        <p:sp>
          <p:nvSpPr>
            <p:cNvPr id="14" name="MH_Other_9"/>
            <p:cNvSpPr>
              <a:spLocks noChangeArrowheads="1"/>
            </p:cNvSpPr>
            <p:nvPr>
              <p:custDataLst>
                <p:tags r:id="rId2"/>
              </p:custDataLst>
            </p:nvPr>
          </p:nvSpPr>
          <p:spPr bwMode="auto">
            <a:xfrm>
              <a:off x="2997200" y="3535680"/>
              <a:ext cx="673100" cy="504825"/>
            </a:xfrm>
            <a:prstGeom prst="rect">
              <a:avLst/>
            </a:prstGeom>
            <a:solidFill>
              <a:schemeClr val="accent5">
                <a:lumMod val="75000"/>
              </a:schemeClr>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02</a:t>
              </a:r>
              <a:endParaRPr lang="zh-CN" altLang="en-US" sz="2400" b="1" dirty="0">
                <a:solidFill>
                  <a:srgbClr val="FFFFFF"/>
                </a:solidFill>
                <a:ea typeface="微软雅黑" panose="020B0503020204020204" charset="-122"/>
              </a:endParaRPr>
            </a:p>
          </p:txBody>
        </p:sp>
        <p:sp>
          <p:nvSpPr>
            <p:cNvPr id="15" name="MH_Other_10"/>
            <p:cNvSpPr>
              <a:spLocks noChangeArrowheads="1"/>
            </p:cNvSpPr>
            <p:nvPr>
              <p:custDataLst>
                <p:tags r:id="rId3"/>
              </p:custDataLst>
            </p:nvPr>
          </p:nvSpPr>
          <p:spPr bwMode="auto">
            <a:xfrm>
              <a:off x="3708400" y="3640455"/>
              <a:ext cx="533400" cy="400050"/>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6" name="MH_Other_11"/>
            <p:cNvSpPr>
              <a:spLocks noChangeArrowheads="1"/>
            </p:cNvSpPr>
            <p:nvPr>
              <p:custDataLst>
                <p:tags r:id="rId4"/>
              </p:custDataLst>
            </p:nvPr>
          </p:nvSpPr>
          <p:spPr bwMode="auto">
            <a:xfrm>
              <a:off x="3149600" y="4069080"/>
              <a:ext cx="520700" cy="39052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7" name="MH_Other_12"/>
            <p:cNvSpPr>
              <a:spLocks noChangeArrowheads="1"/>
            </p:cNvSpPr>
            <p:nvPr>
              <p:custDataLst>
                <p:tags r:id="rId5"/>
              </p:custDataLst>
            </p:nvPr>
          </p:nvSpPr>
          <p:spPr bwMode="auto">
            <a:xfrm>
              <a:off x="3708400" y="4069080"/>
              <a:ext cx="673100" cy="33337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8" name="MH_SubTitle_2"/>
            <p:cNvSpPr/>
            <p:nvPr>
              <p:custDataLst>
                <p:tags r:id="rId6"/>
              </p:custDataLst>
            </p:nvPr>
          </p:nvSpPr>
          <p:spPr>
            <a:xfrm>
              <a:off x="4629149" y="3562985"/>
              <a:ext cx="8264761" cy="812800"/>
            </a:xfrm>
            <a:prstGeom prst="rect">
              <a:avLst/>
            </a:prstGeom>
          </p:spPr>
          <p:txBody>
            <a:bodyPr lIns="0" tIns="0" rIns="0" bIns="0" anchor="ctr">
              <a:noAutofit/>
            </a:bodyPr>
            <a:lstStyle/>
            <a:p>
              <a:pPr lvl="0" algn="just">
                <a:lnSpc>
                  <a:spcPct val="120000"/>
                </a:lnSpc>
                <a:spcBef>
                  <a:spcPct val="0"/>
                </a:spcBef>
              </a:pPr>
              <a:r>
                <a:rPr lang="zh-CN" altLang="en-US" sz="1600" dirty="0" smtClean="0">
                  <a:solidFill>
                    <a:srgbClr val="000000"/>
                  </a:solidFill>
                  <a:latin typeface="微软雅黑" panose="020B0503020204020204" charset="-122"/>
                  <a:ea typeface="微软雅黑" panose="020B0503020204020204" charset="-122"/>
                  <a:sym typeface="+mn-ea"/>
                </a:rPr>
                <a:t>       （2）读者希望能够实现网上查询和预订图书。</a:t>
              </a:r>
            </a:p>
          </p:txBody>
        </p:sp>
      </p:grpSp>
      <p:sp>
        <p:nvSpPr>
          <p:cNvPr id="48" name="文本框 47"/>
          <p:cNvSpPr txBox="1"/>
          <p:nvPr/>
        </p:nvSpPr>
        <p:spPr>
          <a:xfrm>
            <a:off x="1156038" y="2134140"/>
            <a:ext cx="9803114" cy="701731"/>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下面介绍对例7-9的面向对象分析过程。例7-9介绍了图书馆信息管理系统的基本需求</a:t>
            </a:r>
            <a:r>
              <a:rPr lang="zh-CN" dirty="0">
                <a:latin typeface="微软雅黑" panose="020B0503020204020204" charset="-122"/>
                <a:ea typeface="微软雅黑" panose="020B0503020204020204" charset="-122"/>
                <a:sym typeface="+mn-ea"/>
              </a:rPr>
              <a:t>，</a:t>
            </a:r>
            <a:r>
              <a:rPr dirty="0">
                <a:latin typeface="微软雅黑" panose="020B0503020204020204" charset="-122"/>
                <a:ea typeface="微软雅黑" panose="020B0503020204020204" charset="-122"/>
                <a:sym typeface="+mn-ea"/>
              </a:rPr>
              <a:t>经过与图书馆工作人员反复交流，他们提出了以下建议。</a:t>
            </a:r>
          </a:p>
        </p:txBody>
      </p:sp>
    </p:spTree>
    <p:custDataLst>
      <p:tags r:id="rId1"/>
    </p:custDataLst>
  </p:cSld>
  <p:clrMapOvr>
    <a:masterClrMapping/>
  </p:clrMapOvr>
  <p:transition>
    <p:pull dir="u"/>
  </p:transition>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7.5.1 </a:t>
            </a:r>
            <a:r>
              <a:rPr lang="zh-CN" altLang="en-US" sz="2400" dirty="0" smtClean="0">
                <a:solidFill>
                  <a:schemeClr val="tx1"/>
                </a:solidFill>
              </a:rPr>
              <a:t>面向对象分析实例</a:t>
            </a:r>
            <a:r>
              <a:rPr lang="en-US" sz="2400" dirty="0" smtClean="0">
                <a:solidFill>
                  <a:schemeClr val="tx1"/>
                </a:solidFill>
              </a:rPr>
              <a:t> </a:t>
            </a:r>
          </a:p>
        </p:txBody>
      </p:sp>
      <p:grpSp>
        <p:nvGrpSpPr>
          <p:cNvPr id="3" name="组合 2"/>
          <p:cNvGrpSpPr/>
          <p:nvPr/>
        </p:nvGrpSpPr>
        <p:grpSpPr>
          <a:xfrm>
            <a:off x="1054100" y="1403350"/>
            <a:ext cx="10084435" cy="4403725"/>
            <a:chOff x="2069" y="2201"/>
            <a:chExt cx="15881" cy="6935"/>
          </a:xfrm>
        </p:grpSpPr>
        <p:grpSp>
          <p:nvGrpSpPr>
            <p:cNvPr id="15" name="组合 14"/>
            <p:cNvGrpSpPr/>
            <p:nvPr/>
          </p:nvGrpSpPr>
          <p:grpSpPr>
            <a:xfrm>
              <a:off x="13429" y="2201"/>
              <a:ext cx="4521" cy="6935"/>
              <a:chOff x="1512023" y="798757"/>
              <a:chExt cx="3849385" cy="5378884"/>
            </a:xfrm>
          </p:grpSpPr>
          <p:sp>
            <p:nvSpPr>
              <p:cNvPr id="16" name="MH_Picture_1"/>
              <p:cNvSpPr/>
              <p:nvPr>
                <p:custDataLst>
                  <p:tags r:id="rId3"/>
                </p:custDataLst>
              </p:nvPr>
            </p:nvSpPr>
            <p:spPr>
              <a:xfrm>
                <a:off x="1891766" y="798757"/>
                <a:ext cx="3244175" cy="2433130"/>
              </a:xfrm>
              <a:prstGeom prst="ellipse">
                <a:avLst/>
              </a:prstGeom>
              <a:blipFill dpi="0" rotWithShape="1">
                <a:blip r:embed="rId9" cstate="print"/>
                <a:srcRect/>
                <a:stretch>
                  <a:fillRect/>
                </a:stretch>
              </a:blipFill>
              <a:ln w="25400" cap="flat" cmpd="sng" algn="ctr">
                <a:solidFill>
                  <a:sysClr val="window" lastClr="FFFFFF">
                    <a:lumMod val="95000"/>
                  </a:sys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sysClr val="window" lastClr="FFFFFF"/>
                  </a:solidFill>
                  <a:effectLst/>
                  <a:uLnTx/>
                  <a:uFillTx/>
                  <a:latin typeface="Calibri" panose="020F0502020204030204"/>
                  <a:ea typeface="+mn-ea"/>
                  <a:cs typeface="+mn-cs"/>
                </a:endParaRPr>
              </a:p>
            </p:txBody>
          </p:sp>
          <p:sp>
            <p:nvSpPr>
              <p:cNvPr id="17" name="MH_Picture_2"/>
              <p:cNvSpPr/>
              <p:nvPr>
                <p:custDataLst>
                  <p:tags r:id="rId4"/>
                </p:custDataLst>
              </p:nvPr>
            </p:nvSpPr>
            <p:spPr>
              <a:xfrm>
                <a:off x="1512023" y="2739752"/>
                <a:ext cx="2687517" cy="2015638"/>
              </a:xfrm>
              <a:prstGeom prst="ellipse">
                <a:avLst/>
              </a:prstGeom>
              <a:blipFill dpi="0" rotWithShape="1">
                <a:blip r:embed="rId10" cstate="print"/>
                <a:srcRect/>
                <a:stretch>
                  <a:fillRect/>
                </a:stretch>
              </a:blipFill>
              <a:ln w="25400" cap="flat" cmpd="sng" algn="ctr">
                <a:solidFill>
                  <a:sysClr val="window" lastClr="FFFFFF">
                    <a:lumMod val="95000"/>
                  </a:sys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sysClr val="window" lastClr="FFFFFF"/>
                  </a:solidFill>
                  <a:effectLst/>
                  <a:uLnTx/>
                  <a:uFillTx/>
                  <a:latin typeface="Calibri" panose="020F0502020204030204"/>
                  <a:ea typeface="+mn-ea"/>
                  <a:cs typeface="+mn-cs"/>
                </a:endParaRPr>
              </a:p>
            </p:txBody>
          </p:sp>
          <p:sp>
            <p:nvSpPr>
              <p:cNvPr id="18" name="MH_Picture_3"/>
              <p:cNvSpPr/>
              <p:nvPr>
                <p:custDataLst>
                  <p:tags r:id="rId5"/>
                </p:custDataLst>
              </p:nvPr>
            </p:nvSpPr>
            <p:spPr>
              <a:xfrm>
                <a:off x="3393049" y="4072548"/>
                <a:ext cx="1968359" cy="1476270"/>
              </a:xfrm>
              <a:prstGeom prst="ellipse">
                <a:avLst/>
              </a:prstGeom>
              <a:blipFill dpi="0" rotWithShape="1">
                <a:blip r:embed="rId11" cstate="print"/>
                <a:srcRect/>
                <a:stretch>
                  <a:fillRect/>
                </a:stretch>
              </a:blipFill>
              <a:ln w="25400" cap="flat" cmpd="sng" algn="ctr">
                <a:solidFill>
                  <a:sysClr val="window" lastClr="FFFFFF">
                    <a:lumMod val="95000"/>
                  </a:sys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sysClr val="window" lastClr="FFFFFF"/>
                  </a:solidFill>
                  <a:effectLst/>
                  <a:uLnTx/>
                  <a:uFillTx/>
                  <a:latin typeface="Calibri" panose="020F0502020204030204"/>
                  <a:ea typeface="+mn-ea"/>
                  <a:cs typeface="+mn-cs"/>
                </a:endParaRPr>
              </a:p>
            </p:txBody>
          </p:sp>
          <p:sp>
            <p:nvSpPr>
              <p:cNvPr id="19" name="MH_Picture_4"/>
              <p:cNvSpPr/>
              <p:nvPr>
                <p:custDataLst>
                  <p:tags r:id="rId6"/>
                </p:custDataLst>
              </p:nvPr>
            </p:nvSpPr>
            <p:spPr>
              <a:xfrm>
                <a:off x="2812931" y="5143326"/>
                <a:ext cx="1379085" cy="1034315"/>
              </a:xfrm>
              <a:prstGeom prst="ellipse">
                <a:avLst/>
              </a:prstGeom>
              <a:blipFill dpi="0" rotWithShape="1">
                <a:blip r:embed="rId12" cstate="print"/>
                <a:srcRect/>
                <a:stretch>
                  <a:fillRect/>
                </a:stretch>
              </a:blipFill>
              <a:ln w="25400" cap="flat" cmpd="sng" algn="ctr">
                <a:solidFill>
                  <a:sysClr val="window" lastClr="FFFFFF">
                    <a:lumMod val="95000"/>
                  </a:sys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sysClr val="window" lastClr="FFFFFF"/>
                  </a:solidFill>
                  <a:effectLst/>
                  <a:uLnTx/>
                  <a:uFillTx/>
                  <a:latin typeface="Calibri" panose="020F0502020204030204"/>
                  <a:ea typeface="+mn-ea"/>
                  <a:cs typeface="+mn-cs"/>
                </a:endParaRPr>
              </a:p>
            </p:txBody>
          </p:sp>
        </p:grpSp>
        <p:sp>
          <p:nvSpPr>
            <p:cNvPr id="20" name="MH_Text_1"/>
            <p:cNvSpPr/>
            <p:nvPr>
              <p:custDataLst>
                <p:tags r:id="rId2"/>
              </p:custDataLst>
            </p:nvPr>
          </p:nvSpPr>
          <p:spPr>
            <a:xfrm>
              <a:off x="2069" y="3786"/>
              <a:ext cx="10303" cy="5350"/>
            </a:xfrm>
            <a:prstGeom prst="rect">
              <a:avLst/>
            </a:prstGeom>
          </p:spPr>
          <p:txBody>
            <a:bodyPr vert="horz" wrap="square">
              <a:noAutofit/>
            </a:bodyPr>
            <a:lstStyle/>
            <a:p>
              <a:pPr indent="457200" fontAlgn="auto">
                <a:lnSpc>
                  <a:spcPct val="130000"/>
                </a:lnSpc>
              </a:pPr>
              <a:r>
                <a:rPr lang="en-US" altLang="zh-CN" smtClean="0">
                  <a:latin typeface="微软雅黑" panose="020B0503020204020204" charset="-122"/>
                  <a:ea typeface="微软雅黑" panose="020B0503020204020204" charset="-122"/>
                </a:rPr>
                <a:t>用户给出的上述需求是一个比较简单的需求，没有像我们前面介绍的那样给出业务需求、用户需求。遇到这种情况，我们要进一步与用户沟通，了解系统的目标、规模、范围，不能自己想当然地确定。</a:t>
              </a:r>
            </a:p>
            <a:p>
              <a:pPr indent="457200" fontAlgn="auto">
                <a:lnSpc>
                  <a:spcPct val="130000"/>
                </a:lnSpc>
              </a:pPr>
              <a:r>
                <a:rPr lang="en-US" altLang="zh-CN" smtClean="0">
                  <a:latin typeface="微软雅黑" panose="020B0503020204020204" charset="-122"/>
                  <a:ea typeface="微软雅黑" panose="020B0503020204020204" charset="-122"/>
                </a:rPr>
                <a:t>本例中用户给出的系统目标是实现读者借还书的信息化管理，并且利用Internet网络实现读者与图书馆之间的互动和图书馆的人性化管理，提高图书的利用率。</a:t>
              </a:r>
            </a:p>
            <a:p>
              <a:pPr indent="457200" fontAlgn="auto">
                <a:lnSpc>
                  <a:spcPct val="130000"/>
                </a:lnSpc>
              </a:pPr>
              <a:r>
                <a:rPr lang="en-US" altLang="zh-CN" smtClean="0">
                  <a:latin typeface="微软雅黑" panose="020B0503020204020204" charset="-122"/>
                  <a:ea typeface="微软雅黑" panose="020B0503020204020204" charset="-122"/>
                </a:rPr>
                <a:t>该系统的规模较小，只涉及图书、读者、借还书的管理，相关的部门有采编部、流通部、办公室等。</a:t>
              </a:r>
            </a:p>
          </p:txBody>
        </p:sp>
      </p:grpSp>
    </p:spTree>
    <p:custDataLst>
      <p:tags r:id="rId1"/>
    </p:custDataLst>
  </p:cSld>
  <p:clrMapOvr>
    <a:masterClrMapping/>
  </p:clrMapOvr>
  <p:transition>
    <p:pull dir="u"/>
  </p:transition>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7.5.1 </a:t>
            </a:r>
            <a:r>
              <a:rPr lang="zh-CN" altLang="en-US" sz="2400" dirty="0" smtClean="0">
                <a:solidFill>
                  <a:schemeClr val="tx1"/>
                </a:solidFill>
              </a:rPr>
              <a:t>面向对象分析实例</a:t>
            </a:r>
            <a:r>
              <a:rPr lang="en-US" sz="2400" dirty="0" smtClean="0">
                <a:solidFill>
                  <a:schemeClr val="tx1"/>
                </a:solidFill>
              </a:rPr>
              <a:t> </a:t>
            </a:r>
          </a:p>
        </p:txBody>
      </p:sp>
      <p:grpSp>
        <p:nvGrpSpPr>
          <p:cNvPr id="6" name="组合 5"/>
          <p:cNvGrpSpPr/>
          <p:nvPr/>
        </p:nvGrpSpPr>
        <p:grpSpPr>
          <a:xfrm>
            <a:off x="0" y="2029460"/>
            <a:ext cx="11313795" cy="4030345"/>
            <a:chOff x="0" y="3196"/>
            <a:chExt cx="17817" cy="6347"/>
          </a:xfrm>
        </p:grpSpPr>
        <p:grpSp>
          <p:nvGrpSpPr>
            <p:cNvPr id="7" name="组合 6"/>
            <p:cNvGrpSpPr/>
            <p:nvPr/>
          </p:nvGrpSpPr>
          <p:grpSpPr>
            <a:xfrm>
              <a:off x="0" y="3196"/>
              <a:ext cx="8467" cy="1530"/>
              <a:chOff x="1" y="2565401"/>
              <a:chExt cx="5376660" cy="971723"/>
            </a:xfrm>
          </p:grpSpPr>
          <p:sp>
            <p:nvSpPr>
              <p:cNvPr id="8" name="MH_SubTitle_1"/>
              <p:cNvSpPr/>
              <p:nvPr>
                <p:custDataLst>
                  <p:tags r:id="rId3"/>
                </p:custDataLst>
              </p:nvPr>
            </p:nvSpPr>
            <p:spPr>
              <a:xfrm>
                <a:off x="1501808" y="2688613"/>
                <a:ext cx="3874853" cy="73165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用例图</a:t>
                </a:r>
              </a:p>
            </p:txBody>
          </p:sp>
          <p:sp>
            <p:nvSpPr>
              <p:cNvPr id="9" name="MH_Other_1"/>
              <p:cNvSpPr/>
              <p:nvPr>
                <p:custDataLst>
                  <p:tags r:id="rId4"/>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a:solidFill>
                      <a:srgbClr val="FFFFFF"/>
                    </a:solidFill>
                    <a:latin typeface="Impact" panose="020B0806030902050204" pitchFamily="34" charset="0"/>
                    <a:ea typeface="微软雅黑" panose="020B0503020204020204" charset="-122"/>
                  </a:rPr>
                  <a:t>01</a:t>
                </a:r>
                <a:endParaRPr lang="zh-CN" altLang="en-US" sz="3200">
                  <a:solidFill>
                    <a:srgbClr val="FFFFFF"/>
                  </a:solidFill>
                  <a:latin typeface="Impact" panose="020B0806030902050204" pitchFamily="34" charset="0"/>
                  <a:ea typeface="微软雅黑" panose="020B0503020204020204" charset="-122"/>
                </a:endParaRPr>
              </a:p>
            </p:txBody>
          </p:sp>
          <p:sp>
            <p:nvSpPr>
              <p:cNvPr id="11" name="MH_Other_2"/>
              <p:cNvSpPr/>
              <p:nvPr>
                <p:custDataLst>
                  <p:tags r:id="rId5"/>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2"/>
              </p:custDataLst>
            </p:nvPr>
          </p:nvSpPr>
          <p:spPr>
            <a:xfrm>
              <a:off x="9420" y="3647"/>
              <a:ext cx="8397" cy="5896"/>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用例捕获信息的产生者、使用者和系统本身之间发生的交互。一个用例是可以被感受到的、系统的一个完整功能。分析建模的第一步工作就是开发用例。撰写用例的第一步是定义系统的“参与者”，参与者是系统功能和行为环境内使用系统或产品的各类人员（或设备）。要注意的是，参与者和最终用户不是一回事。</a:t>
              </a:r>
            </a:p>
          </p:txBody>
        </p:sp>
      </p:grpSp>
      <p:sp>
        <p:nvSpPr>
          <p:cNvPr id="235535" name="Rectangle 1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27" name="图片 26" descr="A000220151119A86PPIC.png"/>
          <p:cNvPicPr>
            <a:picLocks noChangeAspect="1"/>
          </p:cNvPicPr>
          <p:nvPr/>
        </p:nvPicPr>
        <p:blipFill>
          <a:blip r:embed="rId8" cstate="print"/>
          <a:stretch>
            <a:fillRect/>
          </a:stretch>
        </p:blipFill>
        <p:spPr>
          <a:xfrm>
            <a:off x="1624086" y="3059182"/>
            <a:ext cx="3166280" cy="2950973"/>
          </a:xfrm>
          <a:prstGeom prst="rect">
            <a:avLst/>
          </a:prstGeom>
        </p:spPr>
      </p:pic>
    </p:spTree>
    <p:custDataLst>
      <p:tags r:id="rId1"/>
    </p:custDataLst>
  </p:cSld>
  <p:clrMapOvr>
    <a:masterClrMapping/>
  </p:clrMapOvr>
  <p:transition>
    <p:pull dir="u"/>
  </p:transition>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7.5.1 </a:t>
            </a:r>
            <a:r>
              <a:rPr lang="zh-CN" altLang="en-US" sz="2400" dirty="0" smtClean="0">
                <a:solidFill>
                  <a:schemeClr val="tx1"/>
                </a:solidFill>
              </a:rPr>
              <a:t>面向对象分析实例</a:t>
            </a:r>
            <a:r>
              <a:rPr lang="en-US" sz="2400" dirty="0" smtClean="0">
                <a:solidFill>
                  <a:schemeClr val="tx1"/>
                </a:solidFill>
              </a:rPr>
              <a:t> </a:t>
            </a:r>
          </a:p>
        </p:txBody>
      </p:sp>
      <p:sp>
        <p:nvSpPr>
          <p:cNvPr id="233536" name="Rectangle 64"/>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8" name="组合 7"/>
          <p:cNvGrpSpPr/>
          <p:nvPr/>
        </p:nvGrpSpPr>
        <p:grpSpPr>
          <a:xfrm>
            <a:off x="0" y="2029460"/>
            <a:ext cx="11313795" cy="4003040"/>
            <a:chOff x="0" y="3196"/>
            <a:chExt cx="17817" cy="6304"/>
          </a:xfrm>
        </p:grpSpPr>
        <p:grpSp>
          <p:nvGrpSpPr>
            <p:cNvPr id="9" name="组合 6"/>
            <p:cNvGrpSpPr/>
            <p:nvPr/>
          </p:nvGrpSpPr>
          <p:grpSpPr>
            <a:xfrm>
              <a:off x="0" y="3196"/>
              <a:ext cx="8467" cy="1530"/>
              <a:chOff x="1" y="2565401"/>
              <a:chExt cx="5376660" cy="971723"/>
            </a:xfrm>
          </p:grpSpPr>
          <p:sp>
            <p:nvSpPr>
              <p:cNvPr id="11" name="MH_SubTitle_1"/>
              <p:cNvSpPr/>
              <p:nvPr>
                <p:custDataLst>
                  <p:tags r:id="rId3"/>
                </p:custDataLst>
              </p:nvPr>
            </p:nvSpPr>
            <p:spPr>
              <a:xfrm>
                <a:off x="1501808" y="2688613"/>
                <a:ext cx="3874853" cy="73165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用例图</a:t>
                </a:r>
              </a:p>
            </p:txBody>
          </p:sp>
          <p:sp>
            <p:nvSpPr>
              <p:cNvPr id="12" name="MH_Other_1"/>
              <p:cNvSpPr/>
              <p:nvPr>
                <p:custDataLst>
                  <p:tags r:id="rId4"/>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a:solidFill>
                      <a:srgbClr val="FFFFFF"/>
                    </a:solidFill>
                    <a:latin typeface="Impact" panose="020B0806030902050204" pitchFamily="34" charset="0"/>
                    <a:ea typeface="微软雅黑" panose="020B0503020204020204" charset="-122"/>
                  </a:rPr>
                  <a:t>01</a:t>
                </a:r>
                <a:endParaRPr lang="zh-CN" altLang="en-US" sz="3200">
                  <a:solidFill>
                    <a:srgbClr val="FFFFFF"/>
                  </a:solidFill>
                  <a:latin typeface="Impact" panose="020B0806030902050204" pitchFamily="34" charset="0"/>
                  <a:ea typeface="微软雅黑" panose="020B0503020204020204" charset="-122"/>
                </a:endParaRPr>
              </a:p>
            </p:txBody>
          </p:sp>
          <p:sp>
            <p:nvSpPr>
              <p:cNvPr id="13" name="MH_Other_2"/>
              <p:cNvSpPr/>
              <p:nvPr>
                <p:custDataLst>
                  <p:tags r:id="rId5"/>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0" name="MH_Desc_1"/>
            <p:cNvSpPr/>
            <p:nvPr>
              <p:custDataLst>
                <p:tags r:id="rId2"/>
              </p:custDataLst>
            </p:nvPr>
          </p:nvSpPr>
          <p:spPr>
            <a:xfrm>
              <a:off x="9420" y="3647"/>
              <a:ext cx="8397" cy="5853"/>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r>
                <a:rPr lang="zh-CN" altLang="en-US" dirty="0" smtClean="0">
                  <a:solidFill>
                    <a:schemeClr val="tx1"/>
                  </a:solidFill>
                  <a:latin typeface="微软雅黑" panose="020B0503020204020204" charset="-122"/>
                  <a:ea typeface="微软雅黑" panose="020B0503020204020204" charset="-122"/>
                </a:rPr>
                <a:t>       因为系统需求的导出是一个逐步演化的活动，因此，在第一次迭代中，并不能确认所有的参与者，可能只识别出主要的参与者。对系统了解更多之后，才能识别出次要参与者。一旦确认了参与者，就可以作出用例图，帮助我们了解系统。在图书馆信息管理系统中，参与的部门有办公室、采编部、流通部等；参与的人员有读者、流通部工作人员、图书采购人员、编目人员、办公室工作人员等。他们的工作活动可以大体上使用用例图描述，如图</a:t>
              </a:r>
              <a:r>
                <a:rPr lang="en-US" dirty="0" smtClean="0">
                  <a:solidFill>
                    <a:schemeClr val="tx1"/>
                  </a:solidFill>
                  <a:latin typeface="微软雅黑" panose="020B0503020204020204" charset="-122"/>
                  <a:ea typeface="微软雅黑" panose="020B0503020204020204" charset="-122"/>
                </a:rPr>
                <a:t>7-20</a:t>
              </a:r>
              <a:r>
                <a:rPr lang="zh-CN" altLang="en-US" dirty="0" smtClean="0">
                  <a:solidFill>
                    <a:schemeClr val="tx1"/>
                  </a:solidFill>
                  <a:latin typeface="微软雅黑" panose="020B0503020204020204" charset="-122"/>
                  <a:ea typeface="微软雅黑" panose="020B0503020204020204" charset="-122"/>
                </a:rPr>
                <a:t>所示。请注意，图中的虚线表示用例与用例之间是扩展关系。</a:t>
              </a:r>
            </a:p>
          </p:txBody>
        </p:sp>
      </p:grpSp>
      <p:grpSp>
        <p:nvGrpSpPr>
          <p:cNvPr id="14" name="组合 9141"/>
          <p:cNvGrpSpPr>
            <a:grpSpLocks/>
          </p:cNvGrpSpPr>
          <p:nvPr/>
        </p:nvGrpSpPr>
        <p:grpSpPr bwMode="auto">
          <a:xfrm>
            <a:off x="304800" y="3368040"/>
            <a:ext cx="5242560" cy="1950720"/>
            <a:chOff x="3428" y="9154"/>
            <a:chExt cx="4560" cy="1974"/>
          </a:xfrm>
        </p:grpSpPr>
        <p:sp>
          <p:nvSpPr>
            <p:cNvPr id="15" name="椭圆 9142"/>
            <p:cNvSpPr>
              <a:spLocks noChangeArrowheads="1"/>
            </p:cNvSpPr>
            <p:nvPr/>
          </p:nvSpPr>
          <p:spPr bwMode="auto">
            <a:xfrm>
              <a:off x="5286" y="9154"/>
              <a:ext cx="840" cy="508"/>
            </a:xfrm>
            <a:prstGeom prst="ellipse">
              <a:avLst/>
            </a:prstGeom>
            <a:noFill/>
            <a:ln w="9525">
              <a:solidFill>
                <a:srgbClr val="000000"/>
              </a:solidFill>
              <a:round/>
              <a:headEnd/>
              <a:tailEnd/>
            </a:ln>
          </p:spPr>
          <p:txBody>
            <a:bodyPr vert="horz" wrap="square" lIns="91440" tIns="36000" rIns="9144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编目</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6" name="椭圆 9143"/>
            <p:cNvSpPr>
              <a:spLocks noChangeArrowheads="1"/>
            </p:cNvSpPr>
            <p:nvPr/>
          </p:nvSpPr>
          <p:spPr bwMode="auto">
            <a:xfrm>
              <a:off x="3428" y="10198"/>
              <a:ext cx="1368" cy="508"/>
            </a:xfrm>
            <a:prstGeom prst="ellipse">
              <a:avLst/>
            </a:prstGeom>
            <a:noFill/>
            <a:ln w="9525">
              <a:solidFill>
                <a:srgbClr val="000000"/>
              </a:solidFill>
              <a:round/>
              <a:headEnd/>
              <a:tailEnd/>
            </a:ln>
          </p:spPr>
          <p:txBody>
            <a:bodyPr vert="horz" wrap="square" lIns="91440" tIns="36000" rIns="9144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图书管理</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7" name="椭圆 9144"/>
            <p:cNvSpPr>
              <a:spLocks noChangeArrowheads="1"/>
            </p:cNvSpPr>
            <p:nvPr/>
          </p:nvSpPr>
          <p:spPr bwMode="auto">
            <a:xfrm>
              <a:off x="6620" y="10198"/>
              <a:ext cx="1368" cy="508"/>
            </a:xfrm>
            <a:prstGeom prst="ellipse">
              <a:avLst/>
            </a:prstGeom>
            <a:noFill/>
            <a:ln w="9525">
              <a:solidFill>
                <a:srgbClr val="000000"/>
              </a:solidFill>
              <a:round/>
              <a:headEnd/>
              <a:tailEnd/>
            </a:ln>
          </p:spPr>
          <p:txBody>
            <a:bodyPr vert="horz" wrap="square" lIns="91440" tIns="36000" rIns="9144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图书注销</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8" name="文本框 9145"/>
            <p:cNvSpPr txBox="1">
              <a:spLocks noChangeArrowheads="1"/>
            </p:cNvSpPr>
            <p:nvPr/>
          </p:nvSpPr>
          <p:spPr bwMode="auto">
            <a:xfrm>
              <a:off x="5309" y="10873"/>
              <a:ext cx="781"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编目人员</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pSp>
          <p:nvGrpSpPr>
            <p:cNvPr id="19" name="组合 9146"/>
            <p:cNvGrpSpPr>
              <a:grpSpLocks noChangeAspect="1"/>
            </p:cNvGrpSpPr>
            <p:nvPr/>
          </p:nvGrpSpPr>
          <p:grpSpPr bwMode="auto">
            <a:xfrm>
              <a:off x="5491" y="10135"/>
              <a:ext cx="431" cy="621"/>
              <a:chOff x="2401" y="3744"/>
              <a:chExt cx="539" cy="777"/>
            </a:xfrm>
          </p:grpSpPr>
          <p:sp>
            <p:nvSpPr>
              <p:cNvPr id="23" name="Oval 6964"/>
              <p:cNvSpPr>
                <a:spLocks noChangeAspect="1" noChangeArrowheads="1"/>
              </p:cNvSpPr>
              <p:nvPr/>
            </p:nvSpPr>
            <p:spPr bwMode="auto">
              <a:xfrm>
                <a:off x="2532" y="3744"/>
                <a:ext cx="270" cy="2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4" name="Line 6965"/>
              <p:cNvSpPr>
                <a:spLocks noChangeAspect="1" noChangeShapeType="1"/>
              </p:cNvSpPr>
              <p:nvPr/>
            </p:nvSpPr>
            <p:spPr bwMode="auto">
              <a:xfrm>
                <a:off x="2401" y="4186"/>
                <a:ext cx="539"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5" name="Line 6966"/>
              <p:cNvSpPr>
                <a:spLocks noChangeAspect="1" noChangeShapeType="1"/>
              </p:cNvSpPr>
              <p:nvPr/>
            </p:nvSpPr>
            <p:spPr bwMode="auto">
              <a:xfrm>
                <a:off x="2671" y="4003"/>
                <a:ext cx="0" cy="397"/>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6" name="Line 6967"/>
              <p:cNvSpPr>
                <a:spLocks noChangeAspect="1" noChangeShapeType="1"/>
              </p:cNvSpPr>
              <p:nvPr/>
            </p:nvSpPr>
            <p:spPr bwMode="auto">
              <a:xfrm flipH="1">
                <a:off x="2401" y="4409"/>
                <a:ext cx="270" cy="112"/>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7" name="Line 6968"/>
              <p:cNvSpPr>
                <a:spLocks noChangeAspect="1" noChangeShapeType="1"/>
              </p:cNvSpPr>
              <p:nvPr/>
            </p:nvSpPr>
            <p:spPr bwMode="auto">
              <a:xfrm>
                <a:off x="2671" y="4409"/>
                <a:ext cx="269" cy="112"/>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grpSp>
        <p:sp>
          <p:nvSpPr>
            <p:cNvPr id="20" name="自选图形 9152"/>
            <p:cNvSpPr>
              <a:spLocks noChangeShapeType="1"/>
            </p:cNvSpPr>
            <p:nvPr/>
          </p:nvSpPr>
          <p:spPr bwMode="auto">
            <a:xfrm>
              <a:off x="5708" y="9663"/>
              <a:ext cx="0" cy="403"/>
            </a:xfrm>
            <a:prstGeom prst="straightConnector1">
              <a:avLst/>
            </a:prstGeom>
            <a:noFill/>
            <a:ln w="9525">
              <a:solidFill>
                <a:srgbClr val="000000"/>
              </a:solidFill>
              <a:round/>
              <a:headEnd type="triangle" w="med" len="me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1" name="自选图形 9153"/>
            <p:cNvSpPr>
              <a:spLocks noChangeShapeType="1"/>
            </p:cNvSpPr>
            <p:nvPr/>
          </p:nvSpPr>
          <p:spPr bwMode="auto">
            <a:xfrm>
              <a:off x="6010" y="10454"/>
              <a:ext cx="611" cy="0"/>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2" name="自选图形 9154"/>
            <p:cNvSpPr>
              <a:spLocks noChangeShapeType="1"/>
            </p:cNvSpPr>
            <p:nvPr/>
          </p:nvSpPr>
          <p:spPr bwMode="auto">
            <a:xfrm>
              <a:off x="4802" y="10454"/>
              <a:ext cx="611" cy="0"/>
            </a:xfrm>
            <a:prstGeom prst="straightConnector1">
              <a:avLst/>
            </a:prstGeom>
            <a:noFill/>
            <a:ln w="9525">
              <a:solidFill>
                <a:srgbClr val="000000"/>
              </a:solidFill>
              <a:round/>
              <a:headEnd type="triangle" w="med" len="med"/>
              <a:tailEnd/>
            </a:ln>
          </p:spPr>
          <p:txBody>
            <a:bodyPr vert="horz" wrap="square" lIns="91440" tIns="45720" rIns="91440" bIns="45720" numCol="1" anchor="t" anchorCtr="0" compatLnSpc="1">
              <a:prstTxWarp prst="textNoShape">
                <a:avLst/>
              </a:prstTxWarp>
            </a:bodyPr>
            <a:lstStyle/>
            <a:p>
              <a:endParaRPr lang="zh-CN" altLang="en-US" sz="1600"/>
            </a:p>
          </p:txBody>
        </p:sp>
      </p:grpSp>
      <p:sp>
        <p:nvSpPr>
          <p:cNvPr id="28" name="矩形 27"/>
          <p:cNvSpPr/>
          <p:nvPr/>
        </p:nvSpPr>
        <p:spPr>
          <a:xfrm>
            <a:off x="1043110" y="5470511"/>
            <a:ext cx="4467890" cy="369332"/>
          </a:xfrm>
          <a:prstGeom prst="rect">
            <a:avLst/>
          </a:prstGeom>
        </p:spPr>
        <p:txBody>
          <a:bodyPr wrap="none">
            <a:spAutoFit/>
          </a:bodyPr>
          <a:lstStyle/>
          <a:p>
            <a:r>
              <a:rPr lang="zh-CN" altLang="en-US" dirty="0" smtClean="0"/>
              <a:t>图</a:t>
            </a:r>
            <a:r>
              <a:rPr lang="en-US" dirty="0" smtClean="0"/>
              <a:t>7-20  </a:t>
            </a:r>
            <a:r>
              <a:rPr lang="zh-CN" altLang="en-US" dirty="0" smtClean="0"/>
              <a:t>图书馆信息管理系统的业务用例图</a:t>
            </a:r>
            <a:endParaRPr lang="zh-CN" altLang="en-US" dirty="0"/>
          </a:p>
        </p:txBody>
      </p:sp>
    </p:spTree>
    <p:custDataLst>
      <p:tags r:id="rId1"/>
    </p:custDataLst>
  </p:cSld>
  <p:clrMapOvr>
    <a:masterClrMapping/>
  </p:clrMapOvr>
  <p:transition>
    <p:pull dir="u"/>
  </p:transition>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7.5.1 </a:t>
            </a:r>
            <a:r>
              <a:rPr lang="zh-CN" altLang="en-US" sz="2400" dirty="0" smtClean="0">
                <a:solidFill>
                  <a:schemeClr val="tx1"/>
                </a:solidFill>
              </a:rPr>
              <a:t>面向对象分析实例</a:t>
            </a:r>
            <a:r>
              <a:rPr lang="en-US" sz="2400" dirty="0" smtClean="0">
                <a:solidFill>
                  <a:schemeClr val="tx1"/>
                </a:solidFill>
              </a:rPr>
              <a:t> </a:t>
            </a:r>
          </a:p>
        </p:txBody>
      </p:sp>
      <p:sp>
        <p:nvSpPr>
          <p:cNvPr id="233536" name="Rectangle 64"/>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33473" name="组合 9155"/>
          <p:cNvGrpSpPr>
            <a:grpSpLocks/>
          </p:cNvGrpSpPr>
          <p:nvPr/>
        </p:nvGrpSpPr>
        <p:grpSpPr bwMode="auto">
          <a:xfrm>
            <a:off x="2026920" y="2027303"/>
            <a:ext cx="8260080" cy="4007851"/>
            <a:chOff x="1504" y="3948"/>
            <a:chExt cx="7589" cy="4856"/>
          </a:xfrm>
        </p:grpSpPr>
        <p:sp>
          <p:nvSpPr>
            <p:cNvPr id="233535" name="自选图形 9156"/>
            <p:cNvSpPr>
              <a:spLocks noChangeShapeType="1"/>
            </p:cNvSpPr>
            <p:nvPr/>
          </p:nvSpPr>
          <p:spPr bwMode="auto">
            <a:xfrm flipV="1">
              <a:off x="8519" y="4944"/>
              <a:ext cx="0" cy="1067"/>
            </a:xfrm>
            <a:prstGeom prst="straightConnector1">
              <a:avLst/>
            </a:prstGeom>
            <a:noFill/>
            <a:ln w="9525">
              <a:solidFill>
                <a:srgbClr val="000000"/>
              </a:solidFill>
              <a:prstDash val="dash"/>
              <a:round/>
              <a:headEnd type="triangle" w="med" len="me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534" name="椭圆 9157"/>
            <p:cNvSpPr>
              <a:spLocks noChangeArrowheads="1"/>
            </p:cNvSpPr>
            <p:nvPr/>
          </p:nvSpPr>
          <p:spPr bwMode="auto">
            <a:xfrm>
              <a:off x="8007" y="4143"/>
              <a:ext cx="1021" cy="795"/>
            </a:xfrm>
            <a:prstGeom prst="ellipse">
              <a:avLst/>
            </a:prstGeom>
            <a:noFill/>
            <a:ln w="9525">
              <a:solidFill>
                <a:srgbClr val="000000"/>
              </a:solidFill>
              <a:round/>
              <a:headEnd/>
              <a:tailEnd/>
            </a:ln>
          </p:spPr>
          <p:txBody>
            <a:bodyPr vert="horz" wrap="square" lIns="91440" tIns="18000" rIns="9144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还书通知</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33533" name="椭圆 9158"/>
            <p:cNvSpPr>
              <a:spLocks noChangeArrowheads="1"/>
            </p:cNvSpPr>
            <p:nvPr/>
          </p:nvSpPr>
          <p:spPr bwMode="auto">
            <a:xfrm>
              <a:off x="8098" y="6012"/>
              <a:ext cx="840" cy="508"/>
            </a:xfrm>
            <a:prstGeom prst="ellipse">
              <a:avLst/>
            </a:prstGeom>
            <a:noFill/>
            <a:ln w="9525">
              <a:solidFill>
                <a:srgbClr val="000000"/>
              </a:solidFill>
              <a:round/>
              <a:headEnd/>
              <a:tailEnd/>
            </a:ln>
          </p:spPr>
          <p:txBody>
            <a:bodyPr vert="horz" wrap="square" lIns="91440" tIns="36000" rIns="9144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还书</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33532" name="椭圆 9159"/>
            <p:cNvSpPr>
              <a:spLocks noChangeArrowheads="1"/>
            </p:cNvSpPr>
            <p:nvPr/>
          </p:nvSpPr>
          <p:spPr bwMode="auto">
            <a:xfrm>
              <a:off x="6220" y="7775"/>
              <a:ext cx="840" cy="508"/>
            </a:xfrm>
            <a:prstGeom prst="ellipse">
              <a:avLst/>
            </a:prstGeom>
            <a:noFill/>
            <a:ln w="9525">
              <a:solidFill>
                <a:srgbClr val="000000"/>
              </a:solidFill>
              <a:round/>
              <a:headEnd/>
              <a:tailEnd/>
            </a:ln>
          </p:spPr>
          <p:txBody>
            <a:bodyPr vert="horz" wrap="square" lIns="91440" tIns="36000" rIns="9144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处罚</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33531" name="椭圆 9160"/>
            <p:cNvSpPr>
              <a:spLocks noChangeArrowheads="1"/>
            </p:cNvSpPr>
            <p:nvPr/>
          </p:nvSpPr>
          <p:spPr bwMode="auto">
            <a:xfrm>
              <a:off x="5158" y="6916"/>
              <a:ext cx="840" cy="508"/>
            </a:xfrm>
            <a:prstGeom prst="ellipse">
              <a:avLst/>
            </a:prstGeom>
            <a:noFill/>
            <a:ln w="9525">
              <a:solidFill>
                <a:srgbClr val="000000"/>
              </a:solidFill>
              <a:round/>
              <a:headEnd/>
              <a:tailEnd/>
            </a:ln>
          </p:spPr>
          <p:txBody>
            <a:bodyPr vert="horz" wrap="square" lIns="91440" tIns="36000" rIns="9144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图书</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33530" name="椭圆 9161"/>
            <p:cNvSpPr>
              <a:spLocks noChangeArrowheads="1"/>
            </p:cNvSpPr>
            <p:nvPr/>
          </p:nvSpPr>
          <p:spPr bwMode="auto">
            <a:xfrm>
              <a:off x="2270" y="7778"/>
              <a:ext cx="840" cy="508"/>
            </a:xfrm>
            <a:prstGeom prst="ellipse">
              <a:avLst/>
            </a:prstGeom>
            <a:noFill/>
            <a:ln w="9525">
              <a:solidFill>
                <a:srgbClr val="000000"/>
              </a:solidFill>
              <a:round/>
              <a:headEnd/>
              <a:tailEnd/>
            </a:ln>
          </p:spPr>
          <p:txBody>
            <a:bodyPr vert="horz" wrap="square" lIns="91440" tIns="36000" rIns="9144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办证</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33529" name="椭圆 9162"/>
            <p:cNvSpPr>
              <a:spLocks noChangeArrowheads="1"/>
            </p:cNvSpPr>
            <p:nvPr/>
          </p:nvSpPr>
          <p:spPr bwMode="auto">
            <a:xfrm>
              <a:off x="6531" y="4679"/>
              <a:ext cx="840" cy="508"/>
            </a:xfrm>
            <a:prstGeom prst="ellipse">
              <a:avLst/>
            </a:prstGeom>
            <a:noFill/>
            <a:ln w="9525">
              <a:solidFill>
                <a:srgbClr val="000000"/>
              </a:solidFill>
              <a:round/>
              <a:headEnd/>
              <a:tailEnd/>
            </a:ln>
          </p:spPr>
          <p:txBody>
            <a:bodyPr vert="horz" wrap="square" lIns="91440" tIns="36000" rIns="9144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借书</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33528" name="椭圆 9163"/>
            <p:cNvSpPr>
              <a:spLocks noChangeArrowheads="1"/>
            </p:cNvSpPr>
            <p:nvPr/>
          </p:nvSpPr>
          <p:spPr bwMode="auto">
            <a:xfrm>
              <a:off x="4997" y="4121"/>
              <a:ext cx="1021" cy="795"/>
            </a:xfrm>
            <a:prstGeom prst="ellipse">
              <a:avLst/>
            </a:prstGeom>
            <a:noFill/>
            <a:ln w="9525">
              <a:solidFill>
                <a:srgbClr val="000000"/>
              </a:solidFill>
              <a:round/>
              <a:headEnd/>
              <a:tailEnd/>
            </a:ln>
          </p:spPr>
          <p:txBody>
            <a:bodyPr vert="horz" wrap="square" lIns="91440" tIns="18000" rIns="9144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预订图书</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33527" name="椭圆 9164"/>
            <p:cNvSpPr>
              <a:spLocks noChangeArrowheads="1"/>
            </p:cNvSpPr>
            <p:nvPr/>
          </p:nvSpPr>
          <p:spPr bwMode="auto">
            <a:xfrm>
              <a:off x="4997" y="5052"/>
              <a:ext cx="1021" cy="795"/>
            </a:xfrm>
            <a:prstGeom prst="ellipse">
              <a:avLst/>
            </a:prstGeom>
            <a:noFill/>
            <a:ln w="9525">
              <a:solidFill>
                <a:srgbClr val="000000"/>
              </a:solidFill>
              <a:round/>
              <a:headEnd/>
              <a:tailEnd/>
            </a:ln>
          </p:spPr>
          <p:txBody>
            <a:bodyPr vert="horz" wrap="square" lIns="91440" tIns="18000" rIns="9144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取消预订</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33526" name="椭圆 9165"/>
            <p:cNvSpPr>
              <a:spLocks noChangeArrowheads="1"/>
            </p:cNvSpPr>
            <p:nvPr/>
          </p:nvSpPr>
          <p:spPr bwMode="auto">
            <a:xfrm>
              <a:off x="3120" y="4168"/>
              <a:ext cx="1021" cy="795"/>
            </a:xfrm>
            <a:prstGeom prst="ellipse">
              <a:avLst/>
            </a:prstGeom>
            <a:noFill/>
            <a:ln w="9525">
              <a:solidFill>
                <a:srgbClr val="000000"/>
              </a:solidFill>
              <a:round/>
              <a:headEnd/>
              <a:tailEnd/>
            </a:ln>
          </p:spPr>
          <p:txBody>
            <a:bodyPr vert="horz" wrap="square" lIns="91440" tIns="18000" rIns="9144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缺书登记</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33525" name="文本框 9166"/>
            <p:cNvSpPr txBox="1">
              <a:spLocks noChangeArrowheads="1"/>
            </p:cNvSpPr>
            <p:nvPr/>
          </p:nvSpPr>
          <p:spPr bwMode="auto">
            <a:xfrm>
              <a:off x="3955" y="8447"/>
              <a:ext cx="1526" cy="35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办公室工作人员</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33524" name="文本框 9167"/>
            <p:cNvSpPr txBox="1">
              <a:spLocks noChangeArrowheads="1"/>
            </p:cNvSpPr>
            <p:nvPr/>
          </p:nvSpPr>
          <p:spPr bwMode="auto">
            <a:xfrm>
              <a:off x="6441" y="6703"/>
              <a:ext cx="1310"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流通部工作人员</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33523" name="椭圆 9168"/>
            <p:cNvSpPr>
              <a:spLocks noChangeArrowheads="1"/>
            </p:cNvSpPr>
            <p:nvPr/>
          </p:nvSpPr>
          <p:spPr bwMode="auto">
            <a:xfrm>
              <a:off x="1504" y="5485"/>
              <a:ext cx="1021" cy="795"/>
            </a:xfrm>
            <a:prstGeom prst="ellipse">
              <a:avLst/>
            </a:prstGeom>
            <a:noFill/>
            <a:ln w="9525">
              <a:solidFill>
                <a:srgbClr val="000000"/>
              </a:solidFill>
              <a:round/>
              <a:headEnd/>
              <a:tailEnd/>
            </a:ln>
          </p:spPr>
          <p:txBody>
            <a:bodyPr vert="horz" wrap="square" lIns="91440" tIns="18000" rIns="9144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图书采购</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33522" name="文本框 9169"/>
            <p:cNvSpPr txBox="1">
              <a:spLocks noChangeArrowheads="1"/>
            </p:cNvSpPr>
            <p:nvPr/>
          </p:nvSpPr>
          <p:spPr bwMode="auto">
            <a:xfrm>
              <a:off x="1700" y="3948"/>
              <a:ext cx="903" cy="27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采购人员</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33521" name="文本框 9170"/>
            <p:cNvSpPr txBox="1">
              <a:spLocks noChangeArrowheads="1"/>
            </p:cNvSpPr>
            <p:nvPr/>
          </p:nvSpPr>
          <p:spPr bwMode="auto">
            <a:xfrm>
              <a:off x="4345" y="6617"/>
              <a:ext cx="402"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读者</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33520" name="文本框 9171"/>
            <p:cNvSpPr txBox="1">
              <a:spLocks noChangeArrowheads="1"/>
            </p:cNvSpPr>
            <p:nvPr/>
          </p:nvSpPr>
          <p:spPr bwMode="auto">
            <a:xfrm>
              <a:off x="4060" y="7117"/>
              <a:ext cx="472"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Exten</a:t>
              </a:r>
              <a:endParaRPr kumimoji="0" lang="en-US" alt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33519" name="文本框 9172"/>
            <p:cNvSpPr txBox="1">
              <a:spLocks noChangeArrowheads="1"/>
            </p:cNvSpPr>
            <p:nvPr/>
          </p:nvSpPr>
          <p:spPr bwMode="auto">
            <a:xfrm>
              <a:off x="8556" y="7182"/>
              <a:ext cx="537"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Exten</a:t>
              </a:r>
              <a:endParaRPr kumimoji="0" lang="en-US" alt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33518" name="文本框 9173"/>
            <p:cNvSpPr txBox="1">
              <a:spLocks noChangeArrowheads="1"/>
            </p:cNvSpPr>
            <p:nvPr/>
          </p:nvSpPr>
          <p:spPr bwMode="auto">
            <a:xfrm>
              <a:off x="5346" y="5994"/>
              <a:ext cx="619"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Exten</a:t>
              </a:r>
              <a:endParaRPr kumimoji="0" lang="en-US" alt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33517" name="文本框 9174"/>
            <p:cNvSpPr txBox="1">
              <a:spLocks noChangeArrowheads="1"/>
            </p:cNvSpPr>
            <p:nvPr/>
          </p:nvSpPr>
          <p:spPr bwMode="auto">
            <a:xfrm>
              <a:off x="8570" y="5296"/>
              <a:ext cx="523"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Exten</a:t>
              </a:r>
              <a:endParaRPr kumimoji="0" lang="en-US" alt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33516" name="文本框 9175"/>
            <p:cNvSpPr txBox="1">
              <a:spLocks noChangeArrowheads="1"/>
            </p:cNvSpPr>
            <p:nvPr/>
          </p:nvSpPr>
          <p:spPr bwMode="auto">
            <a:xfrm>
              <a:off x="6114" y="4446"/>
              <a:ext cx="462"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Exten</a:t>
              </a:r>
              <a:endParaRPr kumimoji="0" lang="en-US" alt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33515" name="文本框 9176"/>
            <p:cNvSpPr txBox="1">
              <a:spLocks noChangeArrowheads="1"/>
            </p:cNvSpPr>
            <p:nvPr/>
          </p:nvSpPr>
          <p:spPr bwMode="auto">
            <a:xfrm>
              <a:off x="6114" y="5216"/>
              <a:ext cx="463"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Exten</a:t>
              </a:r>
              <a:endParaRPr kumimoji="0" lang="en-US" alt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pSp>
          <p:nvGrpSpPr>
            <p:cNvPr id="233509" name="组合 9177"/>
            <p:cNvGrpSpPr>
              <a:grpSpLocks noChangeAspect="1"/>
            </p:cNvGrpSpPr>
            <p:nvPr/>
          </p:nvGrpSpPr>
          <p:grpSpPr bwMode="auto">
            <a:xfrm>
              <a:off x="1815" y="4273"/>
              <a:ext cx="431" cy="621"/>
              <a:chOff x="2401" y="3744"/>
              <a:chExt cx="539" cy="777"/>
            </a:xfrm>
          </p:grpSpPr>
          <p:sp>
            <p:nvSpPr>
              <p:cNvPr id="233514" name="Oval 6964"/>
              <p:cNvSpPr>
                <a:spLocks noChangeAspect="1" noChangeArrowheads="1"/>
              </p:cNvSpPr>
              <p:nvPr/>
            </p:nvSpPr>
            <p:spPr bwMode="auto">
              <a:xfrm>
                <a:off x="2532" y="3744"/>
                <a:ext cx="270" cy="2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513" name="Line 6965"/>
              <p:cNvSpPr>
                <a:spLocks noChangeAspect="1" noChangeShapeType="1"/>
              </p:cNvSpPr>
              <p:nvPr/>
            </p:nvSpPr>
            <p:spPr bwMode="auto">
              <a:xfrm>
                <a:off x="2401" y="4186"/>
                <a:ext cx="539"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512" name="Line 6966"/>
              <p:cNvSpPr>
                <a:spLocks noChangeAspect="1" noChangeShapeType="1"/>
              </p:cNvSpPr>
              <p:nvPr/>
            </p:nvSpPr>
            <p:spPr bwMode="auto">
              <a:xfrm>
                <a:off x="2671" y="4003"/>
                <a:ext cx="0" cy="397"/>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511" name="Line 6967"/>
              <p:cNvSpPr>
                <a:spLocks noChangeAspect="1" noChangeShapeType="1"/>
              </p:cNvSpPr>
              <p:nvPr/>
            </p:nvSpPr>
            <p:spPr bwMode="auto">
              <a:xfrm flipH="1">
                <a:off x="2401" y="4409"/>
                <a:ext cx="270" cy="112"/>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510" name="Line 6968"/>
              <p:cNvSpPr>
                <a:spLocks noChangeAspect="1" noChangeShapeType="1"/>
              </p:cNvSpPr>
              <p:nvPr/>
            </p:nvSpPr>
            <p:spPr bwMode="auto">
              <a:xfrm>
                <a:off x="2671" y="4409"/>
                <a:ext cx="269" cy="112"/>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grpSp>
        <p:grpSp>
          <p:nvGrpSpPr>
            <p:cNvPr id="233503" name="组合 9183"/>
            <p:cNvGrpSpPr>
              <a:grpSpLocks noChangeAspect="1"/>
            </p:cNvGrpSpPr>
            <p:nvPr/>
          </p:nvGrpSpPr>
          <p:grpSpPr bwMode="auto">
            <a:xfrm>
              <a:off x="4338" y="5975"/>
              <a:ext cx="431" cy="621"/>
              <a:chOff x="2401" y="3744"/>
              <a:chExt cx="539" cy="777"/>
            </a:xfrm>
          </p:grpSpPr>
          <p:sp>
            <p:nvSpPr>
              <p:cNvPr id="233508" name="Oval 6964"/>
              <p:cNvSpPr>
                <a:spLocks noChangeAspect="1" noChangeArrowheads="1"/>
              </p:cNvSpPr>
              <p:nvPr/>
            </p:nvSpPr>
            <p:spPr bwMode="auto">
              <a:xfrm>
                <a:off x="2532" y="3744"/>
                <a:ext cx="270" cy="2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507" name="Line 6965"/>
              <p:cNvSpPr>
                <a:spLocks noChangeAspect="1" noChangeShapeType="1"/>
              </p:cNvSpPr>
              <p:nvPr/>
            </p:nvSpPr>
            <p:spPr bwMode="auto">
              <a:xfrm>
                <a:off x="2401" y="4186"/>
                <a:ext cx="539"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506" name="Line 6966"/>
              <p:cNvSpPr>
                <a:spLocks noChangeAspect="1" noChangeShapeType="1"/>
              </p:cNvSpPr>
              <p:nvPr/>
            </p:nvSpPr>
            <p:spPr bwMode="auto">
              <a:xfrm>
                <a:off x="2671" y="4003"/>
                <a:ext cx="0" cy="397"/>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505" name="Line 6967"/>
              <p:cNvSpPr>
                <a:spLocks noChangeAspect="1" noChangeShapeType="1"/>
              </p:cNvSpPr>
              <p:nvPr/>
            </p:nvSpPr>
            <p:spPr bwMode="auto">
              <a:xfrm flipH="1">
                <a:off x="2401" y="4409"/>
                <a:ext cx="270" cy="112"/>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504" name="Line 6968"/>
              <p:cNvSpPr>
                <a:spLocks noChangeAspect="1" noChangeShapeType="1"/>
              </p:cNvSpPr>
              <p:nvPr/>
            </p:nvSpPr>
            <p:spPr bwMode="auto">
              <a:xfrm>
                <a:off x="2671" y="4409"/>
                <a:ext cx="269" cy="112"/>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grpSp>
        <p:grpSp>
          <p:nvGrpSpPr>
            <p:cNvPr id="233497" name="组合 9189"/>
            <p:cNvGrpSpPr>
              <a:grpSpLocks noChangeAspect="1"/>
            </p:cNvGrpSpPr>
            <p:nvPr/>
          </p:nvGrpSpPr>
          <p:grpSpPr bwMode="auto">
            <a:xfrm>
              <a:off x="6738" y="5975"/>
              <a:ext cx="431" cy="621"/>
              <a:chOff x="2401" y="3744"/>
              <a:chExt cx="539" cy="777"/>
            </a:xfrm>
          </p:grpSpPr>
          <p:sp>
            <p:nvSpPr>
              <p:cNvPr id="233502" name="Oval 6964"/>
              <p:cNvSpPr>
                <a:spLocks noChangeAspect="1" noChangeArrowheads="1"/>
              </p:cNvSpPr>
              <p:nvPr/>
            </p:nvSpPr>
            <p:spPr bwMode="auto">
              <a:xfrm>
                <a:off x="2532" y="3744"/>
                <a:ext cx="270" cy="2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501" name="Line 6965"/>
              <p:cNvSpPr>
                <a:spLocks noChangeAspect="1" noChangeShapeType="1"/>
              </p:cNvSpPr>
              <p:nvPr/>
            </p:nvSpPr>
            <p:spPr bwMode="auto">
              <a:xfrm>
                <a:off x="2401" y="4186"/>
                <a:ext cx="539"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500" name="Line 6966"/>
              <p:cNvSpPr>
                <a:spLocks noChangeAspect="1" noChangeShapeType="1"/>
              </p:cNvSpPr>
              <p:nvPr/>
            </p:nvSpPr>
            <p:spPr bwMode="auto">
              <a:xfrm>
                <a:off x="2671" y="4003"/>
                <a:ext cx="0" cy="397"/>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499" name="Line 6967"/>
              <p:cNvSpPr>
                <a:spLocks noChangeAspect="1" noChangeShapeType="1"/>
              </p:cNvSpPr>
              <p:nvPr/>
            </p:nvSpPr>
            <p:spPr bwMode="auto">
              <a:xfrm flipH="1">
                <a:off x="2401" y="4409"/>
                <a:ext cx="270" cy="112"/>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498" name="Line 6968"/>
              <p:cNvSpPr>
                <a:spLocks noChangeAspect="1" noChangeShapeType="1"/>
              </p:cNvSpPr>
              <p:nvPr/>
            </p:nvSpPr>
            <p:spPr bwMode="auto">
              <a:xfrm>
                <a:off x="2671" y="4409"/>
                <a:ext cx="269" cy="112"/>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grpSp>
        <p:grpSp>
          <p:nvGrpSpPr>
            <p:cNvPr id="233491" name="组合 9195"/>
            <p:cNvGrpSpPr>
              <a:grpSpLocks noChangeAspect="1"/>
            </p:cNvGrpSpPr>
            <p:nvPr/>
          </p:nvGrpSpPr>
          <p:grpSpPr bwMode="auto">
            <a:xfrm>
              <a:off x="4356" y="7741"/>
              <a:ext cx="431" cy="621"/>
              <a:chOff x="2401" y="3744"/>
              <a:chExt cx="539" cy="777"/>
            </a:xfrm>
          </p:grpSpPr>
          <p:sp>
            <p:nvSpPr>
              <p:cNvPr id="233496" name="Oval 6964"/>
              <p:cNvSpPr>
                <a:spLocks noChangeAspect="1" noChangeArrowheads="1"/>
              </p:cNvSpPr>
              <p:nvPr/>
            </p:nvSpPr>
            <p:spPr bwMode="auto">
              <a:xfrm>
                <a:off x="2532" y="3744"/>
                <a:ext cx="270" cy="2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495" name="Line 6965"/>
              <p:cNvSpPr>
                <a:spLocks noChangeAspect="1" noChangeShapeType="1"/>
              </p:cNvSpPr>
              <p:nvPr/>
            </p:nvSpPr>
            <p:spPr bwMode="auto">
              <a:xfrm>
                <a:off x="2401" y="4186"/>
                <a:ext cx="539"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494" name="Line 6966"/>
              <p:cNvSpPr>
                <a:spLocks noChangeAspect="1" noChangeShapeType="1"/>
              </p:cNvSpPr>
              <p:nvPr/>
            </p:nvSpPr>
            <p:spPr bwMode="auto">
              <a:xfrm>
                <a:off x="2671" y="4003"/>
                <a:ext cx="0" cy="397"/>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493" name="Line 6967"/>
              <p:cNvSpPr>
                <a:spLocks noChangeAspect="1" noChangeShapeType="1"/>
              </p:cNvSpPr>
              <p:nvPr/>
            </p:nvSpPr>
            <p:spPr bwMode="auto">
              <a:xfrm flipH="1">
                <a:off x="2401" y="4409"/>
                <a:ext cx="270" cy="112"/>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492" name="Line 6968"/>
              <p:cNvSpPr>
                <a:spLocks noChangeAspect="1" noChangeShapeType="1"/>
              </p:cNvSpPr>
              <p:nvPr/>
            </p:nvSpPr>
            <p:spPr bwMode="auto">
              <a:xfrm>
                <a:off x="2671" y="4409"/>
                <a:ext cx="269" cy="112"/>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grpSp>
        <p:sp>
          <p:nvSpPr>
            <p:cNvPr id="233490" name="自选图形 9201"/>
            <p:cNvSpPr>
              <a:spLocks noChangeShapeType="1"/>
            </p:cNvSpPr>
            <p:nvPr/>
          </p:nvSpPr>
          <p:spPr bwMode="auto">
            <a:xfrm flipH="1">
              <a:off x="2352" y="4568"/>
              <a:ext cx="762" cy="0"/>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89" name="自选图形 9202"/>
            <p:cNvSpPr>
              <a:spLocks noChangeShapeType="1"/>
            </p:cNvSpPr>
            <p:nvPr/>
          </p:nvSpPr>
          <p:spPr bwMode="auto">
            <a:xfrm flipH="1">
              <a:off x="2020" y="4944"/>
              <a:ext cx="1" cy="539"/>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88" name="任意多边形 9203"/>
            <p:cNvSpPr>
              <a:spLocks/>
            </p:cNvSpPr>
            <p:nvPr/>
          </p:nvSpPr>
          <p:spPr bwMode="auto">
            <a:xfrm>
              <a:off x="3635" y="4963"/>
              <a:ext cx="597" cy="1305"/>
            </a:xfrm>
            <a:custGeom>
              <a:avLst/>
              <a:gdLst/>
              <a:ahLst/>
              <a:cxnLst>
                <a:cxn ang="0">
                  <a:pos x="720" y="1341"/>
                </a:cxn>
                <a:cxn ang="0">
                  <a:pos x="0" y="1341"/>
                </a:cxn>
                <a:cxn ang="0">
                  <a:pos x="0" y="0"/>
                </a:cxn>
              </a:cxnLst>
              <a:rect l="0" t="0" r="r" b="b"/>
              <a:pathLst>
                <a:path w="720" h="1341">
                  <a:moveTo>
                    <a:pt x="720" y="1341"/>
                  </a:moveTo>
                  <a:lnTo>
                    <a:pt x="0" y="1341"/>
                  </a:lnTo>
                  <a:lnTo>
                    <a:pt x="0" y="0"/>
                  </a:lnTo>
                </a:path>
              </a:pathLst>
            </a:cu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87" name="任意多边形 9204"/>
            <p:cNvSpPr>
              <a:spLocks/>
            </p:cNvSpPr>
            <p:nvPr/>
          </p:nvSpPr>
          <p:spPr bwMode="auto">
            <a:xfrm>
              <a:off x="4474" y="4520"/>
              <a:ext cx="523" cy="1434"/>
            </a:xfrm>
            <a:custGeom>
              <a:avLst/>
              <a:gdLst/>
              <a:ahLst/>
              <a:cxnLst>
                <a:cxn ang="0">
                  <a:pos x="0" y="1490"/>
                </a:cxn>
                <a:cxn ang="0">
                  <a:pos x="0" y="0"/>
                </a:cxn>
                <a:cxn ang="0">
                  <a:pos x="701" y="0"/>
                </a:cxn>
              </a:cxnLst>
              <a:rect l="0" t="0" r="r" b="b"/>
              <a:pathLst>
                <a:path w="701" h="1490">
                  <a:moveTo>
                    <a:pt x="0" y="1490"/>
                  </a:moveTo>
                  <a:lnTo>
                    <a:pt x="0" y="0"/>
                  </a:lnTo>
                  <a:lnTo>
                    <a:pt x="701" y="0"/>
                  </a:lnTo>
                </a:path>
              </a:pathLst>
            </a:cu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86" name="任意多边形 9205"/>
            <p:cNvSpPr>
              <a:spLocks/>
            </p:cNvSpPr>
            <p:nvPr/>
          </p:nvSpPr>
          <p:spPr bwMode="auto">
            <a:xfrm>
              <a:off x="4631" y="5453"/>
              <a:ext cx="363" cy="501"/>
            </a:xfrm>
            <a:custGeom>
              <a:avLst/>
              <a:gdLst/>
              <a:ahLst/>
              <a:cxnLst>
                <a:cxn ang="0">
                  <a:pos x="0" y="1490"/>
                </a:cxn>
                <a:cxn ang="0">
                  <a:pos x="0" y="0"/>
                </a:cxn>
                <a:cxn ang="0">
                  <a:pos x="701" y="0"/>
                </a:cxn>
              </a:cxnLst>
              <a:rect l="0" t="0" r="r" b="b"/>
              <a:pathLst>
                <a:path w="701" h="1490">
                  <a:moveTo>
                    <a:pt x="0" y="1490"/>
                  </a:moveTo>
                  <a:lnTo>
                    <a:pt x="0" y="0"/>
                  </a:lnTo>
                  <a:lnTo>
                    <a:pt x="701" y="0"/>
                  </a:lnTo>
                </a:path>
              </a:pathLst>
            </a:cu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85" name="自选图形 9206"/>
            <p:cNvSpPr>
              <a:spLocks noChangeShapeType="1"/>
            </p:cNvSpPr>
            <p:nvPr/>
          </p:nvSpPr>
          <p:spPr bwMode="auto">
            <a:xfrm flipH="1" flipV="1">
              <a:off x="5986" y="5590"/>
              <a:ext cx="787" cy="485"/>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84" name="自选图形 9207"/>
            <p:cNvSpPr>
              <a:spLocks noChangeShapeType="1"/>
            </p:cNvSpPr>
            <p:nvPr/>
          </p:nvSpPr>
          <p:spPr bwMode="auto">
            <a:xfrm flipH="1" flipV="1">
              <a:off x="6954" y="5187"/>
              <a:ext cx="1" cy="739"/>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83" name="自选图形 9208"/>
            <p:cNvSpPr>
              <a:spLocks noChangeShapeType="1"/>
            </p:cNvSpPr>
            <p:nvPr/>
          </p:nvSpPr>
          <p:spPr bwMode="auto">
            <a:xfrm flipV="1">
              <a:off x="5996" y="5052"/>
              <a:ext cx="580" cy="251"/>
            </a:xfrm>
            <a:prstGeom prst="straightConnector1">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82" name="自选图形 9209"/>
            <p:cNvSpPr>
              <a:spLocks noChangeShapeType="1"/>
            </p:cNvSpPr>
            <p:nvPr/>
          </p:nvSpPr>
          <p:spPr bwMode="auto">
            <a:xfrm>
              <a:off x="6005" y="4632"/>
              <a:ext cx="559" cy="211"/>
            </a:xfrm>
            <a:prstGeom prst="straightConnector1">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81" name="任意多边形 9210"/>
            <p:cNvSpPr>
              <a:spLocks/>
            </p:cNvSpPr>
            <p:nvPr/>
          </p:nvSpPr>
          <p:spPr bwMode="auto">
            <a:xfrm>
              <a:off x="5953" y="4314"/>
              <a:ext cx="1573" cy="1795"/>
            </a:xfrm>
            <a:custGeom>
              <a:avLst/>
              <a:gdLst/>
              <a:ahLst/>
              <a:cxnLst>
                <a:cxn ang="0">
                  <a:pos x="1313" y="1794"/>
                </a:cxn>
                <a:cxn ang="0">
                  <a:pos x="1573" y="1795"/>
                </a:cxn>
                <a:cxn ang="0">
                  <a:pos x="1573" y="0"/>
                </a:cxn>
                <a:cxn ang="0">
                  <a:pos x="0" y="0"/>
                </a:cxn>
              </a:cxnLst>
              <a:rect l="0" t="0" r="r" b="b"/>
              <a:pathLst>
                <a:path w="1573" h="1795">
                  <a:moveTo>
                    <a:pt x="1313" y="1794"/>
                  </a:moveTo>
                  <a:lnTo>
                    <a:pt x="1573" y="1795"/>
                  </a:lnTo>
                  <a:lnTo>
                    <a:pt x="1573" y="0"/>
                  </a:lnTo>
                  <a:lnTo>
                    <a:pt x="0" y="0"/>
                  </a:lnTo>
                </a:path>
              </a:pathLst>
            </a:cu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80" name="自选图形 9211"/>
            <p:cNvSpPr>
              <a:spLocks noChangeShapeType="1"/>
            </p:cNvSpPr>
            <p:nvPr/>
          </p:nvSpPr>
          <p:spPr bwMode="auto">
            <a:xfrm>
              <a:off x="4876" y="6268"/>
              <a:ext cx="1757" cy="0"/>
            </a:xfrm>
            <a:prstGeom prst="straightConnector1">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79" name="自选图形 9212"/>
            <p:cNvSpPr>
              <a:spLocks noChangeShapeType="1"/>
            </p:cNvSpPr>
            <p:nvPr/>
          </p:nvSpPr>
          <p:spPr bwMode="auto">
            <a:xfrm flipV="1">
              <a:off x="7260" y="6268"/>
              <a:ext cx="841" cy="0"/>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78" name="自选图形 9213"/>
            <p:cNvSpPr>
              <a:spLocks noChangeShapeType="1"/>
            </p:cNvSpPr>
            <p:nvPr/>
          </p:nvSpPr>
          <p:spPr bwMode="auto">
            <a:xfrm>
              <a:off x="4559" y="6939"/>
              <a:ext cx="13" cy="737"/>
            </a:xfrm>
            <a:prstGeom prst="straightConnector1">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77" name="自选图形 9214"/>
            <p:cNvSpPr>
              <a:spLocks noChangeShapeType="1"/>
            </p:cNvSpPr>
            <p:nvPr/>
          </p:nvSpPr>
          <p:spPr bwMode="auto">
            <a:xfrm flipH="1">
              <a:off x="5917" y="6558"/>
              <a:ext cx="736" cy="450"/>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76" name="任意多边形 9215"/>
            <p:cNvSpPr>
              <a:spLocks/>
            </p:cNvSpPr>
            <p:nvPr/>
          </p:nvSpPr>
          <p:spPr bwMode="auto">
            <a:xfrm>
              <a:off x="7059" y="6520"/>
              <a:ext cx="1460" cy="1504"/>
            </a:xfrm>
            <a:custGeom>
              <a:avLst/>
              <a:gdLst/>
              <a:ahLst/>
              <a:cxnLst>
                <a:cxn ang="0">
                  <a:pos x="0" y="1474"/>
                </a:cxn>
                <a:cxn ang="0">
                  <a:pos x="1820" y="1474"/>
                </a:cxn>
                <a:cxn ang="0">
                  <a:pos x="1820" y="0"/>
                </a:cxn>
              </a:cxnLst>
              <a:rect l="0" t="0" r="r" b="b"/>
              <a:pathLst>
                <a:path w="1820" h="1474">
                  <a:moveTo>
                    <a:pt x="0" y="1474"/>
                  </a:moveTo>
                  <a:lnTo>
                    <a:pt x="1820" y="1474"/>
                  </a:lnTo>
                  <a:lnTo>
                    <a:pt x="1820" y="0"/>
                  </a:lnTo>
                </a:path>
              </a:pathLst>
            </a:cu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75" name="自选图形 9216"/>
            <p:cNvSpPr>
              <a:spLocks noChangeShapeType="1"/>
            </p:cNvSpPr>
            <p:nvPr/>
          </p:nvSpPr>
          <p:spPr bwMode="auto">
            <a:xfrm flipH="1">
              <a:off x="3119" y="8030"/>
              <a:ext cx="1139" cy="0"/>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74" name="自选图形 9217"/>
            <p:cNvSpPr>
              <a:spLocks noChangeShapeType="1"/>
            </p:cNvSpPr>
            <p:nvPr/>
          </p:nvSpPr>
          <p:spPr bwMode="auto">
            <a:xfrm flipH="1">
              <a:off x="4862" y="8030"/>
              <a:ext cx="1354" cy="0"/>
            </a:xfrm>
            <a:prstGeom prst="straightConnector1">
              <a:avLst/>
            </a:prstGeom>
            <a:noFill/>
            <a:ln w="9525">
              <a:solidFill>
                <a:srgbClr val="000000"/>
              </a:solidFill>
              <a:round/>
              <a:headEnd type="triangle" w="med" len="med"/>
              <a:tailEnd/>
            </a:ln>
          </p:spPr>
          <p:txBody>
            <a:bodyPr vert="horz" wrap="square" lIns="91440" tIns="45720" rIns="91440" bIns="45720" numCol="1" anchor="t" anchorCtr="0" compatLnSpc="1">
              <a:prstTxWarp prst="textNoShape">
                <a:avLst/>
              </a:prstTxWarp>
            </a:bodyPr>
            <a:lstStyle/>
            <a:p>
              <a:endParaRPr lang="zh-CN" altLang="en-US" sz="1600"/>
            </a:p>
          </p:txBody>
        </p:sp>
      </p:grpSp>
      <p:sp>
        <p:nvSpPr>
          <p:cNvPr id="74" name="矩形 73"/>
          <p:cNvSpPr/>
          <p:nvPr/>
        </p:nvSpPr>
        <p:spPr>
          <a:xfrm>
            <a:off x="3267695" y="6002774"/>
            <a:ext cx="4467890" cy="369332"/>
          </a:xfrm>
          <a:prstGeom prst="rect">
            <a:avLst/>
          </a:prstGeom>
        </p:spPr>
        <p:txBody>
          <a:bodyPr wrap="none">
            <a:spAutoFit/>
          </a:bodyPr>
          <a:lstStyle/>
          <a:p>
            <a:r>
              <a:rPr lang="zh-CN" altLang="en-US" dirty="0" smtClean="0"/>
              <a:t>图</a:t>
            </a:r>
            <a:r>
              <a:rPr lang="en-US" dirty="0" smtClean="0"/>
              <a:t>7-20  </a:t>
            </a:r>
            <a:r>
              <a:rPr lang="zh-CN" altLang="en-US" dirty="0" smtClean="0"/>
              <a:t>图书馆信息管理系统的业务用例图</a:t>
            </a:r>
            <a:endParaRPr lang="zh-CN" altLang="en-US" dirty="0"/>
          </a:p>
        </p:txBody>
      </p:sp>
    </p:spTree>
    <p:custDataLst>
      <p:tags r:id="rId1"/>
    </p:custDataLst>
  </p:cSld>
  <p:clrMapOvr>
    <a:masterClrMapping/>
  </p:clrMapOvr>
  <p:transition>
    <p:pull dir="u"/>
  </p:transition>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7.5.1 </a:t>
            </a:r>
            <a:r>
              <a:rPr lang="zh-CN" altLang="en-US" sz="2400" dirty="0" smtClean="0">
                <a:solidFill>
                  <a:schemeClr val="tx1"/>
                </a:solidFill>
              </a:rPr>
              <a:t>面向对象分析实例</a:t>
            </a:r>
            <a:r>
              <a:rPr lang="en-US" sz="2400" dirty="0" smtClean="0">
                <a:solidFill>
                  <a:schemeClr val="tx1"/>
                </a:solidFill>
              </a:rPr>
              <a:t> </a:t>
            </a:r>
          </a:p>
        </p:txBody>
      </p:sp>
      <p:grpSp>
        <p:nvGrpSpPr>
          <p:cNvPr id="7" name="组合 6"/>
          <p:cNvGrpSpPr/>
          <p:nvPr/>
        </p:nvGrpSpPr>
        <p:grpSpPr>
          <a:xfrm>
            <a:off x="0" y="2029460"/>
            <a:ext cx="5376545" cy="971550"/>
            <a:chOff x="1" y="2565401"/>
            <a:chExt cx="5376660" cy="971723"/>
          </a:xfrm>
        </p:grpSpPr>
        <p:sp>
          <p:nvSpPr>
            <p:cNvPr id="8" name="MH_SubTitle_1"/>
            <p:cNvSpPr/>
            <p:nvPr>
              <p:custDataLst>
                <p:tags r:id="rId2"/>
              </p:custDataLst>
            </p:nvPr>
          </p:nvSpPr>
          <p:spPr>
            <a:xfrm>
              <a:off x="1501808" y="2688613"/>
              <a:ext cx="3874853" cy="73165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状态图</a:t>
              </a:r>
            </a:p>
          </p:txBody>
        </p:sp>
        <p:sp>
          <p:nvSpPr>
            <p:cNvPr id="9" name="MH_Other_1"/>
            <p:cNvSpPr/>
            <p:nvPr>
              <p:custDataLst>
                <p:tags r:id="rId3"/>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a:solidFill>
                    <a:srgbClr val="FFFFFF"/>
                  </a:solidFill>
                  <a:latin typeface="Impact" panose="020B0806030902050204" pitchFamily="34" charset="0"/>
                  <a:ea typeface="微软雅黑" panose="020B0503020204020204" charset="-122"/>
                </a:rPr>
                <a:t>02</a:t>
              </a:r>
              <a:endParaRPr lang="zh-CN" altLang="en-US" sz="3200">
                <a:solidFill>
                  <a:srgbClr val="FFFFFF"/>
                </a:solidFill>
                <a:latin typeface="Impact" panose="020B0806030902050204" pitchFamily="34" charset="0"/>
                <a:ea typeface="微软雅黑" panose="020B0503020204020204" charset="-122"/>
              </a:endParaRPr>
            </a:p>
          </p:txBody>
        </p:sp>
        <p:sp>
          <p:nvSpPr>
            <p:cNvPr id="11" name="MH_Other_2"/>
            <p:cNvSpPr/>
            <p:nvPr>
              <p:custDataLst>
                <p:tags r:id="rId4"/>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31459" name="Rectangle 3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31425" name="组合 9244"/>
          <p:cNvGrpSpPr>
            <a:grpSpLocks/>
          </p:cNvGrpSpPr>
          <p:nvPr/>
        </p:nvGrpSpPr>
        <p:grpSpPr bwMode="auto">
          <a:xfrm>
            <a:off x="5441135" y="1774209"/>
            <a:ext cx="6491557" cy="3835020"/>
            <a:chOff x="2206" y="3869"/>
            <a:chExt cx="7058" cy="3987"/>
          </a:xfrm>
        </p:grpSpPr>
        <p:sp>
          <p:nvSpPr>
            <p:cNvPr id="231458" name="Line 7408"/>
            <p:cNvSpPr>
              <a:spLocks noChangeShapeType="1"/>
            </p:cNvSpPr>
            <p:nvPr/>
          </p:nvSpPr>
          <p:spPr bwMode="auto">
            <a:xfrm>
              <a:off x="6019" y="5638"/>
              <a:ext cx="1954" cy="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31457" name="Text Box 7409"/>
            <p:cNvSpPr txBox="1">
              <a:spLocks noChangeArrowheads="1"/>
            </p:cNvSpPr>
            <p:nvPr/>
          </p:nvSpPr>
          <p:spPr bwMode="auto">
            <a:xfrm>
              <a:off x="6253" y="4260"/>
              <a:ext cx="1196" cy="24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还书</a:t>
              </a:r>
              <a:r>
                <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t>
              </a:r>
              <a:r>
                <a:rPr kumimoji="0" lang="zh-CN" altLang="en-US"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入库</a:t>
              </a:r>
              <a:endParaRPr kumimoji="0" lang="zh-CN" altLang="en-US"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31456" name="Text Box 7410"/>
            <p:cNvSpPr txBox="1">
              <a:spLocks noChangeArrowheads="1"/>
            </p:cNvSpPr>
            <p:nvPr/>
          </p:nvSpPr>
          <p:spPr bwMode="auto">
            <a:xfrm>
              <a:off x="3631" y="6086"/>
              <a:ext cx="1737" cy="3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注销</a:t>
              </a:r>
              <a:r>
                <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t>
              </a:r>
              <a:r>
                <a:rPr kumimoji="0" lang="zh-CN" altLang="en-US"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已批准</a:t>
              </a:r>
              <a:r>
                <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t>
              </a:r>
              <a:r>
                <a:rPr kumimoji="0" lang="zh-CN" altLang="en-US"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出库</a:t>
              </a:r>
              <a:endParaRPr kumimoji="0" lang="zh-CN" altLang="en-US"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31455" name="Text Box 7412"/>
            <p:cNvSpPr txBox="1">
              <a:spLocks noChangeArrowheads="1"/>
            </p:cNvSpPr>
            <p:nvPr/>
          </p:nvSpPr>
          <p:spPr bwMode="auto">
            <a:xfrm>
              <a:off x="3573" y="5343"/>
              <a:ext cx="1195" cy="28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已编目</a:t>
              </a:r>
              <a:r>
                <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t>
              </a:r>
              <a:r>
                <a:rPr kumimoji="0" lang="zh-CN" altLang="en-US"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入库</a:t>
              </a:r>
              <a:endParaRPr kumimoji="0" lang="zh-CN" altLang="en-US"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31454" name="Text Box 7413"/>
            <p:cNvSpPr txBox="1">
              <a:spLocks noChangeArrowheads="1"/>
            </p:cNvSpPr>
            <p:nvPr/>
          </p:nvSpPr>
          <p:spPr bwMode="auto">
            <a:xfrm>
              <a:off x="6089" y="5333"/>
              <a:ext cx="1907" cy="30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借书</a:t>
              </a:r>
              <a:r>
                <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t>
              </a:r>
              <a:r>
                <a:rPr kumimoji="0" lang="zh-CN" altLang="en-US"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证件有效</a:t>
              </a:r>
              <a:r>
                <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t>
              </a:r>
              <a:r>
                <a:rPr kumimoji="0" lang="zh-CN" altLang="en-US"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出库</a:t>
              </a:r>
              <a:endParaRPr kumimoji="0" lang="zh-CN" altLang="en-US"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31453" name="Line 7417"/>
            <p:cNvSpPr>
              <a:spLocks noChangeShapeType="1"/>
            </p:cNvSpPr>
            <p:nvPr/>
          </p:nvSpPr>
          <p:spPr bwMode="auto">
            <a:xfrm>
              <a:off x="3477" y="5634"/>
              <a:ext cx="1249"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31452" name="Line 7418"/>
            <p:cNvSpPr>
              <a:spLocks noChangeShapeType="1"/>
            </p:cNvSpPr>
            <p:nvPr/>
          </p:nvSpPr>
          <p:spPr bwMode="auto">
            <a:xfrm flipH="1">
              <a:off x="5378" y="5732"/>
              <a:ext cx="1" cy="866"/>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31451" name="Line 7425"/>
            <p:cNvSpPr>
              <a:spLocks noChangeShapeType="1"/>
            </p:cNvSpPr>
            <p:nvPr/>
          </p:nvSpPr>
          <p:spPr bwMode="auto">
            <a:xfrm flipV="1">
              <a:off x="8618" y="4557"/>
              <a:ext cx="1" cy="847"/>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31450" name="Line 7426"/>
            <p:cNvSpPr>
              <a:spLocks noChangeShapeType="1"/>
            </p:cNvSpPr>
            <p:nvPr/>
          </p:nvSpPr>
          <p:spPr bwMode="auto">
            <a:xfrm flipH="1">
              <a:off x="5378" y="4556"/>
              <a:ext cx="3240" cy="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31449" name="Line 7427"/>
            <p:cNvSpPr>
              <a:spLocks noChangeShapeType="1"/>
            </p:cNvSpPr>
            <p:nvPr/>
          </p:nvSpPr>
          <p:spPr bwMode="auto">
            <a:xfrm>
              <a:off x="5378" y="4556"/>
              <a:ext cx="1" cy="848"/>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grpSp>
          <p:nvGrpSpPr>
            <p:cNvPr id="231446" name="组合 9255"/>
            <p:cNvGrpSpPr>
              <a:grpSpLocks/>
            </p:cNvGrpSpPr>
            <p:nvPr/>
          </p:nvGrpSpPr>
          <p:grpSpPr bwMode="auto">
            <a:xfrm>
              <a:off x="2761" y="3869"/>
              <a:ext cx="170" cy="1524"/>
              <a:chOff x="2761" y="3869"/>
              <a:chExt cx="170" cy="1524"/>
            </a:xfrm>
          </p:grpSpPr>
          <p:sp>
            <p:nvSpPr>
              <p:cNvPr id="231448" name="Oval 7411"/>
              <p:cNvSpPr>
                <a:spLocks noChangeArrowheads="1"/>
              </p:cNvSpPr>
              <p:nvPr/>
            </p:nvSpPr>
            <p:spPr bwMode="auto">
              <a:xfrm>
                <a:off x="2761" y="3869"/>
                <a:ext cx="170" cy="170"/>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31447" name="Line 7428"/>
              <p:cNvSpPr>
                <a:spLocks noChangeShapeType="1"/>
              </p:cNvSpPr>
              <p:nvPr/>
            </p:nvSpPr>
            <p:spPr bwMode="auto">
              <a:xfrm>
                <a:off x="2846" y="3989"/>
                <a:ext cx="1" cy="1404"/>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grpSp>
        <p:sp>
          <p:nvSpPr>
            <p:cNvPr id="231445" name="Line 7432"/>
            <p:cNvSpPr>
              <a:spLocks noChangeShapeType="1"/>
            </p:cNvSpPr>
            <p:nvPr/>
          </p:nvSpPr>
          <p:spPr bwMode="auto">
            <a:xfrm>
              <a:off x="5378" y="7063"/>
              <a:ext cx="1" cy="625"/>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31444" name="Line 7433"/>
            <p:cNvSpPr>
              <a:spLocks noChangeShapeType="1"/>
            </p:cNvSpPr>
            <p:nvPr/>
          </p:nvSpPr>
          <p:spPr bwMode="auto">
            <a:xfrm flipH="1">
              <a:off x="8618" y="5795"/>
              <a:ext cx="1" cy="104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31443" name="Line 7434"/>
            <p:cNvSpPr>
              <a:spLocks noChangeShapeType="1"/>
            </p:cNvSpPr>
            <p:nvPr/>
          </p:nvSpPr>
          <p:spPr bwMode="auto">
            <a:xfrm flipH="1">
              <a:off x="6022" y="6838"/>
              <a:ext cx="2596"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31442" name="Text Box 7436"/>
            <p:cNvSpPr txBox="1">
              <a:spLocks noChangeArrowheads="1"/>
            </p:cNvSpPr>
            <p:nvPr/>
          </p:nvSpPr>
          <p:spPr bwMode="auto">
            <a:xfrm>
              <a:off x="2878" y="4563"/>
              <a:ext cx="2405" cy="33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采购书</a:t>
              </a:r>
              <a:r>
                <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t>
              </a:r>
              <a:r>
                <a:rPr kumimoji="0" lang="zh-CN" altLang="en-US"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有订单，发票</a:t>
              </a:r>
              <a:r>
                <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t>
              </a:r>
              <a:r>
                <a:rPr kumimoji="0" lang="zh-CN" altLang="en-US"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验收</a:t>
              </a:r>
              <a:endParaRPr kumimoji="0" lang="zh-CN" altLang="en-US"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nvGrpSpPr>
            <p:cNvPr id="231439" name="组合 9262"/>
            <p:cNvGrpSpPr>
              <a:grpSpLocks/>
            </p:cNvGrpSpPr>
            <p:nvPr/>
          </p:nvGrpSpPr>
          <p:grpSpPr bwMode="auto">
            <a:xfrm>
              <a:off x="2206" y="5396"/>
              <a:ext cx="1291" cy="468"/>
              <a:chOff x="1989" y="5466"/>
              <a:chExt cx="1291" cy="468"/>
            </a:xfrm>
          </p:grpSpPr>
          <p:sp>
            <p:nvSpPr>
              <p:cNvPr id="231441" name="Oval 7415"/>
              <p:cNvSpPr>
                <a:spLocks noChangeArrowheads="1"/>
              </p:cNvSpPr>
              <p:nvPr/>
            </p:nvSpPr>
            <p:spPr bwMode="auto">
              <a:xfrm>
                <a:off x="1989" y="5466"/>
                <a:ext cx="1291" cy="46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31440" name="Text Box 7416"/>
              <p:cNvSpPr txBox="1">
                <a:spLocks noChangeArrowheads="1"/>
              </p:cNvSpPr>
              <p:nvPr/>
            </p:nvSpPr>
            <p:spPr bwMode="auto">
              <a:xfrm>
                <a:off x="2437" y="5574"/>
                <a:ext cx="396" cy="24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编目</a:t>
                </a:r>
                <a:endParaRPr kumimoji="0" lang="zh-CN"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pSp>
        <p:grpSp>
          <p:nvGrpSpPr>
            <p:cNvPr id="231436" name="组合 9265"/>
            <p:cNvGrpSpPr>
              <a:grpSpLocks/>
            </p:cNvGrpSpPr>
            <p:nvPr/>
          </p:nvGrpSpPr>
          <p:grpSpPr bwMode="auto">
            <a:xfrm>
              <a:off x="4731" y="5404"/>
              <a:ext cx="1291" cy="468"/>
              <a:chOff x="1989" y="5466"/>
              <a:chExt cx="1291" cy="468"/>
            </a:xfrm>
          </p:grpSpPr>
          <p:sp>
            <p:nvSpPr>
              <p:cNvPr id="231438" name="Oval 7415"/>
              <p:cNvSpPr>
                <a:spLocks noChangeArrowheads="1"/>
              </p:cNvSpPr>
              <p:nvPr/>
            </p:nvSpPr>
            <p:spPr bwMode="auto">
              <a:xfrm>
                <a:off x="1989" y="5466"/>
                <a:ext cx="1291" cy="46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31437" name="Text Box 7416"/>
              <p:cNvSpPr txBox="1">
                <a:spLocks noChangeArrowheads="1"/>
              </p:cNvSpPr>
              <p:nvPr/>
            </p:nvSpPr>
            <p:spPr bwMode="auto">
              <a:xfrm>
                <a:off x="2437" y="5574"/>
                <a:ext cx="396" cy="24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在库</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grpSp>
          <p:nvGrpSpPr>
            <p:cNvPr id="231433" name="组合 9268"/>
            <p:cNvGrpSpPr>
              <a:grpSpLocks/>
            </p:cNvGrpSpPr>
            <p:nvPr/>
          </p:nvGrpSpPr>
          <p:grpSpPr bwMode="auto">
            <a:xfrm>
              <a:off x="4727" y="6598"/>
              <a:ext cx="1291" cy="468"/>
              <a:chOff x="1989" y="5466"/>
              <a:chExt cx="1291" cy="468"/>
            </a:xfrm>
          </p:grpSpPr>
          <p:sp>
            <p:nvSpPr>
              <p:cNvPr id="231435" name="Oval 7415"/>
              <p:cNvSpPr>
                <a:spLocks noChangeArrowheads="1"/>
              </p:cNvSpPr>
              <p:nvPr/>
            </p:nvSpPr>
            <p:spPr bwMode="auto">
              <a:xfrm>
                <a:off x="1989" y="5466"/>
                <a:ext cx="1291" cy="46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31434" name="Text Box 7416"/>
              <p:cNvSpPr txBox="1">
                <a:spLocks noChangeArrowheads="1"/>
              </p:cNvSpPr>
              <p:nvPr/>
            </p:nvSpPr>
            <p:spPr bwMode="auto">
              <a:xfrm>
                <a:off x="2437" y="5574"/>
                <a:ext cx="396" cy="24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注销</a:t>
                </a:r>
                <a:endParaRPr kumimoji="0" lang="zh-CN"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pSp>
        <p:grpSp>
          <p:nvGrpSpPr>
            <p:cNvPr id="231430" name="组合 9271"/>
            <p:cNvGrpSpPr>
              <a:grpSpLocks/>
            </p:cNvGrpSpPr>
            <p:nvPr/>
          </p:nvGrpSpPr>
          <p:grpSpPr bwMode="auto">
            <a:xfrm>
              <a:off x="7973" y="5404"/>
              <a:ext cx="1291" cy="468"/>
              <a:chOff x="1989" y="5466"/>
              <a:chExt cx="1291" cy="468"/>
            </a:xfrm>
          </p:grpSpPr>
          <p:sp>
            <p:nvSpPr>
              <p:cNvPr id="231432" name="Oval 7415"/>
              <p:cNvSpPr>
                <a:spLocks noChangeArrowheads="1"/>
              </p:cNvSpPr>
              <p:nvPr/>
            </p:nvSpPr>
            <p:spPr bwMode="auto">
              <a:xfrm>
                <a:off x="1989" y="5466"/>
                <a:ext cx="1291" cy="46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31431" name="Text Box 7416"/>
              <p:cNvSpPr txBox="1">
                <a:spLocks noChangeArrowheads="1"/>
              </p:cNvSpPr>
              <p:nvPr/>
            </p:nvSpPr>
            <p:spPr bwMode="auto">
              <a:xfrm>
                <a:off x="2437" y="5574"/>
                <a:ext cx="396" cy="24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外借</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sp>
          <p:nvSpPr>
            <p:cNvPr id="231429" name="Text Box 7409"/>
            <p:cNvSpPr txBox="1">
              <a:spLocks noChangeArrowheads="1"/>
            </p:cNvSpPr>
            <p:nvPr/>
          </p:nvSpPr>
          <p:spPr bwMode="auto">
            <a:xfrm>
              <a:off x="6609" y="6536"/>
              <a:ext cx="1054" cy="27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遗失</a:t>
              </a:r>
              <a:r>
                <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t>
              </a:r>
              <a:r>
                <a:rPr kumimoji="0" lang="zh-CN" altLang="en-US"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处罚</a:t>
              </a:r>
              <a:endParaRPr kumimoji="0" lang="zh-CN" altLang="en-US"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nvGrpSpPr>
            <p:cNvPr id="231426" name="组合 9275"/>
            <p:cNvGrpSpPr>
              <a:grpSpLocks/>
            </p:cNvGrpSpPr>
            <p:nvPr/>
          </p:nvGrpSpPr>
          <p:grpSpPr bwMode="auto">
            <a:xfrm>
              <a:off x="5292" y="7686"/>
              <a:ext cx="170" cy="170"/>
              <a:chOff x="5316" y="8046"/>
              <a:chExt cx="170" cy="170"/>
            </a:xfrm>
          </p:grpSpPr>
          <p:sp>
            <p:nvSpPr>
              <p:cNvPr id="231428" name="Oval 7438"/>
              <p:cNvSpPr>
                <a:spLocks noChangeArrowheads="1"/>
              </p:cNvSpPr>
              <p:nvPr/>
            </p:nvSpPr>
            <p:spPr bwMode="auto">
              <a:xfrm>
                <a:off x="5316" y="8046"/>
                <a:ext cx="170" cy="17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31427" name="Oval 7438"/>
              <p:cNvSpPr>
                <a:spLocks noChangeArrowheads="1"/>
              </p:cNvSpPr>
              <p:nvPr/>
            </p:nvSpPr>
            <p:spPr bwMode="auto">
              <a:xfrm>
                <a:off x="5360" y="8087"/>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grpSp>
      </p:grpSp>
      <p:sp>
        <p:nvSpPr>
          <p:cNvPr id="45" name="文本框 101"/>
          <p:cNvSpPr txBox="1"/>
          <p:nvPr/>
        </p:nvSpPr>
        <p:spPr>
          <a:xfrm>
            <a:off x="6132507" y="5785244"/>
            <a:ext cx="5080000" cy="365760"/>
          </a:xfrm>
          <a:prstGeom prst="rect">
            <a:avLst/>
          </a:prstGeom>
          <a:noFill/>
          <a:ln w="9525">
            <a:noFill/>
          </a:ln>
        </p:spPr>
        <p:txBody>
          <a:bodyPr>
            <a:spAutoFit/>
          </a:bodyPr>
          <a:lstStyle/>
          <a:p>
            <a:pPr marL="0" indent="0" algn="ctr"/>
            <a:r>
              <a:rPr lang="zh-CN" altLang="en-US" b="0" u="none" dirty="0">
                <a:latin typeface="黑体" panose="02010609060101010101" pitchFamily="49" charset="-122"/>
                <a:ea typeface="黑体" panose="02010609060101010101" pitchFamily="49" charset="-122"/>
                <a:cs typeface="黑体" panose="02010609060101010101" pitchFamily="49" charset="-122"/>
              </a:rPr>
              <a:t>图</a:t>
            </a:r>
            <a:r>
              <a:rPr lang="en-US" altLang="zh-CN" b="0" u="none" dirty="0">
                <a:latin typeface="黑体" panose="02010609060101010101" pitchFamily="49" charset="-122"/>
                <a:ea typeface="黑体" panose="02010609060101010101" pitchFamily="49" charset="-122"/>
                <a:cs typeface="黑体" panose="02010609060101010101" pitchFamily="49" charset="-122"/>
              </a:rPr>
              <a:t>7-17  “</a:t>
            </a:r>
            <a:r>
              <a:rPr lang="zh-CN" altLang="en-US" b="0" u="none" dirty="0">
                <a:latin typeface="黑体" panose="02010609060101010101" pitchFamily="49" charset="-122"/>
                <a:ea typeface="黑体" panose="02010609060101010101" pitchFamily="49" charset="-122"/>
                <a:cs typeface="黑体" panose="02010609060101010101" pitchFamily="49" charset="-122"/>
              </a:rPr>
              <a:t>图书”对象的状态图</a:t>
            </a:r>
            <a:endParaRPr lang="zh-CN" altLang="en-US" dirty="0"/>
          </a:p>
        </p:txBody>
      </p:sp>
      <p:sp>
        <p:nvSpPr>
          <p:cNvPr id="46" name="矩形 45"/>
          <p:cNvSpPr/>
          <p:nvPr/>
        </p:nvSpPr>
        <p:spPr>
          <a:xfrm>
            <a:off x="714233" y="4005778"/>
            <a:ext cx="4731224" cy="1089529"/>
          </a:xfrm>
          <a:prstGeom prst="rect">
            <a:avLst/>
          </a:prstGeom>
        </p:spPr>
        <p:txBody>
          <a:bodyPr wrap="square">
            <a:spAutoFit/>
          </a:bodyPr>
          <a:lstStyle/>
          <a:p>
            <a:pPr indent="457200">
              <a:lnSpc>
                <a:spcPct val="120000"/>
              </a:lnSpc>
            </a:pPr>
            <a:r>
              <a:rPr lang="zh-CN" altLang="en-US" dirty="0" smtClean="0">
                <a:latin typeface="微软雅黑" panose="020B0503020204020204" charset="-122"/>
                <a:ea typeface="微软雅黑" panose="020B0503020204020204" charset="-122"/>
              </a:rPr>
              <a:t>在图书馆信息管理系统中，可对“读者”对象、“图书”对象等的状态变化作出状态图，如图</a:t>
            </a:r>
            <a:r>
              <a:rPr lang="en-US" altLang="zh-CN" dirty="0" smtClean="0">
                <a:latin typeface="微软雅黑" panose="020B0503020204020204" charset="-122"/>
                <a:ea typeface="微软雅黑" panose="020B0503020204020204" charset="-122"/>
              </a:rPr>
              <a:t>7-17</a:t>
            </a:r>
            <a:r>
              <a:rPr lang="zh-CN" altLang="en-US" dirty="0" smtClean="0">
                <a:latin typeface="微软雅黑" panose="020B0503020204020204" charset="-122"/>
                <a:ea typeface="微软雅黑" panose="020B0503020204020204" charset="-122"/>
              </a:rPr>
              <a:t>所示。</a:t>
            </a:r>
          </a:p>
        </p:txBody>
      </p:sp>
    </p:spTree>
    <p:custDataLst>
      <p:tags r:id="rId1"/>
    </p:custDataLst>
  </p:cSld>
  <p:clrMapOvr>
    <a:masterClrMapping/>
  </p:clrMapOvr>
  <p:transition>
    <p:pull dir="u"/>
  </p:transition>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7.5.1 </a:t>
            </a:r>
            <a:r>
              <a:rPr lang="zh-CN" altLang="en-US" sz="2400" dirty="0" smtClean="0">
                <a:solidFill>
                  <a:schemeClr val="tx1"/>
                </a:solidFill>
              </a:rPr>
              <a:t>面向对象分析实例</a:t>
            </a:r>
            <a:r>
              <a:rPr lang="en-US" sz="2400" dirty="0" smtClean="0">
                <a:solidFill>
                  <a:schemeClr val="tx1"/>
                </a:solidFill>
              </a:rPr>
              <a:t> </a:t>
            </a:r>
          </a:p>
        </p:txBody>
      </p:sp>
      <p:grpSp>
        <p:nvGrpSpPr>
          <p:cNvPr id="6" name="组合 5"/>
          <p:cNvGrpSpPr/>
          <p:nvPr/>
        </p:nvGrpSpPr>
        <p:grpSpPr>
          <a:xfrm>
            <a:off x="0" y="2029460"/>
            <a:ext cx="11313795" cy="3953510"/>
            <a:chOff x="0" y="3196"/>
            <a:chExt cx="17817" cy="6226"/>
          </a:xfrm>
        </p:grpSpPr>
        <p:grpSp>
          <p:nvGrpSpPr>
            <p:cNvPr id="7" name="组合 6"/>
            <p:cNvGrpSpPr/>
            <p:nvPr/>
          </p:nvGrpSpPr>
          <p:grpSpPr>
            <a:xfrm>
              <a:off x="0" y="3196"/>
              <a:ext cx="8467" cy="1530"/>
              <a:chOff x="1" y="2565401"/>
              <a:chExt cx="5376660" cy="971723"/>
            </a:xfrm>
          </p:grpSpPr>
          <p:sp>
            <p:nvSpPr>
              <p:cNvPr id="8" name="MH_SubTitle_1"/>
              <p:cNvSpPr/>
              <p:nvPr>
                <p:custDataLst>
                  <p:tags r:id="rId3"/>
                </p:custDataLst>
              </p:nvPr>
            </p:nvSpPr>
            <p:spPr>
              <a:xfrm>
                <a:off x="1501808" y="2688613"/>
                <a:ext cx="3874853" cy="73165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活动图</a:t>
                </a:r>
              </a:p>
            </p:txBody>
          </p:sp>
          <p:sp>
            <p:nvSpPr>
              <p:cNvPr id="9" name="MH_Other_1"/>
              <p:cNvSpPr/>
              <p:nvPr>
                <p:custDataLst>
                  <p:tags r:id="rId4"/>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a:solidFill>
                      <a:srgbClr val="FFFFFF"/>
                    </a:solidFill>
                    <a:latin typeface="Impact" panose="020B0806030902050204" pitchFamily="34" charset="0"/>
                    <a:ea typeface="微软雅黑" panose="020B0503020204020204" charset="-122"/>
                  </a:rPr>
                  <a:t>0</a:t>
                </a:r>
                <a:r>
                  <a:rPr lang="en-US" sz="3200">
                    <a:solidFill>
                      <a:srgbClr val="FFFFFF"/>
                    </a:solidFill>
                    <a:latin typeface="Impact" panose="020B0806030902050204" pitchFamily="34" charset="0"/>
                    <a:ea typeface="微软雅黑" panose="020B0503020204020204" charset="-122"/>
                  </a:rPr>
                  <a:t>3</a:t>
                </a:r>
              </a:p>
            </p:txBody>
          </p:sp>
          <p:sp>
            <p:nvSpPr>
              <p:cNvPr id="11" name="MH_Other_2"/>
              <p:cNvSpPr/>
              <p:nvPr>
                <p:custDataLst>
                  <p:tags r:id="rId5"/>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2"/>
              </p:custDataLst>
            </p:nvPr>
          </p:nvSpPr>
          <p:spPr>
            <a:xfrm>
              <a:off x="8814" y="3647"/>
              <a:ext cx="9003" cy="577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在图书馆信息管理系统中，可对借书、还书、采购这些活动画出活动图。</a:t>
              </a:r>
            </a:p>
            <a:p>
              <a:pPr indent="457200">
                <a:lnSpc>
                  <a:spcPct val="120000"/>
                </a:lnSpc>
              </a:pPr>
              <a:r>
                <a:rPr dirty="0" smtClean="0">
                  <a:solidFill>
                    <a:schemeClr val="tx1"/>
                  </a:solidFill>
                  <a:latin typeface="微软雅黑" panose="020B0503020204020204" charset="-122"/>
                  <a:ea typeface="微软雅黑" panose="020B0503020204020204" charset="-122"/>
                </a:rPr>
                <a:t>活动图类似于流程图，箭头表示通过系统的流，菱形表示判定分支，活动图中增加了额外的细节，有些是用例图中不能直接描述的。</a:t>
              </a:r>
            </a:p>
            <a:p>
              <a:pPr indent="457200">
                <a:lnSpc>
                  <a:spcPct val="120000"/>
                </a:lnSpc>
              </a:pPr>
              <a:r>
                <a:rPr dirty="0" smtClean="0">
                  <a:solidFill>
                    <a:schemeClr val="tx1"/>
                  </a:solidFill>
                  <a:latin typeface="微软雅黑" panose="020B0503020204020204" charset="-122"/>
                  <a:ea typeface="微软雅黑" panose="020B0503020204020204" charset="-122"/>
                </a:rPr>
                <a:t>泳道图是活动图的变形，可以让建模人员表示用例所描述的活动流，同时指示哪个参与者或分析类对所描述的活动负责。职责用纵向分割的并列条形部分表示，就像游泳池中的泳道。</a:t>
              </a:r>
            </a:p>
            <a:p>
              <a:pPr indent="457200">
                <a:lnSpc>
                  <a:spcPct val="120000"/>
                </a:lnSpc>
              </a:pPr>
              <a:r>
                <a:rPr dirty="0" smtClean="0">
                  <a:solidFill>
                    <a:schemeClr val="tx1"/>
                  </a:solidFill>
                  <a:latin typeface="微软雅黑" panose="020B0503020204020204" charset="-122"/>
                  <a:ea typeface="微软雅黑" panose="020B0503020204020204" charset="-122"/>
                </a:rPr>
                <a:t>图7-21中有两个泳道，说明借书用例所涉及的角色有两个：读者和图书馆工作人员。</a:t>
              </a:r>
            </a:p>
          </p:txBody>
        </p:sp>
      </p:grpSp>
      <p:pic>
        <p:nvPicPr>
          <p:cNvPr id="10" name="图片 9" descr="爱谁谁所所所所所所所.png"/>
          <p:cNvPicPr>
            <a:picLocks noChangeAspect="1"/>
          </p:cNvPicPr>
          <p:nvPr/>
        </p:nvPicPr>
        <p:blipFill>
          <a:blip r:embed="rId8" cstate="print"/>
          <a:stretch>
            <a:fillRect/>
          </a:stretch>
        </p:blipFill>
        <p:spPr>
          <a:xfrm>
            <a:off x="832513" y="3295818"/>
            <a:ext cx="3860213" cy="2675076"/>
          </a:xfrm>
          <a:prstGeom prst="rect">
            <a:avLst/>
          </a:prstGeom>
        </p:spPr>
      </p:pic>
    </p:spTree>
    <p:custDataLst>
      <p:tags r:id="rId1"/>
    </p:custDataLst>
  </p:cSld>
  <p:clrMapOvr>
    <a:masterClrMapping/>
  </p:clrMapOvr>
  <p:transition>
    <p:pull dir="u"/>
  </p:transition>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7.5.1 </a:t>
            </a:r>
            <a:r>
              <a:rPr lang="zh-CN" altLang="en-US" sz="2400" dirty="0" smtClean="0">
                <a:solidFill>
                  <a:schemeClr val="tx1"/>
                </a:solidFill>
              </a:rPr>
              <a:t>面向对象分析实例</a:t>
            </a:r>
            <a:r>
              <a:rPr lang="en-US" sz="2400" dirty="0" smtClean="0">
                <a:solidFill>
                  <a:schemeClr val="tx1"/>
                </a:solidFill>
              </a:rPr>
              <a:t> </a:t>
            </a:r>
          </a:p>
        </p:txBody>
      </p:sp>
      <p:cxnSp>
        <p:nvCxnSpPr>
          <p:cNvPr id="3" name="直接连接符 2"/>
          <p:cNvCxnSpPr/>
          <p:nvPr/>
        </p:nvCxnSpPr>
        <p:spPr>
          <a:xfrm>
            <a:off x="5671564" y="2087245"/>
            <a:ext cx="0" cy="3222625"/>
          </a:xfrm>
          <a:prstGeom prst="line">
            <a:avLst/>
          </a:prstGeom>
          <a:ln w="38100">
            <a:prstDash val="dashDot"/>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809625" y="2917190"/>
            <a:ext cx="4551045" cy="2148840"/>
          </a:xfrm>
          <a:prstGeom prst="rect">
            <a:avLst/>
          </a:prstGeom>
          <a:noFill/>
        </p:spPr>
        <p:txBody>
          <a:bodyPr wrap="square" rtlCol="0" anchor="t">
            <a:spAutoFit/>
          </a:bodyPr>
          <a:lstStyle/>
          <a:p>
            <a:pPr fontAlgn="auto">
              <a:lnSpc>
                <a:spcPct val="150000"/>
              </a:lnSpc>
            </a:pPr>
            <a:r>
              <a:rPr lang="en-US" dirty="0" smtClean="0">
                <a:latin typeface="微软雅黑" panose="020B0503020204020204" charset="-122"/>
                <a:ea typeface="微软雅黑" panose="020B0503020204020204" charset="-122"/>
              </a:rPr>
              <a:t>       </a:t>
            </a:r>
            <a:r>
              <a:rPr dirty="0" smtClean="0">
                <a:latin typeface="微软雅黑" panose="020B0503020204020204" charset="-122"/>
                <a:ea typeface="微软雅黑" panose="020B0503020204020204" charset="-122"/>
              </a:rPr>
              <a:t>借书工作流从读者“借书请求”活动开始，这个活动将读者编号和图书编号传递给图书馆工作人员，由图书馆工作人员检查“读者”类，看该“读者编号”是否存在，如果不存在则提示“读者无效”。</a:t>
            </a:r>
          </a:p>
        </p:txBody>
      </p:sp>
      <p:sp>
        <p:nvSpPr>
          <p:cNvPr id="225359" name="Rectangle 79"/>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25281" name="组合 9063"/>
          <p:cNvGrpSpPr>
            <a:grpSpLocks/>
          </p:cNvGrpSpPr>
          <p:nvPr/>
        </p:nvGrpSpPr>
        <p:grpSpPr bwMode="auto">
          <a:xfrm>
            <a:off x="5868538" y="245658"/>
            <a:ext cx="6114197" cy="6134669"/>
            <a:chOff x="1967" y="2182"/>
            <a:chExt cx="7515" cy="10420"/>
          </a:xfrm>
        </p:grpSpPr>
        <p:sp>
          <p:nvSpPr>
            <p:cNvPr id="225358" name="Text Box 7020"/>
            <p:cNvSpPr txBox="1">
              <a:spLocks noChangeArrowheads="1"/>
            </p:cNvSpPr>
            <p:nvPr/>
          </p:nvSpPr>
          <p:spPr bwMode="auto">
            <a:xfrm>
              <a:off x="2430" y="9700"/>
              <a:ext cx="420" cy="269"/>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预订</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25357" name="Oval 7021"/>
            <p:cNvSpPr>
              <a:spLocks noChangeArrowheads="1"/>
            </p:cNvSpPr>
            <p:nvPr/>
          </p:nvSpPr>
          <p:spPr bwMode="auto">
            <a:xfrm>
              <a:off x="2795" y="2806"/>
              <a:ext cx="142" cy="142"/>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56" name="Line 7022"/>
            <p:cNvSpPr>
              <a:spLocks noChangeShapeType="1"/>
            </p:cNvSpPr>
            <p:nvPr/>
          </p:nvSpPr>
          <p:spPr bwMode="auto">
            <a:xfrm>
              <a:off x="2867" y="2929"/>
              <a:ext cx="0" cy="468"/>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55" name="Line 7026"/>
            <p:cNvSpPr>
              <a:spLocks noChangeShapeType="1"/>
            </p:cNvSpPr>
            <p:nvPr/>
          </p:nvSpPr>
          <p:spPr bwMode="auto">
            <a:xfrm>
              <a:off x="3587" y="3631"/>
              <a:ext cx="1980"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54" name="Line 7030"/>
            <p:cNvSpPr>
              <a:spLocks noChangeShapeType="1"/>
            </p:cNvSpPr>
            <p:nvPr/>
          </p:nvSpPr>
          <p:spPr bwMode="auto">
            <a:xfrm>
              <a:off x="6287" y="3865"/>
              <a:ext cx="0" cy="38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53" name="AutoShape 7031"/>
            <p:cNvSpPr>
              <a:spLocks noChangeArrowheads="1"/>
            </p:cNvSpPr>
            <p:nvPr/>
          </p:nvSpPr>
          <p:spPr bwMode="auto">
            <a:xfrm>
              <a:off x="6144" y="4246"/>
              <a:ext cx="283" cy="283"/>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52" name="Line 7032"/>
            <p:cNvSpPr>
              <a:spLocks noChangeShapeType="1"/>
            </p:cNvSpPr>
            <p:nvPr/>
          </p:nvSpPr>
          <p:spPr bwMode="auto">
            <a:xfrm flipH="1">
              <a:off x="3587" y="4390"/>
              <a:ext cx="2557" cy="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51" name="Text Box 7033"/>
            <p:cNvSpPr txBox="1">
              <a:spLocks noChangeArrowheads="1"/>
            </p:cNvSpPr>
            <p:nvPr/>
          </p:nvSpPr>
          <p:spPr bwMode="auto">
            <a:xfrm>
              <a:off x="4299" y="4463"/>
              <a:ext cx="1225" cy="64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读者无效</a:t>
              </a:r>
              <a:r>
                <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借书超限</a:t>
              </a:r>
              <a:endParaRPr kumimoji="0" lang="zh-CN" altLang="en-US"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25350" name="Line 7034"/>
            <p:cNvSpPr>
              <a:spLocks noChangeShapeType="1"/>
            </p:cNvSpPr>
            <p:nvPr/>
          </p:nvSpPr>
          <p:spPr bwMode="auto">
            <a:xfrm>
              <a:off x="6287" y="4529"/>
              <a:ext cx="1" cy="27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49" name="Line 7038"/>
            <p:cNvSpPr>
              <a:spLocks noChangeShapeType="1"/>
            </p:cNvSpPr>
            <p:nvPr/>
          </p:nvSpPr>
          <p:spPr bwMode="auto">
            <a:xfrm>
              <a:off x="6287" y="5270"/>
              <a:ext cx="0" cy="32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48" name="AutoShape 7039"/>
            <p:cNvSpPr>
              <a:spLocks noChangeArrowheads="1"/>
            </p:cNvSpPr>
            <p:nvPr/>
          </p:nvSpPr>
          <p:spPr bwMode="auto">
            <a:xfrm>
              <a:off x="6144" y="5590"/>
              <a:ext cx="283" cy="283"/>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47" name="Line 7040"/>
            <p:cNvSpPr>
              <a:spLocks noChangeShapeType="1"/>
            </p:cNvSpPr>
            <p:nvPr/>
          </p:nvSpPr>
          <p:spPr bwMode="auto">
            <a:xfrm flipH="1">
              <a:off x="3587" y="5731"/>
              <a:ext cx="2557" cy="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46" name="Text Box 7047"/>
            <p:cNvSpPr txBox="1">
              <a:spLocks noChangeArrowheads="1"/>
            </p:cNvSpPr>
            <p:nvPr/>
          </p:nvSpPr>
          <p:spPr bwMode="auto">
            <a:xfrm>
              <a:off x="4288" y="5808"/>
              <a:ext cx="1067" cy="38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图书无效</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25345" name="Line 7051"/>
            <p:cNvSpPr>
              <a:spLocks noChangeShapeType="1"/>
            </p:cNvSpPr>
            <p:nvPr/>
          </p:nvSpPr>
          <p:spPr bwMode="auto">
            <a:xfrm>
              <a:off x="6284" y="5873"/>
              <a:ext cx="1" cy="33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44" name="Line 7052"/>
            <p:cNvSpPr>
              <a:spLocks noChangeShapeType="1"/>
            </p:cNvSpPr>
            <p:nvPr/>
          </p:nvSpPr>
          <p:spPr bwMode="auto">
            <a:xfrm>
              <a:off x="6288" y="6673"/>
              <a:ext cx="0" cy="333"/>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43" name="AutoShape 7053"/>
            <p:cNvSpPr>
              <a:spLocks noChangeArrowheads="1"/>
            </p:cNvSpPr>
            <p:nvPr/>
          </p:nvSpPr>
          <p:spPr bwMode="auto">
            <a:xfrm>
              <a:off x="6144" y="7006"/>
              <a:ext cx="283" cy="283"/>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42" name="Line 7054"/>
            <p:cNvSpPr>
              <a:spLocks noChangeShapeType="1"/>
            </p:cNvSpPr>
            <p:nvPr/>
          </p:nvSpPr>
          <p:spPr bwMode="auto">
            <a:xfrm flipH="1">
              <a:off x="2867" y="7145"/>
              <a:ext cx="3277"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41" name="Text Box 7055"/>
            <p:cNvSpPr txBox="1">
              <a:spLocks noChangeArrowheads="1"/>
            </p:cNvSpPr>
            <p:nvPr/>
          </p:nvSpPr>
          <p:spPr bwMode="auto">
            <a:xfrm>
              <a:off x="4137" y="7231"/>
              <a:ext cx="1201" cy="56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图书不在库</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25340" name="Line 7056"/>
            <p:cNvSpPr>
              <a:spLocks noChangeShapeType="1"/>
            </p:cNvSpPr>
            <p:nvPr/>
          </p:nvSpPr>
          <p:spPr bwMode="auto">
            <a:xfrm>
              <a:off x="6287" y="7297"/>
              <a:ext cx="1" cy="313"/>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39" name="Line 7060"/>
            <p:cNvSpPr>
              <a:spLocks noChangeShapeType="1"/>
            </p:cNvSpPr>
            <p:nvPr/>
          </p:nvSpPr>
          <p:spPr bwMode="auto">
            <a:xfrm>
              <a:off x="6287" y="8087"/>
              <a:ext cx="1" cy="313"/>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38" name="AutoShape 7061"/>
            <p:cNvSpPr>
              <a:spLocks noChangeArrowheads="1"/>
            </p:cNvSpPr>
            <p:nvPr/>
          </p:nvSpPr>
          <p:spPr bwMode="auto">
            <a:xfrm>
              <a:off x="6144" y="8395"/>
              <a:ext cx="283" cy="283"/>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37" name="Line 7065"/>
            <p:cNvSpPr>
              <a:spLocks noChangeShapeType="1"/>
            </p:cNvSpPr>
            <p:nvPr/>
          </p:nvSpPr>
          <p:spPr bwMode="auto">
            <a:xfrm>
              <a:off x="6288" y="8674"/>
              <a:ext cx="0" cy="34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36" name="Line 7066"/>
            <p:cNvSpPr>
              <a:spLocks noChangeShapeType="1"/>
            </p:cNvSpPr>
            <p:nvPr/>
          </p:nvSpPr>
          <p:spPr bwMode="auto">
            <a:xfrm>
              <a:off x="6287" y="9481"/>
              <a:ext cx="1" cy="31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35" name="Line 7070"/>
            <p:cNvSpPr>
              <a:spLocks noChangeShapeType="1"/>
            </p:cNvSpPr>
            <p:nvPr/>
          </p:nvSpPr>
          <p:spPr bwMode="auto">
            <a:xfrm flipH="1">
              <a:off x="5195" y="10062"/>
              <a:ext cx="360" cy="467"/>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34" name="Line 7071"/>
            <p:cNvSpPr>
              <a:spLocks noChangeShapeType="1"/>
            </p:cNvSpPr>
            <p:nvPr/>
          </p:nvSpPr>
          <p:spPr bwMode="auto">
            <a:xfrm>
              <a:off x="2870" y="8221"/>
              <a:ext cx="1" cy="321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33" name="Text Box 7072"/>
            <p:cNvSpPr txBox="1">
              <a:spLocks noChangeArrowheads="1"/>
            </p:cNvSpPr>
            <p:nvPr/>
          </p:nvSpPr>
          <p:spPr bwMode="auto">
            <a:xfrm>
              <a:off x="2915" y="2275"/>
              <a:ext cx="406" cy="23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读者</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25332" name="Text Box 7073"/>
            <p:cNvSpPr txBox="1">
              <a:spLocks noChangeArrowheads="1"/>
            </p:cNvSpPr>
            <p:nvPr/>
          </p:nvSpPr>
          <p:spPr bwMode="auto">
            <a:xfrm>
              <a:off x="5847" y="2182"/>
              <a:ext cx="1739" cy="3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图书馆工作人员</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25331" name="Line 7074"/>
            <p:cNvSpPr>
              <a:spLocks noChangeShapeType="1"/>
            </p:cNvSpPr>
            <p:nvPr/>
          </p:nvSpPr>
          <p:spPr bwMode="auto">
            <a:xfrm>
              <a:off x="6422" y="8535"/>
              <a:ext cx="1621" cy="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30" name="Text Box 7075"/>
            <p:cNvSpPr txBox="1">
              <a:spLocks noChangeArrowheads="1"/>
            </p:cNvSpPr>
            <p:nvPr/>
          </p:nvSpPr>
          <p:spPr bwMode="auto">
            <a:xfrm>
              <a:off x="6913" y="8258"/>
              <a:ext cx="858" cy="34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有预订</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25329" name="Line 7079"/>
            <p:cNvSpPr>
              <a:spLocks noChangeShapeType="1"/>
            </p:cNvSpPr>
            <p:nvPr/>
          </p:nvSpPr>
          <p:spPr bwMode="auto">
            <a:xfrm flipH="1">
              <a:off x="8767" y="8773"/>
              <a:ext cx="2" cy="3669"/>
            </a:xfrm>
            <a:prstGeom prst="line">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28" name="Text Box 7080"/>
            <p:cNvSpPr txBox="1">
              <a:spLocks noChangeArrowheads="1"/>
            </p:cNvSpPr>
            <p:nvPr/>
          </p:nvSpPr>
          <p:spPr bwMode="auto">
            <a:xfrm>
              <a:off x="4601" y="10529"/>
              <a:ext cx="1258" cy="555"/>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借还书记录</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25327" name="Line 7081"/>
            <p:cNvSpPr>
              <a:spLocks noChangeShapeType="1"/>
            </p:cNvSpPr>
            <p:nvPr/>
          </p:nvSpPr>
          <p:spPr bwMode="auto">
            <a:xfrm flipV="1">
              <a:off x="7007" y="9254"/>
              <a:ext cx="900" cy="1"/>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26" name="Text Box 7082"/>
            <p:cNvSpPr txBox="1">
              <a:spLocks noChangeArrowheads="1"/>
            </p:cNvSpPr>
            <p:nvPr/>
          </p:nvSpPr>
          <p:spPr bwMode="auto">
            <a:xfrm>
              <a:off x="7904" y="9053"/>
              <a:ext cx="618" cy="397"/>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图书</a:t>
              </a:r>
              <a:endParaRPr kumimoji="0" lang="zh-CN"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25325" name="Line 7083"/>
            <p:cNvSpPr>
              <a:spLocks noChangeShapeType="1"/>
            </p:cNvSpPr>
            <p:nvPr/>
          </p:nvSpPr>
          <p:spPr bwMode="auto">
            <a:xfrm>
              <a:off x="2870" y="11435"/>
              <a:ext cx="1657"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24" name="Text Box 7087"/>
            <p:cNvSpPr txBox="1">
              <a:spLocks noChangeArrowheads="1"/>
            </p:cNvSpPr>
            <p:nvPr/>
          </p:nvSpPr>
          <p:spPr bwMode="auto">
            <a:xfrm>
              <a:off x="4699" y="12080"/>
              <a:ext cx="992" cy="450"/>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预订记录</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25323" name="Line 7088"/>
            <p:cNvSpPr>
              <a:spLocks noChangeShapeType="1"/>
            </p:cNvSpPr>
            <p:nvPr/>
          </p:nvSpPr>
          <p:spPr bwMode="auto">
            <a:xfrm>
              <a:off x="7007" y="10025"/>
              <a:ext cx="1441"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22" name="Line 7089"/>
            <p:cNvSpPr>
              <a:spLocks noChangeShapeType="1"/>
            </p:cNvSpPr>
            <p:nvPr/>
          </p:nvSpPr>
          <p:spPr bwMode="auto">
            <a:xfrm>
              <a:off x="8448" y="10025"/>
              <a:ext cx="0" cy="224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21" name="Line 7090"/>
            <p:cNvSpPr>
              <a:spLocks noChangeShapeType="1"/>
            </p:cNvSpPr>
            <p:nvPr/>
          </p:nvSpPr>
          <p:spPr bwMode="auto">
            <a:xfrm flipH="1" flipV="1">
              <a:off x="5617" y="12266"/>
              <a:ext cx="2831"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20" name="Line 7091"/>
            <p:cNvSpPr>
              <a:spLocks noChangeShapeType="1"/>
            </p:cNvSpPr>
            <p:nvPr/>
          </p:nvSpPr>
          <p:spPr bwMode="auto">
            <a:xfrm>
              <a:off x="5159" y="11665"/>
              <a:ext cx="1" cy="467"/>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19" name="Text Box 7093"/>
            <p:cNvSpPr txBox="1">
              <a:spLocks noChangeArrowheads="1"/>
            </p:cNvSpPr>
            <p:nvPr/>
          </p:nvSpPr>
          <p:spPr bwMode="auto">
            <a:xfrm>
              <a:off x="5506" y="2579"/>
              <a:ext cx="583" cy="43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读者</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25318" name="Line 7094"/>
            <p:cNvSpPr>
              <a:spLocks noChangeShapeType="1"/>
            </p:cNvSpPr>
            <p:nvPr/>
          </p:nvSpPr>
          <p:spPr bwMode="auto">
            <a:xfrm flipH="1">
              <a:off x="6501" y="2932"/>
              <a:ext cx="720" cy="468"/>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17" name="Line 7095"/>
            <p:cNvSpPr>
              <a:spLocks noChangeShapeType="1"/>
            </p:cNvSpPr>
            <p:nvPr/>
          </p:nvSpPr>
          <p:spPr bwMode="auto">
            <a:xfrm>
              <a:off x="5808" y="2979"/>
              <a:ext cx="273" cy="421"/>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16" name="Line 7096"/>
            <p:cNvSpPr>
              <a:spLocks noChangeShapeType="1"/>
            </p:cNvSpPr>
            <p:nvPr/>
          </p:nvSpPr>
          <p:spPr bwMode="auto">
            <a:xfrm flipH="1">
              <a:off x="3947" y="2305"/>
              <a:ext cx="1" cy="10297"/>
            </a:xfrm>
            <a:prstGeom prst="line">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15" name="Line 7097"/>
            <p:cNvSpPr>
              <a:spLocks noChangeShapeType="1"/>
            </p:cNvSpPr>
            <p:nvPr/>
          </p:nvSpPr>
          <p:spPr bwMode="auto">
            <a:xfrm>
              <a:off x="2867" y="7147"/>
              <a:ext cx="1" cy="31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14" name="AutoShape 7098"/>
            <p:cNvSpPr>
              <a:spLocks noChangeArrowheads="1"/>
            </p:cNvSpPr>
            <p:nvPr/>
          </p:nvSpPr>
          <p:spPr bwMode="auto">
            <a:xfrm>
              <a:off x="1967" y="7453"/>
              <a:ext cx="1801" cy="780"/>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预订吗？</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25313" name="Line 7099"/>
            <p:cNvSpPr>
              <a:spLocks noChangeShapeType="1"/>
            </p:cNvSpPr>
            <p:nvPr/>
          </p:nvSpPr>
          <p:spPr bwMode="auto">
            <a:xfrm flipH="1" flipV="1">
              <a:off x="5617" y="12413"/>
              <a:ext cx="3152" cy="0"/>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grpSp>
          <p:nvGrpSpPr>
            <p:cNvPr id="225310" name="组合 9110"/>
            <p:cNvGrpSpPr>
              <a:grpSpLocks/>
            </p:cNvGrpSpPr>
            <p:nvPr/>
          </p:nvGrpSpPr>
          <p:grpSpPr bwMode="auto">
            <a:xfrm>
              <a:off x="2144" y="3397"/>
              <a:ext cx="1440" cy="477"/>
              <a:chOff x="2144" y="3397"/>
              <a:chExt cx="1440" cy="477"/>
            </a:xfrm>
          </p:grpSpPr>
          <p:sp>
            <p:nvSpPr>
              <p:cNvPr id="225312" name="Oval 7024"/>
              <p:cNvSpPr>
                <a:spLocks noChangeArrowheads="1"/>
              </p:cNvSpPr>
              <p:nvPr/>
            </p:nvSpPr>
            <p:spPr bwMode="auto">
              <a:xfrm>
                <a:off x="2144" y="3397"/>
                <a:ext cx="1440" cy="46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11" name="Text Box 7025"/>
              <p:cNvSpPr txBox="1">
                <a:spLocks noChangeArrowheads="1"/>
              </p:cNvSpPr>
              <p:nvPr/>
            </p:nvSpPr>
            <p:spPr bwMode="auto">
              <a:xfrm>
                <a:off x="2492" y="3499"/>
                <a:ext cx="1018" cy="3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借书请求</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grpSp>
          <p:nvGrpSpPr>
            <p:cNvPr id="225307" name="组合 9113"/>
            <p:cNvGrpSpPr>
              <a:grpSpLocks/>
            </p:cNvGrpSpPr>
            <p:nvPr/>
          </p:nvGrpSpPr>
          <p:grpSpPr bwMode="auto">
            <a:xfrm>
              <a:off x="2144" y="4033"/>
              <a:ext cx="1467" cy="838"/>
              <a:chOff x="2144" y="4204"/>
              <a:chExt cx="1467" cy="838"/>
            </a:xfrm>
          </p:grpSpPr>
          <p:sp>
            <p:nvSpPr>
              <p:cNvPr id="225309" name="Oval 7042"/>
              <p:cNvSpPr>
                <a:spLocks noChangeArrowheads="1"/>
              </p:cNvSpPr>
              <p:nvPr/>
            </p:nvSpPr>
            <p:spPr bwMode="auto">
              <a:xfrm>
                <a:off x="2144" y="4204"/>
                <a:ext cx="1440" cy="83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08" name="Text Box 7043"/>
              <p:cNvSpPr txBox="1">
                <a:spLocks noChangeArrowheads="1"/>
              </p:cNvSpPr>
              <p:nvPr/>
            </p:nvSpPr>
            <p:spPr bwMode="auto">
              <a:xfrm>
                <a:off x="2459" y="4270"/>
                <a:ext cx="1152" cy="58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读者无效</a:t>
                </a:r>
                <a:r>
                  <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t>
                </a:r>
                <a:endParaRPr kumimoji="0" lang="en-US" alt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借书超限</a:t>
                </a:r>
                <a:endParaRPr kumimoji="0" lang="zh-CN" altLang="en-US"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grpSp>
          <p:nvGrpSpPr>
            <p:cNvPr id="225304" name="组合 9116"/>
            <p:cNvGrpSpPr>
              <a:grpSpLocks/>
            </p:cNvGrpSpPr>
            <p:nvPr/>
          </p:nvGrpSpPr>
          <p:grpSpPr bwMode="auto">
            <a:xfrm>
              <a:off x="5567" y="3397"/>
              <a:ext cx="1499" cy="593"/>
              <a:chOff x="5567" y="3397"/>
              <a:chExt cx="1499" cy="593"/>
            </a:xfrm>
          </p:grpSpPr>
          <p:sp>
            <p:nvSpPr>
              <p:cNvPr id="225306" name="Oval 7028"/>
              <p:cNvSpPr>
                <a:spLocks noChangeArrowheads="1"/>
              </p:cNvSpPr>
              <p:nvPr/>
            </p:nvSpPr>
            <p:spPr bwMode="auto">
              <a:xfrm>
                <a:off x="5567" y="3397"/>
                <a:ext cx="1483" cy="59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05" name="Text Box 7029"/>
              <p:cNvSpPr txBox="1">
                <a:spLocks noChangeArrowheads="1"/>
              </p:cNvSpPr>
              <p:nvPr/>
            </p:nvSpPr>
            <p:spPr bwMode="auto">
              <a:xfrm>
                <a:off x="5674" y="3502"/>
                <a:ext cx="1392" cy="41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检查读者有效</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sp>
          <p:nvSpPr>
            <p:cNvPr id="225303" name="Text Box 7093"/>
            <p:cNvSpPr txBox="1">
              <a:spLocks noChangeArrowheads="1"/>
            </p:cNvSpPr>
            <p:nvPr/>
          </p:nvSpPr>
          <p:spPr bwMode="auto">
            <a:xfrm>
              <a:off x="6611" y="2579"/>
              <a:ext cx="1244" cy="43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借还书记录</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nvGrpSpPr>
            <p:cNvPr id="225300" name="组合 9120"/>
            <p:cNvGrpSpPr>
              <a:grpSpLocks/>
            </p:cNvGrpSpPr>
            <p:nvPr/>
          </p:nvGrpSpPr>
          <p:grpSpPr bwMode="auto">
            <a:xfrm>
              <a:off x="5567" y="4801"/>
              <a:ext cx="1440" cy="557"/>
              <a:chOff x="5567" y="4801"/>
              <a:chExt cx="1440" cy="557"/>
            </a:xfrm>
          </p:grpSpPr>
          <p:sp>
            <p:nvSpPr>
              <p:cNvPr id="225302" name="Oval 7036"/>
              <p:cNvSpPr>
                <a:spLocks noChangeArrowheads="1"/>
              </p:cNvSpPr>
              <p:nvPr/>
            </p:nvSpPr>
            <p:spPr bwMode="auto">
              <a:xfrm>
                <a:off x="5567" y="4801"/>
                <a:ext cx="1440" cy="5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01" name="Text Box 7037"/>
              <p:cNvSpPr txBox="1">
                <a:spLocks noChangeArrowheads="1"/>
              </p:cNvSpPr>
              <p:nvPr/>
            </p:nvSpPr>
            <p:spPr bwMode="auto">
              <a:xfrm>
                <a:off x="5616" y="4906"/>
                <a:ext cx="1317" cy="38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检查图书有效</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sp>
          <p:nvSpPr>
            <p:cNvPr id="225299" name="Oval 7045"/>
            <p:cNvSpPr>
              <a:spLocks noChangeArrowheads="1"/>
            </p:cNvSpPr>
            <p:nvPr/>
          </p:nvSpPr>
          <p:spPr bwMode="auto">
            <a:xfrm>
              <a:off x="2144" y="5499"/>
              <a:ext cx="1440" cy="554"/>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298" name="Text Box 7046"/>
            <p:cNvSpPr txBox="1">
              <a:spLocks noChangeArrowheads="1"/>
            </p:cNvSpPr>
            <p:nvPr/>
          </p:nvSpPr>
          <p:spPr bwMode="auto">
            <a:xfrm>
              <a:off x="2370" y="5579"/>
              <a:ext cx="1073" cy="42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图书无效</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nvGrpSpPr>
            <p:cNvPr id="225295" name="组合 9125"/>
            <p:cNvGrpSpPr>
              <a:grpSpLocks/>
            </p:cNvGrpSpPr>
            <p:nvPr/>
          </p:nvGrpSpPr>
          <p:grpSpPr bwMode="auto">
            <a:xfrm>
              <a:off x="5388" y="6030"/>
              <a:ext cx="1799" cy="811"/>
              <a:chOff x="5388" y="6030"/>
              <a:chExt cx="1799" cy="811"/>
            </a:xfrm>
          </p:grpSpPr>
          <p:sp>
            <p:nvSpPr>
              <p:cNvPr id="225297" name="Oval 7049"/>
              <p:cNvSpPr>
                <a:spLocks noChangeArrowheads="1"/>
              </p:cNvSpPr>
              <p:nvPr/>
            </p:nvSpPr>
            <p:spPr bwMode="auto">
              <a:xfrm>
                <a:off x="5388" y="6030"/>
                <a:ext cx="1799" cy="811"/>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296" name="Text Box 7050"/>
              <p:cNvSpPr txBox="1">
                <a:spLocks noChangeArrowheads="1"/>
              </p:cNvSpPr>
              <p:nvPr/>
            </p:nvSpPr>
            <p:spPr bwMode="auto">
              <a:xfrm>
                <a:off x="5501" y="6124"/>
                <a:ext cx="1502" cy="25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检查图书</a:t>
                </a:r>
                <a:endPar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是否在库</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grpSp>
          <p:nvGrpSpPr>
            <p:cNvPr id="225292" name="组合 9128"/>
            <p:cNvGrpSpPr>
              <a:grpSpLocks/>
            </p:cNvGrpSpPr>
            <p:nvPr/>
          </p:nvGrpSpPr>
          <p:grpSpPr bwMode="auto">
            <a:xfrm>
              <a:off x="5388" y="7467"/>
              <a:ext cx="1799" cy="765"/>
              <a:chOff x="5388" y="7467"/>
              <a:chExt cx="1799" cy="765"/>
            </a:xfrm>
          </p:grpSpPr>
          <p:sp>
            <p:nvSpPr>
              <p:cNvPr id="225294" name="Oval 7058"/>
              <p:cNvSpPr>
                <a:spLocks noChangeArrowheads="1"/>
              </p:cNvSpPr>
              <p:nvPr/>
            </p:nvSpPr>
            <p:spPr bwMode="auto">
              <a:xfrm>
                <a:off x="5388" y="7467"/>
                <a:ext cx="1799" cy="765"/>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293" name="Text Box 7059"/>
              <p:cNvSpPr txBox="1">
                <a:spLocks noChangeArrowheads="1"/>
              </p:cNvSpPr>
              <p:nvPr/>
            </p:nvSpPr>
            <p:spPr bwMode="auto">
              <a:xfrm>
                <a:off x="5519" y="7514"/>
                <a:ext cx="1478" cy="38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检查读者</a:t>
                </a:r>
                <a:endPar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是否预订</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grpSp>
          <p:nvGrpSpPr>
            <p:cNvPr id="225289" name="组合 9131"/>
            <p:cNvGrpSpPr>
              <a:grpSpLocks/>
            </p:cNvGrpSpPr>
            <p:nvPr/>
          </p:nvGrpSpPr>
          <p:grpSpPr bwMode="auto">
            <a:xfrm>
              <a:off x="8043" y="8186"/>
              <a:ext cx="1439" cy="719"/>
              <a:chOff x="8043" y="8186"/>
              <a:chExt cx="1439" cy="719"/>
            </a:xfrm>
          </p:grpSpPr>
          <p:sp>
            <p:nvSpPr>
              <p:cNvPr id="225291" name="Oval 7077"/>
              <p:cNvSpPr>
                <a:spLocks noChangeArrowheads="1"/>
              </p:cNvSpPr>
              <p:nvPr/>
            </p:nvSpPr>
            <p:spPr bwMode="auto">
              <a:xfrm>
                <a:off x="8043" y="8186"/>
                <a:ext cx="1439" cy="719"/>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290" name="Text Box 7078"/>
              <p:cNvSpPr txBox="1">
                <a:spLocks noChangeArrowheads="1"/>
              </p:cNvSpPr>
              <p:nvPr/>
            </p:nvSpPr>
            <p:spPr bwMode="auto">
              <a:xfrm>
                <a:off x="8126" y="8377"/>
                <a:ext cx="1322" cy="4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删除预订记录</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sp>
          <p:nvSpPr>
            <p:cNvPr id="225288" name="Oval 7063"/>
            <p:cNvSpPr>
              <a:spLocks noChangeArrowheads="1"/>
            </p:cNvSpPr>
            <p:nvPr/>
          </p:nvSpPr>
          <p:spPr bwMode="auto">
            <a:xfrm>
              <a:off x="5567" y="8928"/>
              <a:ext cx="1440" cy="672"/>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287" name="Text Box 7064"/>
            <p:cNvSpPr txBox="1">
              <a:spLocks noChangeArrowheads="1"/>
            </p:cNvSpPr>
            <p:nvPr/>
          </p:nvSpPr>
          <p:spPr bwMode="auto">
            <a:xfrm>
              <a:off x="5725" y="9019"/>
              <a:ext cx="1156" cy="27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修改图书</a:t>
              </a:r>
              <a:endPar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数量</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25286" name="Oval 7068"/>
            <p:cNvSpPr>
              <a:spLocks noChangeArrowheads="1"/>
            </p:cNvSpPr>
            <p:nvPr/>
          </p:nvSpPr>
          <p:spPr bwMode="auto">
            <a:xfrm>
              <a:off x="5562" y="9793"/>
              <a:ext cx="1440" cy="781"/>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285" name="Text Box 7069"/>
            <p:cNvSpPr txBox="1">
              <a:spLocks noChangeArrowheads="1"/>
            </p:cNvSpPr>
            <p:nvPr/>
          </p:nvSpPr>
          <p:spPr bwMode="auto">
            <a:xfrm>
              <a:off x="5703" y="9892"/>
              <a:ext cx="1175" cy="26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建立借书</a:t>
              </a:r>
              <a:endPar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记录</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nvGrpSpPr>
            <p:cNvPr id="225282" name="组合 9138"/>
            <p:cNvGrpSpPr>
              <a:grpSpLocks/>
            </p:cNvGrpSpPr>
            <p:nvPr/>
          </p:nvGrpSpPr>
          <p:grpSpPr bwMode="auto">
            <a:xfrm>
              <a:off x="4527" y="11197"/>
              <a:ext cx="1261" cy="582"/>
              <a:chOff x="4527" y="11197"/>
              <a:chExt cx="1261" cy="582"/>
            </a:xfrm>
          </p:grpSpPr>
          <p:sp>
            <p:nvSpPr>
              <p:cNvPr id="225284" name="Oval 7085"/>
              <p:cNvSpPr>
                <a:spLocks noChangeArrowheads="1"/>
              </p:cNvSpPr>
              <p:nvPr/>
            </p:nvSpPr>
            <p:spPr bwMode="auto">
              <a:xfrm>
                <a:off x="4527" y="11197"/>
                <a:ext cx="1261" cy="582"/>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283" name="Text Box 7086"/>
              <p:cNvSpPr txBox="1">
                <a:spLocks noChangeArrowheads="1"/>
              </p:cNvSpPr>
              <p:nvPr/>
            </p:nvSpPr>
            <p:spPr bwMode="auto">
              <a:xfrm>
                <a:off x="4718" y="11312"/>
                <a:ext cx="939" cy="35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预借处理</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grpSp>
    </p:spTree>
    <p:custDataLst>
      <p:tags r:id="rId1"/>
    </p:custDataLst>
  </p:cSld>
  <p:clrMapOvr>
    <a:masterClrMapping/>
  </p:clrMapOvr>
  <p:transition>
    <p:pull dir="u"/>
  </p:transition>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7.5.1 </a:t>
            </a:r>
            <a:r>
              <a:rPr lang="zh-CN" altLang="en-US" sz="2400" dirty="0" smtClean="0">
                <a:solidFill>
                  <a:schemeClr val="tx1"/>
                </a:solidFill>
              </a:rPr>
              <a:t>面向对象分析实例</a:t>
            </a:r>
            <a:r>
              <a:rPr lang="en-US" sz="2400" dirty="0" smtClean="0">
                <a:solidFill>
                  <a:schemeClr val="tx1"/>
                </a:solidFill>
              </a:rPr>
              <a:t> </a:t>
            </a:r>
          </a:p>
        </p:txBody>
      </p:sp>
      <p:cxnSp>
        <p:nvCxnSpPr>
          <p:cNvPr id="3" name="直接连接符 2"/>
          <p:cNvCxnSpPr/>
          <p:nvPr/>
        </p:nvCxnSpPr>
        <p:spPr>
          <a:xfrm>
            <a:off x="5562380" y="2073597"/>
            <a:ext cx="2540" cy="3985260"/>
          </a:xfrm>
          <a:prstGeom prst="line">
            <a:avLst/>
          </a:prstGeom>
          <a:ln w="38100">
            <a:prstDash val="dashDot"/>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436728" y="2416772"/>
            <a:ext cx="4858603" cy="3093154"/>
          </a:xfrm>
          <a:prstGeom prst="rect">
            <a:avLst/>
          </a:prstGeom>
          <a:noFill/>
        </p:spPr>
        <p:txBody>
          <a:bodyPr wrap="square" rtlCol="0" anchor="t">
            <a:spAutoFit/>
          </a:bodyPr>
          <a:lstStyle/>
          <a:p>
            <a:pPr fontAlgn="auto">
              <a:lnSpc>
                <a:spcPct val="150000"/>
              </a:lnSpc>
            </a:pPr>
            <a:r>
              <a:rPr lang="en-US" dirty="0" smtClean="0">
                <a:latin typeface="微软雅黑" panose="020B0503020204020204" charset="-122"/>
                <a:ea typeface="微软雅黑" panose="020B0503020204020204" charset="-122"/>
              </a:rPr>
              <a:t>       </a:t>
            </a:r>
            <a:r>
              <a:rPr sz="1600" dirty="0" smtClean="0">
                <a:latin typeface="微软雅黑" panose="020B0503020204020204" charset="-122"/>
                <a:ea typeface="微软雅黑" panose="020B0503020204020204" charset="-122"/>
              </a:rPr>
              <a:t>然后检查读者的借书数量是否已经超出限制，如果读者编号有效，并且借书数量没有超限，则检查图书是否在库，如果欲借图书已经都被借出，则提示“图书已经被借出，是否预订”，当读者确认预订后，转去执行“预订处理”。如果库中有欲借的图书，则首先检查“预订记录”，如果该读者已经预订了此书，则删除预订记录，否则修改此书在库数量，创建“借书记录”，结束借书过程。</a:t>
            </a:r>
          </a:p>
        </p:txBody>
      </p:sp>
      <p:grpSp>
        <p:nvGrpSpPr>
          <p:cNvPr id="6" name="组合 9063"/>
          <p:cNvGrpSpPr>
            <a:grpSpLocks/>
          </p:cNvGrpSpPr>
          <p:nvPr/>
        </p:nvGrpSpPr>
        <p:grpSpPr bwMode="auto">
          <a:xfrm>
            <a:off x="5868538" y="245658"/>
            <a:ext cx="6114197" cy="6134669"/>
            <a:chOff x="1967" y="2182"/>
            <a:chExt cx="7515" cy="10420"/>
          </a:xfrm>
        </p:grpSpPr>
        <p:sp>
          <p:nvSpPr>
            <p:cNvPr id="7" name="Text Box 7020"/>
            <p:cNvSpPr txBox="1">
              <a:spLocks noChangeArrowheads="1"/>
            </p:cNvSpPr>
            <p:nvPr/>
          </p:nvSpPr>
          <p:spPr bwMode="auto">
            <a:xfrm>
              <a:off x="2430" y="9700"/>
              <a:ext cx="420" cy="269"/>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预订</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8" name="Oval 7021"/>
            <p:cNvSpPr>
              <a:spLocks noChangeArrowheads="1"/>
            </p:cNvSpPr>
            <p:nvPr/>
          </p:nvSpPr>
          <p:spPr bwMode="auto">
            <a:xfrm>
              <a:off x="2795" y="2806"/>
              <a:ext cx="142" cy="142"/>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9" name="Line 7022"/>
            <p:cNvSpPr>
              <a:spLocks noChangeShapeType="1"/>
            </p:cNvSpPr>
            <p:nvPr/>
          </p:nvSpPr>
          <p:spPr bwMode="auto">
            <a:xfrm>
              <a:off x="2867" y="2929"/>
              <a:ext cx="0" cy="468"/>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0" name="Line 7026"/>
            <p:cNvSpPr>
              <a:spLocks noChangeShapeType="1"/>
            </p:cNvSpPr>
            <p:nvPr/>
          </p:nvSpPr>
          <p:spPr bwMode="auto">
            <a:xfrm>
              <a:off x="3587" y="3631"/>
              <a:ext cx="1980"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1" name="Line 7030"/>
            <p:cNvSpPr>
              <a:spLocks noChangeShapeType="1"/>
            </p:cNvSpPr>
            <p:nvPr/>
          </p:nvSpPr>
          <p:spPr bwMode="auto">
            <a:xfrm>
              <a:off x="6287" y="3865"/>
              <a:ext cx="0" cy="38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2" name="AutoShape 7031"/>
            <p:cNvSpPr>
              <a:spLocks noChangeArrowheads="1"/>
            </p:cNvSpPr>
            <p:nvPr/>
          </p:nvSpPr>
          <p:spPr bwMode="auto">
            <a:xfrm>
              <a:off x="6144" y="4246"/>
              <a:ext cx="283" cy="283"/>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13" name="Line 7032"/>
            <p:cNvSpPr>
              <a:spLocks noChangeShapeType="1"/>
            </p:cNvSpPr>
            <p:nvPr/>
          </p:nvSpPr>
          <p:spPr bwMode="auto">
            <a:xfrm flipH="1">
              <a:off x="3587" y="4390"/>
              <a:ext cx="2557" cy="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4" name="Text Box 7033"/>
            <p:cNvSpPr txBox="1">
              <a:spLocks noChangeArrowheads="1"/>
            </p:cNvSpPr>
            <p:nvPr/>
          </p:nvSpPr>
          <p:spPr bwMode="auto">
            <a:xfrm>
              <a:off x="4299" y="4463"/>
              <a:ext cx="1225" cy="64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读者无效</a:t>
              </a:r>
              <a:r>
                <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借书超限</a:t>
              </a:r>
              <a:endParaRPr kumimoji="0" lang="zh-CN" altLang="en-US"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15" name="Line 7034"/>
            <p:cNvSpPr>
              <a:spLocks noChangeShapeType="1"/>
            </p:cNvSpPr>
            <p:nvPr/>
          </p:nvSpPr>
          <p:spPr bwMode="auto">
            <a:xfrm>
              <a:off x="6287" y="4529"/>
              <a:ext cx="1" cy="27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6" name="Line 7038"/>
            <p:cNvSpPr>
              <a:spLocks noChangeShapeType="1"/>
            </p:cNvSpPr>
            <p:nvPr/>
          </p:nvSpPr>
          <p:spPr bwMode="auto">
            <a:xfrm>
              <a:off x="6287" y="5270"/>
              <a:ext cx="0" cy="32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7" name="AutoShape 7039"/>
            <p:cNvSpPr>
              <a:spLocks noChangeArrowheads="1"/>
            </p:cNvSpPr>
            <p:nvPr/>
          </p:nvSpPr>
          <p:spPr bwMode="auto">
            <a:xfrm>
              <a:off x="6144" y="5590"/>
              <a:ext cx="283" cy="283"/>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18" name="Line 7040"/>
            <p:cNvSpPr>
              <a:spLocks noChangeShapeType="1"/>
            </p:cNvSpPr>
            <p:nvPr/>
          </p:nvSpPr>
          <p:spPr bwMode="auto">
            <a:xfrm flipH="1">
              <a:off x="3587" y="5731"/>
              <a:ext cx="2557" cy="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9" name="Text Box 7047"/>
            <p:cNvSpPr txBox="1">
              <a:spLocks noChangeArrowheads="1"/>
            </p:cNvSpPr>
            <p:nvPr/>
          </p:nvSpPr>
          <p:spPr bwMode="auto">
            <a:xfrm>
              <a:off x="4288" y="5808"/>
              <a:ext cx="1067" cy="38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图书无效</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0" name="Line 7051"/>
            <p:cNvSpPr>
              <a:spLocks noChangeShapeType="1"/>
            </p:cNvSpPr>
            <p:nvPr/>
          </p:nvSpPr>
          <p:spPr bwMode="auto">
            <a:xfrm>
              <a:off x="6284" y="5873"/>
              <a:ext cx="1" cy="33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1" name="Line 7052"/>
            <p:cNvSpPr>
              <a:spLocks noChangeShapeType="1"/>
            </p:cNvSpPr>
            <p:nvPr/>
          </p:nvSpPr>
          <p:spPr bwMode="auto">
            <a:xfrm>
              <a:off x="6288" y="6673"/>
              <a:ext cx="0" cy="333"/>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 name="AutoShape 7053"/>
            <p:cNvSpPr>
              <a:spLocks noChangeArrowheads="1"/>
            </p:cNvSpPr>
            <p:nvPr/>
          </p:nvSpPr>
          <p:spPr bwMode="auto">
            <a:xfrm>
              <a:off x="6144" y="7006"/>
              <a:ext cx="283" cy="283"/>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3" name="Line 7054"/>
            <p:cNvSpPr>
              <a:spLocks noChangeShapeType="1"/>
            </p:cNvSpPr>
            <p:nvPr/>
          </p:nvSpPr>
          <p:spPr bwMode="auto">
            <a:xfrm flipH="1">
              <a:off x="2867" y="7145"/>
              <a:ext cx="3277"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4" name="Text Box 7055"/>
            <p:cNvSpPr txBox="1">
              <a:spLocks noChangeArrowheads="1"/>
            </p:cNvSpPr>
            <p:nvPr/>
          </p:nvSpPr>
          <p:spPr bwMode="auto">
            <a:xfrm>
              <a:off x="4137" y="7231"/>
              <a:ext cx="1201" cy="56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图书不在库</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5" name="Line 7056"/>
            <p:cNvSpPr>
              <a:spLocks noChangeShapeType="1"/>
            </p:cNvSpPr>
            <p:nvPr/>
          </p:nvSpPr>
          <p:spPr bwMode="auto">
            <a:xfrm>
              <a:off x="6287" y="7297"/>
              <a:ext cx="1" cy="313"/>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6" name="Line 7060"/>
            <p:cNvSpPr>
              <a:spLocks noChangeShapeType="1"/>
            </p:cNvSpPr>
            <p:nvPr/>
          </p:nvSpPr>
          <p:spPr bwMode="auto">
            <a:xfrm>
              <a:off x="6287" y="8087"/>
              <a:ext cx="1" cy="313"/>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7" name="AutoShape 7061"/>
            <p:cNvSpPr>
              <a:spLocks noChangeArrowheads="1"/>
            </p:cNvSpPr>
            <p:nvPr/>
          </p:nvSpPr>
          <p:spPr bwMode="auto">
            <a:xfrm>
              <a:off x="6144" y="8395"/>
              <a:ext cx="283" cy="283"/>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8" name="Line 7065"/>
            <p:cNvSpPr>
              <a:spLocks noChangeShapeType="1"/>
            </p:cNvSpPr>
            <p:nvPr/>
          </p:nvSpPr>
          <p:spPr bwMode="auto">
            <a:xfrm>
              <a:off x="6288" y="8674"/>
              <a:ext cx="0" cy="34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30" name="Line 7066"/>
            <p:cNvSpPr>
              <a:spLocks noChangeShapeType="1"/>
            </p:cNvSpPr>
            <p:nvPr/>
          </p:nvSpPr>
          <p:spPr bwMode="auto">
            <a:xfrm>
              <a:off x="6287" y="9481"/>
              <a:ext cx="1" cy="31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31" name="Line 7070"/>
            <p:cNvSpPr>
              <a:spLocks noChangeShapeType="1"/>
            </p:cNvSpPr>
            <p:nvPr/>
          </p:nvSpPr>
          <p:spPr bwMode="auto">
            <a:xfrm flipH="1">
              <a:off x="5195" y="10062"/>
              <a:ext cx="360" cy="467"/>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32" name="Line 7071"/>
            <p:cNvSpPr>
              <a:spLocks noChangeShapeType="1"/>
            </p:cNvSpPr>
            <p:nvPr/>
          </p:nvSpPr>
          <p:spPr bwMode="auto">
            <a:xfrm>
              <a:off x="2870" y="8221"/>
              <a:ext cx="1" cy="321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33" name="Text Box 7072"/>
            <p:cNvSpPr txBox="1">
              <a:spLocks noChangeArrowheads="1"/>
            </p:cNvSpPr>
            <p:nvPr/>
          </p:nvSpPr>
          <p:spPr bwMode="auto">
            <a:xfrm>
              <a:off x="2915" y="2275"/>
              <a:ext cx="406" cy="23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读者</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34" name="Text Box 7073"/>
            <p:cNvSpPr txBox="1">
              <a:spLocks noChangeArrowheads="1"/>
            </p:cNvSpPr>
            <p:nvPr/>
          </p:nvSpPr>
          <p:spPr bwMode="auto">
            <a:xfrm>
              <a:off x="5847" y="2182"/>
              <a:ext cx="1739" cy="3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图书馆工作人员</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35" name="Line 7074"/>
            <p:cNvSpPr>
              <a:spLocks noChangeShapeType="1"/>
            </p:cNvSpPr>
            <p:nvPr/>
          </p:nvSpPr>
          <p:spPr bwMode="auto">
            <a:xfrm>
              <a:off x="6422" y="8535"/>
              <a:ext cx="1621" cy="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36" name="Text Box 7075"/>
            <p:cNvSpPr txBox="1">
              <a:spLocks noChangeArrowheads="1"/>
            </p:cNvSpPr>
            <p:nvPr/>
          </p:nvSpPr>
          <p:spPr bwMode="auto">
            <a:xfrm>
              <a:off x="6913" y="8258"/>
              <a:ext cx="858" cy="34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有预订</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37" name="Line 7079"/>
            <p:cNvSpPr>
              <a:spLocks noChangeShapeType="1"/>
            </p:cNvSpPr>
            <p:nvPr/>
          </p:nvSpPr>
          <p:spPr bwMode="auto">
            <a:xfrm flipH="1">
              <a:off x="8767" y="8773"/>
              <a:ext cx="2" cy="3669"/>
            </a:xfrm>
            <a:prstGeom prst="line">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38" name="Text Box 7080"/>
            <p:cNvSpPr txBox="1">
              <a:spLocks noChangeArrowheads="1"/>
            </p:cNvSpPr>
            <p:nvPr/>
          </p:nvSpPr>
          <p:spPr bwMode="auto">
            <a:xfrm>
              <a:off x="4601" y="10529"/>
              <a:ext cx="1258" cy="555"/>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借还书记录</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39" name="Line 7081"/>
            <p:cNvSpPr>
              <a:spLocks noChangeShapeType="1"/>
            </p:cNvSpPr>
            <p:nvPr/>
          </p:nvSpPr>
          <p:spPr bwMode="auto">
            <a:xfrm flipV="1">
              <a:off x="7007" y="9254"/>
              <a:ext cx="900" cy="1"/>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40" name="Text Box 7082"/>
            <p:cNvSpPr txBox="1">
              <a:spLocks noChangeArrowheads="1"/>
            </p:cNvSpPr>
            <p:nvPr/>
          </p:nvSpPr>
          <p:spPr bwMode="auto">
            <a:xfrm>
              <a:off x="7904" y="9053"/>
              <a:ext cx="618" cy="397"/>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图书</a:t>
              </a:r>
              <a:endParaRPr kumimoji="0" lang="zh-CN"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1" name="Line 7083"/>
            <p:cNvSpPr>
              <a:spLocks noChangeShapeType="1"/>
            </p:cNvSpPr>
            <p:nvPr/>
          </p:nvSpPr>
          <p:spPr bwMode="auto">
            <a:xfrm>
              <a:off x="2870" y="11435"/>
              <a:ext cx="1657"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42" name="Text Box 7087"/>
            <p:cNvSpPr txBox="1">
              <a:spLocks noChangeArrowheads="1"/>
            </p:cNvSpPr>
            <p:nvPr/>
          </p:nvSpPr>
          <p:spPr bwMode="auto">
            <a:xfrm>
              <a:off x="4699" y="12080"/>
              <a:ext cx="992" cy="450"/>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预订记录</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43" name="Line 7088"/>
            <p:cNvSpPr>
              <a:spLocks noChangeShapeType="1"/>
            </p:cNvSpPr>
            <p:nvPr/>
          </p:nvSpPr>
          <p:spPr bwMode="auto">
            <a:xfrm>
              <a:off x="7007" y="10025"/>
              <a:ext cx="1441"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4" name="Line 7089"/>
            <p:cNvSpPr>
              <a:spLocks noChangeShapeType="1"/>
            </p:cNvSpPr>
            <p:nvPr/>
          </p:nvSpPr>
          <p:spPr bwMode="auto">
            <a:xfrm>
              <a:off x="8448" y="10025"/>
              <a:ext cx="0" cy="224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5" name="Line 7090"/>
            <p:cNvSpPr>
              <a:spLocks noChangeShapeType="1"/>
            </p:cNvSpPr>
            <p:nvPr/>
          </p:nvSpPr>
          <p:spPr bwMode="auto">
            <a:xfrm flipH="1" flipV="1">
              <a:off x="5617" y="12266"/>
              <a:ext cx="2831"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46" name="Line 7091"/>
            <p:cNvSpPr>
              <a:spLocks noChangeShapeType="1"/>
            </p:cNvSpPr>
            <p:nvPr/>
          </p:nvSpPr>
          <p:spPr bwMode="auto">
            <a:xfrm>
              <a:off x="5159" y="11665"/>
              <a:ext cx="1" cy="467"/>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47" name="Text Box 7093"/>
            <p:cNvSpPr txBox="1">
              <a:spLocks noChangeArrowheads="1"/>
            </p:cNvSpPr>
            <p:nvPr/>
          </p:nvSpPr>
          <p:spPr bwMode="auto">
            <a:xfrm>
              <a:off x="5506" y="2579"/>
              <a:ext cx="583" cy="43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读者</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48" name="Line 7094"/>
            <p:cNvSpPr>
              <a:spLocks noChangeShapeType="1"/>
            </p:cNvSpPr>
            <p:nvPr/>
          </p:nvSpPr>
          <p:spPr bwMode="auto">
            <a:xfrm flipH="1">
              <a:off x="6501" y="2932"/>
              <a:ext cx="720" cy="468"/>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49" name="Line 7095"/>
            <p:cNvSpPr>
              <a:spLocks noChangeShapeType="1"/>
            </p:cNvSpPr>
            <p:nvPr/>
          </p:nvSpPr>
          <p:spPr bwMode="auto">
            <a:xfrm>
              <a:off x="5808" y="2979"/>
              <a:ext cx="273" cy="421"/>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50" name="Line 7096"/>
            <p:cNvSpPr>
              <a:spLocks noChangeShapeType="1"/>
            </p:cNvSpPr>
            <p:nvPr/>
          </p:nvSpPr>
          <p:spPr bwMode="auto">
            <a:xfrm flipH="1">
              <a:off x="3947" y="2305"/>
              <a:ext cx="1" cy="10297"/>
            </a:xfrm>
            <a:prstGeom prst="line">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51" name="Line 7097"/>
            <p:cNvSpPr>
              <a:spLocks noChangeShapeType="1"/>
            </p:cNvSpPr>
            <p:nvPr/>
          </p:nvSpPr>
          <p:spPr bwMode="auto">
            <a:xfrm>
              <a:off x="2867" y="7147"/>
              <a:ext cx="1" cy="31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52" name="AutoShape 7098"/>
            <p:cNvSpPr>
              <a:spLocks noChangeArrowheads="1"/>
            </p:cNvSpPr>
            <p:nvPr/>
          </p:nvSpPr>
          <p:spPr bwMode="auto">
            <a:xfrm>
              <a:off x="1967" y="7453"/>
              <a:ext cx="1801" cy="780"/>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预订吗？</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53" name="Line 7099"/>
            <p:cNvSpPr>
              <a:spLocks noChangeShapeType="1"/>
            </p:cNvSpPr>
            <p:nvPr/>
          </p:nvSpPr>
          <p:spPr bwMode="auto">
            <a:xfrm flipH="1" flipV="1">
              <a:off x="5617" y="12413"/>
              <a:ext cx="3152" cy="0"/>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grpSp>
          <p:nvGrpSpPr>
            <p:cNvPr id="54" name="组合 9110"/>
            <p:cNvGrpSpPr>
              <a:grpSpLocks/>
            </p:cNvGrpSpPr>
            <p:nvPr/>
          </p:nvGrpSpPr>
          <p:grpSpPr bwMode="auto">
            <a:xfrm>
              <a:off x="2144" y="3397"/>
              <a:ext cx="1440" cy="477"/>
              <a:chOff x="2144" y="3397"/>
              <a:chExt cx="1440" cy="477"/>
            </a:xfrm>
          </p:grpSpPr>
          <p:sp>
            <p:nvSpPr>
              <p:cNvPr id="83" name="Oval 7024"/>
              <p:cNvSpPr>
                <a:spLocks noChangeArrowheads="1"/>
              </p:cNvSpPr>
              <p:nvPr/>
            </p:nvSpPr>
            <p:spPr bwMode="auto">
              <a:xfrm>
                <a:off x="2144" y="3397"/>
                <a:ext cx="1440" cy="46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84" name="Text Box 7025"/>
              <p:cNvSpPr txBox="1">
                <a:spLocks noChangeArrowheads="1"/>
              </p:cNvSpPr>
              <p:nvPr/>
            </p:nvSpPr>
            <p:spPr bwMode="auto">
              <a:xfrm>
                <a:off x="2492" y="3499"/>
                <a:ext cx="1018" cy="3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借书请求</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grpSp>
          <p:nvGrpSpPr>
            <p:cNvPr id="55" name="组合 9113"/>
            <p:cNvGrpSpPr>
              <a:grpSpLocks/>
            </p:cNvGrpSpPr>
            <p:nvPr/>
          </p:nvGrpSpPr>
          <p:grpSpPr bwMode="auto">
            <a:xfrm>
              <a:off x="2144" y="4033"/>
              <a:ext cx="1467" cy="838"/>
              <a:chOff x="2144" y="4204"/>
              <a:chExt cx="1467" cy="838"/>
            </a:xfrm>
          </p:grpSpPr>
          <p:sp>
            <p:nvSpPr>
              <p:cNvPr id="81" name="Oval 7042"/>
              <p:cNvSpPr>
                <a:spLocks noChangeArrowheads="1"/>
              </p:cNvSpPr>
              <p:nvPr/>
            </p:nvSpPr>
            <p:spPr bwMode="auto">
              <a:xfrm>
                <a:off x="2144" y="4204"/>
                <a:ext cx="1440" cy="83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82" name="Text Box 7043"/>
              <p:cNvSpPr txBox="1">
                <a:spLocks noChangeArrowheads="1"/>
              </p:cNvSpPr>
              <p:nvPr/>
            </p:nvSpPr>
            <p:spPr bwMode="auto">
              <a:xfrm>
                <a:off x="2459" y="4270"/>
                <a:ext cx="1152" cy="58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读者无效</a:t>
                </a:r>
                <a:r>
                  <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t>
                </a:r>
                <a:endParaRPr kumimoji="0" lang="en-US" alt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借书超限</a:t>
                </a:r>
                <a:endParaRPr kumimoji="0" lang="zh-CN" altLang="en-US"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grpSp>
          <p:nvGrpSpPr>
            <p:cNvPr id="56" name="组合 9116"/>
            <p:cNvGrpSpPr>
              <a:grpSpLocks/>
            </p:cNvGrpSpPr>
            <p:nvPr/>
          </p:nvGrpSpPr>
          <p:grpSpPr bwMode="auto">
            <a:xfrm>
              <a:off x="5567" y="3397"/>
              <a:ext cx="1499" cy="593"/>
              <a:chOff x="5567" y="3397"/>
              <a:chExt cx="1499" cy="593"/>
            </a:xfrm>
          </p:grpSpPr>
          <p:sp>
            <p:nvSpPr>
              <p:cNvPr id="79" name="Oval 7028"/>
              <p:cNvSpPr>
                <a:spLocks noChangeArrowheads="1"/>
              </p:cNvSpPr>
              <p:nvPr/>
            </p:nvSpPr>
            <p:spPr bwMode="auto">
              <a:xfrm>
                <a:off x="5567" y="3397"/>
                <a:ext cx="1483" cy="59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80" name="Text Box 7029"/>
              <p:cNvSpPr txBox="1">
                <a:spLocks noChangeArrowheads="1"/>
              </p:cNvSpPr>
              <p:nvPr/>
            </p:nvSpPr>
            <p:spPr bwMode="auto">
              <a:xfrm>
                <a:off x="5674" y="3502"/>
                <a:ext cx="1392" cy="41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检查读者有效</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sp>
          <p:nvSpPr>
            <p:cNvPr id="57" name="Text Box 7093"/>
            <p:cNvSpPr txBox="1">
              <a:spLocks noChangeArrowheads="1"/>
            </p:cNvSpPr>
            <p:nvPr/>
          </p:nvSpPr>
          <p:spPr bwMode="auto">
            <a:xfrm>
              <a:off x="6611" y="2579"/>
              <a:ext cx="1244" cy="43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借还书记录</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nvGrpSpPr>
            <p:cNvPr id="58" name="组合 9120"/>
            <p:cNvGrpSpPr>
              <a:grpSpLocks/>
            </p:cNvGrpSpPr>
            <p:nvPr/>
          </p:nvGrpSpPr>
          <p:grpSpPr bwMode="auto">
            <a:xfrm>
              <a:off x="5567" y="4801"/>
              <a:ext cx="1440" cy="557"/>
              <a:chOff x="5567" y="4801"/>
              <a:chExt cx="1440" cy="557"/>
            </a:xfrm>
          </p:grpSpPr>
          <p:sp>
            <p:nvSpPr>
              <p:cNvPr id="77" name="Oval 7036"/>
              <p:cNvSpPr>
                <a:spLocks noChangeArrowheads="1"/>
              </p:cNvSpPr>
              <p:nvPr/>
            </p:nvSpPr>
            <p:spPr bwMode="auto">
              <a:xfrm>
                <a:off x="5567" y="4801"/>
                <a:ext cx="1440" cy="5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78" name="Text Box 7037"/>
              <p:cNvSpPr txBox="1">
                <a:spLocks noChangeArrowheads="1"/>
              </p:cNvSpPr>
              <p:nvPr/>
            </p:nvSpPr>
            <p:spPr bwMode="auto">
              <a:xfrm>
                <a:off x="5616" y="4906"/>
                <a:ext cx="1317" cy="38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检查图书有效</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sp>
          <p:nvSpPr>
            <p:cNvPr id="59" name="Oval 7045"/>
            <p:cNvSpPr>
              <a:spLocks noChangeArrowheads="1"/>
            </p:cNvSpPr>
            <p:nvPr/>
          </p:nvSpPr>
          <p:spPr bwMode="auto">
            <a:xfrm>
              <a:off x="2144" y="5499"/>
              <a:ext cx="1440" cy="554"/>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60" name="Text Box 7046"/>
            <p:cNvSpPr txBox="1">
              <a:spLocks noChangeArrowheads="1"/>
            </p:cNvSpPr>
            <p:nvPr/>
          </p:nvSpPr>
          <p:spPr bwMode="auto">
            <a:xfrm>
              <a:off x="2370" y="5579"/>
              <a:ext cx="1073" cy="42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图书无效</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nvGrpSpPr>
            <p:cNvPr id="61" name="组合 9125"/>
            <p:cNvGrpSpPr>
              <a:grpSpLocks/>
            </p:cNvGrpSpPr>
            <p:nvPr/>
          </p:nvGrpSpPr>
          <p:grpSpPr bwMode="auto">
            <a:xfrm>
              <a:off x="5388" y="6030"/>
              <a:ext cx="1799" cy="811"/>
              <a:chOff x="5388" y="6030"/>
              <a:chExt cx="1799" cy="811"/>
            </a:xfrm>
          </p:grpSpPr>
          <p:sp>
            <p:nvSpPr>
              <p:cNvPr id="75" name="Oval 7049"/>
              <p:cNvSpPr>
                <a:spLocks noChangeArrowheads="1"/>
              </p:cNvSpPr>
              <p:nvPr/>
            </p:nvSpPr>
            <p:spPr bwMode="auto">
              <a:xfrm>
                <a:off x="5388" y="6030"/>
                <a:ext cx="1799" cy="811"/>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76" name="Text Box 7050"/>
              <p:cNvSpPr txBox="1">
                <a:spLocks noChangeArrowheads="1"/>
              </p:cNvSpPr>
              <p:nvPr/>
            </p:nvSpPr>
            <p:spPr bwMode="auto">
              <a:xfrm>
                <a:off x="5501" y="6124"/>
                <a:ext cx="1502" cy="25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检查图书</a:t>
                </a:r>
                <a:endPar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是否在库</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grpSp>
          <p:nvGrpSpPr>
            <p:cNvPr id="62" name="组合 9128"/>
            <p:cNvGrpSpPr>
              <a:grpSpLocks/>
            </p:cNvGrpSpPr>
            <p:nvPr/>
          </p:nvGrpSpPr>
          <p:grpSpPr bwMode="auto">
            <a:xfrm>
              <a:off x="5388" y="7467"/>
              <a:ext cx="1799" cy="765"/>
              <a:chOff x="5388" y="7467"/>
              <a:chExt cx="1799" cy="765"/>
            </a:xfrm>
          </p:grpSpPr>
          <p:sp>
            <p:nvSpPr>
              <p:cNvPr id="73" name="Oval 7058"/>
              <p:cNvSpPr>
                <a:spLocks noChangeArrowheads="1"/>
              </p:cNvSpPr>
              <p:nvPr/>
            </p:nvSpPr>
            <p:spPr bwMode="auto">
              <a:xfrm>
                <a:off x="5388" y="7467"/>
                <a:ext cx="1799" cy="765"/>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74" name="Text Box 7059"/>
              <p:cNvSpPr txBox="1">
                <a:spLocks noChangeArrowheads="1"/>
              </p:cNvSpPr>
              <p:nvPr/>
            </p:nvSpPr>
            <p:spPr bwMode="auto">
              <a:xfrm>
                <a:off x="5519" y="7514"/>
                <a:ext cx="1478" cy="38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检查读者</a:t>
                </a:r>
                <a:endPar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是否预订</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grpSp>
          <p:nvGrpSpPr>
            <p:cNvPr id="63" name="组合 9131"/>
            <p:cNvGrpSpPr>
              <a:grpSpLocks/>
            </p:cNvGrpSpPr>
            <p:nvPr/>
          </p:nvGrpSpPr>
          <p:grpSpPr bwMode="auto">
            <a:xfrm>
              <a:off x="8043" y="8186"/>
              <a:ext cx="1439" cy="719"/>
              <a:chOff x="8043" y="8186"/>
              <a:chExt cx="1439" cy="719"/>
            </a:xfrm>
          </p:grpSpPr>
          <p:sp>
            <p:nvSpPr>
              <p:cNvPr id="71" name="Oval 7077"/>
              <p:cNvSpPr>
                <a:spLocks noChangeArrowheads="1"/>
              </p:cNvSpPr>
              <p:nvPr/>
            </p:nvSpPr>
            <p:spPr bwMode="auto">
              <a:xfrm>
                <a:off x="8043" y="8186"/>
                <a:ext cx="1439" cy="719"/>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72" name="Text Box 7078"/>
              <p:cNvSpPr txBox="1">
                <a:spLocks noChangeArrowheads="1"/>
              </p:cNvSpPr>
              <p:nvPr/>
            </p:nvSpPr>
            <p:spPr bwMode="auto">
              <a:xfrm>
                <a:off x="8126" y="8377"/>
                <a:ext cx="1322" cy="4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删除预订记录</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sp>
          <p:nvSpPr>
            <p:cNvPr id="64" name="Oval 7063"/>
            <p:cNvSpPr>
              <a:spLocks noChangeArrowheads="1"/>
            </p:cNvSpPr>
            <p:nvPr/>
          </p:nvSpPr>
          <p:spPr bwMode="auto">
            <a:xfrm>
              <a:off x="5567" y="8928"/>
              <a:ext cx="1440" cy="672"/>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65" name="Text Box 7064"/>
            <p:cNvSpPr txBox="1">
              <a:spLocks noChangeArrowheads="1"/>
            </p:cNvSpPr>
            <p:nvPr/>
          </p:nvSpPr>
          <p:spPr bwMode="auto">
            <a:xfrm>
              <a:off x="5725" y="9019"/>
              <a:ext cx="1156" cy="27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修改图书</a:t>
              </a:r>
              <a:endPar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数量</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66" name="Oval 7068"/>
            <p:cNvSpPr>
              <a:spLocks noChangeArrowheads="1"/>
            </p:cNvSpPr>
            <p:nvPr/>
          </p:nvSpPr>
          <p:spPr bwMode="auto">
            <a:xfrm>
              <a:off x="5562" y="9793"/>
              <a:ext cx="1440" cy="781"/>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67" name="Text Box 7069"/>
            <p:cNvSpPr txBox="1">
              <a:spLocks noChangeArrowheads="1"/>
            </p:cNvSpPr>
            <p:nvPr/>
          </p:nvSpPr>
          <p:spPr bwMode="auto">
            <a:xfrm>
              <a:off x="5703" y="9892"/>
              <a:ext cx="1175" cy="26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建立借书</a:t>
              </a:r>
              <a:endPar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记录</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nvGrpSpPr>
            <p:cNvPr id="68" name="组合 9138"/>
            <p:cNvGrpSpPr>
              <a:grpSpLocks/>
            </p:cNvGrpSpPr>
            <p:nvPr/>
          </p:nvGrpSpPr>
          <p:grpSpPr bwMode="auto">
            <a:xfrm>
              <a:off x="4527" y="11197"/>
              <a:ext cx="1261" cy="582"/>
              <a:chOff x="4527" y="11197"/>
              <a:chExt cx="1261" cy="582"/>
            </a:xfrm>
          </p:grpSpPr>
          <p:sp>
            <p:nvSpPr>
              <p:cNvPr id="69" name="Oval 7085"/>
              <p:cNvSpPr>
                <a:spLocks noChangeArrowheads="1"/>
              </p:cNvSpPr>
              <p:nvPr/>
            </p:nvSpPr>
            <p:spPr bwMode="auto">
              <a:xfrm>
                <a:off x="4527" y="11197"/>
                <a:ext cx="1261" cy="582"/>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70" name="Text Box 7086"/>
              <p:cNvSpPr txBox="1">
                <a:spLocks noChangeArrowheads="1"/>
              </p:cNvSpPr>
              <p:nvPr/>
            </p:nvSpPr>
            <p:spPr bwMode="auto">
              <a:xfrm>
                <a:off x="4718" y="11312"/>
                <a:ext cx="939" cy="35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预借处理</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grpSp>
    </p:spTree>
    <p:custDataLst>
      <p:tags r:id="rId1"/>
    </p:custDataLst>
  </p:cSld>
  <p:clrMapOvr>
    <a:masterClrMapping/>
  </p:clrMapOvr>
  <p:transition>
    <p:pull dir="u"/>
  </p:transition>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7.5.1 </a:t>
            </a:r>
            <a:r>
              <a:rPr lang="zh-CN" altLang="en-US" sz="2400" dirty="0" smtClean="0">
                <a:solidFill>
                  <a:schemeClr val="tx1"/>
                </a:solidFill>
              </a:rPr>
              <a:t>面向对象分析实例</a:t>
            </a:r>
            <a:r>
              <a:rPr lang="en-US" sz="2400" dirty="0" smtClean="0">
                <a:solidFill>
                  <a:schemeClr val="tx1"/>
                </a:solidFill>
              </a:rPr>
              <a:t> </a:t>
            </a:r>
          </a:p>
        </p:txBody>
      </p:sp>
      <p:sp>
        <p:nvSpPr>
          <p:cNvPr id="4" name="文本框 3"/>
          <p:cNvSpPr txBox="1"/>
          <p:nvPr/>
        </p:nvSpPr>
        <p:spPr>
          <a:xfrm>
            <a:off x="836920" y="2466586"/>
            <a:ext cx="4551045" cy="3383280"/>
          </a:xfrm>
          <a:prstGeom prst="rect">
            <a:avLst/>
          </a:prstGeom>
          <a:noFill/>
        </p:spPr>
        <p:txBody>
          <a:bodyPr wrap="square" rtlCol="0" anchor="t">
            <a:spAutoFit/>
          </a:bodyPr>
          <a:lstStyle/>
          <a:p>
            <a:pPr fontAlgn="auto">
              <a:lnSpc>
                <a:spcPct val="150000"/>
              </a:lnSpc>
            </a:pPr>
            <a:r>
              <a:rPr lang="en-US" dirty="0" smtClean="0">
                <a:latin typeface="微软雅黑" panose="020B0503020204020204" charset="-122"/>
                <a:ea typeface="微软雅黑" panose="020B0503020204020204" charset="-122"/>
              </a:rPr>
              <a:t>       </a:t>
            </a:r>
            <a:r>
              <a:rPr dirty="0" smtClean="0">
                <a:latin typeface="微软雅黑" panose="020B0503020204020204" charset="-122"/>
                <a:ea typeface="微软雅黑" panose="020B0503020204020204" charset="-122"/>
              </a:rPr>
              <a:t>用活动图描述多个角色之间的处理非常有效，一张活动图只能有一个开始状态，但可以有多个结束状态。一个活动可以与多个实体对象相关，这里的相关指的是一种访问操作。在上面“借书”活动图中，“检查读者有效”的活动要访问“读者”对象和“借还书记录”对象，检查“读者编号”的有效性和读者借书数量。</a:t>
            </a:r>
          </a:p>
        </p:txBody>
      </p:sp>
      <p:grpSp>
        <p:nvGrpSpPr>
          <p:cNvPr id="6" name="组合 9063"/>
          <p:cNvGrpSpPr>
            <a:grpSpLocks/>
          </p:cNvGrpSpPr>
          <p:nvPr/>
        </p:nvGrpSpPr>
        <p:grpSpPr bwMode="auto">
          <a:xfrm>
            <a:off x="5868538" y="245658"/>
            <a:ext cx="6114197" cy="6134669"/>
            <a:chOff x="1967" y="2182"/>
            <a:chExt cx="7515" cy="10420"/>
          </a:xfrm>
        </p:grpSpPr>
        <p:sp>
          <p:nvSpPr>
            <p:cNvPr id="7" name="Text Box 7020"/>
            <p:cNvSpPr txBox="1">
              <a:spLocks noChangeArrowheads="1"/>
            </p:cNvSpPr>
            <p:nvPr/>
          </p:nvSpPr>
          <p:spPr bwMode="auto">
            <a:xfrm>
              <a:off x="2430" y="9700"/>
              <a:ext cx="420" cy="269"/>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预订</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8" name="Oval 7021"/>
            <p:cNvSpPr>
              <a:spLocks noChangeArrowheads="1"/>
            </p:cNvSpPr>
            <p:nvPr/>
          </p:nvSpPr>
          <p:spPr bwMode="auto">
            <a:xfrm>
              <a:off x="2795" y="2806"/>
              <a:ext cx="142" cy="142"/>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9" name="Line 7022"/>
            <p:cNvSpPr>
              <a:spLocks noChangeShapeType="1"/>
            </p:cNvSpPr>
            <p:nvPr/>
          </p:nvSpPr>
          <p:spPr bwMode="auto">
            <a:xfrm>
              <a:off x="2867" y="2929"/>
              <a:ext cx="0" cy="468"/>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0" name="Line 7026"/>
            <p:cNvSpPr>
              <a:spLocks noChangeShapeType="1"/>
            </p:cNvSpPr>
            <p:nvPr/>
          </p:nvSpPr>
          <p:spPr bwMode="auto">
            <a:xfrm>
              <a:off x="3587" y="3631"/>
              <a:ext cx="1980"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1" name="Line 7030"/>
            <p:cNvSpPr>
              <a:spLocks noChangeShapeType="1"/>
            </p:cNvSpPr>
            <p:nvPr/>
          </p:nvSpPr>
          <p:spPr bwMode="auto">
            <a:xfrm>
              <a:off x="6287" y="3865"/>
              <a:ext cx="0" cy="38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2" name="AutoShape 7031"/>
            <p:cNvSpPr>
              <a:spLocks noChangeArrowheads="1"/>
            </p:cNvSpPr>
            <p:nvPr/>
          </p:nvSpPr>
          <p:spPr bwMode="auto">
            <a:xfrm>
              <a:off x="6144" y="4246"/>
              <a:ext cx="283" cy="283"/>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13" name="Line 7032"/>
            <p:cNvSpPr>
              <a:spLocks noChangeShapeType="1"/>
            </p:cNvSpPr>
            <p:nvPr/>
          </p:nvSpPr>
          <p:spPr bwMode="auto">
            <a:xfrm flipH="1">
              <a:off x="3587" y="4390"/>
              <a:ext cx="2557" cy="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4" name="Text Box 7033"/>
            <p:cNvSpPr txBox="1">
              <a:spLocks noChangeArrowheads="1"/>
            </p:cNvSpPr>
            <p:nvPr/>
          </p:nvSpPr>
          <p:spPr bwMode="auto">
            <a:xfrm>
              <a:off x="4299" y="4463"/>
              <a:ext cx="1225" cy="64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读者无效</a:t>
              </a:r>
              <a:r>
                <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借书超限</a:t>
              </a:r>
              <a:endParaRPr kumimoji="0" lang="zh-CN" altLang="en-US"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15" name="Line 7034"/>
            <p:cNvSpPr>
              <a:spLocks noChangeShapeType="1"/>
            </p:cNvSpPr>
            <p:nvPr/>
          </p:nvSpPr>
          <p:spPr bwMode="auto">
            <a:xfrm>
              <a:off x="6287" y="4529"/>
              <a:ext cx="1" cy="27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6" name="Line 7038"/>
            <p:cNvSpPr>
              <a:spLocks noChangeShapeType="1"/>
            </p:cNvSpPr>
            <p:nvPr/>
          </p:nvSpPr>
          <p:spPr bwMode="auto">
            <a:xfrm>
              <a:off x="6287" y="5270"/>
              <a:ext cx="0" cy="32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7" name="AutoShape 7039"/>
            <p:cNvSpPr>
              <a:spLocks noChangeArrowheads="1"/>
            </p:cNvSpPr>
            <p:nvPr/>
          </p:nvSpPr>
          <p:spPr bwMode="auto">
            <a:xfrm>
              <a:off x="6144" y="5590"/>
              <a:ext cx="283" cy="283"/>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18" name="Line 7040"/>
            <p:cNvSpPr>
              <a:spLocks noChangeShapeType="1"/>
            </p:cNvSpPr>
            <p:nvPr/>
          </p:nvSpPr>
          <p:spPr bwMode="auto">
            <a:xfrm flipH="1">
              <a:off x="3587" y="5731"/>
              <a:ext cx="2557" cy="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9" name="Text Box 7047"/>
            <p:cNvSpPr txBox="1">
              <a:spLocks noChangeArrowheads="1"/>
            </p:cNvSpPr>
            <p:nvPr/>
          </p:nvSpPr>
          <p:spPr bwMode="auto">
            <a:xfrm>
              <a:off x="4288" y="5808"/>
              <a:ext cx="1067" cy="38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图书无效</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0" name="Line 7051"/>
            <p:cNvSpPr>
              <a:spLocks noChangeShapeType="1"/>
            </p:cNvSpPr>
            <p:nvPr/>
          </p:nvSpPr>
          <p:spPr bwMode="auto">
            <a:xfrm>
              <a:off x="6284" y="5873"/>
              <a:ext cx="1" cy="33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1" name="Line 7052"/>
            <p:cNvSpPr>
              <a:spLocks noChangeShapeType="1"/>
            </p:cNvSpPr>
            <p:nvPr/>
          </p:nvSpPr>
          <p:spPr bwMode="auto">
            <a:xfrm>
              <a:off x="6288" y="6673"/>
              <a:ext cx="0" cy="333"/>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 name="AutoShape 7053"/>
            <p:cNvSpPr>
              <a:spLocks noChangeArrowheads="1"/>
            </p:cNvSpPr>
            <p:nvPr/>
          </p:nvSpPr>
          <p:spPr bwMode="auto">
            <a:xfrm>
              <a:off x="6144" y="7006"/>
              <a:ext cx="283" cy="283"/>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3" name="Line 7054"/>
            <p:cNvSpPr>
              <a:spLocks noChangeShapeType="1"/>
            </p:cNvSpPr>
            <p:nvPr/>
          </p:nvSpPr>
          <p:spPr bwMode="auto">
            <a:xfrm flipH="1">
              <a:off x="2867" y="7145"/>
              <a:ext cx="3277"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4" name="Text Box 7055"/>
            <p:cNvSpPr txBox="1">
              <a:spLocks noChangeArrowheads="1"/>
            </p:cNvSpPr>
            <p:nvPr/>
          </p:nvSpPr>
          <p:spPr bwMode="auto">
            <a:xfrm>
              <a:off x="4137" y="7231"/>
              <a:ext cx="1201" cy="56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图书不在库</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5" name="Line 7056"/>
            <p:cNvSpPr>
              <a:spLocks noChangeShapeType="1"/>
            </p:cNvSpPr>
            <p:nvPr/>
          </p:nvSpPr>
          <p:spPr bwMode="auto">
            <a:xfrm>
              <a:off x="6287" y="7297"/>
              <a:ext cx="1" cy="313"/>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6" name="Line 7060"/>
            <p:cNvSpPr>
              <a:spLocks noChangeShapeType="1"/>
            </p:cNvSpPr>
            <p:nvPr/>
          </p:nvSpPr>
          <p:spPr bwMode="auto">
            <a:xfrm>
              <a:off x="6287" y="8087"/>
              <a:ext cx="1" cy="313"/>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7" name="AutoShape 7061"/>
            <p:cNvSpPr>
              <a:spLocks noChangeArrowheads="1"/>
            </p:cNvSpPr>
            <p:nvPr/>
          </p:nvSpPr>
          <p:spPr bwMode="auto">
            <a:xfrm>
              <a:off x="6144" y="8395"/>
              <a:ext cx="283" cy="283"/>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8" name="Line 7065"/>
            <p:cNvSpPr>
              <a:spLocks noChangeShapeType="1"/>
            </p:cNvSpPr>
            <p:nvPr/>
          </p:nvSpPr>
          <p:spPr bwMode="auto">
            <a:xfrm>
              <a:off x="6288" y="8674"/>
              <a:ext cx="0" cy="34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30" name="Line 7066"/>
            <p:cNvSpPr>
              <a:spLocks noChangeShapeType="1"/>
            </p:cNvSpPr>
            <p:nvPr/>
          </p:nvSpPr>
          <p:spPr bwMode="auto">
            <a:xfrm>
              <a:off x="6287" y="9481"/>
              <a:ext cx="1" cy="31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31" name="Line 7070"/>
            <p:cNvSpPr>
              <a:spLocks noChangeShapeType="1"/>
            </p:cNvSpPr>
            <p:nvPr/>
          </p:nvSpPr>
          <p:spPr bwMode="auto">
            <a:xfrm flipH="1">
              <a:off x="5195" y="10062"/>
              <a:ext cx="360" cy="467"/>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32" name="Line 7071"/>
            <p:cNvSpPr>
              <a:spLocks noChangeShapeType="1"/>
            </p:cNvSpPr>
            <p:nvPr/>
          </p:nvSpPr>
          <p:spPr bwMode="auto">
            <a:xfrm>
              <a:off x="2870" y="8221"/>
              <a:ext cx="1" cy="321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33" name="Text Box 7072"/>
            <p:cNvSpPr txBox="1">
              <a:spLocks noChangeArrowheads="1"/>
            </p:cNvSpPr>
            <p:nvPr/>
          </p:nvSpPr>
          <p:spPr bwMode="auto">
            <a:xfrm>
              <a:off x="2915" y="2275"/>
              <a:ext cx="406" cy="23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读者</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34" name="Text Box 7073"/>
            <p:cNvSpPr txBox="1">
              <a:spLocks noChangeArrowheads="1"/>
            </p:cNvSpPr>
            <p:nvPr/>
          </p:nvSpPr>
          <p:spPr bwMode="auto">
            <a:xfrm>
              <a:off x="5847" y="2182"/>
              <a:ext cx="1739" cy="3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图书馆工作人员</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35" name="Line 7074"/>
            <p:cNvSpPr>
              <a:spLocks noChangeShapeType="1"/>
            </p:cNvSpPr>
            <p:nvPr/>
          </p:nvSpPr>
          <p:spPr bwMode="auto">
            <a:xfrm>
              <a:off x="6422" y="8535"/>
              <a:ext cx="1621" cy="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36" name="Text Box 7075"/>
            <p:cNvSpPr txBox="1">
              <a:spLocks noChangeArrowheads="1"/>
            </p:cNvSpPr>
            <p:nvPr/>
          </p:nvSpPr>
          <p:spPr bwMode="auto">
            <a:xfrm>
              <a:off x="6913" y="8258"/>
              <a:ext cx="858" cy="34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有预订</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37" name="Line 7079"/>
            <p:cNvSpPr>
              <a:spLocks noChangeShapeType="1"/>
            </p:cNvSpPr>
            <p:nvPr/>
          </p:nvSpPr>
          <p:spPr bwMode="auto">
            <a:xfrm flipH="1">
              <a:off x="8767" y="8773"/>
              <a:ext cx="2" cy="3669"/>
            </a:xfrm>
            <a:prstGeom prst="line">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38" name="Text Box 7080"/>
            <p:cNvSpPr txBox="1">
              <a:spLocks noChangeArrowheads="1"/>
            </p:cNvSpPr>
            <p:nvPr/>
          </p:nvSpPr>
          <p:spPr bwMode="auto">
            <a:xfrm>
              <a:off x="4601" y="10529"/>
              <a:ext cx="1258" cy="555"/>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借还书记录</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39" name="Line 7081"/>
            <p:cNvSpPr>
              <a:spLocks noChangeShapeType="1"/>
            </p:cNvSpPr>
            <p:nvPr/>
          </p:nvSpPr>
          <p:spPr bwMode="auto">
            <a:xfrm flipV="1">
              <a:off x="7007" y="9254"/>
              <a:ext cx="900" cy="1"/>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40" name="Text Box 7082"/>
            <p:cNvSpPr txBox="1">
              <a:spLocks noChangeArrowheads="1"/>
            </p:cNvSpPr>
            <p:nvPr/>
          </p:nvSpPr>
          <p:spPr bwMode="auto">
            <a:xfrm>
              <a:off x="7904" y="9053"/>
              <a:ext cx="618" cy="397"/>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图书</a:t>
              </a:r>
              <a:endParaRPr kumimoji="0" lang="zh-CN"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1" name="Line 7083"/>
            <p:cNvSpPr>
              <a:spLocks noChangeShapeType="1"/>
            </p:cNvSpPr>
            <p:nvPr/>
          </p:nvSpPr>
          <p:spPr bwMode="auto">
            <a:xfrm>
              <a:off x="2870" y="11435"/>
              <a:ext cx="1657"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42" name="Text Box 7087"/>
            <p:cNvSpPr txBox="1">
              <a:spLocks noChangeArrowheads="1"/>
            </p:cNvSpPr>
            <p:nvPr/>
          </p:nvSpPr>
          <p:spPr bwMode="auto">
            <a:xfrm>
              <a:off x="4699" y="12080"/>
              <a:ext cx="992" cy="450"/>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预订记录</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43" name="Line 7088"/>
            <p:cNvSpPr>
              <a:spLocks noChangeShapeType="1"/>
            </p:cNvSpPr>
            <p:nvPr/>
          </p:nvSpPr>
          <p:spPr bwMode="auto">
            <a:xfrm>
              <a:off x="7007" y="10025"/>
              <a:ext cx="1441"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4" name="Line 7089"/>
            <p:cNvSpPr>
              <a:spLocks noChangeShapeType="1"/>
            </p:cNvSpPr>
            <p:nvPr/>
          </p:nvSpPr>
          <p:spPr bwMode="auto">
            <a:xfrm>
              <a:off x="8448" y="10025"/>
              <a:ext cx="0" cy="224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5" name="Line 7090"/>
            <p:cNvSpPr>
              <a:spLocks noChangeShapeType="1"/>
            </p:cNvSpPr>
            <p:nvPr/>
          </p:nvSpPr>
          <p:spPr bwMode="auto">
            <a:xfrm flipH="1" flipV="1">
              <a:off x="5617" y="12266"/>
              <a:ext cx="2831"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46" name="Line 7091"/>
            <p:cNvSpPr>
              <a:spLocks noChangeShapeType="1"/>
            </p:cNvSpPr>
            <p:nvPr/>
          </p:nvSpPr>
          <p:spPr bwMode="auto">
            <a:xfrm>
              <a:off x="5159" y="11665"/>
              <a:ext cx="1" cy="467"/>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47" name="Text Box 7093"/>
            <p:cNvSpPr txBox="1">
              <a:spLocks noChangeArrowheads="1"/>
            </p:cNvSpPr>
            <p:nvPr/>
          </p:nvSpPr>
          <p:spPr bwMode="auto">
            <a:xfrm>
              <a:off x="5506" y="2579"/>
              <a:ext cx="583" cy="43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读者</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48" name="Line 7094"/>
            <p:cNvSpPr>
              <a:spLocks noChangeShapeType="1"/>
            </p:cNvSpPr>
            <p:nvPr/>
          </p:nvSpPr>
          <p:spPr bwMode="auto">
            <a:xfrm flipH="1">
              <a:off x="6501" y="2932"/>
              <a:ext cx="720" cy="468"/>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49" name="Line 7095"/>
            <p:cNvSpPr>
              <a:spLocks noChangeShapeType="1"/>
            </p:cNvSpPr>
            <p:nvPr/>
          </p:nvSpPr>
          <p:spPr bwMode="auto">
            <a:xfrm>
              <a:off x="5808" y="2979"/>
              <a:ext cx="273" cy="421"/>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50" name="Line 7096"/>
            <p:cNvSpPr>
              <a:spLocks noChangeShapeType="1"/>
            </p:cNvSpPr>
            <p:nvPr/>
          </p:nvSpPr>
          <p:spPr bwMode="auto">
            <a:xfrm flipH="1">
              <a:off x="3947" y="2305"/>
              <a:ext cx="1" cy="10297"/>
            </a:xfrm>
            <a:prstGeom prst="line">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51" name="Line 7097"/>
            <p:cNvSpPr>
              <a:spLocks noChangeShapeType="1"/>
            </p:cNvSpPr>
            <p:nvPr/>
          </p:nvSpPr>
          <p:spPr bwMode="auto">
            <a:xfrm>
              <a:off x="2867" y="7147"/>
              <a:ext cx="1" cy="31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52" name="AutoShape 7098"/>
            <p:cNvSpPr>
              <a:spLocks noChangeArrowheads="1"/>
            </p:cNvSpPr>
            <p:nvPr/>
          </p:nvSpPr>
          <p:spPr bwMode="auto">
            <a:xfrm>
              <a:off x="1967" y="7453"/>
              <a:ext cx="1801" cy="780"/>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预订吗？</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53" name="Line 7099"/>
            <p:cNvSpPr>
              <a:spLocks noChangeShapeType="1"/>
            </p:cNvSpPr>
            <p:nvPr/>
          </p:nvSpPr>
          <p:spPr bwMode="auto">
            <a:xfrm flipH="1" flipV="1">
              <a:off x="5617" y="12413"/>
              <a:ext cx="3152" cy="0"/>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grpSp>
          <p:nvGrpSpPr>
            <p:cNvPr id="54" name="组合 9110"/>
            <p:cNvGrpSpPr>
              <a:grpSpLocks/>
            </p:cNvGrpSpPr>
            <p:nvPr/>
          </p:nvGrpSpPr>
          <p:grpSpPr bwMode="auto">
            <a:xfrm>
              <a:off x="2144" y="3397"/>
              <a:ext cx="1440" cy="477"/>
              <a:chOff x="2144" y="3397"/>
              <a:chExt cx="1440" cy="477"/>
            </a:xfrm>
          </p:grpSpPr>
          <p:sp>
            <p:nvSpPr>
              <p:cNvPr id="83" name="Oval 7024"/>
              <p:cNvSpPr>
                <a:spLocks noChangeArrowheads="1"/>
              </p:cNvSpPr>
              <p:nvPr/>
            </p:nvSpPr>
            <p:spPr bwMode="auto">
              <a:xfrm>
                <a:off x="2144" y="3397"/>
                <a:ext cx="1440" cy="46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84" name="Text Box 7025"/>
              <p:cNvSpPr txBox="1">
                <a:spLocks noChangeArrowheads="1"/>
              </p:cNvSpPr>
              <p:nvPr/>
            </p:nvSpPr>
            <p:spPr bwMode="auto">
              <a:xfrm>
                <a:off x="2492" y="3499"/>
                <a:ext cx="1018" cy="3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借书请求</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grpSp>
          <p:nvGrpSpPr>
            <p:cNvPr id="55" name="组合 9113"/>
            <p:cNvGrpSpPr>
              <a:grpSpLocks/>
            </p:cNvGrpSpPr>
            <p:nvPr/>
          </p:nvGrpSpPr>
          <p:grpSpPr bwMode="auto">
            <a:xfrm>
              <a:off x="2144" y="4033"/>
              <a:ext cx="1467" cy="838"/>
              <a:chOff x="2144" y="4204"/>
              <a:chExt cx="1467" cy="838"/>
            </a:xfrm>
          </p:grpSpPr>
          <p:sp>
            <p:nvSpPr>
              <p:cNvPr id="81" name="Oval 7042"/>
              <p:cNvSpPr>
                <a:spLocks noChangeArrowheads="1"/>
              </p:cNvSpPr>
              <p:nvPr/>
            </p:nvSpPr>
            <p:spPr bwMode="auto">
              <a:xfrm>
                <a:off x="2144" y="4204"/>
                <a:ext cx="1440" cy="83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82" name="Text Box 7043"/>
              <p:cNvSpPr txBox="1">
                <a:spLocks noChangeArrowheads="1"/>
              </p:cNvSpPr>
              <p:nvPr/>
            </p:nvSpPr>
            <p:spPr bwMode="auto">
              <a:xfrm>
                <a:off x="2459" y="4270"/>
                <a:ext cx="1152" cy="58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读者无效</a:t>
                </a:r>
                <a:r>
                  <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t>
                </a:r>
                <a:endParaRPr kumimoji="0" lang="en-US" alt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借书超限</a:t>
                </a:r>
                <a:endParaRPr kumimoji="0" lang="zh-CN" altLang="en-US"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grpSp>
          <p:nvGrpSpPr>
            <p:cNvPr id="56" name="组合 9116"/>
            <p:cNvGrpSpPr>
              <a:grpSpLocks/>
            </p:cNvGrpSpPr>
            <p:nvPr/>
          </p:nvGrpSpPr>
          <p:grpSpPr bwMode="auto">
            <a:xfrm>
              <a:off x="5567" y="3397"/>
              <a:ext cx="1499" cy="593"/>
              <a:chOff x="5567" y="3397"/>
              <a:chExt cx="1499" cy="593"/>
            </a:xfrm>
          </p:grpSpPr>
          <p:sp>
            <p:nvSpPr>
              <p:cNvPr id="79" name="Oval 7028"/>
              <p:cNvSpPr>
                <a:spLocks noChangeArrowheads="1"/>
              </p:cNvSpPr>
              <p:nvPr/>
            </p:nvSpPr>
            <p:spPr bwMode="auto">
              <a:xfrm>
                <a:off x="5567" y="3397"/>
                <a:ext cx="1483" cy="59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80" name="Text Box 7029"/>
              <p:cNvSpPr txBox="1">
                <a:spLocks noChangeArrowheads="1"/>
              </p:cNvSpPr>
              <p:nvPr/>
            </p:nvSpPr>
            <p:spPr bwMode="auto">
              <a:xfrm>
                <a:off x="5674" y="3502"/>
                <a:ext cx="1392" cy="41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检查读者有效</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sp>
          <p:nvSpPr>
            <p:cNvPr id="57" name="Text Box 7093"/>
            <p:cNvSpPr txBox="1">
              <a:spLocks noChangeArrowheads="1"/>
            </p:cNvSpPr>
            <p:nvPr/>
          </p:nvSpPr>
          <p:spPr bwMode="auto">
            <a:xfrm>
              <a:off x="6611" y="2579"/>
              <a:ext cx="1244" cy="43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借还书记录</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nvGrpSpPr>
            <p:cNvPr id="58" name="组合 9120"/>
            <p:cNvGrpSpPr>
              <a:grpSpLocks/>
            </p:cNvGrpSpPr>
            <p:nvPr/>
          </p:nvGrpSpPr>
          <p:grpSpPr bwMode="auto">
            <a:xfrm>
              <a:off x="5567" y="4801"/>
              <a:ext cx="1440" cy="557"/>
              <a:chOff x="5567" y="4801"/>
              <a:chExt cx="1440" cy="557"/>
            </a:xfrm>
          </p:grpSpPr>
          <p:sp>
            <p:nvSpPr>
              <p:cNvPr id="77" name="Oval 7036"/>
              <p:cNvSpPr>
                <a:spLocks noChangeArrowheads="1"/>
              </p:cNvSpPr>
              <p:nvPr/>
            </p:nvSpPr>
            <p:spPr bwMode="auto">
              <a:xfrm>
                <a:off x="5567" y="4801"/>
                <a:ext cx="1440" cy="5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78" name="Text Box 7037"/>
              <p:cNvSpPr txBox="1">
                <a:spLocks noChangeArrowheads="1"/>
              </p:cNvSpPr>
              <p:nvPr/>
            </p:nvSpPr>
            <p:spPr bwMode="auto">
              <a:xfrm>
                <a:off x="5616" y="4906"/>
                <a:ext cx="1317" cy="38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检查图书有效</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sp>
          <p:nvSpPr>
            <p:cNvPr id="59" name="Oval 7045"/>
            <p:cNvSpPr>
              <a:spLocks noChangeArrowheads="1"/>
            </p:cNvSpPr>
            <p:nvPr/>
          </p:nvSpPr>
          <p:spPr bwMode="auto">
            <a:xfrm>
              <a:off x="2144" y="5499"/>
              <a:ext cx="1440" cy="554"/>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60" name="Text Box 7046"/>
            <p:cNvSpPr txBox="1">
              <a:spLocks noChangeArrowheads="1"/>
            </p:cNvSpPr>
            <p:nvPr/>
          </p:nvSpPr>
          <p:spPr bwMode="auto">
            <a:xfrm>
              <a:off x="2370" y="5579"/>
              <a:ext cx="1073" cy="42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图书无效</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nvGrpSpPr>
            <p:cNvPr id="61" name="组合 9125"/>
            <p:cNvGrpSpPr>
              <a:grpSpLocks/>
            </p:cNvGrpSpPr>
            <p:nvPr/>
          </p:nvGrpSpPr>
          <p:grpSpPr bwMode="auto">
            <a:xfrm>
              <a:off x="5388" y="6030"/>
              <a:ext cx="1799" cy="811"/>
              <a:chOff x="5388" y="6030"/>
              <a:chExt cx="1799" cy="811"/>
            </a:xfrm>
          </p:grpSpPr>
          <p:sp>
            <p:nvSpPr>
              <p:cNvPr id="75" name="Oval 7049"/>
              <p:cNvSpPr>
                <a:spLocks noChangeArrowheads="1"/>
              </p:cNvSpPr>
              <p:nvPr/>
            </p:nvSpPr>
            <p:spPr bwMode="auto">
              <a:xfrm>
                <a:off x="5388" y="6030"/>
                <a:ext cx="1799" cy="811"/>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76" name="Text Box 7050"/>
              <p:cNvSpPr txBox="1">
                <a:spLocks noChangeArrowheads="1"/>
              </p:cNvSpPr>
              <p:nvPr/>
            </p:nvSpPr>
            <p:spPr bwMode="auto">
              <a:xfrm>
                <a:off x="5501" y="6124"/>
                <a:ext cx="1502" cy="25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检查图书</a:t>
                </a:r>
                <a:endPar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是否在库</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grpSp>
          <p:nvGrpSpPr>
            <p:cNvPr id="62" name="组合 9128"/>
            <p:cNvGrpSpPr>
              <a:grpSpLocks/>
            </p:cNvGrpSpPr>
            <p:nvPr/>
          </p:nvGrpSpPr>
          <p:grpSpPr bwMode="auto">
            <a:xfrm>
              <a:off x="5388" y="7467"/>
              <a:ext cx="1799" cy="765"/>
              <a:chOff x="5388" y="7467"/>
              <a:chExt cx="1799" cy="765"/>
            </a:xfrm>
          </p:grpSpPr>
          <p:sp>
            <p:nvSpPr>
              <p:cNvPr id="73" name="Oval 7058"/>
              <p:cNvSpPr>
                <a:spLocks noChangeArrowheads="1"/>
              </p:cNvSpPr>
              <p:nvPr/>
            </p:nvSpPr>
            <p:spPr bwMode="auto">
              <a:xfrm>
                <a:off x="5388" y="7467"/>
                <a:ext cx="1799" cy="765"/>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74" name="Text Box 7059"/>
              <p:cNvSpPr txBox="1">
                <a:spLocks noChangeArrowheads="1"/>
              </p:cNvSpPr>
              <p:nvPr/>
            </p:nvSpPr>
            <p:spPr bwMode="auto">
              <a:xfrm>
                <a:off x="5519" y="7514"/>
                <a:ext cx="1478" cy="38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检查读者</a:t>
                </a:r>
                <a:endPar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是否预订</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grpSp>
          <p:nvGrpSpPr>
            <p:cNvPr id="63" name="组合 9131"/>
            <p:cNvGrpSpPr>
              <a:grpSpLocks/>
            </p:cNvGrpSpPr>
            <p:nvPr/>
          </p:nvGrpSpPr>
          <p:grpSpPr bwMode="auto">
            <a:xfrm>
              <a:off x="8043" y="8186"/>
              <a:ext cx="1439" cy="719"/>
              <a:chOff x="8043" y="8186"/>
              <a:chExt cx="1439" cy="719"/>
            </a:xfrm>
          </p:grpSpPr>
          <p:sp>
            <p:nvSpPr>
              <p:cNvPr id="71" name="Oval 7077"/>
              <p:cNvSpPr>
                <a:spLocks noChangeArrowheads="1"/>
              </p:cNvSpPr>
              <p:nvPr/>
            </p:nvSpPr>
            <p:spPr bwMode="auto">
              <a:xfrm>
                <a:off x="8043" y="8186"/>
                <a:ext cx="1439" cy="719"/>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72" name="Text Box 7078"/>
              <p:cNvSpPr txBox="1">
                <a:spLocks noChangeArrowheads="1"/>
              </p:cNvSpPr>
              <p:nvPr/>
            </p:nvSpPr>
            <p:spPr bwMode="auto">
              <a:xfrm>
                <a:off x="8126" y="8377"/>
                <a:ext cx="1322" cy="4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删除预订记录</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sp>
          <p:nvSpPr>
            <p:cNvPr id="64" name="Oval 7063"/>
            <p:cNvSpPr>
              <a:spLocks noChangeArrowheads="1"/>
            </p:cNvSpPr>
            <p:nvPr/>
          </p:nvSpPr>
          <p:spPr bwMode="auto">
            <a:xfrm>
              <a:off x="5567" y="8928"/>
              <a:ext cx="1440" cy="672"/>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65" name="Text Box 7064"/>
            <p:cNvSpPr txBox="1">
              <a:spLocks noChangeArrowheads="1"/>
            </p:cNvSpPr>
            <p:nvPr/>
          </p:nvSpPr>
          <p:spPr bwMode="auto">
            <a:xfrm>
              <a:off x="5725" y="9019"/>
              <a:ext cx="1156" cy="27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修改图书</a:t>
              </a:r>
              <a:endPar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数量</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66" name="Oval 7068"/>
            <p:cNvSpPr>
              <a:spLocks noChangeArrowheads="1"/>
            </p:cNvSpPr>
            <p:nvPr/>
          </p:nvSpPr>
          <p:spPr bwMode="auto">
            <a:xfrm>
              <a:off x="5562" y="9793"/>
              <a:ext cx="1440" cy="781"/>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67" name="Text Box 7069"/>
            <p:cNvSpPr txBox="1">
              <a:spLocks noChangeArrowheads="1"/>
            </p:cNvSpPr>
            <p:nvPr/>
          </p:nvSpPr>
          <p:spPr bwMode="auto">
            <a:xfrm>
              <a:off x="5703" y="9892"/>
              <a:ext cx="1175" cy="26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建立借书</a:t>
              </a:r>
              <a:endPar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记录</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nvGrpSpPr>
            <p:cNvPr id="68" name="组合 9138"/>
            <p:cNvGrpSpPr>
              <a:grpSpLocks/>
            </p:cNvGrpSpPr>
            <p:nvPr/>
          </p:nvGrpSpPr>
          <p:grpSpPr bwMode="auto">
            <a:xfrm>
              <a:off x="4527" y="11197"/>
              <a:ext cx="1261" cy="582"/>
              <a:chOff x="4527" y="11197"/>
              <a:chExt cx="1261" cy="582"/>
            </a:xfrm>
          </p:grpSpPr>
          <p:sp>
            <p:nvSpPr>
              <p:cNvPr id="69" name="Oval 7085"/>
              <p:cNvSpPr>
                <a:spLocks noChangeArrowheads="1"/>
              </p:cNvSpPr>
              <p:nvPr/>
            </p:nvSpPr>
            <p:spPr bwMode="auto">
              <a:xfrm>
                <a:off x="4527" y="11197"/>
                <a:ext cx="1261" cy="582"/>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70" name="Text Box 7086"/>
              <p:cNvSpPr txBox="1">
                <a:spLocks noChangeArrowheads="1"/>
              </p:cNvSpPr>
              <p:nvPr/>
            </p:nvSpPr>
            <p:spPr bwMode="auto">
              <a:xfrm>
                <a:off x="4718" y="11312"/>
                <a:ext cx="939" cy="35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预借处理</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grpSp>
      <p:cxnSp>
        <p:nvCxnSpPr>
          <p:cNvPr id="85" name="直接连接符 84"/>
          <p:cNvCxnSpPr/>
          <p:nvPr/>
        </p:nvCxnSpPr>
        <p:spPr>
          <a:xfrm>
            <a:off x="5562380" y="2073597"/>
            <a:ext cx="2540" cy="3985260"/>
          </a:xfrm>
          <a:prstGeom prst="line">
            <a:avLst/>
          </a:prstGeom>
          <a:ln w="38100">
            <a:prstDash val="dashDot"/>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ransition>
    <p:pull dir="u"/>
  </p:transition>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7.5.1 </a:t>
            </a:r>
            <a:r>
              <a:rPr lang="zh-CN" altLang="en-US" sz="2400" dirty="0" smtClean="0">
                <a:solidFill>
                  <a:schemeClr val="tx1"/>
                </a:solidFill>
              </a:rPr>
              <a:t>面向对象分析实例</a:t>
            </a:r>
            <a:r>
              <a:rPr lang="en-US" sz="2400" dirty="0" smtClean="0">
                <a:solidFill>
                  <a:schemeClr val="tx1"/>
                </a:solidFill>
              </a:rPr>
              <a:t> </a:t>
            </a:r>
          </a:p>
        </p:txBody>
      </p:sp>
      <p:grpSp>
        <p:nvGrpSpPr>
          <p:cNvPr id="3" name="组合 2"/>
          <p:cNvGrpSpPr/>
          <p:nvPr/>
        </p:nvGrpSpPr>
        <p:grpSpPr>
          <a:xfrm>
            <a:off x="15240" y="1725930"/>
            <a:ext cx="12209145" cy="4015740"/>
            <a:chOff x="24" y="2718"/>
            <a:chExt cx="19227" cy="6324"/>
          </a:xfrm>
        </p:grpSpPr>
        <p:grpSp>
          <p:nvGrpSpPr>
            <p:cNvPr id="5" name="组合 4"/>
            <p:cNvGrpSpPr/>
            <p:nvPr/>
          </p:nvGrpSpPr>
          <p:grpSpPr>
            <a:xfrm>
              <a:off x="24" y="4250"/>
              <a:ext cx="18939" cy="4793"/>
              <a:chOff x="0" y="2130426"/>
              <a:chExt cx="21645385" cy="3649762"/>
            </a:xfrm>
          </p:grpSpPr>
          <p:sp>
            <p:nvSpPr>
              <p:cNvPr id="6" name="MH_Other_1"/>
              <p:cNvSpPr/>
              <p:nvPr>
                <p:custDataLst>
                  <p:tags r:id="rId5"/>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6"/>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7"/>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Other_4"/>
              <p:cNvSpPr>
                <a:spLocks noChangeArrowheads="1"/>
              </p:cNvSpPr>
              <p:nvPr>
                <p:custDataLst>
                  <p:tags r:id="rId8"/>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9"/>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10"/>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11"/>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12"/>
                </p:custDataLst>
              </p:nvPr>
            </p:nvSpPr>
            <p:spPr bwMode="auto">
              <a:xfrm>
                <a:off x="7317989" y="3025448"/>
                <a:ext cx="13383360" cy="138633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sym typeface="+mn-ea"/>
                  </a:rPr>
                  <a:t>在需求分析阶段，根据获得的用例图、活动图和状态图来细化系统的需求，找出系统中对象和对象之间的关系。反映对象之间关系的工具是交互图。交互图有两种：一种是按时间顺序反映对象之间相互关系的顺序图；另一种是集中反映各个对象之间通信关系的协作图。</a:t>
                </a:r>
                <a:endParaRPr lang="da-DK" altLang="zh-CN" dirty="0" smtClean="0">
                  <a:solidFill>
                    <a:schemeClr val="tx1"/>
                  </a:solidFill>
                  <a:latin typeface="微软雅黑" panose="020B0503020204020204" charset="-122"/>
                  <a:ea typeface="微软雅黑" panose="020B0503020204020204" charset="-122"/>
                </a:endParaRPr>
              </a:p>
            </p:txBody>
          </p:sp>
        </p:grpSp>
        <p:grpSp>
          <p:nvGrpSpPr>
            <p:cNvPr id="34" name="组合 33"/>
            <p:cNvGrpSpPr/>
            <p:nvPr/>
          </p:nvGrpSpPr>
          <p:grpSpPr>
            <a:xfrm flipH="1">
              <a:off x="11357" y="2718"/>
              <a:ext cx="7895" cy="1533"/>
              <a:chOff x="1" y="3428100"/>
              <a:chExt cx="5013433" cy="973302"/>
            </a:xfrm>
          </p:grpSpPr>
          <p:sp>
            <p:nvSpPr>
              <p:cNvPr id="35" name="MH_SubTitle_2"/>
              <p:cNvSpPr/>
              <p:nvPr>
                <p:custDataLst>
                  <p:tags r:id="rId2"/>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顺序图</a:t>
                </a:r>
              </a:p>
            </p:txBody>
          </p:sp>
          <p:sp>
            <p:nvSpPr>
              <p:cNvPr id="36"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04</a:t>
                </a:r>
                <a:endParaRPr lang="zh-CN" altLang="en-US" sz="3200" dirty="0">
                  <a:solidFill>
                    <a:srgbClr val="FFFFFF"/>
                  </a:solidFill>
                  <a:latin typeface="Impact" panose="020B0806030902050204" pitchFamily="34" charset="0"/>
                  <a:ea typeface="微软雅黑" panose="020B0503020204020204" charset="-122"/>
                </a:endParaRPr>
              </a:p>
            </p:txBody>
          </p:sp>
          <p:sp>
            <p:nvSpPr>
              <p:cNvPr id="37"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Tree>
    <p:custDataLst>
      <p:tags r:id="rId1"/>
    </p:custDataLst>
  </p:cSld>
  <p:clrMapOvr>
    <a:masterClrMapping/>
  </p:clrMapOvr>
  <p:transition>
    <p:pull dir="u"/>
  </p:transition>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7.5.1 </a:t>
            </a:r>
            <a:r>
              <a:rPr lang="zh-CN" altLang="en-US" sz="2400" dirty="0" smtClean="0">
                <a:solidFill>
                  <a:schemeClr val="tx1"/>
                </a:solidFill>
              </a:rPr>
              <a:t>面向对象分析实例</a:t>
            </a:r>
            <a:r>
              <a:rPr lang="en-US" sz="2400" dirty="0" smtClean="0">
                <a:solidFill>
                  <a:schemeClr val="tx1"/>
                </a:solidFill>
              </a:rPr>
              <a:t> </a:t>
            </a:r>
          </a:p>
        </p:txBody>
      </p:sp>
      <p:grpSp>
        <p:nvGrpSpPr>
          <p:cNvPr id="3" name="组合 2"/>
          <p:cNvGrpSpPr/>
          <p:nvPr/>
        </p:nvGrpSpPr>
        <p:grpSpPr>
          <a:xfrm>
            <a:off x="15240" y="1725930"/>
            <a:ext cx="12209145" cy="4015740"/>
            <a:chOff x="24" y="2718"/>
            <a:chExt cx="19227" cy="6324"/>
          </a:xfrm>
        </p:grpSpPr>
        <p:grpSp>
          <p:nvGrpSpPr>
            <p:cNvPr id="5" name="组合 4"/>
            <p:cNvGrpSpPr/>
            <p:nvPr/>
          </p:nvGrpSpPr>
          <p:grpSpPr>
            <a:xfrm>
              <a:off x="24" y="4250"/>
              <a:ext cx="18939" cy="4793"/>
              <a:chOff x="0" y="2130426"/>
              <a:chExt cx="21645385" cy="3649762"/>
            </a:xfrm>
          </p:grpSpPr>
          <p:sp>
            <p:nvSpPr>
              <p:cNvPr id="6" name="MH_Other_1"/>
              <p:cNvSpPr/>
              <p:nvPr>
                <p:custDataLst>
                  <p:tags r:id="rId5"/>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6"/>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7"/>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Other_4"/>
              <p:cNvSpPr>
                <a:spLocks noChangeArrowheads="1"/>
              </p:cNvSpPr>
              <p:nvPr>
                <p:custDataLst>
                  <p:tags r:id="rId8"/>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9"/>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10"/>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11"/>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12"/>
                </p:custDataLst>
              </p:nvPr>
            </p:nvSpPr>
            <p:spPr bwMode="auto">
              <a:xfrm>
                <a:off x="7290560" y="2371407"/>
                <a:ext cx="13383360" cy="138633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pPr>
                <a:r>
                  <a:rPr dirty="0" smtClean="0">
                    <a:solidFill>
                      <a:schemeClr val="tx1"/>
                    </a:solidFill>
                    <a:latin typeface="微软雅黑" panose="020B0503020204020204" charset="-122"/>
                    <a:ea typeface="微软雅黑" panose="020B0503020204020204" charset="-122"/>
                    <a:sym typeface="+mn-ea"/>
                  </a:rPr>
                  <a:t>顺序图是按时间顺序反映对象之间传递的消息。顺序图的顶部放置相关的对象，沿对象向下的虚线表示对象的生命线，两个对象生命线之间的横线表示对象之间传递消息，消息线的箭头形状表示消息的类型。对象也可以向自己发送消息。消息线上标注消息名，也可以加上参数并标注一些控制信息。控制信息有两种：一种是条件控制信息，说明消息发送的条件：另一种是重复控制信息，说明一条消息要多次发送给接收对象。</a:t>
                </a:r>
                <a:endParaRPr lang="da-DK" altLang="zh-CN" dirty="0" smtClean="0">
                  <a:solidFill>
                    <a:schemeClr val="tx1"/>
                  </a:solidFill>
                  <a:latin typeface="微软雅黑" panose="020B0503020204020204" charset="-122"/>
                  <a:ea typeface="微软雅黑" panose="020B0503020204020204" charset="-122"/>
                </a:endParaRPr>
              </a:p>
            </p:txBody>
          </p:sp>
        </p:grpSp>
        <p:grpSp>
          <p:nvGrpSpPr>
            <p:cNvPr id="34" name="组合 33"/>
            <p:cNvGrpSpPr/>
            <p:nvPr/>
          </p:nvGrpSpPr>
          <p:grpSpPr>
            <a:xfrm flipH="1">
              <a:off x="11357" y="2718"/>
              <a:ext cx="7895" cy="1533"/>
              <a:chOff x="1" y="3428100"/>
              <a:chExt cx="5013433" cy="973302"/>
            </a:xfrm>
          </p:grpSpPr>
          <p:sp>
            <p:nvSpPr>
              <p:cNvPr id="35" name="MH_SubTitle_2"/>
              <p:cNvSpPr/>
              <p:nvPr>
                <p:custDataLst>
                  <p:tags r:id="rId2"/>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顺序图</a:t>
                </a:r>
              </a:p>
            </p:txBody>
          </p:sp>
          <p:sp>
            <p:nvSpPr>
              <p:cNvPr id="36"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04</a:t>
                </a:r>
                <a:endParaRPr lang="zh-CN" altLang="en-US" sz="3200" dirty="0">
                  <a:solidFill>
                    <a:srgbClr val="FFFFFF"/>
                  </a:solidFill>
                  <a:latin typeface="Impact" panose="020B0806030902050204" pitchFamily="34" charset="0"/>
                  <a:ea typeface="微软雅黑" panose="020B0503020204020204" charset="-122"/>
                </a:endParaRPr>
              </a:p>
            </p:txBody>
          </p:sp>
          <p:sp>
            <p:nvSpPr>
              <p:cNvPr id="37"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Tree>
    <p:custDataLst>
      <p:tags r:id="rId1"/>
    </p:custDataLst>
  </p:cSld>
  <p:clrMapOvr>
    <a:masterClrMapping/>
  </p:clrMapOvr>
  <p:transition>
    <p:pull dir="u"/>
  </p:transition>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7.5.1 </a:t>
            </a:r>
            <a:r>
              <a:rPr lang="zh-CN" altLang="en-US" sz="2400" dirty="0" smtClean="0">
                <a:solidFill>
                  <a:schemeClr val="tx1"/>
                </a:solidFill>
              </a:rPr>
              <a:t>面向对象分析实例</a:t>
            </a:r>
            <a:r>
              <a:rPr lang="en-US" sz="2400" dirty="0" smtClean="0">
                <a:solidFill>
                  <a:schemeClr val="tx1"/>
                </a:solidFill>
              </a:rPr>
              <a:t> </a:t>
            </a:r>
          </a:p>
        </p:txBody>
      </p:sp>
      <p:grpSp>
        <p:nvGrpSpPr>
          <p:cNvPr id="3" name="组合 2"/>
          <p:cNvGrpSpPr/>
          <p:nvPr/>
        </p:nvGrpSpPr>
        <p:grpSpPr>
          <a:xfrm>
            <a:off x="15240" y="1725930"/>
            <a:ext cx="12209145" cy="4015740"/>
            <a:chOff x="24" y="2718"/>
            <a:chExt cx="19227" cy="6324"/>
          </a:xfrm>
        </p:grpSpPr>
        <p:grpSp>
          <p:nvGrpSpPr>
            <p:cNvPr id="5" name="组合 4"/>
            <p:cNvGrpSpPr/>
            <p:nvPr/>
          </p:nvGrpSpPr>
          <p:grpSpPr>
            <a:xfrm>
              <a:off x="24" y="4250"/>
              <a:ext cx="18939" cy="4793"/>
              <a:chOff x="0" y="2130426"/>
              <a:chExt cx="21645385" cy="3649762"/>
            </a:xfrm>
          </p:grpSpPr>
          <p:sp>
            <p:nvSpPr>
              <p:cNvPr id="6" name="MH_Other_1"/>
              <p:cNvSpPr/>
              <p:nvPr>
                <p:custDataLst>
                  <p:tags r:id="rId5"/>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6"/>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7"/>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Other_4"/>
              <p:cNvSpPr>
                <a:spLocks noChangeArrowheads="1"/>
              </p:cNvSpPr>
              <p:nvPr>
                <p:custDataLst>
                  <p:tags r:id="rId8"/>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9"/>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10"/>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11"/>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12"/>
                </p:custDataLst>
              </p:nvPr>
            </p:nvSpPr>
            <p:spPr bwMode="auto">
              <a:xfrm>
                <a:off x="7388815" y="2551433"/>
                <a:ext cx="13069984" cy="2741852"/>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sym typeface="+mn-ea"/>
                  </a:rPr>
                  <a:t>顺序图中也可以用虚线画出返回的消息，但是为了保持画面的简洁，通常不画出返回的消息。</a:t>
                </a:r>
              </a:p>
              <a:p>
                <a:pPr indent="457200">
                  <a:lnSpc>
                    <a:spcPct val="120000"/>
                  </a:lnSpc>
                </a:pPr>
                <a:r>
                  <a:rPr dirty="0" smtClean="0">
                    <a:solidFill>
                      <a:schemeClr val="tx1"/>
                    </a:solidFill>
                    <a:latin typeface="微软雅黑" panose="020B0503020204020204" charset="-122"/>
                    <a:ea typeface="微软雅黑" panose="020B0503020204020204" charset="-122"/>
                    <a:sym typeface="+mn-ea"/>
                  </a:rPr>
                  <a:t>若一个对象接收到一条消息后启动了某个活动，则这个对象被激活。激活用生命线上一个细长的矩形表示。实际上，激活的概念在串行的执行过程中并不是很必要，通常只在并行过程中使用激活。为了更好地理解顺序图，下面给出了一个顺序图的应用实例，图书馆信息管理系统“借书成功”过程的顺序图，如图7-22所示。</a:t>
                </a:r>
              </a:p>
            </p:txBody>
          </p:sp>
        </p:grpSp>
        <p:grpSp>
          <p:nvGrpSpPr>
            <p:cNvPr id="34" name="组合 33"/>
            <p:cNvGrpSpPr/>
            <p:nvPr/>
          </p:nvGrpSpPr>
          <p:grpSpPr>
            <a:xfrm flipH="1">
              <a:off x="11357" y="2718"/>
              <a:ext cx="7895" cy="1533"/>
              <a:chOff x="1" y="3428100"/>
              <a:chExt cx="5013433" cy="973302"/>
            </a:xfrm>
          </p:grpSpPr>
          <p:sp>
            <p:nvSpPr>
              <p:cNvPr id="35" name="MH_SubTitle_2"/>
              <p:cNvSpPr/>
              <p:nvPr>
                <p:custDataLst>
                  <p:tags r:id="rId2"/>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顺序图</a:t>
                </a:r>
              </a:p>
            </p:txBody>
          </p:sp>
          <p:sp>
            <p:nvSpPr>
              <p:cNvPr id="36"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04</a:t>
                </a:r>
                <a:endParaRPr lang="zh-CN" altLang="en-US" sz="3200" dirty="0">
                  <a:solidFill>
                    <a:srgbClr val="FFFFFF"/>
                  </a:solidFill>
                  <a:latin typeface="Impact" panose="020B0806030902050204" pitchFamily="34" charset="0"/>
                  <a:ea typeface="微软雅黑" panose="020B0503020204020204" charset="-122"/>
                </a:endParaRPr>
              </a:p>
            </p:txBody>
          </p:sp>
          <p:sp>
            <p:nvSpPr>
              <p:cNvPr id="37"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Tree>
    <p:custDataLst>
      <p:tags r:id="rId1"/>
    </p:custDataLst>
  </p:cSld>
  <p:clrMapOvr>
    <a:masterClrMapping/>
  </p:clrMapOvr>
  <p:transition>
    <p:pull dir="u"/>
  </p:transition>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7.5.1 </a:t>
            </a:r>
            <a:r>
              <a:rPr lang="zh-CN" altLang="en-US" sz="2400" dirty="0" smtClean="0">
                <a:solidFill>
                  <a:schemeClr val="tx1"/>
                </a:solidFill>
              </a:rPr>
              <a:t>面向对象分析实例</a:t>
            </a:r>
            <a:r>
              <a:rPr lang="en-US" sz="2400" dirty="0" smtClean="0">
                <a:solidFill>
                  <a:schemeClr val="tx1"/>
                </a:solidFill>
              </a:rPr>
              <a:t> </a:t>
            </a:r>
          </a:p>
        </p:txBody>
      </p:sp>
      <p:sp>
        <p:nvSpPr>
          <p:cNvPr id="3" name="文本框 2"/>
          <p:cNvSpPr txBox="1"/>
          <p:nvPr/>
        </p:nvSpPr>
        <p:spPr>
          <a:xfrm>
            <a:off x="3061078" y="5906069"/>
            <a:ext cx="6871970" cy="365760"/>
          </a:xfrm>
          <a:prstGeom prst="rect">
            <a:avLst/>
          </a:prstGeom>
          <a:noFill/>
        </p:spPr>
        <p:txBody>
          <a:bodyPr wrap="square" rtlCol="0" anchor="t">
            <a:spAutoFit/>
          </a:bodyPr>
          <a:lstStyle/>
          <a:p>
            <a:r>
              <a:rPr lang="zh-CN" altLang="en-US" dirty="0"/>
              <a:t>图7-22  图书馆信息管理系统“借书成功”过程的顺序图</a:t>
            </a:r>
          </a:p>
        </p:txBody>
      </p:sp>
      <p:sp>
        <p:nvSpPr>
          <p:cNvPr id="213021" name="Rectangle 29"/>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12993" name="组合 12779"/>
          <p:cNvGrpSpPr>
            <a:grpSpLocks/>
          </p:cNvGrpSpPr>
          <p:nvPr/>
        </p:nvGrpSpPr>
        <p:grpSpPr bwMode="auto">
          <a:xfrm>
            <a:off x="2210945" y="2374711"/>
            <a:ext cx="8366078" cy="3398293"/>
            <a:chOff x="1739" y="3102"/>
            <a:chExt cx="7522" cy="4425"/>
          </a:xfrm>
        </p:grpSpPr>
        <p:sp>
          <p:nvSpPr>
            <p:cNvPr id="213020" name="Text Box 6969"/>
            <p:cNvSpPr txBox="1">
              <a:spLocks noChangeArrowheads="1"/>
            </p:cNvSpPr>
            <p:nvPr/>
          </p:nvSpPr>
          <p:spPr bwMode="auto">
            <a:xfrm>
              <a:off x="2960" y="3256"/>
              <a:ext cx="945" cy="369"/>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工作人员</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13019" name="Line 6972"/>
            <p:cNvSpPr>
              <a:spLocks noChangeShapeType="1"/>
            </p:cNvSpPr>
            <p:nvPr/>
          </p:nvSpPr>
          <p:spPr bwMode="auto">
            <a:xfrm>
              <a:off x="2043" y="4497"/>
              <a:ext cx="1293" cy="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13018" name="Text Box 6973"/>
            <p:cNvSpPr txBox="1">
              <a:spLocks noChangeArrowheads="1"/>
            </p:cNvSpPr>
            <p:nvPr/>
          </p:nvSpPr>
          <p:spPr bwMode="auto">
            <a:xfrm>
              <a:off x="2256" y="4237"/>
              <a:ext cx="794"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读者编号</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13017" name="Line 6974"/>
            <p:cNvSpPr>
              <a:spLocks noChangeShapeType="1"/>
            </p:cNvSpPr>
            <p:nvPr/>
          </p:nvSpPr>
          <p:spPr bwMode="auto">
            <a:xfrm flipV="1">
              <a:off x="2043" y="4913"/>
              <a:ext cx="1293"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13016" name="Line 6976"/>
            <p:cNvSpPr>
              <a:spLocks noChangeShapeType="1"/>
            </p:cNvSpPr>
            <p:nvPr/>
          </p:nvSpPr>
          <p:spPr bwMode="auto">
            <a:xfrm flipV="1">
              <a:off x="3519" y="5122"/>
              <a:ext cx="1553"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13015" name="Line 6980"/>
            <p:cNvSpPr>
              <a:spLocks noChangeShapeType="1"/>
            </p:cNvSpPr>
            <p:nvPr/>
          </p:nvSpPr>
          <p:spPr bwMode="auto">
            <a:xfrm flipH="1">
              <a:off x="2043" y="7029"/>
              <a:ext cx="1293"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13014" name="Rectangle 6982"/>
            <p:cNvSpPr>
              <a:spLocks noChangeArrowheads="1"/>
            </p:cNvSpPr>
            <p:nvPr/>
          </p:nvSpPr>
          <p:spPr bwMode="auto">
            <a:xfrm>
              <a:off x="3339" y="3627"/>
              <a:ext cx="179" cy="390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13013" name="Rectangle 6983"/>
            <p:cNvSpPr>
              <a:spLocks noChangeArrowheads="1"/>
            </p:cNvSpPr>
            <p:nvPr/>
          </p:nvSpPr>
          <p:spPr bwMode="auto">
            <a:xfrm>
              <a:off x="5079" y="3627"/>
              <a:ext cx="177" cy="390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13012" name="Rectangle 6984"/>
            <p:cNvSpPr>
              <a:spLocks noChangeArrowheads="1"/>
            </p:cNvSpPr>
            <p:nvPr/>
          </p:nvSpPr>
          <p:spPr bwMode="auto">
            <a:xfrm>
              <a:off x="6812" y="3627"/>
              <a:ext cx="179" cy="390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13011" name="Rectangle 6985"/>
            <p:cNvSpPr>
              <a:spLocks noChangeArrowheads="1"/>
            </p:cNvSpPr>
            <p:nvPr/>
          </p:nvSpPr>
          <p:spPr bwMode="auto">
            <a:xfrm>
              <a:off x="1862" y="3782"/>
              <a:ext cx="179" cy="374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13010" name="Line 6986"/>
            <p:cNvSpPr>
              <a:spLocks noChangeShapeType="1"/>
            </p:cNvSpPr>
            <p:nvPr/>
          </p:nvSpPr>
          <p:spPr bwMode="auto">
            <a:xfrm>
              <a:off x="3524" y="5746"/>
              <a:ext cx="3288" cy="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13009" name="Line 6987"/>
            <p:cNvSpPr>
              <a:spLocks noChangeShapeType="1"/>
            </p:cNvSpPr>
            <p:nvPr/>
          </p:nvSpPr>
          <p:spPr bwMode="auto">
            <a:xfrm flipV="1">
              <a:off x="3530" y="6426"/>
              <a:ext cx="5094"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grpSp>
          <p:nvGrpSpPr>
            <p:cNvPr id="213003" name="组合 12792"/>
            <p:cNvGrpSpPr>
              <a:grpSpLocks noChangeAspect="1"/>
            </p:cNvGrpSpPr>
            <p:nvPr/>
          </p:nvGrpSpPr>
          <p:grpSpPr bwMode="auto">
            <a:xfrm>
              <a:off x="1739" y="3102"/>
              <a:ext cx="431" cy="621"/>
              <a:chOff x="2401" y="3744"/>
              <a:chExt cx="539" cy="777"/>
            </a:xfrm>
          </p:grpSpPr>
          <p:sp>
            <p:nvSpPr>
              <p:cNvPr id="213008" name="Oval 6964"/>
              <p:cNvSpPr>
                <a:spLocks noChangeAspect="1" noChangeArrowheads="1"/>
              </p:cNvSpPr>
              <p:nvPr/>
            </p:nvSpPr>
            <p:spPr bwMode="auto">
              <a:xfrm>
                <a:off x="2532" y="3744"/>
                <a:ext cx="270" cy="2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13007" name="Line 6965"/>
              <p:cNvSpPr>
                <a:spLocks noChangeAspect="1" noChangeShapeType="1"/>
              </p:cNvSpPr>
              <p:nvPr/>
            </p:nvSpPr>
            <p:spPr bwMode="auto">
              <a:xfrm>
                <a:off x="2401" y="4186"/>
                <a:ext cx="539"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13006" name="Line 6966"/>
              <p:cNvSpPr>
                <a:spLocks noChangeAspect="1" noChangeShapeType="1"/>
              </p:cNvSpPr>
              <p:nvPr/>
            </p:nvSpPr>
            <p:spPr bwMode="auto">
              <a:xfrm>
                <a:off x="2671" y="4003"/>
                <a:ext cx="0" cy="397"/>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13005" name="Line 6967"/>
              <p:cNvSpPr>
                <a:spLocks noChangeAspect="1" noChangeShapeType="1"/>
              </p:cNvSpPr>
              <p:nvPr/>
            </p:nvSpPr>
            <p:spPr bwMode="auto">
              <a:xfrm flipH="1">
                <a:off x="2401" y="4409"/>
                <a:ext cx="270" cy="112"/>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13004" name="Line 6968"/>
              <p:cNvSpPr>
                <a:spLocks noChangeAspect="1" noChangeShapeType="1"/>
              </p:cNvSpPr>
              <p:nvPr/>
            </p:nvSpPr>
            <p:spPr bwMode="auto">
              <a:xfrm>
                <a:off x="2671" y="4409"/>
                <a:ext cx="269" cy="112"/>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grpSp>
        <p:sp>
          <p:nvSpPr>
            <p:cNvPr id="213002" name="Text Box 6973"/>
            <p:cNvSpPr txBox="1">
              <a:spLocks noChangeArrowheads="1"/>
            </p:cNvSpPr>
            <p:nvPr/>
          </p:nvSpPr>
          <p:spPr bwMode="auto">
            <a:xfrm>
              <a:off x="2256" y="4666"/>
              <a:ext cx="794"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图书编号</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13001" name="Text Box 6973"/>
            <p:cNvSpPr txBox="1">
              <a:spLocks noChangeArrowheads="1"/>
            </p:cNvSpPr>
            <p:nvPr/>
          </p:nvSpPr>
          <p:spPr bwMode="auto">
            <a:xfrm>
              <a:off x="2348" y="6761"/>
              <a:ext cx="848"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借书成功</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13000" name="Text Box 6973"/>
            <p:cNvSpPr txBox="1">
              <a:spLocks noChangeArrowheads="1"/>
            </p:cNvSpPr>
            <p:nvPr/>
          </p:nvSpPr>
          <p:spPr bwMode="auto">
            <a:xfrm>
              <a:off x="3920" y="4859"/>
              <a:ext cx="848"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确认读者</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12999" name="Text Box 6973"/>
            <p:cNvSpPr txBox="1">
              <a:spLocks noChangeArrowheads="1"/>
            </p:cNvSpPr>
            <p:nvPr/>
          </p:nvSpPr>
          <p:spPr bwMode="auto">
            <a:xfrm>
              <a:off x="5565" y="5471"/>
              <a:ext cx="848"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确认图书</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12998" name="Text Box 6973"/>
            <p:cNvSpPr txBox="1">
              <a:spLocks noChangeArrowheads="1"/>
            </p:cNvSpPr>
            <p:nvPr/>
          </p:nvSpPr>
          <p:spPr bwMode="auto">
            <a:xfrm>
              <a:off x="7288" y="6158"/>
              <a:ext cx="912"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修改记录</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12997" name="Text Box 6969"/>
            <p:cNvSpPr txBox="1">
              <a:spLocks noChangeArrowheads="1"/>
            </p:cNvSpPr>
            <p:nvPr/>
          </p:nvSpPr>
          <p:spPr bwMode="auto">
            <a:xfrm>
              <a:off x="4696" y="3256"/>
              <a:ext cx="945" cy="369"/>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读者</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12996" name="Text Box 6969"/>
            <p:cNvSpPr txBox="1">
              <a:spLocks noChangeArrowheads="1"/>
            </p:cNvSpPr>
            <p:nvPr/>
          </p:nvSpPr>
          <p:spPr bwMode="auto">
            <a:xfrm>
              <a:off x="6431" y="3256"/>
              <a:ext cx="945" cy="369"/>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图书</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12995" name="Text Box 6969"/>
            <p:cNvSpPr txBox="1">
              <a:spLocks noChangeArrowheads="1"/>
            </p:cNvSpPr>
            <p:nvPr/>
          </p:nvSpPr>
          <p:spPr bwMode="auto">
            <a:xfrm>
              <a:off x="8167" y="3256"/>
              <a:ext cx="1094" cy="369"/>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借还书记录</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12994" name="Rectangle 6984"/>
            <p:cNvSpPr>
              <a:spLocks noChangeArrowheads="1"/>
            </p:cNvSpPr>
            <p:nvPr/>
          </p:nvSpPr>
          <p:spPr bwMode="auto">
            <a:xfrm>
              <a:off x="8624" y="3627"/>
              <a:ext cx="179" cy="390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grpSp>
    </p:spTree>
    <p:custDataLst>
      <p:tags r:id="rId1"/>
    </p:custDataLst>
  </p:cSld>
  <p:clrMapOvr>
    <a:masterClrMapping/>
  </p:clrMapOvr>
  <p:transition>
    <p:pull dir="u"/>
  </p:transition>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7.5.1 </a:t>
            </a:r>
            <a:r>
              <a:rPr lang="zh-CN" altLang="en-US" sz="2400" dirty="0" smtClean="0">
                <a:solidFill>
                  <a:schemeClr val="tx1"/>
                </a:solidFill>
              </a:rPr>
              <a:t>面向对象分析实例</a:t>
            </a:r>
            <a:r>
              <a:rPr lang="en-US" sz="2400" dirty="0" smtClean="0">
                <a:solidFill>
                  <a:schemeClr val="tx1"/>
                </a:solidFill>
              </a:rPr>
              <a:t> </a:t>
            </a:r>
          </a:p>
        </p:txBody>
      </p:sp>
      <p:grpSp>
        <p:nvGrpSpPr>
          <p:cNvPr id="6" name="组合 5"/>
          <p:cNvGrpSpPr/>
          <p:nvPr/>
        </p:nvGrpSpPr>
        <p:grpSpPr>
          <a:xfrm>
            <a:off x="0" y="2029460"/>
            <a:ext cx="11491595" cy="4070985"/>
            <a:chOff x="0" y="3196"/>
            <a:chExt cx="18097" cy="6411"/>
          </a:xfrm>
        </p:grpSpPr>
        <p:grpSp>
          <p:nvGrpSpPr>
            <p:cNvPr id="7" name="组合 6"/>
            <p:cNvGrpSpPr/>
            <p:nvPr/>
          </p:nvGrpSpPr>
          <p:grpSpPr>
            <a:xfrm>
              <a:off x="0" y="3196"/>
              <a:ext cx="8467" cy="1530"/>
              <a:chOff x="1" y="2565401"/>
              <a:chExt cx="5376660" cy="971723"/>
            </a:xfrm>
          </p:grpSpPr>
          <p:sp>
            <p:nvSpPr>
              <p:cNvPr id="8" name="MH_SubTitle_1"/>
              <p:cNvSpPr/>
              <p:nvPr>
                <p:custDataLst>
                  <p:tags r:id="rId3"/>
                </p:custDataLst>
              </p:nvPr>
            </p:nvSpPr>
            <p:spPr>
              <a:xfrm>
                <a:off x="1501808" y="2688613"/>
                <a:ext cx="3874853" cy="73165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描述实体</a:t>
                </a:r>
              </a:p>
            </p:txBody>
          </p:sp>
          <p:sp>
            <p:nvSpPr>
              <p:cNvPr id="9" name="MH_Other_1"/>
              <p:cNvSpPr/>
              <p:nvPr>
                <p:custDataLst>
                  <p:tags r:id="rId4"/>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a:t>
                </a:r>
                <a:r>
                  <a:rPr lang="en-US" sz="3200" dirty="0" smtClean="0">
                    <a:solidFill>
                      <a:srgbClr val="FFFFFF"/>
                    </a:solidFill>
                    <a:latin typeface="Impact" panose="020B0806030902050204" pitchFamily="34" charset="0"/>
                    <a:ea typeface="微软雅黑" panose="020B0503020204020204" charset="-122"/>
                  </a:rPr>
                  <a:t>5</a:t>
                </a:r>
                <a:endParaRPr lang="en-US" sz="3200" dirty="0">
                  <a:solidFill>
                    <a:srgbClr val="FFFFFF"/>
                  </a:solidFill>
                  <a:latin typeface="Impact" panose="020B0806030902050204" pitchFamily="34" charset="0"/>
                  <a:ea typeface="微软雅黑" panose="020B0503020204020204" charset="-122"/>
                </a:endParaRPr>
              </a:p>
            </p:txBody>
          </p:sp>
          <p:sp>
            <p:nvSpPr>
              <p:cNvPr id="11" name="MH_Other_2"/>
              <p:cNvSpPr/>
              <p:nvPr>
                <p:custDataLst>
                  <p:tags r:id="rId5"/>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2"/>
              </p:custDataLst>
            </p:nvPr>
          </p:nvSpPr>
          <p:spPr>
            <a:xfrm>
              <a:off x="9715" y="3647"/>
              <a:ext cx="8382" cy="5960"/>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在需求分析阶段，可以不涉及业务实体之间的关系，而只陈述实体内容。因此，可以将所有的业务实体一一罗列，说明它们的名称、用途、具体的内容和格式要求。图书馆信息管理系统中的业务实体可以整理如下：读者、图书、借还书记录、到书通知单、处罚单、缺书登记单、预订图书单、采购清单、购书发票等。以读者实体为例，描述“读者”实体类的内容如表7-2所示。</a:t>
              </a:r>
            </a:p>
          </p:txBody>
        </p:sp>
      </p:grpSp>
      <p:graphicFrame>
        <p:nvGraphicFramePr>
          <p:cNvPr id="10" name="表格 9"/>
          <p:cNvGraphicFramePr>
            <a:graphicFrameLocks noGrp="1"/>
          </p:cNvGraphicFramePr>
          <p:nvPr/>
        </p:nvGraphicFramePr>
        <p:xfrm>
          <a:off x="545911" y="3630989"/>
          <a:ext cx="5213443" cy="2264847"/>
        </p:xfrm>
        <a:graphic>
          <a:graphicData uri="http://schemas.openxmlformats.org/drawingml/2006/table">
            <a:tbl>
              <a:tblPr/>
              <a:tblGrid>
                <a:gridCol w="976624"/>
                <a:gridCol w="761190"/>
                <a:gridCol w="581488"/>
                <a:gridCol w="773529"/>
                <a:gridCol w="904606"/>
                <a:gridCol w="1216006"/>
              </a:tblGrid>
              <a:tr h="260607">
                <a:tc>
                  <a:txBody>
                    <a:bodyPr/>
                    <a:lstStyle/>
                    <a:p>
                      <a:pPr algn="ctr">
                        <a:spcAft>
                          <a:spcPts val="0"/>
                        </a:spcAft>
                      </a:pPr>
                      <a:r>
                        <a:rPr lang="zh-CN" sz="1400" kern="500" dirty="0">
                          <a:latin typeface="Times New Roman"/>
                          <a:ea typeface="宋体"/>
                          <a:cs typeface="Times New Roman"/>
                        </a:rPr>
                        <a:t>属性名称</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400" kern="500" dirty="0">
                          <a:latin typeface="Times New Roman"/>
                          <a:ea typeface="宋体"/>
                          <a:cs typeface="Times New Roman"/>
                        </a:rPr>
                        <a:t>关键字</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400" kern="500" dirty="0">
                          <a:latin typeface="Times New Roman"/>
                          <a:ea typeface="宋体"/>
                          <a:cs typeface="Times New Roman"/>
                        </a:rPr>
                        <a:t>类型</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400" kern="500">
                          <a:latin typeface="Times New Roman"/>
                          <a:ea typeface="宋体"/>
                          <a:cs typeface="Times New Roman"/>
                        </a:rPr>
                        <a:t>长度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400" kern="500">
                          <a:latin typeface="Times New Roman"/>
                          <a:ea typeface="宋体"/>
                          <a:cs typeface="Times New Roman"/>
                        </a:rPr>
                        <a:t>初值</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400" kern="500">
                          <a:latin typeface="Times New Roman"/>
                          <a:ea typeface="宋体"/>
                          <a:cs typeface="Times New Roman"/>
                        </a:rPr>
                        <a:t>备</a:t>
                      </a:r>
                      <a:r>
                        <a:rPr lang="en-US" sz="1400" kern="500">
                          <a:latin typeface="Times New Roman"/>
                          <a:ea typeface="宋体"/>
                          <a:cs typeface="Times New Roman"/>
                        </a:rPr>
                        <a:t>  </a:t>
                      </a:r>
                      <a:r>
                        <a:rPr lang="zh-CN" sz="1400" kern="500">
                          <a:latin typeface="Times New Roman"/>
                          <a:ea typeface="宋体"/>
                          <a:cs typeface="Times New Roman"/>
                        </a:rPr>
                        <a:t>注</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r>
              <a:tr h="260607">
                <a:tc>
                  <a:txBody>
                    <a:bodyPr/>
                    <a:lstStyle/>
                    <a:p>
                      <a:pPr indent="85725" algn="just">
                        <a:spcAft>
                          <a:spcPts val="0"/>
                        </a:spcAft>
                      </a:pPr>
                      <a:r>
                        <a:rPr lang="zh-CN" sz="1400" kern="500">
                          <a:latin typeface="Times New Roman"/>
                          <a:ea typeface="宋体"/>
                          <a:cs typeface="Times New Roman"/>
                        </a:rPr>
                        <a:t>读者编号</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500" dirty="0">
                          <a:latin typeface="Times New Roman"/>
                          <a:ea typeface="宋体"/>
                          <a:cs typeface="Times New Roman"/>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500">
                          <a:latin typeface="Times New Roman"/>
                          <a:ea typeface="宋体"/>
                          <a:cs typeface="Times New Roman"/>
                        </a:rPr>
                        <a:t>字符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500">
                          <a:latin typeface="Times New Roman"/>
                          <a:ea typeface="宋体"/>
                          <a:cs typeface="Times New Roman"/>
                        </a:rPr>
                        <a:t>15</a:t>
                      </a:r>
                      <a:endParaRPr lang="zh-CN" sz="1400" kern="5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500">
                          <a:latin typeface="Times New Roman"/>
                          <a:ea typeface="宋体"/>
                          <a:cs typeface="Times New Roman"/>
                        </a:rPr>
                        <a:t>按序递增</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0607">
                <a:tc>
                  <a:txBody>
                    <a:bodyPr/>
                    <a:lstStyle/>
                    <a:p>
                      <a:pPr indent="85725" algn="just">
                        <a:spcAft>
                          <a:spcPts val="0"/>
                        </a:spcAft>
                      </a:pPr>
                      <a:r>
                        <a:rPr lang="zh-CN" sz="1400" kern="500">
                          <a:latin typeface="Times New Roman"/>
                          <a:ea typeface="宋体"/>
                          <a:cs typeface="Times New Roman"/>
                        </a:rPr>
                        <a:t>读者姓名</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500">
                          <a:latin typeface="Times New Roman"/>
                          <a:ea typeface="宋体"/>
                          <a:cs typeface="Times New Roman"/>
                        </a:rPr>
                        <a:t>字符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500">
                          <a:latin typeface="Times New Roman"/>
                          <a:ea typeface="宋体"/>
                          <a:cs typeface="Times New Roman"/>
                        </a:rPr>
                        <a:t>10</a:t>
                      </a:r>
                      <a:endParaRPr lang="zh-CN" sz="1400" kern="5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0607">
                <a:tc>
                  <a:txBody>
                    <a:bodyPr/>
                    <a:lstStyle/>
                    <a:p>
                      <a:pPr indent="85725" algn="just">
                        <a:spcAft>
                          <a:spcPts val="0"/>
                        </a:spcAft>
                      </a:pPr>
                      <a:r>
                        <a:rPr lang="zh-CN" sz="1400" kern="500">
                          <a:latin typeface="Times New Roman"/>
                          <a:ea typeface="宋体"/>
                          <a:cs typeface="Times New Roman"/>
                        </a:rPr>
                        <a:t>学号</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500">
                          <a:latin typeface="Times New Roman"/>
                          <a:ea typeface="宋体"/>
                          <a:cs typeface="Times New Roman"/>
                        </a:rPr>
                        <a:t>字符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500">
                          <a:latin typeface="Times New Roman"/>
                          <a:ea typeface="宋体"/>
                          <a:cs typeface="Times New Roman"/>
                        </a:rPr>
                        <a:t>10</a:t>
                      </a:r>
                      <a:endParaRPr lang="zh-CN" sz="1400" kern="5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0598">
                <a:tc>
                  <a:txBody>
                    <a:bodyPr/>
                    <a:lstStyle/>
                    <a:p>
                      <a:pPr indent="85725" algn="just">
                        <a:spcAft>
                          <a:spcPts val="0"/>
                        </a:spcAft>
                      </a:pPr>
                      <a:r>
                        <a:rPr lang="zh-CN" sz="1400" kern="500">
                          <a:latin typeface="Times New Roman"/>
                          <a:ea typeface="宋体"/>
                          <a:cs typeface="Times New Roman"/>
                        </a:rPr>
                        <a:t>所属系</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500">
                          <a:latin typeface="Times New Roman"/>
                          <a:ea typeface="宋体"/>
                          <a:cs typeface="Times New Roman"/>
                        </a:rPr>
                        <a:t>字符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500">
                          <a:latin typeface="Times New Roman"/>
                          <a:ea typeface="宋体"/>
                          <a:cs typeface="Times New Roman"/>
                        </a:rPr>
                        <a:t>15</a:t>
                      </a:r>
                      <a:endParaRPr lang="zh-CN" sz="1400" kern="5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400" kern="500" dirty="0">
                          <a:latin typeface="Times New Roman"/>
                          <a:ea typeface="宋体"/>
                          <a:cs typeface="Times New Roman"/>
                        </a:rPr>
                        <a:t>按列表框形式选择</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0607">
                <a:tc>
                  <a:txBody>
                    <a:bodyPr/>
                    <a:lstStyle/>
                    <a:p>
                      <a:pPr indent="85725" algn="just">
                        <a:spcAft>
                          <a:spcPts val="0"/>
                        </a:spcAft>
                      </a:pPr>
                      <a:r>
                        <a:rPr lang="zh-CN" sz="1400" kern="500">
                          <a:latin typeface="Times New Roman"/>
                          <a:ea typeface="宋体"/>
                          <a:cs typeface="Times New Roman"/>
                        </a:rPr>
                        <a:t>班级</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500">
                          <a:latin typeface="Times New Roman"/>
                          <a:ea typeface="宋体"/>
                          <a:cs typeface="Times New Roman"/>
                        </a:rPr>
                        <a:t>字符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500">
                          <a:latin typeface="Times New Roman"/>
                          <a:ea typeface="宋体"/>
                          <a:cs typeface="Times New Roman"/>
                        </a:rPr>
                        <a:t>10</a:t>
                      </a:r>
                      <a:endParaRPr lang="zh-CN" sz="1400" kern="5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400" kern="500">
                          <a:latin typeface="Times New Roman"/>
                          <a:ea typeface="宋体"/>
                          <a:cs typeface="Times New Roman"/>
                        </a:rPr>
                        <a:t>同上</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0607">
                <a:tc>
                  <a:txBody>
                    <a:bodyPr/>
                    <a:lstStyle/>
                    <a:p>
                      <a:pPr indent="85725" algn="just">
                        <a:spcAft>
                          <a:spcPts val="0"/>
                        </a:spcAft>
                      </a:pPr>
                      <a:r>
                        <a:rPr lang="en-US" sz="1400" kern="500">
                          <a:latin typeface="Times New Roman"/>
                          <a:ea typeface="宋体"/>
                          <a:cs typeface="Times New Roman"/>
                        </a:rPr>
                        <a:t>E-mail</a:t>
                      </a:r>
                      <a:endParaRPr lang="zh-CN" sz="1400" kern="500">
                        <a:latin typeface="Times New Roman"/>
                        <a:ea typeface="宋体"/>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500">
                          <a:latin typeface="Times New Roman"/>
                          <a:ea typeface="宋体"/>
                          <a:cs typeface="Times New Roman"/>
                        </a:rPr>
                        <a:t>字符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500">
                          <a:latin typeface="Times New Roman"/>
                          <a:ea typeface="宋体"/>
                          <a:cs typeface="Times New Roman"/>
                        </a:rPr>
                        <a:t>30</a:t>
                      </a:r>
                      <a:endParaRPr lang="zh-CN" sz="1400" kern="5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0607">
                <a:tc gridSpan="6">
                  <a:txBody>
                    <a:bodyPr/>
                    <a:lstStyle/>
                    <a:p>
                      <a:pPr indent="85725" algn="just">
                        <a:spcAft>
                          <a:spcPts val="0"/>
                        </a:spcAft>
                      </a:pPr>
                      <a:r>
                        <a:rPr lang="zh-CN" sz="1400" kern="500" dirty="0">
                          <a:latin typeface="Times New Roman"/>
                          <a:ea typeface="宋体"/>
                          <a:cs typeface="Times New Roman"/>
                        </a:rPr>
                        <a:t>操作：查询属性、插入记录、删除记录、修改记录、读</a:t>
                      </a:r>
                      <a:r>
                        <a:rPr lang="en-US" sz="1400" kern="500" dirty="0">
                          <a:latin typeface="Times New Roman"/>
                          <a:ea typeface="宋体"/>
                          <a:cs typeface="Times New Roman"/>
                        </a:rPr>
                        <a:t>/</a:t>
                      </a:r>
                      <a:r>
                        <a:rPr lang="zh-CN" sz="1400" kern="500" dirty="0">
                          <a:latin typeface="Times New Roman"/>
                          <a:ea typeface="宋体"/>
                          <a:cs typeface="Times New Roman"/>
                        </a:rPr>
                        <a:t>写记录</a:t>
                      </a: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bl>
          </a:graphicData>
        </a:graphic>
      </p:graphicFrame>
      <p:sp>
        <p:nvSpPr>
          <p:cNvPr id="13" name="矩形 12"/>
          <p:cNvSpPr/>
          <p:nvPr/>
        </p:nvSpPr>
        <p:spPr>
          <a:xfrm>
            <a:off x="1995944" y="3257981"/>
            <a:ext cx="2031325" cy="369332"/>
          </a:xfrm>
          <a:prstGeom prst="rect">
            <a:avLst/>
          </a:prstGeom>
        </p:spPr>
        <p:txBody>
          <a:bodyPr wrap="none">
            <a:spAutoFit/>
          </a:bodyPr>
          <a:lstStyle/>
          <a:p>
            <a:r>
              <a:rPr lang="zh-CN" altLang="en-US" dirty="0" smtClean="0"/>
              <a:t>表</a:t>
            </a:r>
            <a:r>
              <a:rPr lang="en-US" dirty="0" smtClean="0"/>
              <a:t>7-2  </a:t>
            </a:r>
            <a:r>
              <a:rPr lang="zh-CN" altLang="en-US" dirty="0" smtClean="0"/>
              <a:t>读者实体表</a:t>
            </a:r>
            <a:endParaRPr lang="zh-CN" altLang="en-US" dirty="0"/>
          </a:p>
        </p:txBody>
      </p:sp>
    </p:spTree>
    <p:custDataLst>
      <p:tags r:id="rId1"/>
    </p:custDataLst>
  </p:cSld>
  <p:clrMapOvr>
    <a:masterClrMapping/>
  </p:clrMapOvr>
  <p:transition>
    <p:pull dir="u"/>
  </p:transition>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7.5.2 </a:t>
            </a:r>
            <a:r>
              <a:rPr lang="zh-CN" altLang="en-US" sz="2400" dirty="0" smtClean="0">
                <a:solidFill>
                  <a:schemeClr val="tx1"/>
                </a:solidFill>
              </a:rPr>
              <a:t>面向对象设计实例</a:t>
            </a:r>
            <a:r>
              <a:rPr lang="en-US" sz="2400" dirty="0" smtClean="0">
                <a:solidFill>
                  <a:schemeClr val="tx1"/>
                </a:solidFill>
              </a:rPr>
              <a:t> </a:t>
            </a:r>
          </a:p>
        </p:txBody>
      </p:sp>
      <p:cxnSp>
        <p:nvCxnSpPr>
          <p:cNvPr id="9" name="直接连接符 8"/>
          <p:cNvCxnSpPr/>
          <p:nvPr/>
        </p:nvCxnSpPr>
        <p:spPr>
          <a:xfrm rot="16200000" flipH="1">
            <a:off x="3906701" y="4398019"/>
            <a:ext cx="3753995" cy="5905"/>
          </a:xfrm>
          <a:prstGeom prst="line">
            <a:avLst/>
          </a:prstGeom>
          <a:ln w="38100">
            <a:prstDash val="dashDot"/>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928047" y="3134142"/>
            <a:ext cx="5090615" cy="2308324"/>
          </a:xfrm>
          <a:prstGeom prst="rect">
            <a:avLst/>
          </a:prstGeom>
        </p:spPr>
        <p:txBody>
          <a:bodyPr wrap="square">
            <a:spAutoFit/>
          </a:bodyPr>
          <a:lstStyle/>
          <a:p>
            <a:pPr marL="400050" indent="-400050"/>
            <a:r>
              <a:rPr lang="en-US" b="1" dirty="0" smtClean="0">
                <a:solidFill>
                  <a:schemeClr val="accent6">
                    <a:lumMod val="50000"/>
                  </a:schemeClr>
                </a:solidFill>
                <a:latin typeface="微软雅黑" pitchFamily="34" charset="-122"/>
                <a:ea typeface="微软雅黑" pitchFamily="34" charset="-122"/>
              </a:rPr>
              <a:t>1</a:t>
            </a:r>
            <a:r>
              <a:rPr lang="zh-CN" altLang="en-US" b="1" dirty="0" smtClean="0">
                <a:solidFill>
                  <a:schemeClr val="accent6">
                    <a:lumMod val="50000"/>
                  </a:schemeClr>
                </a:solidFill>
                <a:latin typeface="微软雅黑" pitchFamily="34" charset="-122"/>
                <a:ea typeface="微软雅黑" pitchFamily="34" charset="-122"/>
              </a:rPr>
              <a:t>）节点说明</a:t>
            </a:r>
            <a:endParaRPr lang="en-US" altLang="zh-CN" b="1" dirty="0" smtClean="0">
              <a:solidFill>
                <a:schemeClr val="accent6">
                  <a:lumMod val="50000"/>
                </a:schemeClr>
              </a:solidFill>
              <a:latin typeface="微软雅黑" pitchFamily="34" charset="-122"/>
              <a:ea typeface="微软雅黑" pitchFamily="34" charset="-122"/>
            </a:endParaRPr>
          </a:p>
          <a:p>
            <a:pPr marL="400050" indent="-400050"/>
            <a:endParaRPr lang="en-US" altLang="zh-CN" b="1" dirty="0" smtClean="0">
              <a:solidFill>
                <a:schemeClr val="accent6">
                  <a:lumMod val="50000"/>
                </a:schemeClr>
              </a:solidFill>
              <a:latin typeface="微软雅黑" pitchFamily="34" charset="-122"/>
              <a:ea typeface="微软雅黑" pitchFamily="34" charset="-122"/>
            </a:endParaRPr>
          </a:p>
          <a:p>
            <a:pPr marL="400050" indent="-400050"/>
            <a:endParaRPr lang="en-US" dirty="0" smtClean="0">
              <a:solidFill>
                <a:schemeClr val="accent6">
                  <a:lumMod val="50000"/>
                </a:schemeClr>
              </a:solidFill>
              <a:latin typeface="微软雅黑" pitchFamily="34" charset="-122"/>
              <a:ea typeface="微软雅黑" pitchFamily="34" charset="-122"/>
            </a:endParaRPr>
          </a:p>
          <a:p>
            <a:pPr marL="400050" indent="-400050">
              <a:buFont typeface="+mj-lt"/>
              <a:buAutoNum type="romanUcPeriod"/>
            </a:pPr>
            <a:r>
              <a:rPr lang="en-US" dirty="0" smtClean="0">
                <a:solidFill>
                  <a:schemeClr val="accent6">
                    <a:lumMod val="50000"/>
                  </a:schemeClr>
                </a:solidFill>
                <a:latin typeface="微软雅黑" pitchFamily="34" charset="-122"/>
                <a:ea typeface="微软雅黑" pitchFamily="34" charset="-122"/>
              </a:rPr>
              <a:t>Web</a:t>
            </a:r>
            <a:r>
              <a:rPr lang="zh-CN" altLang="en-US" dirty="0" smtClean="0">
                <a:solidFill>
                  <a:schemeClr val="accent6">
                    <a:lumMod val="50000"/>
                  </a:schemeClr>
                </a:solidFill>
                <a:latin typeface="微软雅黑" pitchFamily="34" charset="-122"/>
                <a:ea typeface="微软雅黑" pitchFamily="34" charset="-122"/>
              </a:rPr>
              <a:t>服务器</a:t>
            </a:r>
            <a:r>
              <a:rPr lang="zh-CN" altLang="en-US" dirty="0" smtClean="0">
                <a:latin typeface="微软雅黑" pitchFamily="34" charset="-122"/>
                <a:ea typeface="微软雅黑" pitchFamily="34" charset="-122"/>
              </a:rPr>
              <a:t>：</a:t>
            </a:r>
            <a:r>
              <a:rPr lang="en-US" dirty="0" smtClean="0">
                <a:latin typeface="微软雅黑" pitchFamily="34" charset="-122"/>
                <a:ea typeface="微软雅黑" pitchFamily="34" charset="-122"/>
              </a:rPr>
              <a:t>HP </a:t>
            </a:r>
            <a:r>
              <a:rPr lang="en-US" dirty="0" err="1" smtClean="0">
                <a:latin typeface="微软雅黑" pitchFamily="34" charset="-122"/>
                <a:ea typeface="微软雅黑" pitchFamily="34" charset="-122"/>
              </a:rPr>
              <a:t>ProLiant</a:t>
            </a:r>
            <a:r>
              <a:rPr lang="en-US" dirty="0" smtClean="0">
                <a:latin typeface="微软雅黑" pitchFamily="34" charset="-122"/>
                <a:ea typeface="微软雅黑" pitchFamily="34" charset="-122"/>
              </a:rPr>
              <a:t> DL380 G3</a:t>
            </a:r>
            <a:r>
              <a:rPr lang="zh-CN" altLang="en-US" dirty="0" smtClean="0">
                <a:latin typeface="微软雅黑" pitchFamily="34" charset="-122"/>
                <a:ea typeface="微软雅黑" pitchFamily="34" charset="-122"/>
              </a:rPr>
              <a:t>，</a:t>
            </a:r>
            <a:r>
              <a:rPr lang="en-US" dirty="0" smtClean="0">
                <a:latin typeface="微软雅黑" pitchFamily="34" charset="-122"/>
                <a:ea typeface="微软雅黑" pitchFamily="34" charset="-122"/>
              </a:rPr>
              <a:t>2.8GHz CPU</a:t>
            </a:r>
            <a:r>
              <a:rPr lang="zh-CN" altLang="en-US" dirty="0" smtClean="0">
                <a:latin typeface="微软雅黑" pitchFamily="34" charset="-122"/>
                <a:ea typeface="微软雅黑" pitchFamily="34" charset="-122"/>
              </a:rPr>
              <a:t>，</a:t>
            </a:r>
            <a:r>
              <a:rPr lang="en-US" dirty="0" smtClean="0">
                <a:latin typeface="微软雅黑" pitchFamily="34" charset="-122"/>
                <a:ea typeface="微软雅黑" pitchFamily="34" charset="-122"/>
              </a:rPr>
              <a:t>1GB</a:t>
            </a:r>
            <a:r>
              <a:rPr lang="zh-CN" altLang="en-US" dirty="0" smtClean="0">
                <a:latin typeface="微软雅黑" pitchFamily="34" charset="-122"/>
                <a:ea typeface="微软雅黑" pitchFamily="34" charset="-122"/>
              </a:rPr>
              <a:t>内存，</a:t>
            </a:r>
            <a:r>
              <a:rPr lang="en-US" dirty="0" smtClean="0">
                <a:latin typeface="微软雅黑" pitchFamily="34" charset="-122"/>
                <a:ea typeface="微软雅黑" pitchFamily="34" charset="-122"/>
              </a:rPr>
              <a:t>73GB*2</a:t>
            </a:r>
            <a:r>
              <a:rPr lang="zh-CN" altLang="en-US" dirty="0" smtClean="0">
                <a:latin typeface="微软雅黑" pitchFamily="34" charset="-122"/>
                <a:ea typeface="微软雅黑" pitchFamily="34" charset="-122"/>
              </a:rPr>
              <a:t>硬盘；</a:t>
            </a:r>
          </a:p>
          <a:p>
            <a:pPr>
              <a:buFont typeface="Wingdings" pitchFamily="2" charset="2"/>
              <a:buChar char="Ø"/>
            </a:pPr>
            <a:r>
              <a:rPr lang="zh-CN" altLang="en-US" dirty="0" smtClean="0">
                <a:latin typeface="微软雅黑" pitchFamily="34" charset="-122"/>
                <a:ea typeface="微软雅黑" pitchFamily="34" charset="-122"/>
              </a:rPr>
              <a:t>操作系统：</a:t>
            </a:r>
            <a:r>
              <a:rPr lang="en-US" dirty="0" smtClean="0">
                <a:latin typeface="微软雅黑" pitchFamily="34" charset="-122"/>
                <a:ea typeface="微软雅黑" pitchFamily="34" charset="-122"/>
              </a:rPr>
              <a:t>Windows XP</a:t>
            </a:r>
            <a:r>
              <a:rPr lang="zh-CN" altLang="en-US" dirty="0" smtClean="0">
                <a:latin typeface="微软雅黑" pitchFamily="34" charset="-122"/>
                <a:ea typeface="微软雅黑" pitchFamily="34" charset="-122"/>
              </a:rPr>
              <a:t>；</a:t>
            </a:r>
          </a:p>
          <a:p>
            <a:pPr>
              <a:buFont typeface="Wingdings" pitchFamily="2" charset="2"/>
              <a:buChar char="Ø"/>
            </a:pPr>
            <a:r>
              <a:rPr lang="en-US" dirty="0" smtClean="0">
                <a:latin typeface="微软雅黑" pitchFamily="34" charset="-122"/>
                <a:ea typeface="微软雅黑" pitchFamily="34" charset="-122"/>
              </a:rPr>
              <a:t>Web</a:t>
            </a:r>
            <a:r>
              <a:rPr lang="zh-CN" altLang="en-US" dirty="0" smtClean="0">
                <a:latin typeface="微软雅黑" pitchFamily="34" charset="-122"/>
                <a:ea typeface="微软雅黑" pitchFamily="34" charset="-122"/>
              </a:rPr>
              <a:t>服务器软件：</a:t>
            </a:r>
            <a:r>
              <a:rPr lang="en-US" dirty="0" smtClean="0">
                <a:latin typeface="微软雅黑" pitchFamily="34" charset="-122"/>
                <a:ea typeface="微软雅黑" pitchFamily="34" charset="-122"/>
              </a:rPr>
              <a:t>MS IIS</a:t>
            </a:r>
            <a:r>
              <a:rPr lang="zh-CN" altLang="en-US" dirty="0" smtClean="0">
                <a:latin typeface="微软雅黑" pitchFamily="34" charset="-122"/>
                <a:ea typeface="微软雅黑" pitchFamily="34" charset="-122"/>
              </a:rPr>
              <a:t>；</a:t>
            </a:r>
          </a:p>
          <a:p>
            <a:pPr>
              <a:buFont typeface="Wingdings" pitchFamily="2" charset="2"/>
              <a:buChar char="Ø"/>
            </a:pPr>
            <a:r>
              <a:rPr lang="en-US" dirty="0" smtClean="0">
                <a:latin typeface="微软雅黑" pitchFamily="34" charset="-122"/>
                <a:ea typeface="微软雅黑" pitchFamily="34" charset="-122"/>
              </a:rPr>
              <a:t>Web</a:t>
            </a:r>
            <a:r>
              <a:rPr lang="zh-CN" altLang="en-US" dirty="0" smtClean="0">
                <a:latin typeface="微软雅黑" pitchFamily="34" charset="-122"/>
                <a:ea typeface="微软雅黑" pitchFamily="34" charset="-122"/>
              </a:rPr>
              <a:t>接口软件：</a:t>
            </a:r>
            <a:r>
              <a:rPr lang="en-US" dirty="0" smtClean="0">
                <a:latin typeface="微软雅黑" pitchFamily="34" charset="-122"/>
                <a:ea typeface="微软雅黑" pitchFamily="34" charset="-122"/>
              </a:rPr>
              <a:t>ASP</a:t>
            </a:r>
            <a:r>
              <a:rPr lang="zh-CN" altLang="en-US" dirty="0" smtClean="0">
                <a:latin typeface="微软雅黑" pitchFamily="34" charset="-122"/>
                <a:ea typeface="微软雅黑" pitchFamily="34" charset="-122"/>
              </a:rPr>
              <a:t>。</a:t>
            </a:r>
          </a:p>
        </p:txBody>
      </p:sp>
      <p:sp>
        <p:nvSpPr>
          <p:cNvPr id="17" name="矩形 16"/>
          <p:cNvSpPr/>
          <p:nvPr/>
        </p:nvSpPr>
        <p:spPr>
          <a:xfrm>
            <a:off x="6114194" y="2752011"/>
            <a:ext cx="5036024" cy="3416320"/>
          </a:xfrm>
          <a:prstGeom prst="rect">
            <a:avLst/>
          </a:prstGeom>
        </p:spPr>
        <p:txBody>
          <a:bodyPr wrap="square">
            <a:spAutoFit/>
          </a:bodyPr>
          <a:lstStyle/>
          <a:p>
            <a:pPr marL="400050" indent="-400050">
              <a:buFont typeface="+mj-lt"/>
              <a:buAutoNum type="romanUcPeriod" startAt="2"/>
            </a:pPr>
            <a:r>
              <a:rPr lang="zh-CN" altLang="en-US" dirty="0" smtClean="0">
                <a:solidFill>
                  <a:schemeClr val="accent6">
                    <a:lumMod val="50000"/>
                  </a:schemeClr>
                </a:solidFill>
                <a:latin typeface="微软雅黑" pitchFamily="34" charset="-122"/>
                <a:ea typeface="微软雅黑" pitchFamily="34" charset="-122"/>
              </a:rPr>
              <a:t>应用服务器和数据库服务器</a:t>
            </a:r>
            <a:r>
              <a:rPr lang="zh-CN" altLang="en-US" dirty="0" smtClean="0">
                <a:latin typeface="微软雅黑" pitchFamily="34" charset="-122"/>
                <a:ea typeface="微软雅黑" pitchFamily="34" charset="-122"/>
              </a:rPr>
              <a:t>：</a:t>
            </a:r>
            <a:r>
              <a:rPr lang="en-US" dirty="0" smtClean="0">
                <a:latin typeface="微软雅黑" pitchFamily="34" charset="-122"/>
                <a:ea typeface="微软雅黑" pitchFamily="34" charset="-122"/>
              </a:rPr>
              <a:t>Sun Fire </a:t>
            </a:r>
            <a:r>
              <a:rPr lang="en-US" baseline="30000" dirty="0" smtClean="0">
                <a:latin typeface="微软雅黑" pitchFamily="34" charset="-122"/>
                <a:ea typeface="微软雅黑" pitchFamily="34" charset="-122"/>
              </a:rPr>
              <a:t>TM</a:t>
            </a:r>
            <a:r>
              <a:rPr lang="en-US" dirty="0" smtClean="0">
                <a:latin typeface="微软雅黑" pitchFamily="34" charset="-122"/>
                <a:ea typeface="微软雅黑" pitchFamily="34" charset="-122"/>
              </a:rPr>
              <a:t> V480</a:t>
            </a:r>
            <a:r>
              <a:rPr lang="zh-CN" altLang="en-US" dirty="0" smtClean="0">
                <a:latin typeface="微软雅黑" pitchFamily="34" charset="-122"/>
                <a:ea typeface="微软雅黑" pitchFamily="34" charset="-122"/>
              </a:rPr>
              <a:t>，</a:t>
            </a:r>
            <a:r>
              <a:rPr lang="en-US" dirty="0" smtClean="0">
                <a:latin typeface="微软雅黑" pitchFamily="34" charset="-122"/>
                <a:ea typeface="微软雅黑" pitchFamily="34" charset="-122"/>
              </a:rPr>
              <a:t>900MHz CPU</a:t>
            </a:r>
            <a:r>
              <a:rPr lang="zh-CN" altLang="en-US" dirty="0" smtClean="0">
                <a:latin typeface="微软雅黑" pitchFamily="34" charset="-122"/>
                <a:ea typeface="微软雅黑" pitchFamily="34" charset="-122"/>
              </a:rPr>
              <a:t>，</a:t>
            </a:r>
            <a:r>
              <a:rPr lang="en-US" dirty="0" smtClean="0">
                <a:latin typeface="微软雅黑" pitchFamily="34" charset="-122"/>
                <a:ea typeface="微软雅黑" pitchFamily="34" charset="-122"/>
              </a:rPr>
              <a:t>4GB</a:t>
            </a:r>
            <a:r>
              <a:rPr lang="zh-CN" altLang="en-US" dirty="0" smtClean="0">
                <a:latin typeface="微软雅黑" pitchFamily="34" charset="-122"/>
                <a:ea typeface="微软雅黑" pitchFamily="34" charset="-122"/>
              </a:rPr>
              <a:t>内存，</a:t>
            </a:r>
            <a:r>
              <a:rPr lang="en-US" dirty="0" smtClean="0">
                <a:latin typeface="微软雅黑" pitchFamily="34" charset="-122"/>
                <a:ea typeface="微软雅黑" pitchFamily="34" charset="-122"/>
              </a:rPr>
              <a:t>36GB*2</a:t>
            </a:r>
            <a:r>
              <a:rPr lang="zh-CN" altLang="en-US" dirty="0" smtClean="0">
                <a:latin typeface="微软雅黑" pitchFamily="34" charset="-122"/>
                <a:ea typeface="微软雅黑" pitchFamily="34" charset="-122"/>
              </a:rPr>
              <a:t>硬盘；</a:t>
            </a:r>
          </a:p>
          <a:p>
            <a:pPr>
              <a:buFont typeface="Wingdings" pitchFamily="2" charset="2"/>
              <a:buChar char="Ø"/>
            </a:pPr>
            <a:r>
              <a:rPr lang="zh-CN" altLang="en-US" dirty="0" smtClean="0">
                <a:latin typeface="微软雅黑" pitchFamily="34" charset="-122"/>
                <a:ea typeface="微软雅黑" pitchFamily="34" charset="-122"/>
              </a:rPr>
              <a:t>操作系统：</a:t>
            </a:r>
            <a:r>
              <a:rPr lang="en-US" dirty="0" smtClean="0">
                <a:latin typeface="微软雅黑" pitchFamily="34" charset="-122"/>
                <a:ea typeface="微软雅黑" pitchFamily="34" charset="-122"/>
              </a:rPr>
              <a:t>Solaris 8 2/02</a:t>
            </a:r>
            <a:r>
              <a:rPr lang="zh-CN" altLang="en-US" dirty="0" smtClean="0">
                <a:latin typeface="微软雅黑" pitchFamily="34" charset="-122"/>
                <a:ea typeface="微软雅黑" pitchFamily="34" charset="-122"/>
              </a:rPr>
              <a:t>；</a:t>
            </a:r>
          </a:p>
          <a:p>
            <a:pPr>
              <a:buFont typeface="Wingdings" pitchFamily="2" charset="2"/>
              <a:buChar char="Ø"/>
            </a:pPr>
            <a:r>
              <a:rPr lang="zh-CN" altLang="en-US" dirty="0" smtClean="0">
                <a:latin typeface="微软雅黑" pitchFamily="34" charset="-122"/>
                <a:ea typeface="微软雅黑" pitchFamily="34" charset="-122"/>
              </a:rPr>
              <a:t>数据库：</a:t>
            </a:r>
            <a:r>
              <a:rPr lang="en-US" dirty="0" smtClean="0">
                <a:latin typeface="微软雅黑" pitchFamily="34" charset="-122"/>
                <a:ea typeface="微软雅黑" pitchFamily="34" charset="-122"/>
              </a:rPr>
              <a:t>MS SQL Server 2000</a:t>
            </a:r>
            <a:r>
              <a:rPr lang="zh-CN" altLang="en-US" dirty="0" smtClean="0">
                <a:latin typeface="微软雅黑" pitchFamily="34" charset="-122"/>
                <a:ea typeface="微软雅黑" pitchFamily="34" charset="-122"/>
              </a:rPr>
              <a:t>；</a:t>
            </a:r>
          </a:p>
          <a:p>
            <a:pPr>
              <a:buFont typeface="Wingdings" pitchFamily="2" charset="2"/>
              <a:buChar char="Ø"/>
            </a:pPr>
            <a:r>
              <a:rPr lang="zh-CN" altLang="en-US" dirty="0" smtClean="0">
                <a:latin typeface="微软雅黑" pitchFamily="34" charset="-122"/>
                <a:ea typeface="微软雅黑" pitchFamily="34" charset="-122"/>
              </a:rPr>
              <a:t>事务处理：</a:t>
            </a:r>
            <a:r>
              <a:rPr lang="en-US" dirty="0" smtClean="0">
                <a:latin typeface="微软雅黑" pitchFamily="34" charset="-122"/>
                <a:ea typeface="微软雅黑" pitchFamily="34" charset="-122"/>
              </a:rPr>
              <a:t>Microsoft Transaction Server</a:t>
            </a:r>
            <a:r>
              <a:rPr lang="zh-CN" altLang="en-US" dirty="0" smtClean="0">
                <a:latin typeface="微软雅黑" pitchFamily="34" charset="-122"/>
                <a:ea typeface="微软雅黑" pitchFamily="34" charset="-122"/>
              </a:rPr>
              <a:t>。</a:t>
            </a:r>
          </a:p>
          <a:p>
            <a:pPr marL="400050" indent="-400050">
              <a:buFont typeface="+mj-lt"/>
              <a:buAutoNum type="romanUcPeriod" startAt="3"/>
            </a:pPr>
            <a:r>
              <a:rPr lang="zh-CN" altLang="en-US" dirty="0" smtClean="0">
                <a:solidFill>
                  <a:schemeClr val="accent6">
                    <a:lumMod val="50000"/>
                  </a:schemeClr>
                </a:solidFill>
                <a:latin typeface="微软雅黑" pitchFamily="34" charset="-122"/>
                <a:ea typeface="微软雅黑" pitchFamily="34" charset="-122"/>
              </a:rPr>
              <a:t>客户端</a:t>
            </a:r>
            <a:r>
              <a:rPr lang="zh-CN" altLang="en-US" dirty="0" smtClean="0">
                <a:latin typeface="微软雅黑" pitchFamily="34" charset="-122"/>
                <a:ea typeface="微软雅黑" pitchFamily="34" charset="-122"/>
              </a:rPr>
              <a:t>：奔腾</a:t>
            </a:r>
            <a:r>
              <a:rPr lang="en-US" dirty="0" smtClean="0">
                <a:latin typeface="微软雅黑" pitchFamily="34" charset="-122"/>
                <a:ea typeface="微软雅黑" pitchFamily="34" charset="-122"/>
              </a:rPr>
              <a:t>IV 2.0GHz CPU</a:t>
            </a:r>
            <a:r>
              <a:rPr lang="zh-CN" altLang="en-US" dirty="0" smtClean="0">
                <a:latin typeface="微软雅黑" pitchFamily="34" charset="-122"/>
                <a:ea typeface="微软雅黑" pitchFamily="34" charset="-122"/>
              </a:rPr>
              <a:t>，</a:t>
            </a:r>
            <a:r>
              <a:rPr lang="en-US" dirty="0" smtClean="0">
                <a:latin typeface="微软雅黑" pitchFamily="34" charset="-122"/>
                <a:ea typeface="微软雅黑" pitchFamily="34" charset="-122"/>
              </a:rPr>
              <a:t>512M</a:t>
            </a:r>
            <a:r>
              <a:rPr lang="zh-CN" altLang="en-US" dirty="0" smtClean="0">
                <a:latin typeface="微软雅黑" pitchFamily="34" charset="-122"/>
                <a:ea typeface="微软雅黑" pitchFamily="34" charset="-122"/>
              </a:rPr>
              <a:t>内存，</a:t>
            </a:r>
            <a:r>
              <a:rPr lang="en-US" dirty="0" smtClean="0">
                <a:latin typeface="微软雅黑" pitchFamily="34" charset="-122"/>
                <a:ea typeface="微软雅黑" pitchFamily="34" charset="-122"/>
              </a:rPr>
              <a:t>80G</a:t>
            </a:r>
            <a:r>
              <a:rPr lang="zh-CN" altLang="en-US" dirty="0" smtClean="0">
                <a:latin typeface="微软雅黑" pitchFamily="34" charset="-122"/>
                <a:ea typeface="微软雅黑" pitchFamily="34" charset="-122"/>
              </a:rPr>
              <a:t>硬盘；</a:t>
            </a:r>
          </a:p>
          <a:p>
            <a:pPr>
              <a:buFont typeface="Wingdings" pitchFamily="2" charset="2"/>
              <a:buChar char="Ø"/>
            </a:pPr>
            <a:r>
              <a:rPr lang="zh-CN" altLang="en-US" dirty="0" smtClean="0">
                <a:latin typeface="微软雅黑" pitchFamily="34" charset="-122"/>
                <a:ea typeface="微软雅黑" pitchFamily="34" charset="-122"/>
              </a:rPr>
              <a:t>操作系统：</a:t>
            </a:r>
            <a:r>
              <a:rPr lang="en-US" dirty="0" smtClean="0">
                <a:latin typeface="微软雅黑" pitchFamily="34" charset="-122"/>
                <a:ea typeface="微软雅黑" pitchFamily="34" charset="-122"/>
              </a:rPr>
              <a:t>Windows 2000</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a:p>
            <a:pPr>
              <a:buFont typeface="Wingdings" pitchFamily="2" charset="2"/>
              <a:buChar char="Ø"/>
            </a:pPr>
            <a:r>
              <a:rPr lang="zh-CN" altLang="en-US" dirty="0" smtClean="0">
                <a:latin typeface="微软雅黑" pitchFamily="34" charset="-122"/>
                <a:ea typeface="微软雅黑" pitchFamily="34" charset="-122"/>
              </a:rPr>
              <a:t>浏览器：</a:t>
            </a:r>
            <a:r>
              <a:rPr lang="en-US" dirty="0" smtClean="0">
                <a:latin typeface="微软雅黑" pitchFamily="34" charset="-122"/>
                <a:ea typeface="微软雅黑" pitchFamily="34" charset="-122"/>
              </a:rPr>
              <a:t>IE 5.0</a:t>
            </a:r>
            <a:r>
              <a:rPr lang="zh-CN" altLang="en-US" dirty="0" smtClean="0">
                <a:latin typeface="微软雅黑" pitchFamily="34" charset="-122"/>
                <a:ea typeface="微软雅黑" pitchFamily="34" charset="-122"/>
              </a:rPr>
              <a:t>；</a:t>
            </a:r>
          </a:p>
          <a:p>
            <a:pPr>
              <a:buFont typeface="Wingdings" pitchFamily="2" charset="2"/>
              <a:buChar char="Ø"/>
            </a:pPr>
            <a:r>
              <a:rPr lang="zh-CN" altLang="en-US" dirty="0" smtClean="0">
                <a:latin typeface="微软雅黑" pitchFamily="34" charset="-122"/>
                <a:ea typeface="微软雅黑" pitchFamily="34" charset="-122"/>
              </a:rPr>
              <a:t>协议：</a:t>
            </a:r>
            <a:r>
              <a:rPr lang="en-US" dirty="0" smtClean="0">
                <a:latin typeface="微软雅黑" pitchFamily="34" charset="-122"/>
                <a:ea typeface="微软雅黑" pitchFamily="34" charset="-122"/>
              </a:rPr>
              <a:t>TCP/IP</a:t>
            </a:r>
            <a:r>
              <a:rPr lang="zh-CN" altLang="en-US" dirty="0" smtClean="0">
                <a:latin typeface="微软雅黑" pitchFamily="34" charset="-122"/>
                <a:ea typeface="微软雅黑" pitchFamily="34" charset="-122"/>
              </a:rPr>
              <a:t>。</a:t>
            </a:r>
          </a:p>
          <a:p>
            <a:pPr marL="400050" indent="-400050">
              <a:buFont typeface="+mj-lt"/>
              <a:buAutoNum type="romanUcPeriod" startAt="4"/>
            </a:pPr>
            <a:r>
              <a:rPr lang="zh-CN" altLang="en-US" dirty="0" smtClean="0">
                <a:solidFill>
                  <a:schemeClr val="accent6">
                    <a:lumMod val="50000"/>
                  </a:schemeClr>
                </a:solidFill>
                <a:latin typeface="微软雅黑" pitchFamily="34" charset="-122"/>
                <a:ea typeface="微软雅黑" pitchFamily="34" charset="-122"/>
              </a:rPr>
              <a:t>交换机，路由器</a:t>
            </a:r>
            <a:r>
              <a:rPr lang="zh-CN" altLang="en-US" dirty="0" smtClean="0">
                <a:latin typeface="微软雅黑" pitchFamily="34" charset="-122"/>
                <a:ea typeface="微软雅黑" pitchFamily="34" charset="-122"/>
              </a:rPr>
              <a:t>：略。</a:t>
            </a:r>
            <a:endParaRPr lang="zh-CN" altLang="en-US" dirty="0">
              <a:latin typeface="微软雅黑" pitchFamily="34" charset="-122"/>
              <a:ea typeface="微软雅黑" pitchFamily="34" charset="-122"/>
            </a:endParaRPr>
          </a:p>
        </p:txBody>
      </p:sp>
      <p:grpSp>
        <p:nvGrpSpPr>
          <p:cNvPr id="18" name="组合 17"/>
          <p:cNvGrpSpPr/>
          <p:nvPr/>
        </p:nvGrpSpPr>
        <p:grpSpPr>
          <a:xfrm>
            <a:off x="709684" y="1996826"/>
            <a:ext cx="10522423" cy="4294791"/>
            <a:chOff x="972764" y="2264433"/>
            <a:chExt cx="10522423" cy="4294791"/>
          </a:xfrm>
        </p:grpSpPr>
        <p:sp>
          <p:nvSpPr>
            <p:cNvPr id="19" name="MH_Text_1"/>
            <p:cNvSpPr/>
            <p:nvPr>
              <p:custDataLst>
                <p:tags r:id="rId2"/>
              </p:custDataLst>
            </p:nvPr>
          </p:nvSpPr>
          <p:spPr>
            <a:xfrm>
              <a:off x="972764" y="2825137"/>
              <a:ext cx="10522423" cy="3734087"/>
            </a:xfrm>
            <a:prstGeom prst="rect">
              <a:avLst/>
            </a:prstGeom>
            <a:noFill/>
            <a:ln w="12700" cap="flat" cmpd="sng" algn="ctr">
              <a:solidFill>
                <a:srgbClr val="CC0066"/>
              </a:solidFill>
              <a:prstDash val="solid"/>
              <a:miter lim="800000"/>
            </a:ln>
            <a:effectLst/>
          </p:spPr>
          <p:txBody>
            <a:bodyPr anchor="ctr">
              <a:normAutofit/>
            </a:bodyPr>
            <a:lstStyle/>
            <a:p>
              <a:pPr>
                <a:lnSpc>
                  <a:spcPct val="130000"/>
                </a:lnSpc>
                <a:buFont typeface="Wingdings" pitchFamily="2" charset="2"/>
                <a:buChar char="Ø"/>
              </a:pPr>
              <a:endParaRPr lang="zh-CN" altLang="en-US" dirty="0" smtClean="0">
                <a:latin typeface="微软雅黑" panose="020B0503020204020204" charset="-122"/>
                <a:ea typeface="微软雅黑" panose="020B0503020204020204" charset="-122"/>
                <a:sym typeface="+mn-ea"/>
              </a:endParaRPr>
            </a:p>
          </p:txBody>
        </p:sp>
        <p:sp>
          <p:nvSpPr>
            <p:cNvPr id="20" name="MH_SubTitle_1"/>
            <p:cNvSpPr/>
            <p:nvPr>
              <p:custDataLst>
                <p:tags r:id="rId3"/>
              </p:custDataLst>
            </p:nvPr>
          </p:nvSpPr>
          <p:spPr>
            <a:xfrm>
              <a:off x="1105325" y="2264433"/>
              <a:ext cx="6343649"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a:defRPr/>
              </a:pPr>
              <a:r>
                <a:rPr lang="en-US" altLang="zh-CN" sz="2400" b="1" kern="0" dirty="0" smtClean="0">
                  <a:solidFill>
                    <a:srgbClr val="FFFFFF"/>
                  </a:solidFill>
                  <a:latin typeface="微软雅黑" panose="020B0503020204020204" charset="-122"/>
                  <a:ea typeface="微软雅黑" panose="020B0503020204020204" charset="-122"/>
                  <a:cs typeface="Arial" panose="020B0604020202020204" pitchFamily="34" charset="0"/>
                </a:rPr>
                <a:t>1  </a:t>
              </a:r>
              <a:r>
                <a:rPr lang="zh-CN" altLang="en-US" sz="2400" b="1" kern="0" dirty="0" smtClean="0">
                  <a:solidFill>
                    <a:srgbClr val="FFFFFF"/>
                  </a:solidFill>
                  <a:latin typeface="微软雅黑" panose="020B0503020204020204" charset="-122"/>
                  <a:ea typeface="微软雅黑" panose="020B0503020204020204" charset="-122"/>
                  <a:cs typeface="Arial" panose="020B0604020202020204" pitchFamily="34" charset="0"/>
                </a:rPr>
                <a:t>系统的实施模型与说明</a:t>
              </a:r>
            </a:p>
          </p:txBody>
        </p:sp>
      </p:grpSp>
    </p:spTree>
    <p:custDataLst>
      <p:tags r:id="rId1"/>
    </p:custDataLst>
  </p:cSld>
  <p:clrMapOvr>
    <a:masterClrMapping/>
  </p:clrMapOvr>
  <p:transition>
    <p:pull dir="u"/>
  </p:transition>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754063" y="261258"/>
            <a:ext cx="8415337" cy="855290"/>
          </a:xfrm>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4"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7.5.2 </a:t>
            </a:r>
            <a:r>
              <a:rPr lang="zh-CN" altLang="en-US" sz="2400" dirty="0" smtClean="0">
                <a:solidFill>
                  <a:schemeClr val="tx1"/>
                </a:solidFill>
              </a:rPr>
              <a:t>面向对象设计实例</a:t>
            </a:r>
            <a:r>
              <a:rPr lang="en-US" sz="2400" dirty="0" smtClean="0">
                <a:solidFill>
                  <a:schemeClr val="tx1"/>
                </a:solidFill>
              </a:rPr>
              <a:t> </a:t>
            </a:r>
          </a:p>
        </p:txBody>
      </p:sp>
      <p:sp>
        <p:nvSpPr>
          <p:cNvPr id="11" name="矩形 10"/>
          <p:cNvSpPr/>
          <p:nvPr/>
        </p:nvSpPr>
        <p:spPr>
          <a:xfrm>
            <a:off x="4863397" y="6110365"/>
            <a:ext cx="3775393" cy="369332"/>
          </a:xfrm>
          <a:prstGeom prst="rect">
            <a:avLst/>
          </a:prstGeom>
        </p:spPr>
        <p:txBody>
          <a:bodyPr wrap="none">
            <a:spAutoFit/>
          </a:bodyPr>
          <a:lstStyle/>
          <a:p>
            <a:r>
              <a:rPr lang="zh-CN" altLang="en-US" dirty="0" smtClean="0"/>
              <a:t>图</a:t>
            </a:r>
            <a:r>
              <a:rPr lang="en-US" dirty="0" smtClean="0"/>
              <a:t>7-23  </a:t>
            </a:r>
            <a:r>
              <a:rPr lang="zh-CN" altLang="en-US" dirty="0" smtClean="0"/>
              <a:t>图书馆信息管理系统配置图</a:t>
            </a:r>
            <a:endParaRPr lang="zh-CN" altLang="en-US" dirty="0"/>
          </a:p>
        </p:txBody>
      </p:sp>
      <p:pic>
        <p:nvPicPr>
          <p:cNvPr id="72706" name="Picture 2" descr="image001"/>
          <p:cNvPicPr>
            <a:picLocks noChangeAspect="1" noChangeArrowheads="1"/>
          </p:cNvPicPr>
          <p:nvPr/>
        </p:nvPicPr>
        <p:blipFill>
          <a:blip r:embed="rId2" cstate="print">
            <a:clrChange>
              <a:clrFrom>
                <a:srgbClr val="FFFFFF"/>
              </a:clrFrom>
              <a:clrTo>
                <a:srgbClr val="FFFFFF">
                  <a:alpha val="0"/>
                </a:srgbClr>
              </a:clrTo>
            </a:clrChange>
            <a:grayscl/>
          </a:blip>
          <a:srcRect/>
          <a:stretch>
            <a:fillRect/>
          </a:stretch>
        </p:blipFill>
        <p:spPr bwMode="auto">
          <a:xfrm>
            <a:off x="4205406" y="786916"/>
            <a:ext cx="5252493" cy="5285863"/>
          </a:xfrm>
          <a:prstGeom prst="rect">
            <a:avLst/>
          </a:prstGeom>
          <a:noFill/>
          <a:ln w="9525">
            <a:noFill/>
            <a:miter lim="800000"/>
            <a:headEnd/>
            <a:tailEnd/>
          </a:ln>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7.5.2 </a:t>
            </a:r>
            <a:r>
              <a:rPr lang="zh-CN" altLang="en-US" sz="2400" dirty="0" smtClean="0">
                <a:solidFill>
                  <a:schemeClr val="tx1"/>
                </a:solidFill>
              </a:rPr>
              <a:t>面向对象设计实例</a:t>
            </a:r>
            <a:r>
              <a:rPr lang="en-US" sz="2400" dirty="0" smtClean="0">
                <a:solidFill>
                  <a:schemeClr val="tx1"/>
                </a:solidFill>
              </a:rPr>
              <a:t> </a:t>
            </a:r>
          </a:p>
        </p:txBody>
      </p:sp>
      <p:grpSp>
        <p:nvGrpSpPr>
          <p:cNvPr id="12" name="组合 20"/>
          <p:cNvGrpSpPr/>
          <p:nvPr/>
        </p:nvGrpSpPr>
        <p:grpSpPr>
          <a:xfrm>
            <a:off x="1081926" y="3204849"/>
            <a:ext cx="4227195" cy="923925"/>
            <a:chOff x="2060" y="3526"/>
            <a:chExt cx="6657" cy="1455"/>
          </a:xfrm>
        </p:grpSpPr>
        <p:sp>
          <p:nvSpPr>
            <p:cNvPr id="32" name="MH_Other_1"/>
            <p:cNvSpPr>
              <a:spLocks noChangeArrowheads="1"/>
            </p:cNvSpPr>
            <p:nvPr>
              <p:custDataLst>
                <p:tags r:id="rId19"/>
              </p:custDataLst>
            </p:nvPr>
          </p:nvSpPr>
          <p:spPr bwMode="auto">
            <a:xfrm>
              <a:off x="2060" y="3526"/>
              <a:ext cx="1060" cy="795"/>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33" name="MH_Other_2"/>
            <p:cNvSpPr>
              <a:spLocks noChangeArrowheads="1"/>
            </p:cNvSpPr>
            <p:nvPr>
              <p:custDataLst>
                <p:tags r:id="rId20"/>
              </p:custDataLst>
            </p:nvPr>
          </p:nvSpPr>
          <p:spPr bwMode="auto">
            <a:xfrm>
              <a:off x="3180" y="3691"/>
              <a:ext cx="840" cy="630"/>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4" name="MH_Other_3"/>
            <p:cNvSpPr>
              <a:spLocks noChangeArrowheads="1"/>
            </p:cNvSpPr>
            <p:nvPr>
              <p:custDataLst>
                <p:tags r:id="rId21"/>
              </p:custDataLst>
            </p:nvPr>
          </p:nvSpPr>
          <p:spPr bwMode="auto">
            <a:xfrm>
              <a:off x="2300" y="4366"/>
              <a:ext cx="820" cy="615"/>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5" name="MH_Other_4"/>
            <p:cNvSpPr>
              <a:spLocks noChangeArrowheads="1"/>
            </p:cNvSpPr>
            <p:nvPr>
              <p:custDataLst>
                <p:tags r:id="rId22"/>
              </p:custDataLst>
            </p:nvPr>
          </p:nvSpPr>
          <p:spPr bwMode="auto">
            <a:xfrm>
              <a:off x="3180" y="4366"/>
              <a:ext cx="1060" cy="525"/>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6" name="MH_SubTitle_1"/>
            <p:cNvSpPr/>
            <p:nvPr>
              <p:custDataLst>
                <p:tags r:id="rId23"/>
              </p:custDataLst>
            </p:nvPr>
          </p:nvSpPr>
          <p:spPr>
            <a:xfrm>
              <a:off x="4684" y="3880"/>
              <a:ext cx="4033" cy="1090"/>
            </a:xfrm>
            <a:prstGeom prst="rect">
              <a:avLst/>
            </a:prstGeom>
          </p:spPr>
          <p:txBody>
            <a:bodyPr lIns="0" tIns="0" rIns="0" bIns="0" anchor="ctr">
              <a:noAutofit/>
            </a:bodyPr>
            <a:lstStyle/>
            <a:p>
              <a:pPr fontAlgn="auto">
                <a:lnSpc>
                  <a:spcPct val="120000"/>
                </a:lnSpc>
                <a:defRPr/>
              </a:pPr>
              <a:r>
                <a:rPr lang="zh-CN" altLang="en-US" dirty="0" smtClean="0">
                  <a:solidFill>
                    <a:srgbClr val="000000"/>
                  </a:solidFill>
                  <a:latin typeface="微软雅黑" panose="020B0503020204020204" charset="-122"/>
                  <a:ea typeface="微软雅黑" panose="020B0503020204020204" charset="-122"/>
                  <a:sym typeface="+mn-ea"/>
                </a:rPr>
                <a:t>应用软件要具有容错处理能力；</a:t>
              </a:r>
            </a:p>
          </p:txBody>
        </p:sp>
      </p:grpSp>
      <p:grpSp>
        <p:nvGrpSpPr>
          <p:cNvPr id="13" name="组合 21"/>
          <p:cNvGrpSpPr/>
          <p:nvPr/>
        </p:nvGrpSpPr>
        <p:grpSpPr>
          <a:xfrm>
            <a:off x="5893866" y="3191201"/>
            <a:ext cx="4928870" cy="1176020"/>
            <a:chOff x="7327" y="7570"/>
            <a:chExt cx="7762" cy="1852"/>
          </a:xfrm>
        </p:grpSpPr>
        <p:sp>
          <p:nvSpPr>
            <p:cNvPr id="26" name="MH_Other_5"/>
            <p:cNvSpPr>
              <a:spLocks noChangeArrowheads="1"/>
            </p:cNvSpPr>
            <p:nvPr>
              <p:custDataLst>
                <p:tags r:id="rId14"/>
              </p:custDataLst>
            </p:nvPr>
          </p:nvSpPr>
          <p:spPr bwMode="auto">
            <a:xfrm>
              <a:off x="7327" y="7570"/>
              <a:ext cx="1060" cy="795"/>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27" name="MH_Other_6"/>
            <p:cNvSpPr>
              <a:spLocks noChangeArrowheads="1"/>
            </p:cNvSpPr>
            <p:nvPr>
              <p:custDataLst>
                <p:tags r:id="rId15"/>
              </p:custDataLst>
            </p:nvPr>
          </p:nvSpPr>
          <p:spPr bwMode="auto">
            <a:xfrm>
              <a:off x="8447" y="7735"/>
              <a:ext cx="840" cy="630"/>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7"/>
            <p:cNvSpPr>
              <a:spLocks noChangeArrowheads="1"/>
            </p:cNvSpPr>
            <p:nvPr>
              <p:custDataLst>
                <p:tags r:id="rId16"/>
              </p:custDataLst>
            </p:nvPr>
          </p:nvSpPr>
          <p:spPr bwMode="auto">
            <a:xfrm>
              <a:off x="7567" y="8410"/>
              <a:ext cx="820" cy="615"/>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0" name="MH_Other_8"/>
            <p:cNvSpPr>
              <a:spLocks noChangeArrowheads="1"/>
            </p:cNvSpPr>
            <p:nvPr>
              <p:custDataLst>
                <p:tags r:id="rId17"/>
              </p:custDataLst>
            </p:nvPr>
          </p:nvSpPr>
          <p:spPr bwMode="auto">
            <a:xfrm>
              <a:off x="8447" y="8410"/>
              <a:ext cx="1060" cy="525"/>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1" name="MH_SubTitle_3"/>
            <p:cNvSpPr/>
            <p:nvPr>
              <p:custDataLst>
                <p:tags r:id="rId18"/>
              </p:custDataLst>
            </p:nvPr>
          </p:nvSpPr>
          <p:spPr>
            <a:xfrm>
              <a:off x="9924" y="7745"/>
              <a:ext cx="5165" cy="1677"/>
            </a:xfrm>
            <a:prstGeom prst="rect">
              <a:avLst/>
            </a:prstGeom>
          </p:spPr>
          <p:txBody>
            <a:bodyPr lIns="0" tIns="0" rIns="0" bIns="0" anchor="ctr">
              <a:noAutofit/>
            </a:bodyPr>
            <a:lstStyle/>
            <a:p>
              <a:pPr>
                <a:lnSpc>
                  <a:spcPct val="120000"/>
                </a:lnSpc>
                <a:defRPr/>
              </a:pPr>
              <a:r>
                <a:rPr lang="zh-CN" altLang="en-US" dirty="0" smtClean="0">
                  <a:solidFill>
                    <a:srgbClr val="000000"/>
                  </a:solidFill>
                  <a:latin typeface="微软雅黑" panose="020B0503020204020204" charset="-122"/>
                  <a:ea typeface="微软雅黑" panose="020B0503020204020204" charset="-122"/>
                  <a:sym typeface="+mn-ea"/>
                </a:rPr>
                <a:t>       图书馆工作人员进行操作权限管理和角色分配；</a:t>
              </a:r>
            </a:p>
            <a:p>
              <a:pPr>
                <a:lnSpc>
                  <a:spcPct val="120000"/>
                </a:lnSpc>
                <a:defRPr/>
              </a:pPr>
              <a:endParaRPr lang="zh-CN" altLang="en-US" dirty="0" smtClean="0">
                <a:solidFill>
                  <a:srgbClr val="000000"/>
                </a:solidFill>
                <a:latin typeface="微软雅黑" panose="020B0503020204020204" charset="-122"/>
                <a:ea typeface="微软雅黑" panose="020B0503020204020204" charset="-122"/>
                <a:sym typeface="+mn-ea"/>
              </a:endParaRPr>
            </a:p>
          </p:txBody>
        </p:sp>
      </p:grpSp>
      <p:grpSp>
        <p:nvGrpSpPr>
          <p:cNvPr id="14" name="组合 26"/>
          <p:cNvGrpSpPr/>
          <p:nvPr/>
        </p:nvGrpSpPr>
        <p:grpSpPr>
          <a:xfrm>
            <a:off x="1081926" y="4934394"/>
            <a:ext cx="4472940" cy="923925"/>
            <a:chOff x="4720" y="5568"/>
            <a:chExt cx="7044" cy="1455"/>
          </a:xfrm>
        </p:grpSpPr>
        <p:sp>
          <p:nvSpPr>
            <p:cNvPr id="21" name="MH_Other_9"/>
            <p:cNvSpPr>
              <a:spLocks noChangeArrowheads="1"/>
            </p:cNvSpPr>
            <p:nvPr>
              <p:custDataLst>
                <p:tags r:id="rId9"/>
              </p:custDataLst>
            </p:nvPr>
          </p:nvSpPr>
          <p:spPr bwMode="auto">
            <a:xfrm>
              <a:off x="4720" y="5568"/>
              <a:ext cx="1060" cy="795"/>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22" name="MH_Other_10"/>
            <p:cNvSpPr>
              <a:spLocks noChangeArrowheads="1"/>
            </p:cNvSpPr>
            <p:nvPr>
              <p:custDataLst>
                <p:tags r:id="rId10"/>
              </p:custDataLst>
            </p:nvPr>
          </p:nvSpPr>
          <p:spPr bwMode="auto">
            <a:xfrm>
              <a:off x="5840" y="5733"/>
              <a:ext cx="840" cy="630"/>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3" name="MH_Other_11"/>
            <p:cNvSpPr>
              <a:spLocks noChangeArrowheads="1"/>
            </p:cNvSpPr>
            <p:nvPr>
              <p:custDataLst>
                <p:tags r:id="rId11"/>
              </p:custDataLst>
            </p:nvPr>
          </p:nvSpPr>
          <p:spPr bwMode="auto">
            <a:xfrm>
              <a:off x="4960" y="6408"/>
              <a:ext cx="820" cy="61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4" name="MH_Other_12"/>
            <p:cNvSpPr>
              <a:spLocks noChangeArrowheads="1"/>
            </p:cNvSpPr>
            <p:nvPr>
              <p:custDataLst>
                <p:tags r:id="rId12"/>
              </p:custDataLst>
            </p:nvPr>
          </p:nvSpPr>
          <p:spPr bwMode="auto">
            <a:xfrm>
              <a:off x="5840" y="6408"/>
              <a:ext cx="1060" cy="52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5" name="MH_SubTitle_2"/>
            <p:cNvSpPr/>
            <p:nvPr>
              <p:custDataLst>
                <p:tags r:id="rId13"/>
              </p:custDataLst>
            </p:nvPr>
          </p:nvSpPr>
          <p:spPr>
            <a:xfrm>
              <a:off x="7258" y="5668"/>
              <a:ext cx="4506" cy="1280"/>
            </a:xfrm>
            <a:prstGeom prst="rect">
              <a:avLst/>
            </a:prstGeom>
          </p:spPr>
          <p:txBody>
            <a:bodyPr lIns="0" tIns="0" rIns="0" bIns="0" anchor="ctr">
              <a:noAutofit/>
            </a:bodyPr>
            <a:lstStyle/>
            <a:p>
              <a:r>
                <a:rPr lang="zh-CN" altLang="en-US" dirty="0" smtClean="0">
                  <a:solidFill>
                    <a:srgbClr val="000000"/>
                  </a:solidFill>
                  <a:latin typeface="微软雅黑" panose="020B0503020204020204" charset="-122"/>
                  <a:ea typeface="微软雅黑" panose="020B0503020204020204" charset="-122"/>
                  <a:sym typeface="+mn-ea"/>
                </a:rPr>
                <a:t>数据库每月进行增量备份；</a:t>
              </a:r>
            </a:p>
          </p:txBody>
        </p:sp>
      </p:grpSp>
      <p:grpSp>
        <p:nvGrpSpPr>
          <p:cNvPr id="15" name="组合 33"/>
          <p:cNvGrpSpPr/>
          <p:nvPr/>
        </p:nvGrpSpPr>
        <p:grpSpPr>
          <a:xfrm>
            <a:off x="5893866" y="4988985"/>
            <a:ext cx="4942205" cy="923925"/>
            <a:chOff x="7327" y="7570"/>
            <a:chExt cx="7783" cy="1455"/>
          </a:xfrm>
        </p:grpSpPr>
        <p:sp>
          <p:nvSpPr>
            <p:cNvPr id="16" name="MH_Other_5"/>
            <p:cNvSpPr>
              <a:spLocks noChangeArrowheads="1"/>
            </p:cNvSpPr>
            <p:nvPr>
              <p:custDataLst>
                <p:tags r:id="rId4"/>
              </p:custDataLst>
            </p:nvPr>
          </p:nvSpPr>
          <p:spPr bwMode="auto">
            <a:xfrm>
              <a:off x="7327" y="7570"/>
              <a:ext cx="1060" cy="795"/>
            </a:xfrm>
            <a:prstGeom prst="rect">
              <a:avLst/>
            </a:prstGeom>
            <a:solidFill>
              <a:schemeClr val="accent4">
                <a:lumMod val="75000"/>
              </a:schemeClr>
            </a:solidFill>
            <a:ln w="9525">
              <a:noFill/>
              <a:miter lim="800000"/>
            </a:ln>
          </p:spPr>
          <p:txBody>
            <a:bodyPr anchor="ctr"/>
            <a:lstStyle/>
            <a:p>
              <a:pPr algn="ctr" eaLnBrk="1" hangingPunct="1"/>
              <a:r>
                <a:rPr lang="en-US" altLang="zh-CN" sz="2400" b="1" dirty="0" smtClean="0">
                  <a:solidFill>
                    <a:srgbClr val="FFFFFF"/>
                  </a:solidFill>
                  <a:ea typeface="微软雅黑" panose="020B0503020204020204" charset="-122"/>
                </a:rPr>
                <a:t>04</a:t>
              </a:r>
              <a:endParaRPr lang="zh-CN" altLang="en-US" sz="2400" b="1" dirty="0">
                <a:solidFill>
                  <a:srgbClr val="FFFFFF"/>
                </a:solidFill>
                <a:ea typeface="微软雅黑" panose="020B0503020204020204" charset="-122"/>
              </a:endParaRPr>
            </a:p>
          </p:txBody>
        </p:sp>
        <p:sp>
          <p:nvSpPr>
            <p:cNvPr id="17" name="MH_Other_6"/>
            <p:cNvSpPr>
              <a:spLocks noChangeArrowheads="1"/>
            </p:cNvSpPr>
            <p:nvPr>
              <p:custDataLst>
                <p:tags r:id="rId5"/>
              </p:custDataLst>
            </p:nvPr>
          </p:nvSpPr>
          <p:spPr bwMode="auto">
            <a:xfrm>
              <a:off x="8447" y="7735"/>
              <a:ext cx="840" cy="630"/>
            </a:xfrm>
            <a:prstGeom prst="rect">
              <a:avLst/>
            </a:prstGeom>
            <a:solidFill>
              <a:schemeClr val="accent4">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8" name="MH_Other_7"/>
            <p:cNvSpPr>
              <a:spLocks noChangeArrowheads="1"/>
            </p:cNvSpPr>
            <p:nvPr>
              <p:custDataLst>
                <p:tags r:id="rId6"/>
              </p:custDataLst>
            </p:nvPr>
          </p:nvSpPr>
          <p:spPr bwMode="auto">
            <a:xfrm>
              <a:off x="7567" y="8410"/>
              <a:ext cx="820" cy="615"/>
            </a:xfrm>
            <a:prstGeom prst="rect">
              <a:avLst/>
            </a:prstGeom>
            <a:solidFill>
              <a:schemeClr val="accent4">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Other_8"/>
            <p:cNvSpPr>
              <a:spLocks noChangeArrowheads="1"/>
            </p:cNvSpPr>
            <p:nvPr>
              <p:custDataLst>
                <p:tags r:id="rId7"/>
              </p:custDataLst>
            </p:nvPr>
          </p:nvSpPr>
          <p:spPr bwMode="auto">
            <a:xfrm>
              <a:off x="8447" y="8410"/>
              <a:ext cx="1060" cy="525"/>
            </a:xfrm>
            <a:prstGeom prst="rect">
              <a:avLst/>
            </a:prstGeom>
            <a:solidFill>
              <a:schemeClr val="accent4">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SubTitle_3"/>
            <p:cNvSpPr/>
            <p:nvPr>
              <p:custDataLst>
                <p:tags r:id="rId8"/>
              </p:custDataLst>
            </p:nvPr>
          </p:nvSpPr>
          <p:spPr>
            <a:xfrm>
              <a:off x="9924" y="7570"/>
              <a:ext cx="5186" cy="1280"/>
            </a:xfrm>
            <a:prstGeom prst="rect">
              <a:avLst/>
            </a:prstGeom>
          </p:spPr>
          <p:txBody>
            <a:bodyPr lIns="0" tIns="0" rIns="0" bIns="0" anchor="ctr">
              <a:noAutofit/>
            </a:bodyPr>
            <a:lstStyle/>
            <a:p>
              <a:pPr fontAlgn="auto">
                <a:lnSpc>
                  <a:spcPct val="120000"/>
                </a:lnSpc>
                <a:defRPr/>
              </a:pPr>
              <a:r>
                <a:rPr lang="zh-CN" altLang="en-US" dirty="0" smtClean="0">
                  <a:solidFill>
                    <a:srgbClr val="000000"/>
                  </a:solidFill>
                  <a:latin typeface="微软雅黑" panose="020B0503020204020204" charset="-122"/>
                  <a:ea typeface="微软雅黑" panose="020B0503020204020204" charset="-122"/>
                  <a:sym typeface="+mn-ea"/>
                </a:rPr>
                <a:t>       一般读者进行用户名和口令登录检查。</a:t>
              </a:r>
            </a:p>
          </p:txBody>
        </p:sp>
      </p:grpSp>
      <p:grpSp>
        <p:nvGrpSpPr>
          <p:cNvPr id="40" name="组合 39"/>
          <p:cNvGrpSpPr/>
          <p:nvPr/>
        </p:nvGrpSpPr>
        <p:grpSpPr>
          <a:xfrm>
            <a:off x="709685" y="1996826"/>
            <a:ext cx="10290412" cy="4021837"/>
            <a:chOff x="972765" y="2264433"/>
            <a:chExt cx="10290412" cy="4021837"/>
          </a:xfrm>
        </p:grpSpPr>
        <p:sp>
          <p:nvSpPr>
            <p:cNvPr id="41" name="MH_Text_1"/>
            <p:cNvSpPr/>
            <p:nvPr>
              <p:custDataLst>
                <p:tags r:id="rId2"/>
              </p:custDataLst>
            </p:nvPr>
          </p:nvSpPr>
          <p:spPr>
            <a:xfrm>
              <a:off x="972765" y="2825137"/>
              <a:ext cx="10290412" cy="3461133"/>
            </a:xfrm>
            <a:prstGeom prst="rect">
              <a:avLst/>
            </a:prstGeom>
            <a:noFill/>
            <a:ln w="12700" cap="flat" cmpd="sng" algn="ctr">
              <a:solidFill>
                <a:srgbClr val="CC0066"/>
              </a:solidFill>
              <a:prstDash val="solid"/>
              <a:miter lim="800000"/>
            </a:ln>
            <a:effectLst/>
          </p:spPr>
          <p:txBody>
            <a:bodyPr anchor="ctr">
              <a:normAutofit/>
            </a:bodyPr>
            <a:lstStyle/>
            <a:p>
              <a:pPr>
                <a:lnSpc>
                  <a:spcPct val="130000"/>
                </a:lnSpc>
                <a:buFont typeface="Wingdings" pitchFamily="2" charset="2"/>
                <a:buChar char="Ø"/>
              </a:pPr>
              <a:endParaRPr lang="zh-CN" altLang="en-US" dirty="0" smtClean="0">
                <a:latin typeface="微软雅黑" panose="020B0503020204020204" charset="-122"/>
                <a:ea typeface="微软雅黑" panose="020B0503020204020204" charset="-122"/>
                <a:sym typeface="+mn-ea"/>
              </a:endParaRPr>
            </a:p>
          </p:txBody>
        </p:sp>
        <p:sp>
          <p:nvSpPr>
            <p:cNvPr id="42" name="MH_SubTitle_1"/>
            <p:cNvSpPr/>
            <p:nvPr>
              <p:custDataLst>
                <p:tags r:id="rId3"/>
              </p:custDataLst>
            </p:nvPr>
          </p:nvSpPr>
          <p:spPr>
            <a:xfrm>
              <a:off x="1105325" y="2264433"/>
              <a:ext cx="6343649"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a:defRPr/>
              </a:pPr>
              <a:r>
                <a:rPr lang="en-US" altLang="zh-CN" sz="2400" b="1" kern="0" dirty="0" smtClean="0">
                  <a:solidFill>
                    <a:srgbClr val="FFFFFF"/>
                  </a:solidFill>
                  <a:latin typeface="微软雅黑" panose="020B0503020204020204" charset="-122"/>
                  <a:ea typeface="微软雅黑" panose="020B0503020204020204" charset="-122"/>
                  <a:cs typeface="Arial" panose="020B0604020202020204" pitchFamily="34" charset="0"/>
                </a:rPr>
                <a:t>1  </a:t>
              </a:r>
              <a:r>
                <a:rPr lang="zh-CN" altLang="en-US" sz="2400" b="1" kern="0" dirty="0" smtClean="0">
                  <a:solidFill>
                    <a:srgbClr val="FFFFFF"/>
                  </a:solidFill>
                  <a:latin typeface="微软雅黑" panose="020B0503020204020204" charset="-122"/>
                  <a:ea typeface="微软雅黑" panose="020B0503020204020204" charset="-122"/>
                  <a:cs typeface="Arial" panose="020B0604020202020204" pitchFamily="34" charset="0"/>
                </a:rPr>
                <a:t>系统的实施模型与说明</a:t>
              </a:r>
            </a:p>
          </p:txBody>
        </p:sp>
      </p:grpSp>
    </p:spTree>
    <p:custDataLst>
      <p:tags r:id="rId1"/>
    </p:custDataLst>
  </p:cSld>
  <p:clrMapOvr>
    <a:masterClrMapping/>
  </p:clrMapOvr>
  <p:transition>
    <p:pull dir="u"/>
  </p:transition>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7.5.2 </a:t>
            </a:r>
            <a:r>
              <a:rPr lang="zh-CN" altLang="en-US" sz="2400" dirty="0" smtClean="0">
                <a:solidFill>
                  <a:schemeClr val="tx1"/>
                </a:solidFill>
              </a:rPr>
              <a:t>面向对象设计实例</a:t>
            </a:r>
            <a:r>
              <a:rPr lang="en-US" sz="2400" dirty="0" smtClean="0">
                <a:solidFill>
                  <a:schemeClr val="tx1"/>
                </a:solidFill>
              </a:rPr>
              <a:t> </a:t>
            </a:r>
          </a:p>
        </p:txBody>
      </p:sp>
      <p:grpSp>
        <p:nvGrpSpPr>
          <p:cNvPr id="4" name="组合 3"/>
          <p:cNvGrpSpPr/>
          <p:nvPr/>
        </p:nvGrpSpPr>
        <p:grpSpPr>
          <a:xfrm>
            <a:off x="805218" y="2037769"/>
            <a:ext cx="10522423" cy="3803473"/>
            <a:chOff x="972764" y="2264433"/>
            <a:chExt cx="10522423" cy="3803473"/>
          </a:xfrm>
        </p:grpSpPr>
        <p:sp>
          <p:nvSpPr>
            <p:cNvPr id="5" name="MH_Text_1"/>
            <p:cNvSpPr/>
            <p:nvPr>
              <p:custDataLst>
                <p:tags r:id="rId2"/>
              </p:custDataLst>
            </p:nvPr>
          </p:nvSpPr>
          <p:spPr>
            <a:xfrm>
              <a:off x="972764" y="2825138"/>
              <a:ext cx="10522423" cy="3242768"/>
            </a:xfrm>
            <a:prstGeom prst="rect">
              <a:avLst/>
            </a:prstGeom>
            <a:noFill/>
            <a:ln w="12700" cap="flat" cmpd="sng" algn="ctr">
              <a:solidFill>
                <a:srgbClr val="CC0066"/>
              </a:solidFill>
              <a:prstDash val="solid"/>
              <a:miter lim="800000"/>
            </a:ln>
            <a:effectLst/>
          </p:spPr>
          <p:txBody>
            <a:bodyPr anchor="ctr">
              <a:normAutofit/>
            </a:bodyPr>
            <a:lstStyle/>
            <a:p>
              <a:pPr>
                <a:lnSpc>
                  <a:spcPct val="130000"/>
                </a:lnSpc>
                <a:buFont typeface="Wingdings" pitchFamily="2" charset="2"/>
                <a:buChar char="Ø"/>
              </a:pPr>
              <a:r>
                <a:rPr lang="zh-CN" altLang="en-US" dirty="0" smtClean="0">
                  <a:latin typeface="微软雅黑" panose="020B0503020204020204" charset="-122"/>
                  <a:ea typeface="微软雅黑" panose="020B0503020204020204" charset="-122"/>
                  <a:sym typeface="+mn-ea"/>
                </a:rPr>
                <a:t>说明所划分的各个子系统、子系统之间的依赖关系和接口，以及子系统在各个节点上的部署。</a:t>
              </a:r>
            </a:p>
            <a:p>
              <a:pPr>
                <a:lnSpc>
                  <a:spcPct val="130000"/>
                </a:lnSpc>
                <a:buFont typeface="Wingdings" pitchFamily="2" charset="2"/>
                <a:buChar char="Ø"/>
              </a:pPr>
              <a:r>
                <a:rPr lang="zh-CN" altLang="en-US" dirty="0" smtClean="0">
                  <a:latin typeface="微软雅黑" panose="020B0503020204020204" charset="-122"/>
                  <a:ea typeface="微软雅黑" panose="020B0503020204020204" charset="-122"/>
                  <a:sym typeface="+mn-ea"/>
                </a:rPr>
                <a:t>图书馆信息管理系统可以划分为</a:t>
              </a:r>
              <a:r>
                <a:rPr lang="en-US" altLang="zh-CN" dirty="0" smtClean="0">
                  <a:latin typeface="微软雅黑" panose="020B0503020204020204" charset="-122"/>
                  <a:ea typeface="微软雅黑" panose="020B0503020204020204" charset="-122"/>
                  <a:sym typeface="+mn-ea"/>
                </a:rPr>
                <a:t>4</a:t>
              </a:r>
              <a:r>
                <a:rPr lang="zh-CN" altLang="en-US" dirty="0" smtClean="0">
                  <a:latin typeface="微软雅黑" panose="020B0503020204020204" charset="-122"/>
                  <a:ea typeface="微软雅黑" panose="020B0503020204020204" charset="-122"/>
                  <a:sym typeface="+mn-ea"/>
                </a:rPr>
                <a:t>个子系统：界面层、专用软件层、通用软件层和数据层。其中，界面层包括实现查询界面、借书界面、还书界面、预借界面、通知界面等用户界面；专用软件层包括读者查询、借书、还书、处罚、预借、通知等处理；通用软件层包括权限管理、用户登录、通用查询类；数据层包括实体类及其相应的服务。</a:t>
              </a:r>
            </a:p>
            <a:p>
              <a:pPr>
                <a:lnSpc>
                  <a:spcPct val="130000"/>
                </a:lnSpc>
                <a:buFont typeface="Wingdings" pitchFamily="2" charset="2"/>
                <a:buChar char="Ø"/>
              </a:pPr>
              <a:r>
                <a:rPr lang="zh-CN" altLang="en-US" dirty="0" smtClean="0">
                  <a:latin typeface="微软雅黑" panose="020B0503020204020204" charset="-122"/>
                  <a:ea typeface="微软雅黑" panose="020B0503020204020204" charset="-122"/>
                  <a:sym typeface="+mn-ea"/>
                </a:rPr>
                <a:t>界面层与专用软件层、通用软件层之间是“请求－服务”关系，界面层不可以直接与数据层发生关系。</a:t>
              </a:r>
            </a:p>
            <a:p>
              <a:pPr>
                <a:lnSpc>
                  <a:spcPct val="130000"/>
                </a:lnSpc>
                <a:buFont typeface="Wingdings" pitchFamily="2" charset="2"/>
                <a:buChar char="Ø"/>
              </a:pPr>
              <a:r>
                <a:rPr lang="zh-CN" altLang="en-US" dirty="0" smtClean="0">
                  <a:latin typeface="微软雅黑" panose="020B0503020204020204" charset="-122"/>
                  <a:ea typeface="微软雅黑" panose="020B0503020204020204" charset="-122"/>
                  <a:sym typeface="+mn-ea"/>
                </a:rPr>
                <a:t>专用软件层与通用软件层有依赖关系和继承关系。</a:t>
              </a:r>
            </a:p>
            <a:p>
              <a:pPr>
                <a:lnSpc>
                  <a:spcPct val="130000"/>
                </a:lnSpc>
                <a:buFont typeface="Wingdings" pitchFamily="2" charset="2"/>
                <a:buChar char="Ø"/>
              </a:pPr>
              <a:r>
                <a:rPr lang="zh-CN" altLang="en-US" dirty="0" smtClean="0">
                  <a:latin typeface="微软雅黑" panose="020B0503020204020204" charset="-122"/>
                  <a:ea typeface="微软雅黑" panose="020B0503020204020204" charset="-122"/>
                  <a:sym typeface="+mn-ea"/>
                </a:rPr>
                <a:t>专用软件层、通用软件层与数据层之间是“请求－服务”关系。</a:t>
              </a:r>
            </a:p>
          </p:txBody>
        </p:sp>
        <p:sp>
          <p:nvSpPr>
            <p:cNvPr id="6" name="MH_SubTitle_1"/>
            <p:cNvSpPr/>
            <p:nvPr>
              <p:custDataLst>
                <p:tags r:id="rId3"/>
              </p:custDataLst>
            </p:nvPr>
          </p:nvSpPr>
          <p:spPr>
            <a:xfrm>
              <a:off x="1105325" y="2264433"/>
              <a:ext cx="6343649"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a:defRPr/>
              </a:pPr>
              <a:r>
                <a:rPr lang="en-US" altLang="zh-CN" sz="2400" b="1" kern="0" dirty="0" smtClean="0">
                  <a:solidFill>
                    <a:srgbClr val="FFFFFF"/>
                  </a:solidFill>
                  <a:latin typeface="微软雅黑" panose="020B0503020204020204" charset="-122"/>
                  <a:ea typeface="微软雅黑" panose="020B0503020204020204" charset="-122"/>
                  <a:cs typeface="Arial" panose="020B0604020202020204" pitchFamily="34" charset="0"/>
                </a:rPr>
                <a:t>2 </a:t>
              </a:r>
              <a:r>
                <a:rPr lang="zh-CN" altLang="en-US" sz="2400" b="1" kern="0" dirty="0" smtClean="0">
                  <a:solidFill>
                    <a:srgbClr val="FFFFFF"/>
                  </a:solidFill>
                  <a:latin typeface="微软雅黑" panose="020B0503020204020204" charset="-122"/>
                  <a:ea typeface="微软雅黑" panose="020B0503020204020204" charset="-122"/>
                  <a:cs typeface="Arial" panose="020B0604020202020204" pitchFamily="34" charset="0"/>
                </a:rPr>
                <a:t>定义子系统</a:t>
              </a:r>
              <a:endParaRPr lang="en-US" altLang="zh-CN" sz="2400" b="1" kern="0" dirty="0" smtClean="0">
                <a:solidFill>
                  <a:srgbClr val="FFFFFF"/>
                </a:solidFill>
                <a:latin typeface="微软雅黑" panose="020B0503020204020204" charset="-122"/>
                <a:ea typeface="微软雅黑" panose="020B0503020204020204" charset="-122"/>
                <a:cs typeface="Arial" panose="020B0604020202020204" pitchFamily="34" charset="0"/>
              </a:endParaRPr>
            </a:p>
          </p:txBody>
        </p:sp>
      </p:grpSp>
    </p:spTree>
    <p:custDataLst>
      <p:tags r:id="rId1"/>
    </p:custDataLst>
  </p:cSld>
  <p:clrMapOvr>
    <a:masterClrMapping/>
  </p:clrMapOvr>
  <p:transition>
    <p:pull dir="u"/>
  </p:transition>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7.5.2 </a:t>
            </a:r>
            <a:r>
              <a:rPr lang="zh-CN" altLang="en-US" sz="2400" dirty="0" smtClean="0">
                <a:solidFill>
                  <a:schemeClr val="tx1"/>
                </a:solidFill>
              </a:rPr>
              <a:t>面向对象设计实例</a:t>
            </a:r>
            <a:r>
              <a:rPr lang="en-US" sz="2400" dirty="0" smtClean="0">
                <a:solidFill>
                  <a:schemeClr val="tx1"/>
                </a:solidFill>
              </a:rPr>
              <a:t> </a:t>
            </a:r>
          </a:p>
        </p:txBody>
      </p:sp>
      <p:grpSp>
        <p:nvGrpSpPr>
          <p:cNvPr id="3" name="组合 3"/>
          <p:cNvGrpSpPr/>
          <p:nvPr/>
        </p:nvGrpSpPr>
        <p:grpSpPr>
          <a:xfrm>
            <a:off x="805218" y="2037769"/>
            <a:ext cx="10522423" cy="3803473"/>
            <a:chOff x="972764" y="2264433"/>
            <a:chExt cx="10522423" cy="3803473"/>
          </a:xfrm>
        </p:grpSpPr>
        <p:sp>
          <p:nvSpPr>
            <p:cNvPr id="5" name="MH_Text_1"/>
            <p:cNvSpPr/>
            <p:nvPr>
              <p:custDataLst>
                <p:tags r:id="rId2"/>
              </p:custDataLst>
            </p:nvPr>
          </p:nvSpPr>
          <p:spPr>
            <a:xfrm>
              <a:off x="972764" y="2825138"/>
              <a:ext cx="10522423" cy="3242768"/>
            </a:xfrm>
            <a:prstGeom prst="rect">
              <a:avLst/>
            </a:prstGeom>
            <a:noFill/>
            <a:ln w="12700" cap="flat" cmpd="sng" algn="ctr">
              <a:solidFill>
                <a:srgbClr val="CC0066"/>
              </a:solidFill>
              <a:prstDash val="solid"/>
              <a:miter lim="800000"/>
            </a:ln>
            <a:effectLst/>
          </p:spPr>
          <p:txBody>
            <a:bodyPr anchor="ctr">
              <a:normAutofit/>
            </a:bodyPr>
            <a:lstStyle/>
            <a:p>
              <a:pPr>
                <a:lnSpc>
                  <a:spcPct val="130000"/>
                </a:lnSpc>
              </a:pPr>
              <a:r>
                <a:rPr lang="zh-CN" altLang="en-US" dirty="0" smtClean="0"/>
                <a:t>        图</a:t>
              </a:r>
              <a:r>
                <a:rPr lang="en-US" dirty="0" smtClean="0"/>
                <a:t>7-24</a:t>
              </a:r>
              <a:r>
                <a:rPr lang="zh-CN" altLang="en-US" dirty="0" smtClean="0">
                  <a:latin typeface="微软雅黑" panose="020B0503020204020204" charset="-122"/>
                  <a:ea typeface="微软雅黑" panose="020B0503020204020204" charset="-122"/>
                  <a:sym typeface="+mn-ea"/>
                </a:rPr>
                <a:t>这个类图模型中简单描述了在系统中出现的主要类和对象，其中的每个关联还可以再分层次详细地画出具体的数据流图，下面以“借书”为例进行说明。</a:t>
              </a:r>
            </a:p>
            <a:p>
              <a:pPr>
                <a:lnSpc>
                  <a:spcPct val="130000"/>
                </a:lnSpc>
              </a:pPr>
              <a:r>
                <a:rPr lang="zh-CN" altLang="en-US" dirty="0" smtClean="0">
                  <a:latin typeface="微软雅黑" panose="020B0503020204020204" charset="-122"/>
                  <a:ea typeface="微软雅黑" panose="020B0503020204020204" charset="-122"/>
                  <a:sym typeface="+mn-ea"/>
                </a:rPr>
                <a:t>       借书时，流通组的工作人员打开借书窗口，这个窗口包含了</a:t>
              </a:r>
              <a:r>
                <a:rPr lang="en-US" altLang="zh-CN" dirty="0" smtClean="0">
                  <a:latin typeface="微软雅黑" panose="020B0503020204020204" charset="-122"/>
                  <a:ea typeface="微软雅黑" panose="020B0503020204020204" charset="-122"/>
                  <a:sym typeface="+mn-ea"/>
                </a:rPr>
                <a:t>3</a:t>
              </a:r>
              <a:r>
                <a:rPr lang="zh-CN" altLang="en-US" dirty="0" smtClean="0">
                  <a:latin typeface="微软雅黑" panose="020B0503020204020204" charset="-122"/>
                  <a:ea typeface="微软雅黑" panose="020B0503020204020204" charset="-122"/>
                  <a:sym typeface="+mn-ea"/>
                </a:rPr>
                <a:t>个对象：读者编号输入栏、图书索引号输入栏和“确认”按钮。当单击了“确认”按钮后，程序先由流通组工作人员检查控制类，检查读者编号是否存在，读者借书量是否超出限制。如果不存在该读者编号，则显示“该读者不存在”，如果借阅量已超标，则显示“读者借书超量”，否则，检查图书的有效性。如果图书库显示“该书已经借空”，则提示“图书已被借出”，同时预订图书按钮变为可操作，可以为该读者预订此书。如果检查读者和图书都有效，则进行借书处理，修改相应的图书记录，创建一条借书记录。</a:t>
              </a:r>
            </a:p>
          </p:txBody>
        </p:sp>
        <p:sp>
          <p:nvSpPr>
            <p:cNvPr id="6" name="MH_SubTitle_1"/>
            <p:cNvSpPr/>
            <p:nvPr>
              <p:custDataLst>
                <p:tags r:id="rId3"/>
              </p:custDataLst>
            </p:nvPr>
          </p:nvSpPr>
          <p:spPr>
            <a:xfrm>
              <a:off x="1105325" y="2264433"/>
              <a:ext cx="6343649"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a:defRPr/>
              </a:pPr>
              <a:r>
                <a:rPr lang="en-US" altLang="zh-CN" sz="2400" b="1" kern="0" dirty="0" smtClean="0">
                  <a:solidFill>
                    <a:srgbClr val="FFFFFF"/>
                  </a:solidFill>
                  <a:latin typeface="微软雅黑" panose="020B0503020204020204" charset="-122"/>
                  <a:ea typeface="微软雅黑" panose="020B0503020204020204" charset="-122"/>
                  <a:cs typeface="Arial" panose="020B0604020202020204" pitchFamily="34" charset="0"/>
                </a:rPr>
                <a:t>3</a:t>
              </a:r>
              <a:r>
                <a:rPr lang="zh-CN" altLang="en-US" sz="2400" b="1" kern="0" dirty="0" smtClean="0">
                  <a:solidFill>
                    <a:srgbClr val="FFFFFF"/>
                  </a:solidFill>
                  <a:latin typeface="微软雅黑" panose="020B0503020204020204" charset="-122"/>
                  <a:ea typeface="微软雅黑" panose="020B0503020204020204" charset="-122"/>
                  <a:cs typeface="Arial" panose="020B0604020202020204" pitchFamily="34" charset="0"/>
                </a:rPr>
                <a:t> 设计用例的类图</a:t>
              </a:r>
            </a:p>
          </p:txBody>
        </p:sp>
      </p:grpSp>
    </p:spTree>
    <p:custDataLst>
      <p:tags r:id="rId1"/>
    </p:custDataLst>
  </p:cSld>
  <p:clrMapOvr>
    <a:masterClrMapping/>
  </p:clrMapOvr>
  <p:transition>
    <p:pull dir="u"/>
  </p:transition>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7.5.2 </a:t>
            </a:r>
            <a:r>
              <a:rPr lang="zh-CN" altLang="en-US" sz="2400" dirty="0" smtClean="0">
                <a:solidFill>
                  <a:schemeClr val="tx1"/>
                </a:solidFill>
              </a:rPr>
              <a:t>面向对象设计实例</a:t>
            </a:r>
            <a:r>
              <a:rPr lang="en-US" sz="2400" dirty="0" smtClean="0">
                <a:solidFill>
                  <a:schemeClr val="tx1"/>
                </a:solidFill>
              </a:rPr>
              <a:t> </a:t>
            </a:r>
          </a:p>
        </p:txBody>
      </p:sp>
      <p:sp>
        <p:nvSpPr>
          <p:cNvPr id="204873" name="Rectangle 7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77" name="图片 76" descr="图片1.png"/>
          <p:cNvPicPr>
            <a:picLocks noChangeAspect="1"/>
          </p:cNvPicPr>
          <p:nvPr/>
        </p:nvPicPr>
        <p:blipFill>
          <a:blip r:embed="rId4" cstate="print"/>
          <a:stretch>
            <a:fillRect/>
          </a:stretch>
        </p:blipFill>
        <p:spPr>
          <a:xfrm>
            <a:off x="2522692" y="982638"/>
            <a:ext cx="7294980" cy="5049672"/>
          </a:xfrm>
          <a:prstGeom prst="rect">
            <a:avLst/>
          </a:prstGeom>
        </p:spPr>
      </p:pic>
      <p:sp>
        <p:nvSpPr>
          <p:cNvPr id="78" name="矩形 77"/>
          <p:cNvSpPr/>
          <p:nvPr/>
        </p:nvSpPr>
        <p:spPr>
          <a:xfrm>
            <a:off x="4126416" y="6014830"/>
            <a:ext cx="3775393" cy="369332"/>
          </a:xfrm>
          <a:prstGeom prst="rect">
            <a:avLst/>
          </a:prstGeom>
        </p:spPr>
        <p:txBody>
          <a:bodyPr wrap="none">
            <a:spAutoFit/>
          </a:bodyPr>
          <a:lstStyle/>
          <a:p>
            <a:r>
              <a:rPr lang="zh-CN" altLang="en-US" dirty="0" smtClean="0"/>
              <a:t>图</a:t>
            </a:r>
            <a:r>
              <a:rPr lang="en-US" dirty="0" smtClean="0"/>
              <a:t>7-24  </a:t>
            </a:r>
            <a:r>
              <a:rPr lang="zh-CN" altLang="en-US" dirty="0" smtClean="0"/>
              <a:t>图书馆信息管理系统的类图</a:t>
            </a:r>
            <a:endParaRPr lang="zh-CN" altLang="en-US" dirty="0"/>
          </a:p>
        </p:txBody>
      </p:sp>
    </p:spTree>
    <p:custDataLst>
      <p:tags r:id="rId1"/>
    </p:custDataLst>
  </p:cSld>
  <p:clrMapOvr>
    <a:masterClrMapping/>
  </p:clrMapOvr>
  <p:transition>
    <p:pull dir="u"/>
  </p:transition>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754063" y="261258"/>
            <a:ext cx="8415337" cy="855290"/>
          </a:xfrm>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4"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7.5.2 </a:t>
            </a:r>
            <a:r>
              <a:rPr lang="zh-CN" altLang="en-US" sz="2400" dirty="0" smtClean="0">
                <a:solidFill>
                  <a:schemeClr val="tx1"/>
                </a:solidFill>
              </a:rPr>
              <a:t>面向对象设计实例</a:t>
            </a:r>
            <a:r>
              <a:rPr lang="en-US" sz="2400" dirty="0" smtClean="0">
                <a:solidFill>
                  <a:schemeClr val="tx1"/>
                </a:solidFill>
              </a:rPr>
              <a:t> </a:t>
            </a:r>
          </a:p>
        </p:txBody>
      </p:sp>
      <p:grpSp>
        <p:nvGrpSpPr>
          <p:cNvPr id="5" name="组合 3"/>
          <p:cNvGrpSpPr/>
          <p:nvPr/>
        </p:nvGrpSpPr>
        <p:grpSpPr>
          <a:xfrm>
            <a:off x="1364776" y="2174250"/>
            <a:ext cx="9962865" cy="3694288"/>
            <a:chOff x="972764" y="2264433"/>
            <a:chExt cx="10522423" cy="3803473"/>
          </a:xfrm>
        </p:grpSpPr>
        <p:sp>
          <p:nvSpPr>
            <p:cNvPr id="6" name="MH_Text_1"/>
            <p:cNvSpPr/>
            <p:nvPr>
              <p:custDataLst>
                <p:tags r:id="rId1"/>
              </p:custDataLst>
            </p:nvPr>
          </p:nvSpPr>
          <p:spPr>
            <a:xfrm>
              <a:off x="972764" y="2825138"/>
              <a:ext cx="10522423" cy="3242768"/>
            </a:xfrm>
            <a:prstGeom prst="rect">
              <a:avLst/>
            </a:prstGeom>
            <a:noFill/>
            <a:ln w="12700" cap="flat" cmpd="sng" algn="ctr">
              <a:solidFill>
                <a:srgbClr val="CC0066"/>
              </a:solidFill>
              <a:prstDash val="solid"/>
              <a:miter lim="800000"/>
            </a:ln>
            <a:effectLst/>
          </p:spPr>
          <p:txBody>
            <a:bodyPr anchor="ctr">
              <a:normAutofit/>
            </a:bodyPr>
            <a:lstStyle/>
            <a:p>
              <a:r>
                <a:rPr lang="zh-CN" altLang="en-US" sz="2000" dirty="0" smtClean="0"/>
                <a:t> </a:t>
              </a:r>
              <a:r>
                <a:rPr lang="en-US" sz="2000" b="1" dirty="0" smtClean="0"/>
                <a:t>1</a:t>
              </a:r>
              <a:r>
                <a:rPr lang="zh-CN" altLang="en-US" sz="2000" b="1" dirty="0" smtClean="0"/>
                <a:t>）界面类</a:t>
              </a:r>
            </a:p>
            <a:p>
              <a:r>
                <a:rPr lang="zh-CN" altLang="en-US" sz="2000" dirty="0" smtClean="0"/>
                <a:t>根据用户的要求，软件设计人员可以尽量设计出人性化的界面，可以按照用户的使用习惯在恰当的位置摆放合适的控件，尽可能让用户在使用过程中感觉舒适。针对具体的系统，编写具体的窗体和对话框。请注意，一定要减少用户的记忆负担，而且要多加提示和确认信息。</a:t>
              </a:r>
              <a:endParaRPr lang="en-US" altLang="zh-CN" sz="2000" dirty="0" smtClean="0"/>
            </a:p>
            <a:p>
              <a:pPr algn="ctr"/>
              <a:endParaRPr lang="en-US" altLang="zh-CN" sz="2000" dirty="0" smtClean="0"/>
            </a:p>
            <a:p>
              <a:r>
                <a:rPr lang="en-US" sz="2000" b="1" dirty="0" smtClean="0"/>
                <a:t>2</a:t>
              </a:r>
              <a:r>
                <a:rPr lang="zh-CN" altLang="en-US" sz="2000" b="1" dirty="0" smtClean="0"/>
                <a:t>）实体类</a:t>
              </a:r>
            </a:p>
            <a:p>
              <a:r>
                <a:rPr lang="zh-CN" altLang="en-US" sz="2000" dirty="0" smtClean="0"/>
                <a:t>实体类包括</a:t>
              </a:r>
              <a:r>
                <a:rPr lang="zh-CN" altLang="en-US" sz="2000" dirty="0" smtClean="0">
                  <a:sym typeface="+mn-ea"/>
                </a:rPr>
                <a:t>读者类，图书类，借还书记录，预定记录等。</a:t>
              </a:r>
              <a:endParaRPr lang="zh-CN" altLang="en-US" sz="2000" dirty="0" smtClean="0"/>
            </a:p>
          </p:txBody>
        </p:sp>
        <p:sp>
          <p:nvSpPr>
            <p:cNvPr id="7" name="MH_SubTitle_1"/>
            <p:cNvSpPr/>
            <p:nvPr>
              <p:custDataLst>
                <p:tags r:id="rId2"/>
              </p:custDataLst>
            </p:nvPr>
          </p:nvSpPr>
          <p:spPr>
            <a:xfrm>
              <a:off x="1105325" y="2264433"/>
              <a:ext cx="6343649"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a:defRPr/>
              </a:pPr>
              <a:r>
                <a:rPr lang="en-US" altLang="zh-CN" sz="2400" b="1" kern="0" dirty="0" smtClean="0">
                  <a:solidFill>
                    <a:srgbClr val="FFFFFF"/>
                  </a:solidFill>
                  <a:latin typeface="微软雅黑" panose="020B0503020204020204" charset="-122"/>
                  <a:ea typeface="微软雅黑" panose="020B0503020204020204" charset="-122"/>
                  <a:cs typeface="Arial" panose="020B0604020202020204" pitchFamily="34" charset="0"/>
                </a:rPr>
                <a:t>4  </a:t>
              </a:r>
              <a:r>
                <a:rPr lang="zh-CN" altLang="en-US" sz="2400" b="1" kern="0" dirty="0" smtClean="0">
                  <a:solidFill>
                    <a:srgbClr val="FFFFFF"/>
                  </a:solidFill>
                  <a:latin typeface="微软雅黑" panose="020B0503020204020204" charset="-122"/>
                  <a:ea typeface="微软雅黑" panose="020B0503020204020204" charset="-122"/>
                  <a:cs typeface="Arial" panose="020B0604020202020204" pitchFamily="34" charset="0"/>
                </a:rPr>
                <a:t> 设计用例的类图</a:t>
              </a:r>
            </a:p>
          </p:txBody>
        </p:sp>
      </p:gr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7.5.2 </a:t>
            </a:r>
            <a:r>
              <a:rPr lang="zh-CN" altLang="en-US" sz="2400" dirty="0" smtClean="0">
                <a:solidFill>
                  <a:schemeClr val="tx1"/>
                </a:solidFill>
              </a:rPr>
              <a:t>面向对象设计实例</a:t>
            </a:r>
            <a:r>
              <a:rPr lang="en-US" sz="2400" dirty="0" smtClean="0">
                <a:solidFill>
                  <a:schemeClr val="tx1"/>
                </a:solidFill>
              </a:rPr>
              <a:t> </a:t>
            </a:r>
          </a:p>
        </p:txBody>
      </p:sp>
      <p:graphicFrame>
        <p:nvGraphicFramePr>
          <p:cNvPr id="4" name="表格 3"/>
          <p:cNvGraphicFramePr>
            <a:graphicFrameLocks noGrp="1"/>
          </p:cNvGraphicFramePr>
          <p:nvPr/>
        </p:nvGraphicFramePr>
        <p:xfrm>
          <a:off x="1051558" y="2880359"/>
          <a:ext cx="10073644" cy="2743200"/>
        </p:xfrm>
        <a:graphic>
          <a:graphicData uri="http://schemas.openxmlformats.org/drawingml/2006/table">
            <a:tbl>
              <a:tblPr/>
              <a:tblGrid>
                <a:gridCol w="2518411"/>
                <a:gridCol w="2518411"/>
                <a:gridCol w="2518411"/>
                <a:gridCol w="2518411"/>
              </a:tblGrid>
              <a:tr h="342900">
                <a:tc>
                  <a:txBody>
                    <a:bodyPr/>
                    <a:lstStyle/>
                    <a:p>
                      <a:pPr algn="ctr">
                        <a:spcAft>
                          <a:spcPts val="0"/>
                        </a:spcAft>
                      </a:pPr>
                      <a:r>
                        <a:rPr lang="zh-CN" sz="1800" kern="500" dirty="0">
                          <a:latin typeface="Times New Roman"/>
                          <a:ea typeface="宋体"/>
                        </a:rPr>
                        <a:t>字</a:t>
                      </a:r>
                      <a:r>
                        <a:rPr lang="en-US" sz="1800" kern="500" dirty="0">
                          <a:latin typeface="Times New Roman"/>
                          <a:ea typeface="宋体"/>
                        </a:rPr>
                        <a:t>  </a:t>
                      </a:r>
                      <a:r>
                        <a:rPr lang="zh-CN" sz="1800" kern="500" dirty="0">
                          <a:latin typeface="Times New Roman"/>
                          <a:ea typeface="宋体"/>
                        </a:rPr>
                        <a:t>段</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800" kern="500">
                          <a:latin typeface="Times New Roman"/>
                          <a:ea typeface="宋体"/>
                        </a:rPr>
                        <a:t>类</a:t>
                      </a:r>
                      <a:r>
                        <a:rPr lang="en-US" sz="1800" kern="500">
                          <a:latin typeface="Times New Roman"/>
                          <a:ea typeface="宋体"/>
                        </a:rPr>
                        <a:t>  </a:t>
                      </a:r>
                      <a:r>
                        <a:rPr lang="zh-CN" sz="1800" kern="500">
                          <a:latin typeface="Times New Roman"/>
                          <a:ea typeface="宋体"/>
                        </a:rPr>
                        <a:t>型</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800" kern="500">
                          <a:latin typeface="Times New Roman"/>
                          <a:ea typeface="宋体"/>
                        </a:rPr>
                        <a:t>长</a:t>
                      </a:r>
                      <a:r>
                        <a:rPr lang="en-US" sz="1800" kern="500">
                          <a:latin typeface="Times New Roman"/>
                          <a:ea typeface="宋体"/>
                        </a:rPr>
                        <a:t>  </a:t>
                      </a:r>
                      <a:r>
                        <a:rPr lang="zh-CN" sz="1800" kern="500">
                          <a:latin typeface="Times New Roman"/>
                          <a:ea typeface="宋体"/>
                        </a:rPr>
                        <a:t>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800" kern="500">
                          <a:latin typeface="Times New Roman"/>
                          <a:ea typeface="宋体"/>
                        </a:rPr>
                        <a:t>备</a:t>
                      </a:r>
                      <a:r>
                        <a:rPr lang="en-US" sz="1800" kern="500">
                          <a:latin typeface="Times New Roman"/>
                          <a:ea typeface="宋体"/>
                        </a:rPr>
                        <a:t>  </a:t>
                      </a:r>
                      <a:r>
                        <a:rPr lang="zh-CN" sz="1800" kern="500">
                          <a:latin typeface="Times New Roman"/>
                          <a:ea typeface="宋体"/>
                        </a:rPr>
                        <a:t>注</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r>
              <a:tr h="342900">
                <a:tc>
                  <a:txBody>
                    <a:bodyPr/>
                    <a:lstStyle/>
                    <a:p>
                      <a:pPr indent="57150" algn="just">
                        <a:spcAft>
                          <a:spcPts val="0"/>
                        </a:spcAft>
                      </a:pPr>
                      <a:r>
                        <a:rPr lang="zh-CN" sz="1800" kern="500">
                          <a:latin typeface="Times New Roman"/>
                          <a:ea typeface="宋体"/>
                        </a:rPr>
                        <a:t>读者编号（关键字）</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l">
                        <a:spcAft>
                          <a:spcPts val="0"/>
                        </a:spcAft>
                      </a:pPr>
                      <a:r>
                        <a:rPr lang="en-US" sz="1800" kern="500">
                          <a:latin typeface="Times New Roman"/>
                          <a:ea typeface="宋体"/>
                        </a:rPr>
                        <a:t>CHAR</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a:latin typeface="Times New Roman"/>
                          <a:ea typeface="宋体"/>
                        </a:rPr>
                        <a:t>15</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2900">
                <a:tc>
                  <a:txBody>
                    <a:bodyPr/>
                    <a:lstStyle/>
                    <a:p>
                      <a:pPr indent="57150" algn="just">
                        <a:spcAft>
                          <a:spcPts val="0"/>
                        </a:spcAft>
                      </a:pPr>
                      <a:r>
                        <a:rPr lang="zh-CN" sz="1800" kern="500">
                          <a:latin typeface="Times New Roman"/>
                          <a:ea typeface="宋体"/>
                        </a:rPr>
                        <a:t>读者姓名</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l">
                        <a:spcAft>
                          <a:spcPts val="0"/>
                        </a:spcAft>
                      </a:pPr>
                      <a:r>
                        <a:rPr lang="en-US" sz="1800" kern="500">
                          <a:latin typeface="Times New Roman"/>
                          <a:ea typeface="宋体"/>
                        </a:rPr>
                        <a:t>CHAR</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a:latin typeface="Times New Roman"/>
                          <a:ea typeface="宋体"/>
                        </a:rPr>
                        <a:t>10</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2900">
                <a:tc>
                  <a:txBody>
                    <a:bodyPr/>
                    <a:lstStyle/>
                    <a:p>
                      <a:pPr indent="57150" algn="just">
                        <a:spcAft>
                          <a:spcPts val="0"/>
                        </a:spcAft>
                      </a:pPr>
                      <a:r>
                        <a:rPr lang="zh-CN" sz="1800" kern="500" dirty="0">
                          <a:latin typeface="Times New Roman"/>
                          <a:ea typeface="宋体"/>
                        </a:rPr>
                        <a:t>学号</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l">
                        <a:spcAft>
                          <a:spcPts val="0"/>
                        </a:spcAft>
                      </a:pPr>
                      <a:r>
                        <a:rPr lang="en-US" sz="1800" kern="500">
                          <a:latin typeface="Times New Roman"/>
                          <a:ea typeface="宋体"/>
                        </a:rPr>
                        <a:t>CHAR</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a:latin typeface="Times New Roman"/>
                          <a:ea typeface="宋体"/>
                        </a:rPr>
                        <a:t>10</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2900">
                <a:tc>
                  <a:txBody>
                    <a:bodyPr/>
                    <a:lstStyle/>
                    <a:p>
                      <a:pPr indent="57150" algn="just">
                        <a:spcAft>
                          <a:spcPts val="0"/>
                        </a:spcAft>
                      </a:pPr>
                      <a:r>
                        <a:rPr lang="zh-CN" sz="1800" kern="500">
                          <a:latin typeface="Times New Roman"/>
                          <a:ea typeface="宋体"/>
                        </a:rPr>
                        <a:t>所属系</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l">
                        <a:spcAft>
                          <a:spcPts val="0"/>
                        </a:spcAft>
                      </a:pPr>
                      <a:r>
                        <a:rPr lang="en-US" sz="1800" kern="500">
                          <a:latin typeface="Times New Roman"/>
                          <a:ea typeface="宋体"/>
                        </a:rPr>
                        <a:t>CHAR</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a:latin typeface="Times New Roman"/>
                          <a:ea typeface="宋体"/>
                        </a:rPr>
                        <a:t>15</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2900">
                <a:tc>
                  <a:txBody>
                    <a:bodyPr/>
                    <a:lstStyle/>
                    <a:p>
                      <a:pPr indent="57150" algn="just">
                        <a:spcAft>
                          <a:spcPts val="0"/>
                        </a:spcAft>
                      </a:pPr>
                      <a:r>
                        <a:rPr lang="zh-CN" sz="1800" kern="500">
                          <a:latin typeface="Times New Roman"/>
                          <a:ea typeface="宋体"/>
                        </a:rPr>
                        <a:t>班级</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l">
                        <a:spcAft>
                          <a:spcPts val="0"/>
                        </a:spcAft>
                      </a:pPr>
                      <a:r>
                        <a:rPr lang="en-US" sz="1800" kern="500">
                          <a:latin typeface="Times New Roman"/>
                          <a:ea typeface="宋体"/>
                        </a:rPr>
                        <a:t>CHAR</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a:latin typeface="Times New Roman"/>
                          <a:ea typeface="宋体"/>
                        </a:rPr>
                        <a:t>10</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2900">
                <a:tc>
                  <a:txBody>
                    <a:bodyPr/>
                    <a:lstStyle/>
                    <a:p>
                      <a:pPr indent="57150" algn="just">
                        <a:spcAft>
                          <a:spcPts val="0"/>
                        </a:spcAft>
                      </a:pPr>
                      <a:r>
                        <a:rPr lang="en-US" sz="1800" kern="500">
                          <a:latin typeface="Times New Roman"/>
                          <a:ea typeface="宋体"/>
                        </a:rPr>
                        <a:t>E-Mail</a:t>
                      </a:r>
                      <a:endParaRPr lang="zh-CN" sz="18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l">
                        <a:spcAft>
                          <a:spcPts val="0"/>
                        </a:spcAft>
                      </a:pPr>
                      <a:r>
                        <a:rPr lang="en-US" sz="1800" kern="500">
                          <a:latin typeface="Times New Roman"/>
                          <a:ea typeface="宋体"/>
                        </a:rPr>
                        <a:t>CHAR</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a:latin typeface="Times New Roman"/>
                          <a:ea typeface="宋体"/>
                        </a:rPr>
                        <a:t>30</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2900">
                <a:tc>
                  <a:txBody>
                    <a:bodyPr/>
                    <a:lstStyle/>
                    <a:p>
                      <a:pPr indent="57150" algn="just">
                        <a:spcAft>
                          <a:spcPts val="0"/>
                        </a:spcAft>
                      </a:pPr>
                      <a:r>
                        <a:rPr lang="zh-CN" sz="1800" kern="500">
                          <a:latin typeface="Times New Roman"/>
                          <a:ea typeface="宋体"/>
                        </a:rPr>
                        <a:t>可借图书数</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l">
                        <a:spcAft>
                          <a:spcPts val="0"/>
                        </a:spcAft>
                      </a:pPr>
                      <a:r>
                        <a:rPr lang="en-US" sz="1800" kern="500">
                          <a:latin typeface="Times New Roman"/>
                          <a:ea typeface="宋体"/>
                        </a:rPr>
                        <a:t>INTEGER</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500" dirty="0">
                          <a:latin typeface="Times New Roman"/>
                          <a:ea typeface="宋体"/>
                        </a:rPr>
                        <a:t>初值</a:t>
                      </a:r>
                      <a:r>
                        <a:rPr lang="en-US" sz="1800" kern="500" dirty="0">
                          <a:latin typeface="Times New Roman"/>
                          <a:ea typeface="宋体"/>
                        </a:rPr>
                        <a:t>=5</a:t>
                      </a:r>
                      <a:endParaRPr lang="zh-CN" sz="1800" kern="5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92193" name="Rectangle 1"/>
          <p:cNvSpPr>
            <a:spLocks noChangeArrowheads="1"/>
          </p:cNvSpPr>
          <p:nvPr/>
        </p:nvSpPr>
        <p:spPr bwMode="auto">
          <a:xfrm>
            <a:off x="3916680" y="2499360"/>
            <a:ext cx="2723823"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266700" algn="l"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smtClean="0" bmk="_Toc217786416">
                <a:ln>
                  <a:noFill/>
                </a:ln>
                <a:solidFill>
                  <a:srgbClr val="E4007F"/>
                </a:solidFill>
                <a:effectLst/>
                <a:latin typeface="Times New Roman" pitchFamily="18" charset="0"/>
                <a:ea typeface="黑体" pitchFamily="49" charset="-122"/>
                <a:cs typeface="Times New Roman" pitchFamily="18" charset="0"/>
              </a:rPr>
              <a:t>表</a:t>
            </a:r>
            <a:r>
              <a:rPr kumimoji="0" lang="en-US" altLang="zh-CN" b="0" i="0" u="none" strike="noStrike" cap="none" normalizeH="0" baseline="0" dirty="0" smtClean="0" bmk="_Toc217786416">
                <a:ln>
                  <a:noFill/>
                </a:ln>
                <a:solidFill>
                  <a:srgbClr val="E4007F"/>
                </a:solidFill>
                <a:effectLst/>
                <a:latin typeface="Times New Roman" pitchFamily="18" charset="0"/>
                <a:ea typeface="黑体" pitchFamily="49" charset="-122"/>
                <a:cs typeface="Times New Roman" pitchFamily="18" charset="0"/>
              </a:rPr>
              <a:t>7-3  </a:t>
            </a:r>
            <a:r>
              <a:rPr kumimoji="0" lang="zh-CN" altLang="en-US" b="0" i="0" u="none" strike="noStrike" cap="none" normalizeH="0" baseline="0" dirty="0" smtClean="0" bmk="_Toc217786416">
                <a:ln>
                  <a:noFill/>
                </a:ln>
                <a:solidFill>
                  <a:srgbClr val="E4007F"/>
                </a:solidFill>
                <a:effectLst/>
                <a:latin typeface="Times New Roman" pitchFamily="18" charset="0"/>
                <a:ea typeface="黑体" pitchFamily="49" charset="-122"/>
                <a:cs typeface="Times New Roman" pitchFamily="18" charset="0"/>
              </a:rPr>
              <a:t>读者表设计说明</a:t>
            </a:r>
            <a:endParaRPr kumimoji="0" lang="zh-CN" altLang="en-US"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6" name="矩形 5"/>
          <p:cNvSpPr/>
          <p:nvPr/>
        </p:nvSpPr>
        <p:spPr>
          <a:xfrm>
            <a:off x="1844040" y="5664815"/>
            <a:ext cx="8641080" cy="646331"/>
          </a:xfrm>
          <a:prstGeom prst="rect">
            <a:avLst/>
          </a:prstGeom>
        </p:spPr>
        <p:txBody>
          <a:bodyPr wrap="square">
            <a:spAutoFit/>
          </a:bodyPr>
          <a:lstStyle/>
          <a:p>
            <a:pPr lvl="0" indent="266700" eaLnBrk="0" fontAlgn="base" hangingPunct="0">
              <a:spcBef>
                <a:spcPct val="0"/>
              </a:spcBef>
              <a:spcAft>
                <a:spcPct val="0"/>
              </a:spcAft>
              <a:buFont typeface="Wingdings" pitchFamily="2" charset="2"/>
              <a:buChar char="Ø"/>
            </a:pPr>
            <a:r>
              <a:rPr lang="zh-CN" altLang="en-US" dirty="0" smtClean="0">
                <a:solidFill>
                  <a:srgbClr val="000000"/>
                </a:solidFill>
                <a:latin typeface="Times New Roman" pitchFamily="18" charset="0"/>
                <a:ea typeface="宋体" pitchFamily="2" charset="-122"/>
                <a:cs typeface="Times New Roman" pitchFamily="18" charset="0"/>
              </a:rPr>
              <a:t>操作：创建、插入、修改、删除、读取、保存。</a:t>
            </a:r>
          </a:p>
          <a:p>
            <a:pPr lvl="0" indent="266700" eaLnBrk="0" fontAlgn="base" hangingPunct="0">
              <a:spcBef>
                <a:spcPct val="0"/>
              </a:spcBef>
              <a:spcAft>
                <a:spcPct val="0"/>
              </a:spcAft>
              <a:buFont typeface="Wingdings" pitchFamily="2" charset="2"/>
              <a:buChar char="Ø"/>
            </a:pPr>
            <a:r>
              <a:rPr lang="zh-CN" altLang="en-US" dirty="0" smtClean="0">
                <a:solidFill>
                  <a:srgbClr val="000000"/>
                </a:solidFill>
                <a:latin typeface="Times New Roman" pitchFamily="18" charset="0"/>
                <a:ea typeface="宋体" pitchFamily="2" charset="-122"/>
                <a:cs typeface="Times New Roman" pitchFamily="18" charset="0"/>
              </a:rPr>
              <a:t>关系：与借还书记录相关，它的主键是借还书记录的外键之一。</a:t>
            </a:r>
            <a:endParaRPr lang="zh-CN" altLang="en-US" dirty="0" smtClean="0">
              <a:latin typeface="Arial" pitchFamily="34" charset="0"/>
              <a:ea typeface="宋体" pitchFamily="2" charset="-122"/>
              <a:cs typeface="宋体" pitchFamily="2" charset="-122"/>
            </a:endParaRPr>
          </a:p>
        </p:txBody>
      </p:sp>
      <p:sp>
        <p:nvSpPr>
          <p:cNvPr id="7" name="矩形 6"/>
          <p:cNvSpPr/>
          <p:nvPr/>
        </p:nvSpPr>
        <p:spPr>
          <a:xfrm>
            <a:off x="1052470" y="2096810"/>
            <a:ext cx="9860280" cy="369332"/>
          </a:xfrm>
          <a:prstGeom prst="rect">
            <a:avLst/>
          </a:prstGeom>
        </p:spPr>
        <p:txBody>
          <a:bodyPr wrap="square">
            <a:spAutoFit/>
          </a:bodyPr>
          <a:lstStyle/>
          <a:p>
            <a:pPr>
              <a:buFont typeface="Arial" pitchFamily="34" charset="0"/>
              <a:buChar char="•"/>
            </a:pPr>
            <a:r>
              <a:rPr lang="zh-CN" altLang="en-US" dirty="0" smtClean="0">
                <a:solidFill>
                  <a:srgbClr val="E4007F"/>
                </a:solidFill>
                <a:latin typeface="黑体" pitchFamily="49" charset="-122"/>
                <a:ea typeface="黑体" pitchFamily="49" charset="-122"/>
                <a:cs typeface="Times New Roman" pitchFamily="18" charset="0"/>
              </a:rPr>
              <a:t>读者类</a:t>
            </a:r>
            <a:r>
              <a:rPr lang="zh-CN" altLang="en-US" dirty="0" smtClean="0"/>
              <a:t>：映射到数据库的</a:t>
            </a:r>
            <a:r>
              <a:rPr lang="en-US" dirty="0" smtClean="0"/>
              <a:t>reader</a:t>
            </a:r>
            <a:r>
              <a:rPr lang="zh-CN" altLang="en-US" dirty="0" smtClean="0"/>
              <a:t>表，作用是保存读者信息。表</a:t>
            </a:r>
            <a:r>
              <a:rPr lang="en-US" dirty="0" smtClean="0"/>
              <a:t>7-3</a:t>
            </a:r>
            <a:r>
              <a:rPr lang="zh-CN" altLang="en-US" dirty="0" smtClean="0"/>
              <a:t>是读者类设计说明。</a:t>
            </a:r>
            <a:endParaRPr lang="zh-CN" altLang="en-US" dirty="0"/>
          </a:p>
        </p:txBody>
      </p:sp>
    </p:spTree>
    <p:custDataLst>
      <p:tags r:id="rId1"/>
    </p:custDataLst>
  </p:cSld>
  <p:clrMapOvr>
    <a:masterClrMapping/>
  </p:clrMapOvr>
  <p:transition>
    <p:pull dir="u"/>
  </p:transition>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7.5.2 </a:t>
            </a:r>
            <a:r>
              <a:rPr lang="zh-CN" altLang="en-US" sz="2400" dirty="0" smtClean="0">
                <a:solidFill>
                  <a:schemeClr val="tx1"/>
                </a:solidFill>
              </a:rPr>
              <a:t>面向对象设计实例</a:t>
            </a:r>
            <a:r>
              <a:rPr lang="en-US" sz="2400" dirty="0" smtClean="0">
                <a:solidFill>
                  <a:schemeClr val="tx1"/>
                </a:solidFill>
              </a:rPr>
              <a:t> </a:t>
            </a:r>
          </a:p>
        </p:txBody>
      </p:sp>
      <p:graphicFrame>
        <p:nvGraphicFramePr>
          <p:cNvPr id="4" name="表格 3"/>
          <p:cNvGraphicFramePr>
            <a:graphicFrameLocks noGrp="1"/>
          </p:cNvGraphicFramePr>
          <p:nvPr/>
        </p:nvGraphicFramePr>
        <p:xfrm>
          <a:off x="1066800" y="2880359"/>
          <a:ext cx="9845040" cy="2773680"/>
        </p:xfrm>
        <a:graphic>
          <a:graphicData uri="http://schemas.openxmlformats.org/drawingml/2006/table">
            <a:tbl>
              <a:tblPr/>
              <a:tblGrid>
                <a:gridCol w="2536544"/>
                <a:gridCol w="2541398"/>
                <a:gridCol w="2532901"/>
                <a:gridCol w="2234197"/>
              </a:tblGrid>
              <a:tr h="346710">
                <a:tc>
                  <a:txBody>
                    <a:bodyPr/>
                    <a:lstStyle/>
                    <a:p>
                      <a:pPr algn="ctr">
                        <a:spcAft>
                          <a:spcPts val="0"/>
                        </a:spcAft>
                      </a:pPr>
                      <a:r>
                        <a:rPr lang="zh-CN" sz="1800" kern="500" dirty="0">
                          <a:latin typeface="Times New Roman"/>
                          <a:ea typeface="宋体"/>
                        </a:rPr>
                        <a:t>字</a:t>
                      </a:r>
                      <a:r>
                        <a:rPr lang="en-US" sz="1800" kern="500" dirty="0">
                          <a:latin typeface="Times New Roman"/>
                          <a:ea typeface="宋体"/>
                        </a:rPr>
                        <a:t>  </a:t>
                      </a:r>
                      <a:r>
                        <a:rPr lang="zh-CN" sz="1800" kern="500" dirty="0">
                          <a:latin typeface="Times New Roman"/>
                          <a:ea typeface="宋体"/>
                        </a:rPr>
                        <a:t>段</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800" kern="500">
                          <a:latin typeface="Times New Roman"/>
                          <a:ea typeface="宋体"/>
                        </a:rPr>
                        <a:t>类</a:t>
                      </a:r>
                      <a:r>
                        <a:rPr lang="en-US" sz="1800" kern="500">
                          <a:latin typeface="Times New Roman"/>
                          <a:ea typeface="宋体"/>
                        </a:rPr>
                        <a:t>  </a:t>
                      </a:r>
                      <a:r>
                        <a:rPr lang="zh-CN" sz="1800" kern="500">
                          <a:latin typeface="Times New Roman"/>
                          <a:ea typeface="宋体"/>
                        </a:rPr>
                        <a:t>型</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800" kern="500">
                          <a:latin typeface="Times New Roman"/>
                          <a:ea typeface="宋体"/>
                        </a:rPr>
                        <a:t>长</a:t>
                      </a:r>
                      <a:r>
                        <a:rPr lang="en-US" sz="1800" kern="500">
                          <a:latin typeface="Times New Roman"/>
                          <a:ea typeface="宋体"/>
                        </a:rPr>
                        <a:t>  </a:t>
                      </a:r>
                      <a:r>
                        <a:rPr lang="zh-CN" sz="1800" kern="500">
                          <a:latin typeface="Times New Roman"/>
                          <a:ea typeface="宋体"/>
                        </a:rPr>
                        <a:t>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800" kern="500">
                          <a:latin typeface="Times New Roman"/>
                          <a:ea typeface="宋体"/>
                        </a:rPr>
                        <a:t>备</a:t>
                      </a:r>
                      <a:r>
                        <a:rPr lang="en-US" sz="1800" kern="500">
                          <a:latin typeface="Times New Roman"/>
                          <a:ea typeface="宋体"/>
                        </a:rPr>
                        <a:t>  </a:t>
                      </a:r>
                      <a:r>
                        <a:rPr lang="zh-CN" sz="1800" kern="500">
                          <a:latin typeface="Times New Roman"/>
                          <a:ea typeface="宋体"/>
                        </a:rPr>
                        <a:t>注</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r>
              <a:tr h="346710">
                <a:tc>
                  <a:txBody>
                    <a:bodyPr/>
                    <a:lstStyle/>
                    <a:p>
                      <a:pPr indent="228600" algn="just">
                        <a:spcAft>
                          <a:spcPts val="0"/>
                        </a:spcAft>
                      </a:pPr>
                      <a:r>
                        <a:rPr lang="zh-CN" sz="1800" kern="500">
                          <a:latin typeface="Times New Roman"/>
                          <a:ea typeface="宋体"/>
                        </a:rPr>
                        <a:t>书号（关键字）</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34340" algn="l">
                        <a:spcAft>
                          <a:spcPts val="0"/>
                        </a:spcAft>
                      </a:pPr>
                      <a:r>
                        <a:rPr lang="en-US" sz="1800" kern="500">
                          <a:latin typeface="Times New Roman"/>
                          <a:ea typeface="宋体"/>
                        </a:rPr>
                        <a:t>CHAR</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dirty="0">
                          <a:latin typeface="Times New Roman"/>
                          <a:ea typeface="宋体"/>
                        </a:rPr>
                        <a:t>10</a:t>
                      </a:r>
                      <a:endParaRPr lang="zh-CN" sz="1800" kern="5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6710">
                <a:tc>
                  <a:txBody>
                    <a:bodyPr/>
                    <a:lstStyle/>
                    <a:p>
                      <a:pPr indent="228600" algn="just">
                        <a:spcAft>
                          <a:spcPts val="0"/>
                        </a:spcAft>
                      </a:pPr>
                      <a:r>
                        <a:rPr lang="zh-CN" sz="1800" kern="500">
                          <a:latin typeface="Times New Roman"/>
                          <a:ea typeface="宋体"/>
                        </a:rPr>
                        <a:t>书名</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34340" algn="l">
                        <a:spcAft>
                          <a:spcPts val="0"/>
                        </a:spcAft>
                      </a:pPr>
                      <a:r>
                        <a:rPr lang="en-US" sz="1800" kern="500">
                          <a:latin typeface="Times New Roman"/>
                          <a:ea typeface="宋体"/>
                        </a:rPr>
                        <a:t>CHAR</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a:latin typeface="Times New Roman"/>
                          <a:ea typeface="宋体"/>
                        </a:rPr>
                        <a:t>60</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6710">
                <a:tc>
                  <a:txBody>
                    <a:bodyPr/>
                    <a:lstStyle/>
                    <a:p>
                      <a:pPr indent="228600" algn="just">
                        <a:spcAft>
                          <a:spcPts val="0"/>
                        </a:spcAft>
                      </a:pPr>
                      <a:r>
                        <a:rPr lang="en-US" sz="1800" kern="500">
                          <a:latin typeface="Times New Roman"/>
                          <a:ea typeface="宋体"/>
                        </a:rPr>
                        <a:t>ISBN</a:t>
                      </a:r>
                      <a:endParaRPr lang="zh-CN" sz="1800" kern="500">
                        <a:latin typeface="Times New Roman"/>
                        <a:ea typeface="宋体"/>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34340" algn="l">
                        <a:spcAft>
                          <a:spcPts val="0"/>
                        </a:spcAft>
                      </a:pPr>
                      <a:r>
                        <a:rPr lang="en-US" sz="1800" kern="500">
                          <a:latin typeface="Times New Roman"/>
                          <a:ea typeface="宋体"/>
                        </a:rPr>
                        <a:t>CHAR</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a:latin typeface="Times New Roman"/>
                          <a:ea typeface="宋体"/>
                        </a:rPr>
                        <a:t>15</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6710">
                <a:tc>
                  <a:txBody>
                    <a:bodyPr/>
                    <a:lstStyle/>
                    <a:p>
                      <a:pPr indent="228600" algn="just">
                        <a:spcAft>
                          <a:spcPts val="0"/>
                        </a:spcAft>
                      </a:pPr>
                      <a:r>
                        <a:rPr lang="zh-CN" sz="1800" kern="500" dirty="0">
                          <a:latin typeface="Times New Roman"/>
                          <a:ea typeface="宋体"/>
                        </a:rPr>
                        <a:t>作者</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34340" algn="l">
                        <a:spcAft>
                          <a:spcPts val="0"/>
                        </a:spcAft>
                      </a:pPr>
                      <a:r>
                        <a:rPr lang="en-US" sz="1800" kern="500">
                          <a:latin typeface="Times New Roman"/>
                          <a:ea typeface="宋体"/>
                        </a:rPr>
                        <a:t>CHAR</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a:latin typeface="Times New Roman"/>
                          <a:ea typeface="宋体"/>
                        </a:rPr>
                        <a:t>10</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6710">
                <a:tc>
                  <a:txBody>
                    <a:bodyPr/>
                    <a:lstStyle/>
                    <a:p>
                      <a:pPr indent="228600" algn="just">
                        <a:spcAft>
                          <a:spcPts val="0"/>
                        </a:spcAft>
                      </a:pPr>
                      <a:r>
                        <a:rPr lang="zh-CN" sz="1800" kern="500">
                          <a:latin typeface="Times New Roman"/>
                          <a:ea typeface="宋体"/>
                        </a:rPr>
                        <a:t>出版社</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34340" algn="l">
                        <a:spcAft>
                          <a:spcPts val="0"/>
                        </a:spcAft>
                      </a:pPr>
                      <a:r>
                        <a:rPr lang="en-US" sz="1800" kern="500">
                          <a:latin typeface="Times New Roman"/>
                          <a:ea typeface="宋体"/>
                        </a:rPr>
                        <a:t>CHAR</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a:latin typeface="Times New Roman"/>
                          <a:ea typeface="宋体"/>
                        </a:rPr>
                        <a:t>20</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6710">
                <a:tc>
                  <a:txBody>
                    <a:bodyPr/>
                    <a:lstStyle/>
                    <a:p>
                      <a:pPr indent="228600" algn="just">
                        <a:spcAft>
                          <a:spcPts val="0"/>
                        </a:spcAft>
                      </a:pPr>
                      <a:r>
                        <a:rPr lang="zh-CN" sz="1800" kern="500">
                          <a:latin typeface="Times New Roman"/>
                          <a:ea typeface="宋体"/>
                        </a:rPr>
                        <a:t>版次</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34340" algn="l">
                        <a:spcAft>
                          <a:spcPts val="0"/>
                        </a:spcAft>
                      </a:pPr>
                      <a:r>
                        <a:rPr lang="en-US" sz="1800" kern="500">
                          <a:latin typeface="Times New Roman"/>
                          <a:ea typeface="宋体"/>
                        </a:rPr>
                        <a:t>INTEGER</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6710">
                <a:tc>
                  <a:txBody>
                    <a:bodyPr/>
                    <a:lstStyle/>
                    <a:p>
                      <a:pPr indent="228600" algn="just">
                        <a:spcAft>
                          <a:spcPts val="0"/>
                        </a:spcAft>
                      </a:pPr>
                      <a:r>
                        <a:rPr lang="zh-CN" sz="1800" kern="500">
                          <a:latin typeface="Times New Roman"/>
                          <a:ea typeface="宋体"/>
                        </a:rPr>
                        <a:t>库存数</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34340" algn="l">
                        <a:spcAft>
                          <a:spcPts val="0"/>
                        </a:spcAft>
                      </a:pPr>
                      <a:r>
                        <a:rPr lang="en-US" sz="1800" kern="500">
                          <a:latin typeface="Times New Roman"/>
                          <a:ea typeface="宋体"/>
                        </a:rPr>
                        <a:t>INTEGER</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500" dirty="0">
                          <a:latin typeface="Times New Roman"/>
                          <a:ea typeface="宋体"/>
                        </a:rPr>
                        <a:t>初值</a:t>
                      </a:r>
                      <a:r>
                        <a:rPr lang="en-US" sz="1800" kern="500" dirty="0">
                          <a:latin typeface="Times New Roman"/>
                          <a:ea typeface="宋体"/>
                        </a:rPr>
                        <a:t>=5</a:t>
                      </a:r>
                      <a:endParaRPr lang="zh-CN" sz="1800" kern="5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94241" name="Rectangle 1"/>
          <p:cNvSpPr>
            <a:spLocks noChangeArrowheads="1"/>
          </p:cNvSpPr>
          <p:nvPr/>
        </p:nvSpPr>
        <p:spPr bwMode="auto">
          <a:xfrm>
            <a:off x="1767840" y="5684520"/>
            <a:ext cx="6917278" cy="646331"/>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266700" algn="l" defTabSz="914400" rtl="0" eaLnBrk="0" fontAlgn="base" latinLnBrk="0" hangingPunct="0">
              <a:lnSpc>
                <a:spcPct val="100000"/>
              </a:lnSpc>
              <a:spcBef>
                <a:spcPct val="0"/>
              </a:spcBef>
              <a:spcAft>
                <a:spcPct val="0"/>
              </a:spcAft>
              <a:buClrTx/>
              <a:buSzTx/>
              <a:buFont typeface="Wingdings" pitchFamily="2" charset="2"/>
              <a:buChar char="Ø"/>
              <a:tabLst>
                <a:tab pos="539750" algn="l"/>
              </a:tabLst>
            </a:pP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操作：创建、插入、修改、删除、读取、保存。</a:t>
            </a:r>
            <a:endParaRPr kumimoji="0" lang="zh-CN" altLang="en-US"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66700" algn="l" defTabSz="914400" rtl="0" eaLnBrk="0" fontAlgn="base" latinLnBrk="0" hangingPunct="0">
              <a:lnSpc>
                <a:spcPct val="100000"/>
              </a:lnSpc>
              <a:spcBef>
                <a:spcPct val="0"/>
              </a:spcBef>
              <a:spcAft>
                <a:spcPct val="0"/>
              </a:spcAft>
              <a:buClrTx/>
              <a:buSzTx/>
              <a:buFont typeface="Wingdings" pitchFamily="2" charset="2"/>
              <a:buChar char="Ø"/>
              <a:tabLst>
                <a:tab pos="539750" algn="l"/>
              </a:tabLst>
            </a:pP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关系：与借还书记录相关，它的主键是借还书记录的外键之一。</a:t>
            </a:r>
            <a:endParaRPr kumimoji="0" lang="zh-CN" altLang="en-US"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6" name="矩形 5"/>
          <p:cNvSpPr/>
          <p:nvPr/>
        </p:nvSpPr>
        <p:spPr>
          <a:xfrm>
            <a:off x="4246408" y="2482334"/>
            <a:ext cx="2723823" cy="369332"/>
          </a:xfrm>
          <a:prstGeom prst="rect">
            <a:avLst/>
          </a:prstGeom>
        </p:spPr>
        <p:txBody>
          <a:bodyPr wrap="none">
            <a:spAutoFit/>
          </a:bodyPr>
          <a:lstStyle/>
          <a:p>
            <a:pPr lvl="0" indent="266700" eaLnBrk="0" fontAlgn="base" hangingPunct="0">
              <a:spcBef>
                <a:spcPct val="0"/>
              </a:spcBef>
              <a:spcAft>
                <a:spcPct val="0"/>
              </a:spcAft>
              <a:tabLst>
                <a:tab pos="539750" algn="l"/>
              </a:tabLst>
            </a:pPr>
            <a:r>
              <a:rPr lang="zh-CN" altLang="en-US" dirty="0" smtClean="0" bmk="_Toc219302690">
                <a:solidFill>
                  <a:srgbClr val="E4007F"/>
                </a:solidFill>
                <a:latin typeface="Times New Roman" pitchFamily="18" charset="0"/>
                <a:ea typeface="黑体" pitchFamily="49" charset="-122"/>
                <a:cs typeface="Times New Roman" pitchFamily="18" charset="0"/>
              </a:rPr>
              <a:t>表</a:t>
            </a:r>
            <a:r>
              <a:rPr lang="en-US" altLang="zh-CN" dirty="0" smtClean="0" bmk="_Toc219302690">
                <a:solidFill>
                  <a:srgbClr val="E4007F"/>
                </a:solidFill>
                <a:latin typeface="Times New Roman" pitchFamily="18" charset="0"/>
                <a:ea typeface="黑体" pitchFamily="49" charset="-122"/>
                <a:cs typeface="Times New Roman" pitchFamily="18" charset="0"/>
              </a:rPr>
              <a:t>7-4  </a:t>
            </a:r>
            <a:r>
              <a:rPr lang="zh-CN" altLang="en-US" dirty="0" smtClean="0" bmk="_Toc219302690">
                <a:solidFill>
                  <a:srgbClr val="E4007F"/>
                </a:solidFill>
                <a:latin typeface="Times New Roman" pitchFamily="18" charset="0"/>
                <a:ea typeface="黑体" pitchFamily="49" charset="-122"/>
                <a:cs typeface="Times New Roman" pitchFamily="18" charset="0"/>
              </a:rPr>
              <a:t>图书表设计说明</a:t>
            </a:r>
            <a:endParaRPr lang="zh-CN" altLang="en-US" dirty="0" smtClean="0">
              <a:latin typeface="Arial" pitchFamily="34" charset="0"/>
              <a:ea typeface="宋体" pitchFamily="2" charset="-122"/>
              <a:cs typeface="宋体" pitchFamily="2" charset="-122"/>
            </a:endParaRPr>
          </a:p>
        </p:txBody>
      </p:sp>
      <p:sp>
        <p:nvSpPr>
          <p:cNvPr id="7" name="矩形 6"/>
          <p:cNvSpPr/>
          <p:nvPr/>
        </p:nvSpPr>
        <p:spPr>
          <a:xfrm>
            <a:off x="1043826" y="2039035"/>
            <a:ext cx="9144000" cy="369332"/>
          </a:xfrm>
          <a:prstGeom prst="rect">
            <a:avLst/>
          </a:prstGeom>
        </p:spPr>
        <p:txBody>
          <a:bodyPr wrap="square">
            <a:spAutoFit/>
          </a:bodyPr>
          <a:lstStyle/>
          <a:p>
            <a:pPr lvl="0" indent="266700" fontAlgn="base">
              <a:spcBef>
                <a:spcPct val="0"/>
              </a:spcBef>
              <a:spcAft>
                <a:spcPct val="0"/>
              </a:spcAft>
              <a:buFontTx/>
              <a:buChar char="•"/>
              <a:tabLst>
                <a:tab pos="539750" algn="l"/>
              </a:tabLst>
            </a:pPr>
            <a:r>
              <a:rPr lang="zh-CN" altLang="en-US" dirty="0" smtClean="0">
                <a:solidFill>
                  <a:srgbClr val="E4007F"/>
                </a:solidFill>
                <a:latin typeface="黑体" pitchFamily="49" charset="-122"/>
                <a:ea typeface="黑体" pitchFamily="49" charset="-122"/>
                <a:cs typeface="Times New Roman" pitchFamily="18" charset="0"/>
              </a:rPr>
              <a:t>图书类：</a:t>
            </a:r>
            <a:r>
              <a:rPr lang="zh-CN" altLang="en-US" dirty="0" smtClean="0">
                <a:latin typeface="Times New Roman" pitchFamily="18" charset="0"/>
                <a:ea typeface="宋体" pitchFamily="2" charset="-122"/>
                <a:cs typeface="Times New Roman" pitchFamily="18" charset="0"/>
              </a:rPr>
              <a:t>映射到数据库的</a:t>
            </a:r>
            <a:r>
              <a:rPr lang="en-US" altLang="zh-CN" dirty="0" smtClean="0">
                <a:latin typeface="Times New Roman" pitchFamily="18" charset="0"/>
                <a:ea typeface="宋体" pitchFamily="2" charset="-122"/>
                <a:cs typeface="Times New Roman" pitchFamily="18" charset="0"/>
              </a:rPr>
              <a:t>book</a:t>
            </a:r>
            <a:r>
              <a:rPr lang="zh-CN" altLang="en-US" dirty="0" smtClean="0">
                <a:latin typeface="Times New Roman" pitchFamily="18" charset="0"/>
                <a:ea typeface="宋体" pitchFamily="2" charset="-122"/>
                <a:cs typeface="Times New Roman" pitchFamily="18" charset="0"/>
              </a:rPr>
              <a:t>表，作用是保存图书信息。表</a:t>
            </a:r>
            <a:r>
              <a:rPr lang="en-US" altLang="zh-CN" dirty="0" smtClean="0">
                <a:latin typeface="Times New Roman" pitchFamily="18" charset="0"/>
                <a:ea typeface="宋体" pitchFamily="2" charset="-122"/>
                <a:cs typeface="Times New Roman" pitchFamily="18" charset="0"/>
              </a:rPr>
              <a:t>7-4</a:t>
            </a:r>
            <a:r>
              <a:rPr lang="zh-CN" altLang="en-US" dirty="0" smtClean="0">
                <a:latin typeface="Times New Roman" pitchFamily="18" charset="0"/>
                <a:ea typeface="宋体" pitchFamily="2" charset="-122"/>
                <a:cs typeface="Times New Roman" pitchFamily="18" charset="0"/>
              </a:rPr>
              <a:t>是图书类的设计说明。</a:t>
            </a:r>
            <a:endParaRPr lang="zh-CN" altLang="en-US" dirty="0" smtClean="0">
              <a:latin typeface="Arial" pitchFamily="34" charset="0"/>
              <a:ea typeface="宋体" pitchFamily="2" charset="-122"/>
              <a:cs typeface="宋体" pitchFamily="2" charset="-122"/>
            </a:endParaRPr>
          </a:p>
        </p:txBody>
      </p:sp>
    </p:spTree>
    <p:custDataLst>
      <p:tags r:id="rId1"/>
    </p:custDataLst>
  </p:cSld>
  <p:clrMapOvr>
    <a:masterClrMapping/>
  </p:clrMapOvr>
  <p:transition>
    <p:pull dir="u"/>
  </p:transition>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7.5.2 </a:t>
            </a:r>
            <a:r>
              <a:rPr lang="zh-CN" altLang="en-US" sz="2400" dirty="0" smtClean="0">
                <a:solidFill>
                  <a:schemeClr val="tx1"/>
                </a:solidFill>
              </a:rPr>
              <a:t>面向对象设计实例</a:t>
            </a:r>
            <a:r>
              <a:rPr lang="en-US" sz="2400" dirty="0" smtClean="0">
                <a:solidFill>
                  <a:schemeClr val="tx1"/>
                </a:solidFill>
              </a:rPr>
              <a:t> </a:t>
            </a:r>
          </a:p>
        </p:txBody>
      </p:sp>
      <p:graphicFrame>
        <p:nvGraphicFramePr>
          <p:cNvPr id="4" name="表格 3"/>
          <p:cNvGraphicFramePr>
            <a:graphicFrameLocks noGrp="1"/>
          </p:cNvGraphicFramePr>
          <p:nvPr/>
        </p:nvGraphicFramePr>
        <p:xfrm>
          <a:off x="1310641" y="3106795"/>
          <a:ext cx="9753599" cy="2324100"/>
        </p:xfrm>
        <a:graphic>
          <a:graphicData uri="http://schemas.openxmlformats.org/drawingml/2006/table">
            <a:tbl>
              <a:tblPr/>
              <a:tblGrid>
                <a:gridCol w="2869697"/>
                <a:gridCol w="2042040"/>
                <a:gridCol w="2042040"/>
                <a:gridCol w="2799822"/>
              </a:tblGrid>
              <a:tr h="464820">
                <a:tc>
                  <a:txBody>
                    <a:bodyPr/>
                    <a:lstStyle/>
                    <a:p>
                      <a:pPr algn="ctr">
                        <a:spcAft>
                          <a:spcPts val="0"/>
                        </a:spcAft>
                      </a:pPr>
                      <a:r>
                        <a:rPr lang="zh-CN" sz="1800" kern="500">
                          <a:latin typeface="Times New Roman"/>
                          <a:ea typeface="宋体"/>
                        </a:rPr>
                        <a:t>字</a:t>
                      </a:r>
                      <a:r>
                        <a:rPr lang="en-US" sz="1800" kern="500">
                          <a:latin typeface="Times New Roman"/>
                          <a:ea typeface="宋体"/>
                        </a:rPr>
                        <a:t>  </a:t>
                      </a:r>
                      <a:r>
                        <a:rPr lang="zh-CN" sz="1800" kern="500">
                          <a:latin typeface="Times New Roman"/>
                          <a:ea typeface="宋体"/>
                        </a:rPr>
                        <a:t>段</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800" kern="500">
                          <a:latin typeface="Times New Roman"/>
                          <a:ea typeface="宋体"/>
                        </a:rPr>
                        <a:t>类</a:t>
                      </a:r>
                      <a:r>
                        <a:rPr lang="en-US" sz="1800" kern="500">
                          <a:latin typeface="Times New Roman"/>
                          <a:ea typeface="宋体"/>
                        </a:rPr>
                        <a:t>  </a:t>
                      </a:r>
                      <a:r>
                        <a:rPr lang="zh-CN" sz="1800" kern="500">
                          <a:latin typeface="Times New Roman"/>
                          <a:ea typeface="宋体"/>
                        </a:rPr>
                        <a:t>型</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800" kern="500">
                          <a:latin typeface="Times New Roman"/>
                          <a:ea typeface="宋体"/>
                        </a:rPr>
                        <a:t>长</a:t>
                      </a:r>
                      <a:r>
                        <a:rPr lang="en-US" sz="1800" kern="500">
                          <a:latin typeface="Times New Roman"/>
                          <a:ea typeface="宋体"/>
                        </a:rPr>
                        <a:t>  </a:t>
                      </a:r>
                      <a:r>
                        <a:rPr lang="zh-CN" sz="1800" kern="500">
                          <a:latin typeface="Times New Roman"/>
                          <a:ea typeface="宋体"/>
                        </a:rPr>
                        <a:t>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800" kern="500">
                          <a:latin typeface="Times New Roman"/>
                          <a:ea typeface="宋体"/>
                        </a:rPr>
                        <a:t>备</a:t>
                      </a:r>
                      <a:r>
                        <a:rPr lang="en-US" sz="1800" kern="500">
                          <a:latin typeface="Times New Roman"/>
                          <a:ea typeface="宋体"/>
                        </a:rPr>
                        <a:t>  </a:t>
                      </a:r>
                      <a:r>
                        <a:rPr lang="zh-CN" sz="1800" kern="500">
                          <a:latin typeface="Times New Roman"/>
                          <a:ea typeface="宋体"/>
                        </a:rPr>
                        <a:t>注</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r>
              <a:tr h="464820">
                <a:tc>
                  <a:txBody>
                    <a:bodyPr/>
                    <a:lstStyle/>
                    <a:p>
                      <a:pPr indent="114300" algn="just">
                        <a:spcAft>
                          <a:spcPts val="0"/>
                        </a:spcAft>
                      </a:pPr>
                      <a:r>
                        <a:rPr lang="zh-CN" sz="1800" kern="500">
                          <a:latin typeface="Times New Roman"/>
                          <a:ea typeface="宋体"/>
                        </a:rPr>
                        <a:t>书号（关键字）</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8610" algn="just">
                        <a:spcAft>
                          <a:spcPts val="0"/>
                        </a:spcAft>
                      </a:pPr>
                      <a:r>
                        <a:rPr lang="en-US" sz="1800" kern="500">
                          <a:latin typeface="Times New Roman"/>
                          <a:ea typeface="宋体"/>
                        </a:rPr>
                        <a:t>CHAR</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a:latin typeface="Times New Roman"/>
                          <a:ea typeface="宋体"/>
                        </a:rPr>
                        <a:t>10</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85750" algn="just">
                        <a:spcAft>
                          <a:spcPts val="0"/>
                        </a:spcAft>
                      </a:pPr>
                      <a:r>
                        <a:rPr lang="en-US" sz="1800" kern="500">
                          <a:latin typeface="Times New Roman"/>
                          <a:ea typeface="宋体"/>
                        </a:rPr>
                        <a:t>book</a:t>
                      </a:r>
                      <a:r>
                        <a:rPr lang="zh-CN" sz="1800" kern="500">
                          <a:latin typeface="Times New Roman"/>
                          <a:ea typeface="宋体"/>
                        </a:rPr>
                        <a:t>表的外键</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4820">
                <a:tc>
                  <a:txBody>
                    <a:bodyPr/>
                    <a:lstStyle/>
                    <a:p>
                      <a:pPr indent="114300" algn="just">
                        <a:spcAft>
                          <a:spcPts val="0"/>
                        </a:spcAft>
                      </a:pPr>
                      <a:r>
                        <a:rPr lang="zh-CN" sz="1800" kern="500">
                          <a:latin typeface="Times New Roman"/>
                          <a:ea typeface="宋体"/>
                        </a:rPr>
                        <a:t>读者编号（关键字）</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8610" algn="just">
                        <a:spcAft>
                          <a:spcPts val="0"/>
                        </a:spcAft>
                      </a:pPr>
                      <a:r>
                        <a:rPr lang="en-US" sz="1800" kern="500">
                          <a:latin typeface="Times New Roman"/>
                          <a:ea typeface="宋体"/>
                        </a:rPr>
                        <a:t>CHAR</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a:latin typeface="Times New Roman"/>
                          <a:ea typeface="宋体"/>
                        </a:rPr>
                        <a:t>10</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85750" algn="just">
                        <a:spcAft>
                          <a:spcPts val="0"/>
                        </a:spcAft>
                      </a:pPr>
                      <a:r>
                        <a:rPr lang="en-US" sz="1800" kern="500">
                          <a:latin typeface="Times New Roman"/>
                          <a:ea typeface="宋体"/>
                        </a:rPr>
                        <a:t>reader</a:t>
                      </a:r>
                      <a:r>
                        <a:rPr lang="zh-CN" sz="1800" kern="500">
                          <a:latin typeface="Times New Roman"/>
                          <a:ea typeface="宋体"/>
                        </a:rPr>
                        <a:t>表的外键</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4820">
                <a:tc>
                  <a:txBody>
                    <a:bodyPr/>
                    <a:lstStyle/>
                    <a:p>
                      <a:pPr indent="114300" algn="just">
                        <a:spcAft>
                          <a:spcPts val="0"/>
                        </a:spcAft>
                      </a:pPr>
                      <a:r>
                        <a:rPr lang="zh-CN" sz="1800" kern="500">
                          <a:latin typeface="Times New Roman"/>
                          <a:ea typeface="宋体"/>
                        </a:rPr>
                        <a:t>借书日期</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8610" algn="just">
                        <a:spcAft>
                          <a:spcPts val="0"/>
                        </a:spcAft>
                      </a:pPr>
                      <a:r>
                        <a:rPr lang="en-US" sz="1800" kern="500">
                          <a:latin typeface="Times New Roman"/>
                          <a:ea typeface="宋体"/>
                        </a:rPr>
                        <a:t>DATE</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85750" algn="just">
                        <a:spcAft>
                          <a:spcPts val="0"/>
                        </a:spcAft>
                      </a:pPr>
                      <a:r>
                        <a:rPr lang="zh-CN" sz="1800" kern="500">
                          <a:latin typeface="Times New Roman"/>
                          <a:ea typeface="宋体"/>
                        </a:rPr>
                        <a:t>初值＝当前日期</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4820">
                <a:tc>
                  <a:txBody>
                    <a:bodyPr/>
                    <a:lstStyle/>
                    <a:p>
                      <a:pPr indent="114300" algn="just">
                        <a:spcAft>
                          <a:spcPts val="0"/>
                        </a:spcAft>
                      </a:pPr>
                      <a:r>
                        <a:rPr lang="zh-CN" sz="1800" kern="500">
                          <a:latin typeface="Times New Roman"/>
                          <a:ea typeface="宋体"/>
                        </a:rPr>
                        <a:t>还书日期</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8610" algn="just">
                        <a:spcAft>
                          <a:spcPts val="0"/>
                        </a:spcAft>
                      </a:pPr>
                      <a:r>
                        <a:rPr lang="en-US" sz="1800" kern="500">
                          <a:latin typeface="Times New Roman"/>
                          <a:ea typeface="宋体"/>
                        </a:rPr>
                        <a:t>DATE</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85750" algn="just">
                        <a:spcAft>
                          <a:spcPts val="0"/>
                        </a:spcAft>
                      </a:pPr>
                      <a:r>
                        <a:rPr lang="zh-CN" sz="1800" kern="500" dirty="0">
                          <a:latin typeface="Times New Roman"/>
                          <a:ea typeface="宋体"/>
                        </a:rPr>
                        <a:t>初值＝当前日期</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96289" name="Rectangle 1"/>
          <p:cNvSpPr>
            <a:spLocks noChangeArrowheads="1"/>
          </p:cNvSpPr>
          <p:nvPr/>
        </p:nvSpPr>
        <p:spPr bwMode="auto">
          <a:xfrm>
            <a:off x="1874520" y="5631520"/>
            <a:ext cx="5301451" cy="646331"/>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indent="266700" eaLnBrk="0" fontAlgn="base" hangingPunct="0">
              <a:spcBef>
                <a:spcPct val="0"/>
              </a:spcBef>
              <a:spcAft>
                <a:spcPct val="0"/>
              </a:spcAft>
              <a:buFont typeface="Wingdings" pitchFamily="2" charset="2"/>
              <a:buChar char="Ø"/>
              <a:tabLst>
                <a:tab pos="539750" algn="l"/>
              </a:tabLst>
            </a:pPr>
            <a:r>
              <a:rPr lang="zh-CN" altLang="en-US" dirty="0" smtClean="0">
                <a:latin typeface="Times New Roman" pitchFamily="18" charset="0"/>
                <a:ea typeface="宋体" pitchFamily="2" charset="-122"/>
                <a:cs typeface="Times New Roman" pitchFamily="18" charset="0"/>
              </a:rPr>
              <a:t>操作：创建、插入、修改、删除、读取、保存。</a:t>
            </a:r>
            <a:endParaRPr lang="zh-CN" altLang="en-US" dirty="0" smtClean="0">
              <a:latin typeface="Arial" pitchFamily="34" charset="0"/>
              <a:ea typeface="宋体" pitchFamily="2" charset="-122"/>
              <a:cs typeface="宋体" pitchFamily="2" charset="-122"/>
            </a:endParaRPr>
          </a:p>
          <a:p>
            <a:pPr marL="0" marR="0" lvl="0" indent="266700" algn="l" defTabSz="914400" rtl="0" eaLnBrk="0" fontAlgn="base" latinLnBrk="0" hangingPunct="0">
              <a:lnSpc>
                <a:spcPct val="100000"/>
              </a:lnSpc>
              <a:spcBef>
                <a:spcPct val="0"/>
              </a:spcBef>
              <a:spcAft>
                <a:spcPct val="0"/>
              </a:spcAft>
              <a:buClrTx/>
              <a:buSzTx/>
              <a:buFont typeface="Wingdings" pitchFamily="2" charset="2"/>
              <a:buChar char="Ø"/>
              <a:tabLst>
                <a:tab pos="539750" algn="l"/>
              </a:tabLst>
            </a:pP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关系：与图书表和读者表相关。</a:t>
            </a:r>
            <a:endParaRPr kumimoji="0" lang="zh-CN" altLang="en-US"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6" name="矩形 5"/>
          <p:cNvSpPr/>
          <p:nvPr/>
        </p:nvSpPr>
        <p:spPr>
          <a:xfrm>
            <a:off x="4435792" y="2731630"/>
            <a:ext cx="2954655" cy="369332"/>
          </a:xfrm>
          <a:prstGeom prst="rect">
            <a:avLst/>
          </a:prstGeom>
        </p:spPr>
        <p:txBody>
          <a:bodyPr wrap="none">
            <a:spAutoFit/>
          </a:bodyPr>
          <a:lstStyle/>
          <a:p>
            <a:pPr lvl="0" indent="266700" eaLnBrk="0" fontAlgn="base" hangingPunct="0">
              <a:spcBef>
                <a:spcPct val="0"/>
              </a:spcBef>
              <a:spcAft>
                <a:spcPct val="0"/>
              </a:spcAft>
              <a:tabLst>
                <a:tab pos="539750" algn="l"/>
              </a:tabLst>
            </a:pPr>
            <a:r>
              <a:rPr lang="zh-CN" altLang="en-US" dirty="0" smtClean="0" bmk="_Toc219302691">
                <a:solidFill>
                  <a:srgbClr val="E4007F"/>
                </a:solidFill>
                <a:latin typeface="Times New Roman" pitchFamily="18" charset="0"/>
                <a:ea typeface="黑体" pitchFamily="49" charset="-122"/>
                <a:cs typeface="Times New Roman" pitchFamily="18" charset="0"/>
              </a:rPr>
              <a:t>表</a:t>
            </a:r>
            <a:r>
              <a:rPr lang="en-US" altLang="zh-CN" dirty="0" smtClean="0" bmk="_Toc219302691">
                <a:solidFill>
                  <a:srgbClr val="E4007F"/>
                </a:solidFill>
                <a:latin typeface="Times New Roman" pitchFamily="18" charset="0"/>
                <a:ea typeface="黑体" pitchFamily="49" charset="-122"/>
                <a:cs typeface="Times New Roman" pitchFamily="18" charset="0"/>
              </a:rPr>
              <a:t>7-5  </a:t>
            </a:r>
            <a:r>
              <a:rPr lang="zh-CN" altLang="en-US" dirty="0" smtClean="0" bmk="_Toc219302691">
                <a:solidFill>
                  <a:srgbClr val="E4007F"/>
                </a:solidFill>
                <a:latin typeface="Times New Roman" pitchFamily="18" charset="0"/>
                <a:ea typeface="黑体" pitchFamily="49" charset="-122"/>
                <a:cs typeface="Times New Roman" pitchFamily="18" charset="0"/>
              </a:rPr>
              <a:t>借还书表设计说明</a:t>
            </a:r>
            <a:endParaRPr lang="zh-CN" altLang="en-US" dirty="0" smtClean="0">
              <a:latin typeface="Arial" pitchFamily="34" charset="0"/>
              <a:ea typeface="宋体" pitchFamily="2" charset="-122"/>
              <a:cs typeface="宋体" pitchFamily="2" charset="-122"/>
            </a:endParaRPr>
          </a:p>
        </p:txBody>
      </p:sp>
      <p:sp>
        <p:nvSpPr>
          <p:cNvPr id="7" name="矩形 6"/>
          <p:cNvSpPr/>
          <p:nvPr/>
        </p:nvSpPr>
        <p:spPr>
          <a:xfrm>
            <a:off x="1301314" y="2129135"/>
            <a:ext cx="9698782" cy="646331"/>
          </a:xfrm>
          <a:prstGeom prst="rect">
            <a:avLst/>
          </a:prstGeom>
        </p:spPr>
        <p:txBody>
          <a:bodyPr wrap="square">
            <a:spAutoFit/>
          </a:bodyPr>
          <a:lstStyle/>
          <a:p>
            <a:pPr lvl="0" indent="266700" fontAlgn="base">
              <a:spcBef>
                <a:spcPct val="0"/>
              </a:spcBef>
              <a:spcAft>
                <a:spcPct val="0"/>
              </a:spcAft>
              <a:buFontTx/>
              <a:buChar char="•"/>
              <a:tabLst>
                <a:tab pos="539750" algn="l"/>
              </a:tabLst>
            </a:pPr>
            <a:r>
              <a:rPr lang="zh-CN" altLang="en-US" dirty="0" smtClean="0">
                <a:solidFill>
                  <a:srgbClr val="E4007F"/>
                </a:solidFill>
                <a:latin typeface="黑体" pitchFamily="49" charset="-122"/>
                <a:ea typeface="黑体" pitchFamily="49" charset="-122"/>
                <a:cs typeface="Times New Roman" pitchFamily="18" charset="0"/>
              </a:rPr>
              <a:t>借还书记录：</a:t>
            </a:r>
            <a:r>
              <a:rPr lang="zh-CN" altLang="en-US" dirty="0" smtClean="0">
                <a:latin typeface="Times New Roman" pitchFamily="18" charset="0"/>
                <a:ea typeface="宋体" pitchFamily="2" charset="-122"/>
                <a:cs typeface="Times New Roman" pitchFamily="18" charset="0"/>
              </a:rPr>
              <a:t>映射到数据库的</a:t>
            </a:r>
            <a:r>
              <a:rPr lang="en-US" altLang="zh-CN" dirty="0" smtClean="0">
                <a:latin typeface="Times New Roman" pitchFamily="18" charset="0"/>
                <a:ea typeface="宋体" pitchFamily="2" charset="-122"/>
                <a:cs typeface="Times New Roman" pitchFamily="18" charset="0"/>
              </a:rPr>
              <a:t>borrow</a:t>
            </a:r>
            <a:r>
              <a:rPr lang="zh-CN" altLang="en-US" dirty="0" smtClean="0">
                <a:latin typeface="Times New Roman" pitchFamily="18" charset="0"/>
                <a:ea typeface="宋体" pitchFamily="2" charset="-122"/>
                <a:cs typeface="Times New Roman" pitchFamily="18" charset="0"/>
              </a:rPr>
              <a:t>表，作用是保存借书、还书的信息。表</a:t>
            </a:r>
            <a:r>
              <a:rPr lang="en-US" altLang="zh-CN" dirty="0" smtClean="0">
                <a:latin typeface="Times New Roman" pitchFamily="18" charset="0"/>
                <a:ea typeface="宋体" pitchFamily="2" charset="-122"/>
                <a:cs typeface="Times New Roman" pitchFamily="18" charset="0"/>
              </a:rPr>
              <a:t>7-5</a:t>
            </a:r>
            <a:r>
              <a:rPr lang="zh-CN" altLang="en-US" dirty="0" smtClean="0">
                <a:latin typeface="Times New Roman" pitchFamily="18" charset="0"/>
                <a:ea typeface="宋体" pitchFamily="2" charset="-122"/>
                <a:cs typeface="Times New Roman" pitchFamily="18" charset="0"/>
              </a:rPr>
              <a:t>是借还书记录表的设计说明。</a:t>
            </a:r>
            <a:endParaRPr lang="zh-CN" altLang="en-US" dirty="0" smtClean="0">
              <a:latin typeface="Arial" pitchFamily="34" charset="0"/>
              <a:ea typeface="宋体" pitchFamily="2" charset="-122"/>
              <a:cs typeface="宋体" pitchFamily="2" charset="-122"/>
            </a:endParaRPr>
          </a:p>
        </p:txBody>
      </p:sp>
    </p:spTree>
    <p:custDataLst>
      <p:tags r:id="rId1"/>
    </p:custDataLst>
  </p:cSld>
  <p:clrMapOvr>
    <a:masterClrMapping/>
  </p:clrMapOvr>
  <p:transition>
    <p:pull dir="u"/>
  </p:transition>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7.5.2 </a:t>
            </a:r>
            <a:r>
              <a:rPr lang="zh-CN" altLang="en-US" sz="2400" dirty="0" smtClean="0">
                <a:solidFill>
                  <a:schemeClr val="tx1"/>
                </a:solidFill>
              </a:rPr>
              <a:t>面向对象设计实例</a:t>
            </a:r>
            <a:r>
              <a:rPr lang="en-US" sz="2400" dirty="0" smtClean="0">
                <a:solidFill>
                  <a:schemeClr val="tx1"/>
                </a:solidFill>
              </a:rPr>
              <a:t> </a:t>
            </a:r>
          </a:p>
        </p:txBody>
      </p:sp>
      <p:graphicFrame>
        <p:nvGraphicFramePr>
          <p:cNvPr id="4" name="表格 3"/>
          <p:cNvGraphicFramePr>
            <a:graphicFrameLocks noGrp="1"/>
          </p:cNvGraphicFramePr>
          <p:nvPr/>
        </p:nvGraphicFramePr>
        <p:xfrm>
          <a:off x="1097280" y="3238499"/>
          <a:ext cx="9951720" cy="2369820"/>
        </p:xfrm>
        <a:graphic>
          <a:graphicData uri="http://schemas.openxmlformats.org/drawingml/2006/table">
            <a:tbl>
              <a:tblPr/>
              <a:tblGrid>
                <a:gridCol w="2486702"/>
                <a:gridCol w="2489158"/>
                <a:gridCol w="2486702"/>
                <a:gridCol w="2489158"/>
              </a:tblGrid>
              <a:tr h="473964">
                <a:tc>
                  <a:txBody>
                    <a:bodyPr/>
                    <a:lstStyle/>
                    <a:p>
                      <a:pPr algn="ctr">
                        <a:spcAft>
                          <a:spcPts val="0"/>
                        </a:spcAft>
                      </a:pPr>
                      <a:r>
                        <a:rPr lang="zh-CN" sz="1800" kern="500" dirty="0">
                          <a:latin typeface="Times New Roman"/>
                          <a:ea typeface="宋体"/>
                        </a:rPr>
                        <a:t>字</a:t>
                      </a:r>
                      <a:r>
                        <a:rPr lang="en-US" sz="1800" kern="500" dirty="0">
                          <a:latin typeface="Times New Roman"/>
                          <a:ea typeface="宋体"/>
                        </a:rPr>
                        <a:t>  </a:t>
                      </a:r>
                      <a:r>
                        <a:rPr lang="zh-CN" sz="1800" kern="500" dirty="0">
                          <a:latin typeface="Times New Roman"/>
                          <a:ea typeface="宋体"/>
                        </a:rPr>
                        <a:t>段</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800" kern="500">
                          <a:latin typeface="Times New Roman"/>
                          <a:ea typeface="宋体"/>
                        </a:rPr>
                        <a:t>类</a:t>
                      </a:r>
                      <a:r>
                        <a:rPr lang="en-US" sz="1800" kern="500">
                          <a:latin typeface="Times New Roman"/>
                          <a:ea typeface="宋体"/>
                        </a:rPr>
                        <a:t>  </a:t>
                      </a:r>
                      <a:r>
                        <a:rPr lang="zh-CN" sz="1800" kern="500">
                          <a:latin typeface="Times New Roman"/>
                          <a:ea typeface="宋体"/>
                        </a:rPr>
                        <a:t>型</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800" kern="500">
                          <a:latin typeface="Times New Roman"/>
                          <a:ea typeface="宋体"/>
                        </a:rPr>
                        <a:t>长</a:t>
                      </a:r>
                      <a:r>
                        <a:rPr lang="en-US" sz="1800" kern="500">
                          <a:latin typeface="Times New Roman"/>
                          <a:ea typeface="宋体"/>
                        </a:rPr>
                        <a:t>  </a:t>
                      </a:r>
                      <a:r>
                        <a:rPr lang="zh-CN" sz="1800" kern="500">
                          <a:latin typeface="Times New Roman"/>
                          <a:ea typeface="宋体"/>
                        </a:rPr>
                        <a:t>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800" kern="500">
                          <a:latin typeface="Times New Roman"/>
                          <a:ea typeface="宋体"/>
                        </a:rPr>
                        <a:t>备</a:t>
                      </a:r>
                      <a:r>
                        <a:rPr lang="en-US" sz="1800" kern="500">
                          <a:latin typeface="Times New Roman"/>
                          <a:ea typeface="宋体"/>
                        </a:rPr>
                        <a:t>  </a:t>
                      </a:r>
                      <a:r>
                        <a:rPr lang="zh-CN" sz="1800" kern="500">
                          <a:latin typeface="Times New Roman"/>
                          <a:ea typeface="宋体"/>
                        </a:rPr>
                        <a:t>注</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r>
              <a:tr h="473964">
                <a:tc>
                  <a:txBody>
                    <a:bodyPr/>
                    <a:lstStyle/>
                    <a:p>
                      <a:pPr indent="57150" algn="just">
                        <a:spcAft>
                          <a:spcPts val="0"/>
                        </a:spcAft>
                      </a:pPr>
                      <a:r>
                        <a:rPr lang="zh-CN" sz="1800" kern="500">
                          <a:latin typeface="Times New Roman"/>
                          <a:ea typeface="宋体"/>
                        </a:rPr>
                        <a:t>书号（关键字）</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just">
                        <a:spcAft>
                          <a:spcPts val="0"/>
                        </a:spcAft>
                      </a:pPr>
                      <a:r>
                        <a:rPr lang="en-US" sz="1800" kern="500">
                          <a:latin typeface="Times New Roman"/>
                          <a:ea typeface="宋体"/>
                        </a:rPr>
                        <a:t>CHAR</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a:latin typeface="Times New Roman"/>
                          <a:ea typeface="宋体"/>
                        </a:rPr>
                        <a:t>10</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1450" algn="just">
                        <a:spcAft>
                          <a:spcPts val="0"/>
                        </a:spcAft>
                      </a:pPr>
                      <a:r>
                        <a:rPr lang="en-US" sz="1800" kern="500">
                          <a:latin typeface="Times New Roman"/>
                          <a:ea typeface="宋体"/>
                        </a:rPr>
                        <a:t>book</a:t>
                      </a:r>
                      <a:r>
                        <a:rPr lang="zh-CN" sz="1800" kern="500">
                          <a:latin typeface="Times New Roman"/>
                          <a:ea typeface="宋体"/>
                        </a:rPr>
                        <a:t>表的外键</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3964">
                <a:tc>
                  <a:txBody>
                    <a:bodyPr/>
                    <a:lstStyle/>
                    <a:p>
                      <a:pPr indent="57150" algn="just">
                        <a:spcAft>
                          <a:spcPts val="0"/>
                        </a:spcAft>
                      </a:pPr>
                      <a:r>
                        <a:rPr lang="zh-CN" sz="1800" kern="500">
                          <a:latin typeface="Times New Roman"/>
                          <a:ea typeface="宋体"/>
                        </a:rPr>
                        <a:t>读者编号（关键字）</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just">
                        <a:spcAft>
                          <a:spcPts val="0"/>
                        </a:spcAft>
                      </a:pPr>
                      <a:r>
                        <a:rPr lang="en-US" sz="1800" kern="500">
                          <a:latin typeface="Times New Roman"/>
                          <a:ea typeface="宋体"/>
                        </a:rPr>
                        <a:t>CHAR</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a:latin typeface="Times New Roman"/>
                          <a:ea typeface="宋体"/>
                        </a:rPr>
                        <a:t>10</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1450" algn="just">
                        <a:spcAft>
                          <a:spcPts val="0"/>
                        </a:spcAft>
                      </a:pPr>
                      <a:r>
                        <a:rPr lang="en-US" sz="1800" kern="500" dirty="0">
                          <a:latin typeface="Times New Roman"/>
                          <a:ea typeface="宋体"/>
                        </a:rPr>
                        <a:t>reader</a:t>
                      </a:r>
                      <a:r>
                        <a:rPr lang="zh-CN" sz="1800" kern="500" dirty="0">
                          <a:latin typeface="Times New Roman"/>
                          <a:ea typeface="宋体"/>
                        </a:rPr>
                        <a:t>表的外键</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3964">
                <a:tc>
                  <a:txBody>
                    <a:bodyPr/>
                    <a:lstStyle/>
                    <a:p>
                      <a:pPr indent="57150" algn="just">
                        <a:spcAft>
                          <a:spcPts val="0"/>
                        </a:spcAft>
                      </a:pPr>
                      <a:r>
                        <a:rPr lang="zh-CN" sz="1800" kern="500">
                          <a:latin typeface="Times New Roman"/>
                          <a:ea typeface="宋体"/>
                        </a:rPr>
                        <a:t>预借日期</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just">
                        <a:spcAft>
                          <a:spcPts val="0"/>
                        </a:spcAft>
                      </a:pPr>
                      <a:r>
                        <a:rPr lang="en-US" sz="1800" kern="500">
                          <a:latin typeface="Times New Roman"/>
                          <a:ea typeface="宋体"/>
                        </a:rPr>
                        <a:t>DATE</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1450" algn="just">
                        <a:spcAft>
                          <a:spcPts val="0"/>
                        </a:spcAft>
                      </a:pPr>
                      <a:r>
                        <a:rPr lang="zh-CN" sz="1800" kern="500">
                          <a:latin typeface="Times New Roman"/>
                          <a:ea typeface="宋体"/>
                        </a:rPr>
                        <a:t>初值</a:t>
                      </a:r>
                      <a:r>
                        <a:rPr lang="en-US" sz="1800" kern="500">
                          <a:latin typeface="Times New Roman"/>
                          <a:ea typeface="宋体"/>
                        </a:rPr>
                        <a:t>=</a:t>
                      </a:r>
                      <a:r>
                        <a:rPr lang="zh-CN" sz="1800" kern="500">
                          <a:latin typeface="Times New Roman"/>
                          <a:ea typeface="宋体"/>
                        </a:rPr>
                        <a:t>当前日期</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3964">
                <a:tc>
                  <a:txBody>
                    <a:bodyPr/>
                    <a:lstStyle/>
                    <a:p>
                      <a:pPr indent="57150" algn="just">
                        <a:spcAft>
                          <a:spcPts val="0"/>
                        </a:spcAft>
                      </a:pPr>
                      <a:r>
                        <a:rPr lang="zh-CN" sz="1800" kern="500">
                          <a:latin typeface="Times New Roman"/>
                          <a:ea typeface="宋体"/>
                        </a:rPr>
                        <a:t>通知状态</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just">
                        <a:spcAft>
                          <a:spcPts val="0"/>
                        </a:spcAft>
                      </a:pPr>
                      <a:r>
                        <a:rPr lang="en-US" sz="1800" kern="500" dirty="0">
                          <a:latin typeface="Times New Roman"/>
                          <a:ea typeface="宋体"/>
                        </a:rPr>
                        <a:t>BOOLEAN</a:t>
                      </a:r>
                      <a:endParaRPr lang="zh-CN" sz="1800" kern="5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a:latin typeface="Times New Roman"/>
                          <a:ea typeface="宋体"/>
                        </a:rPr>
                        <a:t>1</a:t>
                      </a:r>
                      <a:endParaRPr lang="zh-CN" sz="1800" kern="50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1450" algn="just">
                        <a:spcAft>
                          <a:spcPts val="0"/>
                        </a:spcAft>
                      </a:pPr>
                      <a:r>
                        <a:rPr lang="zh-CN" sz="1800" kern="500" dirty="0">
                          <a:latin typeface="Times New Roman"/>
                          <a:ea typeface="宋体"/>
                        </a:rPr>
                        <a:t>初值</a:t>
                      </a:r>
                      <a:r>
                        <a:rPr lang="en-US" sz="1800" kern="500" dirty="0">
                          <a:latin typeface="Times New Roman"/>
                          <a:ea typeface="宋体"/>
                        </a:rPr>
                        <a:t>=</a:t>
                      </a:r>
                      <a:r>
                        <a:rPr lang="zh-CN" sz="1800" kern="500" dirty="0">
                          <a:latin typeface="Times New Roman"/>
                          <a:ea typeface="宋体"/>
                        </a:rPr>
                        <a:t>“未通知”</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98337" name="Rectangle 1"/>
          <p:cNvSpPr>
            <a:spLocks noChangeArrowheads="1"/>
          </p:cNvSpPr>
          <p:nvPr/>
        </p:nvSpPr>
        <p:spPr bwMode="auto">
          <a:xfrm>
            <a:off x="1920241" y="5678715"/>
            <a:ext cx="8275320" cy="6463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266700" algn="l" defTabSz="914400" rtl="0" eaLnBrk="0" fontAlgn="base" latinLnBrk="0" hangingPunct="0">
              <a:lnSpc>
                <a:spcPct val="100000"/>
              </a:lnSpc>
              <a:spcBef>
                <a:spcPct val="0"/>
              </a:spcBef>
              <a:spcAft>
                <a:spcPct val="0"/>
              </a:spcAft>
              <a:buClrTx/>
              <a:buSzTx/>
              <a:buFont typeface="Wingdings" pitchFamily="2" charset="2"/>
              <a:buChar char="Ø"/>
              <a:tabLst>
                <a:tab pos="539750" algn="l"/>
              </a:tabLst>
            </a:pP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操作：创建、插入、修改、删除、读取、保存。</a:t>
            </a:r>
            <a:endParaRPr kumimoji="0" lang="zh-CN" altLang="en-US"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66700" algn="l" defTabSz="914400" rtl="0" eaLnBrk="0" fontAlgn="base" latinLnBrk="0" hangingPunct="0">
              <a:lnSpc>
                <a:spcPct val="100000"/>
              </a:lnSpc>
              <a:spcBef>
                <a:spcPct val="0"/>
              </a:spcBef>
              <a:spcAft>
                <a:spcPct val="0"/>
              </a:spcAft>
              <a:buClrTx/>
              <a:buSzTx/>
              <a:buFont typeface="Wingdings" pitchFamily="2" charset="2"/>
              <a:buChar char="Ø"/>
              <a:tabLst>
                <a:tab pos="539750" algn="l"/>
              </a:tabLst>
            </a:pPr>
            <a:r>
              <a:rPr kumimoji="0" lang="zh-CN" altLang="en-US"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关系：与图书表和读者表相关。</a:t>
            </a:r>
            <a:endParaRPr kumimoji="0" lang="zh-CN" altLang="en-US"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6" name="矩形 5"/>
          <p:cNvSpPr/>
          <p:nvPr/>
        </p:nvSpPr>
        <p:spPr>
          <a:xfrm>
            <a:off x="4490248" y="2832854"/>
            <a:ext cx="2723823" cy="369332"/>
          </a:xfrm>
          <a:prstGeom prst="rect">
            <a:avLst/>
          </a:prstGeom>
        </p:spPr>
        <p:txBody>
          <a:bodyPr wrap="none">
            <a:spAutoFit/>
          </a:bodyPr>
          <a:lstStyle/>
          <a:p>
            <a:pPr lvl="0" indent="266700" eaLnBrk="0" fontAlgn="base" hangingPunct="0">
              <a:spcBef>
                <a:spcPct val="0"/>
              </a:spcBef>
              <a:spcAft>
                <a:spcPct val="0"/>
              </a:spcAft>
              <a:tabLst>
                <a:tab pos="539750" algn="l"/>
              </a:tabLst>
            </a:pPr>
            <a:r>
              <a:rPr lang="zh-CN" altLang="en-US" dirty="0" smtClean="0" bmk="_Toc218137251">
                <a:solidFill>
                  <a:srgbClr val="E4007F"/>
                </a:solidFill>
                <a:latin typeface="Times New Roman" pitchFamily="18" charset="0"/>
                <a:ea typeface="黑体" pitchFamily="49" charset="-122"/>
                <a:cs typeface="Times New Roman" pitchFamily="18" charset="0"/>
              </a:rPr>
              <a:t>表</a:t>
            </a:r>
            <a:r>
              <a:rPr lang="en-US" altLang="zh-CN" dirty="0" smtClean="0" bmk="_Toc218137251">
                <a:solidFill>
                  <a:srgbClr val="E4007F"/>
                </a:solidFill>
                <a:latin typeface="Times New Roman" pitchFamily="18" charset="0"/>
                <a:ea typeface="黑体" pitchFamily="49" charset="-122"/>
                <a:cs typeface="Times New Roman" pitchFamily="18" charset="0"/>
              </a:rPr>
              <a:t>7-6  </a:t>
            </a:r>
            <a:r>
              <a:rPr lang="zh-CN" altLang="en-US" dirty="0" smtClean="0" bmk="_Toc218137251">
                <a:solidFill>
                  <a:srgbClr val="E4007F"/>
                </a:solidFill>
                <a:latin typeface="Times New Roman" pitchFamily="18" charset="0"/>
                <a:ea typeface="黑体" pitchFamily="49" charset="-122"/>
                <a:cs typeface="Times New Roman" pitchFamily="18" charset="0"/>
              </a:rPr>
              <a:t>预订表设计说明</a:t>
            </a:r>
            <a:endParaRPr lang="zh-CN" altLang="en-US" dirty="0" smtClean="0">
              <a:latin typeface="Arial" pitchFamily="34" charset="0"/>
              <a:ea typeface="宋体" pitchFamily="2" charset="-122"/>
              <a:cs typeface="宋体" pitchFamily="2" charset="-122"/>
            </a:endParaRPr>
          </a:p>
        </p:txBody>
      </p:sp>
      <p:sp>
        <p:nvSpPr>
          <p:cNvPr id="7" name="矩形 6"/>
          <p:cNvSpPr/>
          <p:nvPr/>
        </p:nvSpPr>
        <p:spPr>
          <a:xfrm>
            <a:off x="1095005" y="2064990"/>
            <a:ext cx="9932385" cy="646331"/>
          </a:xfrm>
          <a:prstGeom prst="rect">
            <a:avLst/>
          </a:prstGeom>
        </p:spPr>
        <p:txBody>
          <a:bodyPr wrap="square">
            <a:spAutoFit/>
          </a:bodyPr>
          <a:lstStyle/>
          <a:p>
            <a:pPr lvl="0" indent="266700" fontAlgn="base">
              <a:spcBef>
                <a:spcPct val="0"/>
              </a:spcBef>
              <a:spcAft>
                <a:spcPct val="0"/>
              </a:spcAft>
              <a:buFontTx/>
              <a:buChar char="•"/>
              <a:tabLst>
                <a:tab pos="539750" algn="l"/>
              </a:tabLst>
            </a:pPr>
            <a:r>
              <a:rPr lang="zh-CN" altLang="en-US" dirty="0" smtClean="0">
                <a:solidFill>
                  <a:srgbClr val="E4007F"/>
                </a:solidFill>
                <a:latin typeface="黑体" pitchFamily="49" charset="-122"/>
                <a:ea typeface="黑体" pitchFamily="49" charset="-122"/>
                <a:cs typeface="Times New Roman" pitchFamily="18" charset="0"/>
              </a:rPr>
              <a:t>预订记录：</a:t>
            </a:r>
            <a:r>
              <a:rPr lang="zh-CN" altLang="en-US" dirty="0" smtClean="0">
                <a:latin typeface="Times New Roman" pitchFamily="18" charset="0"/>
                <a:ea typeface="宋体" pitchFamily="2" charset="-122"/>
                <a:cs typeface="Times New Roman" pitchFamily="18" charset="0"/>
              </a:rPr>
              <a:t>映射到数据库的</a:t>
            </a:r>
            <a:r>
              <a:rPr lang="en-US" altLang="zh-CN" dirty="0" smtClean="0">
                <a:latin typeface="Times New Roman" pitchFamily="18" charset="0"/>
                <a:ea typeface="宋体" pitchFamily="2" charset="-122"/>
                <a:cs typeface="Times New Roman" pitchFamily="18" charset="0"/>
              </a:rPr>
              <a:t>reservation</a:t>
            </a:r>
            <a:r>
              <a:rPr lang="zh-CN" altLang="en-US" dirty="0" smtClean="0">
                <a:latin typeface="Times New Roman" pitchFamily="18" charset="0"/>
                <a:ea typeface="宋体" pitchFamily="2" charset="-122"/>
                <a:cs typeface="Times New Roman" pitchFamily="18" charset="0"/>
              </a:rPr>
              <a:t>表，作用是保存读者的预订图书信息。读者借阅预订的图书后，这条记录被删除。表</a:t>
            </a:r>
            <a:r>
              <a:rPr lang="en-US" altLang="zh-CN" dirty="0" smtClean="0">
                <a:latin typeface="Times New Roman" pitchFamily="18" charset="0"/>
                <a:ea typeface="宋体" pitchFamily="2" charset="-122"/>
                <a:cs typeface="Times New Roman" pitchFamily="18" charset="0"/>
              </a:rPr>
              <a:t>7-6</a:t>
            </a:r>
            <a:r>
              <a:rPr lang="zh-CN" altLang="en-US" dirty="0" smtClean="0">
                <a:latin typeface="Times New Roman" pitchFamily="18" charset="0"/>
                <a:ea typeface="宋体" pitchFamily="2" charset="-122"/>
                <a:cs typeface="Times New Roman" pitchFamily="18" charset="0"/>
              </a:rPr>
              <a:t>是预订表设计说明。</a:t>
            </a:r>
            <a:endParaRPr lang="zh-CN" altLang="en-US" dirty="0" smtClean="0">
              <a:latin typeface="Arial" pitchFamily="34" charset="0"/>
              <a:ea typeface="宋体" pitchFamily="2" charset="-122"/>
              <a:cs typeface="宋体" pitchFamily="2" charset="-122"/>
            </a:endParaRPr>
          </a:p>
        </p:txBody>
      </p:sp>
    </p:spTree>
    <p:custDataLst>
      <p:tags r:id="rId1"/>
    </p:custDataLst>
  </p:cSld>
  <p:clrMapOvr>
    <a:masterClrMapping/>
  </p:clrMapOvr>
  <p:transition>
    <p:pull dir="u"/>
  </p:transition>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3"/>
          <p:cNvGrpSpPr/>
          <p:nvPr/>
        </p:nvGrpSpPr>
        <p:grpSpPr>
          <a:xfrm>
            <a:off x="1787857" y="2419909"/>
            <a:ext cx="9307772" cy="3230264"/>
            <a:chOff x="972764" y="2264433"/>
            <a:chExt cx="10522423" cy="3803473"/>
          </a:xfrm>
        </p:grpSpPr>
        <p:sp>
          <p:nvSpPr>
            <p:cNvPr id="4" name="MH_Text_1"/>
            <p:cNvSpPr/>
            <p:nvPr>
              <p:custDataLst>
                <p:tags r:id="rId1"/>
              </p:custDataLst>
            </p:nvPr>
          </p:nvSpPr>
          <p:spPr>
            <a:xfrm>
              <a:off x="972764" y="2825138"/>
              <a:ext cx="10522423" cy="3242768"/>
            </a:xfrm>
            <a:prstGeom prst="rect">
              <a:avLst/>
            </a:prstGeom>
            <a:noFill/>
            <a:ln w="12700" cap="flat" cmpd="sng" algn="ctr">
              <a:solidFill>
                <a:srgbClr val="CC0066"/>
              </a:solidFill>
              <a:prstDash val="solid"/>
              <a:miter lim="800000"/>
            </a:ln>
            <a:effectLst/>
          </p:spPr>
          <p:txBody>
            <a:bodyPr anchor="ctr">
              <a:normAutofit/>
            </a:bodyPr>
            <a:lstStyle/>
            <a:p>
              <a:r>
                <a:rPr lang="zh-CN" altLang="en-US" sz="2000" dirty="0" smtClean="0"/>
                <a:t> </a:t>
              </a:r>
              <a:r>
                <a:rPr lang="en-US" sz="2000" b="1" dirty="0" smtClean="0"/>
                <a:t>3</a:t>
              </a:r>
              <a:r>
                <a:rPr lang="zh-CN" altLang="en-US" sz="2000" b="1" dirty="0" smtClean="0"/>
                <a:t>）控制类</a:t>
              </a:r>
            </a:p>
            <a:p>
              <a:r>
                <a:rPr lang="zh-CN" altLang="en-US" sz="2000" dirty="0" smtClean="0"/>
                <a:t>说明控制类的调度流程。在图书馆信息管理系统中，有检查类、借还书处理类、预订图书处理类。</a:t>
              </a:r>
              <a:endParaRPr lang="en-US" altLang="zh-CN" sz="2000" dirty="0" smtClean="0"/>
            </a:p>
          </p:txBody>
        </p:sp>
        <p:sp>
          <p:nvSpPr>
            <p:cNvPr id="5" name="MH_SubTitle_1"/>
            <p:cNvSpPr/>
            <p:nvPr>
              <p:custDataLst>
                <p:tags r:id="rId2"/>
              </p:custDataLst>
            </p:nvPr>
          </p:nvSpPr>
          <p:spPr>
            <a:xfrm>
              <a:off x="1105325" y="2264433"/>
              <a:ext cx="6343649"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a:defRPr/>
              </a:pPr>
              <a:r>
                <a:rPr lang="en-US" altLang="zh-CN" sz="2400" b="1" kern="0" dirty="0" smtClean="0">
                  <a:solidFill>
                    <a:srgbClr val="FFFFFF"/>
                  </a:solidFill>
                  <a:latin typeface="微软雅黑" panose="020B0503020204020204" charset="-122"/>
                  <a:ea typeface="微软雅黑" panose="020B0503020204020204" charset="-122"/>
                  <a:cs typeface="Arial" panose="020B0604020202020204" pitchFamily="34" charset="0"/>
                </a:rPr>
                <a:t>4  </a:t>
              </a:r>
              <a:r>
                <a:rPr lang="zh-CN" altLang="en-US" sz="2400" b="1" kern="0" dirty="0" smtClean="0">
                  <a:solidFill>
                    <a:srgbClr val="FFFFFF"/>
                  </a:solidFill>
                  <a:latin typeface="微软雅黑" panose="020B0503020204020204" charset="-122"/>
                  <a:ea typeface="微软雅黑" panose="020B0503020204020204" charset="-122"/>
                  <a:cs typeface="Arial" panose="020B0604020202020204" pitchFamily="34" charset="0"/>
                </a:rPr>
                <a:t> 设计用例的类图</a:t>
              </a:r>
            </a:p>
          </p:txBody>
        </p:sp>
      </p:grpSp>
      <p:sp>
        <p:nvSpPr>
          <p:cNvPr id="6" name="标题 1"/>
          <p:cNvSpPr>
            <a:spLocks noGrp="1"/>
          </p:cNvSpPr>
          <p:nvPr>
            <p:ph type="title"/>
          </p:nvPr>
        </p:nvSpPr>
        <p:spPr>
          <a:xfrm>
            <a:off x="754063" y="261258"/>
            <a:ext cx="8415337" cy="855290"/>
          </a:xfrm>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7"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7.5.2 </a:t>
            </a:r>
            <a:r>
              <a:rPr lang="zh-CN" altLang="en-US" sz="2400" dirty="0" smtClean="0">
                <a:solidFill>
                  <a:schemeClr val="tx1"/>
                </a:solidFill>
              </a:rPr>
              <a:t>面向对象设计实例</a:t>
            </a:r>
            <a:r>
              <a:rPr lang="en-US" sz="2400" dirty="0" smtClean="0">
                <a:solidFill>
                  <a:schemeClr val="tx1"/>
                </a:solidFill>
              </a:rPr>
              <a:t> </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7.5.2 </a:t>
            </a:r>
            <a:r>
              <a:rPr lang="zh-CN" altLang="en-US" sz="2400" dirty="0" smtClean="0">
                <a:solidFill>
                  <a:schemeClr val="tx1"/>
                </a:solidFill>
              </a:rPr>
              <a:t>面向对象设计实例</a:t>
            </a:r>
            <a:r>
              <a:rPr lang="en-US" sz="2400" dirty="0" smtClean="0">
                <a:solidFill>
                  <a:schemeClr val="tx1"/>
                </a:solidFill>
              </a:rPr>
              <a:t> </a:t>
            </a:r>
          </a:p>
        </p:txBody>
      </p:sp>
      <p:grpSp>
        <p:nvGrpSpPr>
          <p:cNvPr id="4" name="组合 3"/>
          <p:cNvGrpSpPr/>
          <p:nvPr/>
        </p:nvGrpSpPr>
        <p:grpSpPr>
          <a:xfrm>
            <a:off x="4326339" y="2852381"/>
            <a:ext cx="2916896" cy="2708228"/>
            <a:chOff x="6718" y="4218"/>
            <a:chExt cx="4517" cy="4053"/>
          </a:xfrm>
        </p:grpSpPr>
        <p:sp>
          <p:nvSpPr>
            <p:cNvPr id="5" name="椭圆 4"/>
            <p:cNvSpPr/>
            <p:nvPr>
              <p:custDataLst>
                <p:tags r:id="rId5"/>
              </p:custDataLst>
            </p:nvPr>
          </p:nvSpPr>
          <p:spPr>
            <a:xfrm>
              <a:off x="6718" y="5889"/>
              <a:ext cx="2624" cy="2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6" name="文本框 22"/>
            <p:cNvSpPr txBox="1">
              <a:spLocks noChangeArrowheads="1"/>
            </p:cNvSpPr>
            <p:nvPr>
              <p:custDataLst>
                <p:tags r:id="rId6"/>
              </p:custDataLst>
            </p:nvPr>
          </p:nvSpPr>
          <p:spPr bwMode="auto">
            <a:xfrm>
              <a:off x="7293" y="6686"/>
              <a:ext cx="878" cy="12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smtClean="0">
                  <a:solidFill>
                    <a:schemeClr val="bg1"/>
                  </a:solidFill>
                  <a:latin typeface="+mn-lt"/>
                  <a:ea typeface="+mn-ea"/>
                </a:rPr>
                <a:t>D</a:t>
              </a:r>
              <a:endParaRPr lang="zh-CN" altLang="en-US" sz="6600" b="1" dirty="0">
                <a:solidFill>
                  <a:schemeClr val="bg1"/>
                </a:solidFill>
                <a:latin typeface="+mn-lt"/>
                <a:ea typeface="+mn-ea"/>
              </a:endParaRPr>
            </a:p>
          </p:txBody>
        </p:sp>
        <p:sp>
          <p:nvSpPr>
            <p:cNvPr id="7" name="椭圆 6"/>
            <p:cNvSpPr/>
            <p:nvPr>
              <p:custDataLst>
                <p:tags r:id="rId7"/>
              </p:custDataLst>
            </p:nvPr>
          </p:nvSpPr>
          <p:spPr>
            <a:xfrm>
              <a:off x="6718" y="4218"/>
              <a:ext cx="2624" cy="2382"/>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8" name="椭圆 7"/>
            <p:cNvSpPr/>
            <p:nvPr>
              <p:custDataLst>
                <p:tags r:id="rId8"/>
              </p:custDataLst>
            </p:nvPr>
          </p:nvSpPr>
          <p:spPr>
            <a:xfrm>
              <a:off x="8611" y="4218"/>
              <a:ext cx="2624" cy="2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9" name="椭圆 8"/>
            <p:cNvSpPr/>
            <p:nvPr>
              <p:custDataLst>
                <p:tags r:id="rId9"/>
              </p:custDataLst>
            </p:nvPr>
          </p:nvSpPr>
          <p:spPr>
            <a:xfrm>
              <a:off x="8611" y="5889"/>
              <a:ext cx="2624" cy="2382"/>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grpSp>
          <p:nvGrpSpPr>
            <p:cNvPr id="10" name="组合 42"/>
            <p:cNvGrpSpPr/>
            <p:nvPr>
              <p:custDataLst>
                <p:tags r:id="rId10"/>
              </p:custDataLst>
            </p:nvPr>
          </p:nvGrpSpPr>
          <p:grpSpPr>
            <a:xfrm>
              <a:off x="7091" y="4579"/>
              <a:ext cx="3760" cy="3314"/>
              <a:chOff x="4933659" y="1528513"/>
              <a:chExt cx="3096541" cy="3006076"/>
            </a:xfrm>
            <a:solidFill>
              <a:schemeClr val="bg1"/>
            </a:solidFill>
          </p:grpSpPr>
          <p:sp>
            <p:nvSpPr>
              <p:cNvPr id="14" name="Freeform 16@|5FFC:0|FBC:0|LFC:16777215|LBC:16777215"/>
              <p:cNvSpPr/>
              <p:nvPr>
                <p:custDataLst>
                  <p:tags r:id="rId14"/>
                </p:custDataLst>
              </p:nvPr>
            </p:nvSpPr>
            <p:spPr>
              <a:xfrm>
                <a:off x="6181299" y="1528513"/>
                <a:ext cx="601263" cy="1489462"/>
              </a:xfrm>
              <a:custGeom>
                <a:avLst/>
                <a:gdLst>
                  <a:gd name="connsiteX0" fmla="*/ 300632 w 601263"/>
                  <a:gd name="connsiteY0" fmla="*/ 0 h 1489462"/>
                  <a:gd name="connsiteX1" fmla="*/ 416779 w 601263"/>
                  <a:gd name="connsiteY1" fmla="*/ 140772 h 1489462"/>
                  <a:gd name="connsiteX2" fmla="*/ 601263 w 601263"/>
                  <a:gd name="connsiteY2" fmla="*/ 744731 h 1489462"/>
                  <a:gd name="connsiteX3" fmla="*/ 416779 w 601263"/>
                  <a:gd name="connsiteY3" fmla="*/ 1348690 h 1489462"/>
                  <a:gd name="connsiteX4" fmla="*/ 300632 w 601263"/>
                  <a:gd name="connsiteY4" fmla="*/ 1489462 h 1489462"/>
                  <a:gd name="connsiteX5" fmla="*/ 184484 w 601263"/>
                  <a:gd name="connsiteY5" fmla="*/ 1348690 h 1489462"/>
                  <a:gd name="connsiteX6" fmla="*/ 0 w 601263"/>
                  <a:gd name="connsiteY6" fmla="*/ 744731 h 1489462"/>
                  <a:gd name="connsiteX7" fmla="*/ 184484 w 601263"/>
                  <a:gd name="connsiteY7" fmla="*/ 140772 h 1489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263" h="1489462">
                    <a:moveTo>
                      <a:pt x="300632" y="0"/>
                    </a:moveTo>
                    <a:lnTo>
                      <a:pt x="416779" y="140772"/>
                    </a:lnTo>
                    <a:cubicBezTo>
                      <a:pt x="533253" y="313176"/>
                      <a:pt x="601263" y="521011"/>
                      <a:pt x="601263" y="744731"/>
                    </a:cubicBezTo>
                    <a:cubicBezTo>
                      <a:pt x="601263" y="968451"/>
                      <a:pt x="533253" y="1176287"/>
                      <a:pt x="416779" y="1348690"/>
                    </a:cubicBezTo>
                    <a:lnTo>
                      <a:pt x="300632" y="1489462"/>
                    </a:lnTo>
                    <a:lnTo>
                      <a:pt x="184484" y="1348690"/>
                    </a:lnTo>
                    <a:cubicBezTo>
                      <a:pt x="68011" y="1176287"/>
                      <a:pt x="0" y="968451"/>
                      <a:pt x="0" y="744731"/>
                    </a:cubicBezTo>
                    <a:cubicBezTo>
                      <a:pt x="0" y="521011"/>
                      <a:pt x="68011" y="313176"/>
                      <a:pt x="184484" y="1407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15" name="Freeform 17@|5FFC:0|FBC:0|LFC:16777215|LBC:16777215"/>
              <p:cNvSpPr/>
              <p:nvPr>
                <p:custDataLst>
                  <p:tags r:id="rId15"/>
                </p:custDataLst>
              </p:nvPr>
            </p:nvSpPr>
            <p:spPr>
              <a:xfrm>
                <a:off x="6181299" y="3045126"/>
                <a:ext cx="601263" cy="1489463"/>
              </a:xfrm>
              <a:custGeom>
                <a:avLst/>
                <a:gdLst>
                  <a:gd name="connsiteX0" fmla="*/ 300923 w 601263"/>
                  <a:gd name="connsiteY0" fmla="*/ 0 h 1489463"/>
                  <a:gd name="connsiteX1" fmla="*/ 416779 w 601263"/>
                  <a:gd name="connsiteY1" fmla="*/ 140419 h 1489463"/>
                  <a:gd name="connsiteX2" fmla="*/ 601263 w 601263"/>
                  <a:gd name="connsiteY2" fmla="*/ 744378 h 1489463"/>
                  <a:gd name="connsiteX3" fmla="*/ 416779 w 601263"/>
                  <a:gd name="connsiteY3" fmla="*/ 1348337 h 1489463"/>
                  <a:gd name="connsiteX4" fmla="*/ 300340 w 601263"/>
                  <a:gd name="connsiteY4" fmla="*/ 1489463 h 1489463"/>
                  <a:gd name="connsiteX5" fmla="*/ 184484 w 601263"/>
                  <a:gd name="connsiteY5" fmla="*/ 1349044 h 1489463"/>
                  <a:gd name="connsiteX6" fmla="*/ 0 w 601263"/>
                  <a:gd name="connsiteY6" fmla="*/ 745085 h 1489463"/>
                  <a:gd name="connsiteX7" fmla="*/ 184484 w 601263"/>
                  <a:gd name="connsiteY7" fmla="*/ 141126 h 148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263" h="1489463">
                    <a:moveTo>
                      <a:pt x="300923" y="0"/>
                    </a:moveTo>
                    <a:lnTo>
                      <a:pt x="416779" y="140419"/>
                    </a:lnTo>
                    <a:cubicBezTo>
                      <a:pt x="533253" y="312823"/>
                      <a:pt x="601263" y="520658"/>
                      <a:pt x="601263" y="744378"/>
                    </a:cubicBezTo>
                    <a:cubicBezTo>
                      <a:pt x="601263" y="968098"/>
                      <a:pt x="533253" y="1175934"/>
                      <a:pt x="416779" y="1348337"/>
                    </a:cubicBezTo>
                    <a:lnTo>
                      <a:pt x="300340" y="1489463"/>
                    </a:lnTo>
                    <a:lnTo>
                      <a:pt x="184484" y="1349044"/>
                    </a:lnTo>
                    <a:cubicBezTo>
                      <a:pt x="68011" y="1176641"/>
                      <a:pt x="0" y="968805"/>
                      <a:pt x="0" y="745085"/>
                    </a:cubicBezTo>
                    <a:cubicBezTo>
                      <a:pt x="0" y="521365"/>
                      <a:pt x="68011" y="313530"/>
                      <a:pt x="184484" y="14112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16" name="Freeform 18@|5FFC:0|FBC:0|LFC:16777215|LBC:16777215"/>
              <p:cNvSpPr/>
              <p:nvPr>
                <p:custDataLst>
                  <p:tags r:id="rId16"/>
                </p:custDataLst>
              </p:nvPr>
            </p:nvSpPr>
            <p:spPr>
              <a:xfrm>
                <a:off x="4933659" y="2709994"/>
                <a:ext cx="1537372" cy="643466"/>
              </a:xfrm>
              <a:custGeom>
                <a:avLst/>
                <a:gdLst>
                  <a:gd name="connsiteX0" fmla="*/ 768686 w 1537372"/>
                  <a:gd name="connsiteY0" fmla="*/ 0 h 643466"/>
                  <a:gd name="connsiteX1" fmla="*/ 1532514 w 1537372"/>
                  <a:gd name="connsiteY1" fmla="*/ 316388 h 643466"/>
                  <a:gd name="connsiteX2" fmla="*/ 1537372 w 1537372"/>
                  <a:gd name="connsiteY2" fmla="*/ 321733 h 643466"/>
                  <a:gd name="connsiteX3" fmla="*/ 1532514 w 1537372"/>
                  <a:gd name="connsiteY3" fmla="*/ 327078 h 643466"/>
                  <a:gd name="connsiteX4" fmla="*/ 768686 w 1537372"/>
                  <a:gd name="connsiteY4" fmla="*/ 643466 h 643466"/>
                  <a:gd name="connsiteX5" fmla="*/ 4858 w 1537372"/>
                  <a:gd name="connsiteY5" fmla="*/ 327078 h 643466"/>
                  <a:gd name="connsiteX6" fmla="*/ 0 w 1537372"/>
                  <a:gd name="connsiteY6" fmla="*/ 321733 h 643466"/>
                  <a:gd name="connsiteX7" fmla="*/ 4858 w 1537372"/>
                  <a:gd name="connsiteY7" fmla="*/ 316388 h 643466"/>
                  <a:gd name="connsiteX8" fmla="*/ 768686 w 1537372"/>
                  <a:gd name="connsiteY8" fmla="*/ 0 h 6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7372" h="643466">
                    <a:moveTo>
                      <a:pt x="768686" y="0"/>
                    </a:moveTo>
                    <a:cubicBezTo>
                      <a:pt x="1066980" y="0"/>
                      <a:pt x="1337034" y="120907"/>
                      <a:pt x="1532514" y="316388"/>
                    </a:cubicBezTo>
                    <a:lnTo>
                      <a:pt x="1537372" y="321733"/>
                    </a:lnTo>
                    <a:lnTo>
                      <a:pt x="1532514" y="327078"/>
                    </a:lnTo>
                    <a:cubicBezTo>
                      <a:pt x="1337034" y="522559"/>
                      <a:pt x="1066980" y="643466"/>
                      <a:pt x="768686" y="643466"/>
                    </a:cubicBezTo>
                    <a:cubicBezTo>
                      <a:pt x="470393" y="643466"/>
                      <a:pt x="200339" y="522559"/>
                      <a:pt x="4858" y="327078"/>
                    </a:cubicBezTo>
                    <a:lnTo>
                      <a:pt x="0" y="321733"/>
                    </a:lnTo>
                    <a:lnTo>
                      <a:pt x="4858" y="316388"/>
                    </a:lnTo>
                    <a:cubicBezTo>
                      <a:pt x="200339" y="120907"/>
                      <a:pt x="470393" y="0"/>
                      <a:pt x="768686"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17" name="Freeform 19@|5FFC:0|FBC:0|LFC:16777215|LBC:16777215"/>
              <p:cNvSpPr/>
              <p:nvPr>
                <p:custDataLst>
                  <p:tags r:id="rId17"/>
                </p:custDataLst>
              </p:nvPr>
            </p:nvSpPr>
            <p:spPr>
              <a:xfrm>
                <a:off x="6492828" y="2708580"/>
                <a:ext cx="1537372" cy="643466"/>
              </a:xfrm>
              <a:custGeom>
                <a:avLst/>
                <a:gdLst>
                  <a:gd name="connsiteX0" fmla="*/ 768686 w 1537372"/>
                  <a:gd name="connsiteY0" fmla="*/ 0 h 643466"/>
                  <a:gd name="connsiteX1" fmla="*/ 1532514 w 1537372"/>
                  <a:gd name="connsiteY1" fmla="*/ 316388 h 643466"/>
                  <a:gd name="connsiteX2" fmla="*/ 1537372 w 1537372"/>
                  <a:gd name="connsiteY2" fmla="*/ 321733 h 643466"/>
                  <a:gd name="connsiteX3" fmla="*/ 1532514 w 1537372"/>
                  <a:gd name="connsiteY3" fmla="*/ 327078 h 643466"/>
                  <a:gd name="connsiteX4" fmla="*/ 768686 w 1537372"/>
                  <a:gd name="connsiteY4" fmla="*/ 643466 h 643466"/>
                  <a:gd name="connsiteX5" fmla="*/ 4858 w 1537372"/>
                  <a:gd name="connsiteY5" fmla="*/ 327078 h 643466"/>
                  <a:gd name="connsiteX6" fmla="*/ 0 w 1537372"/>
                  <a:gd name="connsiteY6" fmla="*/ 321733 h 643466"/>
                  <a:gd name="connsiteX7" fmla="*/ 4858 w 1537372"/>
                  <a:gd name="connsiteY7" fmla="*/ 316388 h 643466"/>
                  <a:gd name="connsiteX8" fmla="*/ 768686 w 1537372"/>
                  <a:gd name="connsiteY8" fmla="*/ 0 h 6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7372" h="643466">
                    <a:moveTo>
                      <a:pt x="768686" y="0"/>
                    </a:moveTo>
                    <a:cubicBezTo>
                      <a:pt x="1066980" y="0"/>
                      <a:pt x="1337034" y="120907"/>
                      <a:pt x="1532514" y="316388"/>
                    </a:cubicBezTo>
                    <a:lnTo>
                      <a:pt x="1537372" y="321733"/>
                    </a:lnTo>
                    <a:lnTo>
                      <a:pt x="1532514" y="327078"/>
                    </a:lnTo>
                    <a:cubicBezTo>
                      <a:pt x="1337034" y="522559"/>
                      <a:pt x="1066980" y="643466"/>
                      <a:pt x="768686" y="643466"/>
                    </a:cubicBezTo>
                    <a:cubicBezTo>
                      <a:pt x="470393" y="643466"/>
                      <a:pt x="200339" y="522559"/>
                      <a:pt x="4858" y="327078"/>
                    </a:cubicBezTo>
                    <a:lnTo>
                      <a:pt x="0" y="321733"/>
                    </a:lnTo>
                    <a:lnTo>
                      <a:pt x="4858" y="316388"/>
                    </a:lnTo>
                    <a:cubicBezTo>
                      <a:pt x="200339" y="120907"/>
                      <a:pt x="470393" y="0"/>
                      <a:pt x="768686"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grpSp>
        <p:sp>
          <p:nvSpPr>
            <p:cNvPr id="11" name="文本框 20"/>
            <p:cNvSpPr txBox="1">
              <a:spLocks noChangeArrowheads="1"/>
            </p:cNvSpPr>
            <p:nvPr>
              <p:custDataLst>
                <p:tags r:id="rId11"/>
              </p:custDataLst>
            </p:nvPr>
          </p:nvSpPr>
          <p:spPr bwMode="auto">
            <a:xfrm>
              <a:off x="7293" y="4615"/>
              <a:ext cx="878" cy="12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smtClean="0">
                  <a:solidFill>
                    <a:schemeClr val="bg1"/>
                  </a:solidFill>
                  <a:latin typeface="+mn-lt"/>
                  <a:ea typeface="+mn-ea"/>
                </a:rPr>
                <a:t>A</a:t>
              </a:r>
              <a:endParaRPr lang="zh-CN" altLang="en-US" sz="6600" b="1" dirty="0">
                <a:solidFill>
                  <a:schemeClr val="bg1"/>
                </a:solidFill>
                <a:latin typeface="+mn-lt"/>
                <a:ea typeface="+mn-ea"/>
              </a:endParaRPr>
            </a:p>
          </p:txBody>
        </p:sp>
        <p:sp>
          <p:nvSpPr>
            <p:cNvPr id="12" name="文本框 21"/>
            <p:cNvSpPr txBox="1">
              <a:spLocks noChangeArrowheads="1"/>
            </p:cNvSpPr>
            <p:nvPr>
              <p:custDataLst>
                <p:tags r:id="rId12"/>
              </p:custDataLst>
            </p:nvPr>
          </p:nvSpPr>
          <p:spPr bwMode="auto">
            <a:xfrm>
              <a:off x="9499" y="4579"/>
              <a:ext cx="876" cy="12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smtClean="0">
                  <a:solidFill>
                    <a:schemeClr val="bg1"/>
                  </a:solidFill>
                  <a:latin typeface="+mn-lt"/>
                  <a:ea typeface="+mn-ea"/>
                </a:rPr>
                <a:t>B</a:t>
              </a:r>
              <a:endParaRPr lang="zh-CN" altLang="en-US" sz="6600" b="1" dirty="0">
                <a:solidFill>
                  <a:schemeClr val="bg1"/>
                </a:solidFill>
                <a:latin typeface="+mn-lt"/>
                <a:ea typeface="+mn-ea"/>
              </a:endParaRPr>
            </a:p>
          </p:txBody>
        </p:sp>
        <p:sp>
          <p:nvSpPr>
            <p:cNvPr id="13" name="文本框 23"/>
            <p:cNvSpPr txBox="1">
              <a:spLocks noChangeArrowheads="1"/>
            </p:cNvSpPr>
            <p:nvPr>
              <p:custDataLst>
                <p:tags r:id="rId13"/>
              </p:custDataLst>
            </p:nvPr>
          </p:nvSpPr>
          <p:spPr bwMode="auto">
            <a:xfrm>
              <a:off x="9660" y="6686"/>
              <a:ext cx="876" cy="12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smtClean="0">
                  <a:solidFill>
                    <a:schemeClr val="bg1"/>
                  </a:solidFill>
                  <a:latin typeface="+mn-lt"/>
                  <a:ea typeface="+mn-ea"/>
                </a:rPr>
                <a:t>C</a:t>
              </a:r>
              <a:endParaRPr lang="zh-CN" altLang="en-US" sz="6600" b="1" dirty="0">
                <a:solidFill>
                  <a:schemeClr val="bg1"/>
                </a:solidFill>
                <a:latin typeface="+mn-lt"/>
                <a:ea typeface="+mn-ea"/>
              </a:endParaRPr>
            </a:p>
          </p:txBody>
        </p:sp>
      </p:grpSp>
      <p:sp>
        <p:nvSpPr>
          <p:cNvPr id="18" name="文本框 6"/>
          <p:cNvSpPr txBox="1"/>
          <p:nvPr>
            <p:custDataLst>
              <p:tags r:id="rId2"/>
            </p:custDataLst>
          </p:nvPr>
        </p:nvSpPr>
        <p:spPr>
          <a:xfrm>
            <a:off x="1364776" y="3166281"/>
            <a:ext cx="2858372" cy="13647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Autofit/>
          </a:bodyPr>
          <a:lstStyle>
            <a:defPPr>
              <a:defRPr lang="zh-CN"/>
            </a:defPPr>
            <a:lvl1pPr algn="just">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20000"/>
              </a:lnSpc>
            </a:pPr>
            <a:r>
              <a:rPr lang="zh-CN" altLang="en-US" sz="1600" dirty="0" smtClean="0">
                <a:latin typeface="微软雅黑" panose="020B0503020204020204" charset="-122"/>
                <a:ea typeface="微软雅黑" panose="020B0503020204020204" charset="-122"/>
                <a:sym typeface="+mn-ea"/>
              </a:rPr>
              <a:t>（</a:t>
            </a:r>
            <a:r>
              <a:rPr lang="en-US" altLang="zh-CN" sz="1600" dirty="0" smtClean="0">
                <a:latin typeface="微软雅黑" panose="020B0503020204020204" charset="-122"/>
                <a:ea typeface="微软雅黑" panose="020B0503020204020204" charset="-122"/>
                <a:sym typeface="+mn-ea"/>
              </a:rPr>
              <a:t>A</a:t>
            </a:r>
            <a:r>
              <a:rPr lang="zh-CN" altLang="en-US" sz="1600" dirty="0" smtClean="0">
                <a:latin typeface="微软雅黑" panose="020B0503020204020204" charset="-122"/>
                <a:ea typeface="微软雅黑" panose="020B0503020204020204" charset="-122"/>
                <a:sym typeface="+mn-ea"/>
              </a:rPr>
              <a:t>）接收借书界面类传递来的读者编号和图书编号。</a:t>
            </a:r>
          </a:p>
        </p:txBody>
      </p:sp>
      <p:sp>
        <p:nvSpPr>
          <p:cNvPr id="19" name="文本框 9"/>
          <p:cNvSpPr txBox="1"/>
          <p:nvPr>
            <p:custDataLst>
              <p:tags r:id="rId3"/>
            </p:custDataLst>
          </p:nvPr>
        </p:nvSpPr>
        <p:spPr>
          <a:xfrm>
            <a:off x="7312109" y="3059525"/>
            <a:ext cx="3647042" cy="159436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a:bodyPr>
          <a:lstStyle>
            <a:defPPr>
              <a:defRPr lang="zh-CN"/>
            </a:defPPr>
            <a:lvl1pPr algn="just">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20000"/>
              </a:lnSpc>
            </a:pPr>
            <a:r>
              <a:rPr lang="zh-CN" altLang="en-US" sz="1600" dirty="0" smtClean="0">
                <a:latin typeface="微软雅黑" panose="020B0503020204020204" charset="-122"/>
                <a:ea typeface="微软雅黑" panose="020B0503020204020204" charset="-122"/>
                <a:sym typeface="+mn-ea"/>
              </a:rPr>
              <a:t>（</a:t>
            </a:r>
            <a:r>
              <a:rPr lang="en-US" altLang="zh-CN" sz="1600" dirty="0" smtClean="0">
                <a:latin typeface="微软雅黑" panose="020B0503020204020204" charset="-122"/>
                <a:ea typeface="微软雅黑" panose="020B0503020204020204" charset="-122"/>
                <a:sym typeface="+mn-ea"/>
              </a:rPr>
              <a:t>B</a:t>
            </a:r>
            <a:r>
              <a:rPr lang="zh-CN" altLang="en-US" sz="1600" dirty="0" smtClean="0">
                <a:latin typeface="微软雅黑" panose="020B0503020204020204" charset="-122"/>
                <a:ea typeface="微软雅黑" panose="020B0503020204020204" charset="-122"/>
                <a:sym typeface="+mn-ea"/>
              </a:rPr>
              <a:t>）检索数据库的读者表，如果不存在该读者编号，则显示读者无效对话框。</a:t>
            </a:r>
          </a:p>
        </p:txBody>
      </p:sp>
      <p:sp>
        <p:nvSpPr>
          <p:cNvPr id="20" name="文本框 12"/>
          <p:cNvSpPr txBox="1"/>
          <p:nvPr/>
        </p:nvSpPr>
        <p:spPr>
          <a:xfrm>
            <a:off x="1364774" y="4815327"/>
            <a:ext cx="2885667" cy="1017073"/>
          </a:xfrm>
          <a:prstGeom prst="rect">
            <a:avLst/>
          </a:prstGeom>
          <a:noFill/>
        </p:spPr>
        <p:txBody>
          <a:bodyPr wrap="square" rtlCol="0">
            <a:spAutoFit/>
          </a:bodyPr>
          <a:lstStyle/>
          <a:p>
            <a:pPr>
              <a:lnSpc>
                <a:spcPct val="130000"/>
              </a:lnSpc>
            </a:pPr>
            <a:r>
              <a:rPr lang="zh-CN" altLang="en-US" sz="1600" dirty="0" smtClean="0">
                <a:latin typeface="微软雅黑" panose="020B0503020204020204" charset="-122"/>
                <a:ea typeface="微软雅黑" panose="020B0503020204020204" charset="-122"/>
                <a:sym typeface="+mn-ea"/>
              </a:rPr>
              <a:t>（</a:t>
            </a:r>
            <a:r>
              <a:rPr lang="en-US" altLang="zh-CN" sz="1600" dirty="0" smtClean="0">
                <a:latin typeface="微软雅黑" panose="020B0503020204020204" charset="-122"/>
                <a:ea typeface="微软雅黑" panose="020B0503020204020204" charset="-122"/>
                <a:sym typeface="+mn-ea"/>
              </a:rPr>
              <a:t>D</a:t>
            </a:r>
            <a:r>
              <a:rPr lang="zh-CN" altLang="en-US" sz="1600" dirty="0" smtClean="0">
                <a:latin typeface="微软雅黑" panose="020B0503020204020204" charset="-122"/>
                <a:ea typeface="微软雅黑" panose="020B0503020204020204" charset="-122"/>
                <a:sym typeface="+mn-ea"/>
              </a:rPr>
              <a:t>）检索数据库的图书表，如果没有该图书，则显示图书无效对话框。</a:t>
            </a:r>
          </a:p>
        </p:txBody>
      </p:sp>
      <p:sp>
        <p:nvSpPr>
          <p:cNvPr id="21" name="文本框 9"/>
          <p:cNvSpPr txBox="1"/>
          <p:nvPr>
            <p:custDataLst>
              <p:tags r:id="rId4"/>
            </p:custDataLst>
          </p:nvPr>
        </p:nvSpPr>
        <p:spPr>
          <a:xfrm>
            <a:off x="7396270" y="4824522"/>
            <a:ext cx="3508290" cy="11122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a:bodyPr>
          <a:lstStyle>
            <a:defPPr>
              <a:defRPr lang="zh-CN"/>
            </a:defPPr>
            <a:lvl1pPr algn="just">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20000"/>
              </a:lnSpc>
            </a:pPr>
            <a:r>
              <a:rPr lang="zh-CN" altLang="en-US" sz="1600" dirty="0" smtClean="0">
                <a:latin typeface="微软雅黑" panose="020B0503020204020204" charset="-122"/>
                <a:ea typeface="微软雅黑" panose="020B0503020204020204" charset="-122"/>
                <a:sym typeface="+mn-ea"/>
              </a:rPr>
              <a:t>（</a:t>
            </a:r>
            <a:r>
              <a:rPr lang="en-US" altLang="zh-CN" sz="1600" dirty="0" smtClean="0">
                <a:latin typeface="微软雅黑" panose="020B0503020204020204" charset="-122"/>
                <a:ea typeface="微软雅黑" panose="020B0503020204020204" charset="-122"/>
                <a:sym typeface="+mn-ea"/>
              </a:rPr>
              <a:t>C</a:t>
            </a:r>
            <a:r>
              <a:rPr lang="zh-CN" altLang="en-US" sz="1600" dirty="0" smtClean="0">
                <a:latin typeface="微软雅黑" panose="020B0503020204020204" charset="-122"/>
                <a:ea typeface="微软雅黑" panose="020B0503020204020204" charset="-122"/>
                <a:sym typeface="+mn-ea"/>
              </a:rPr>
              <a:t>）检索借还书记录表，如果借书量超过限制，则显示读者无效对话框。</a:t>
            </a:r>
          </a:p>
        </p:txBody>
      </p:sp>
      <p:sp>
        <p:nvSpPr>
          <p:cNvPr id="22" name="矩形 21"/>
          <p:cNvSpPr/>
          <p:nvPr/>
        </p:nvSpPr>
        <p:spPr>
          <a:xfrm>
            <a:off x="3598628" y="2234401"/>
            <a:ext cx="5214889" cy="369332"/>
          </a:xfrm>
          <a:prstGeom prst="rect">
            <a:avLst/>
          </a:prstGeom>
        </p:spPr>
        <p:txBody>
          <a:bodyPr wrap="none">
            <a:spAutoFit/>
          </a:bodyPr>
          <a:lstStyle/>
          <a:p>
            <a:pPr>
              <a:buFont typeface="Wingdings" pitchFamily="2" charset="2"/>
              <a:buChar char="Ø"/>
            </a:pPr>
            <a:r>
              <a:rPr lang="zh-CN" altLang="en-US" dirty="0" smtClean="0">
                <a:solidFill>
                  <a:srgbClr val="FF0000"/>
                </a:solidFill>
              </a:rPr>
              <a:t>检查类，用来检查读者和图书的有效性。</a:t>
            </a:r>
            <a:r>
              <a:rPr lang="zh-CN" altLang="en-US" dirty="0" smtClean="0"/>
              <a:t>包括：</a:t>
            </a:r>
            <a:endParaRPr lang="zh-CN" altLang="en-US" dirty="0"/>
          </a:p>
        </p:txBody>
      </p:sp>
    </p:spTree>
    <p:custDataLst>
      <p:tags r:id="rId1"/>
    </p:custDataLst>
  </p:cSld>
  <p:clrMapOvr>
    <a:masterClrMapping/>
  </p:clrMapOvr>
  <p:transition>
    <p:pull dir="u"/>
  </p:transition>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7.5.2 </a:t>
            </a:r>
            <a:r>
              <a:rPr lang="zh-CN" altLang="en-US" sz="2400" dirty="0" smtClean="0">
                <a:solidFill>
                  <a:schemeClr val="tx1"/>
                </a:solidFill>
              </a:rPr>
              <a:t>面向对象设计实例</a:t>
            </a:r>
            <a:r>
              <a:rPr lang="en-US" sz="2400" dirty="0" smtClean="0">
                <a:solidFill>
                  <a:schemeClr val="tx1"/>
                </a:solidFill>
              </a:rPr>
              <a:t> </a:t>
            </a:r>
          </a:p>
        </p:txBody>
      </p:sp>
      <p:grpSp>
        <p:nvGrpSpPr>
          <p:cNvPr id="4" name="组合 3"/>
          <p:cNvGrpSpPr/>
          <p:nvPr/>
        </p:nvGrpSpPr>
        <p:grpSpPr>
          <a:xfrm>
            <a:off x="4326339" y="2852381"/>
            <a:ext cx="2916896" cy="2708228"/>
            <a:chOff x="6718" y="4218"/>
            <a:chExt cx="4517" cy="4053"/>
          </a:xfrm>
        </p:grpSpPr>
        <p:sp>
          <p:nvSpPr>
            <p:cNvPr id="5" name="椭圆 4"/>
            <p:cNvSpPr/>
            <p:nvPr>
              <p:custDataLst>
                <p:tags r:id="rId5"/>
              </p:custDataLst>
            </p:nvPr>
          </p:nvSpPr>
          <p:spPr>
            <a:xfrm>
              <a:off x="6718" y="5889"/>
              <a:ext cx="2624" cy="2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6" name="文本框 22"/>
            <p:cNvSpPr txBox="1">
              <a:spLocks noChangeArrowheads="1"/>
            </p:cNvSpPr>
            <p:nvPr>
              <p:custDataLst>
                <p:tags r:id="rId6"/>
              </p:custDataLst>
            </p:nvPr>
          </p:nvSpPr>
          <p:spPr bwMode="auto">
            <a:xfrm>
              <a:off x="7293" y="6686"/>
              <a:ext cx="878" cy="12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smtClean="0">
                  <a:solidFill>
                    <a:schemeClr val="bg1"/>
                  </a:solidFill>
                  <a:latin typeface="+mn-lt"/>
                  <a:ea typeface="+mn-ea"/>
                </a:rPr>
                <a:t>D</a:t>
              </a:r>
              <a:endParaRPr lang="zh-CN" altLang="en-US" sz="6600" b="1" dirty="0">
                <a:solidFill>
                  <a:schemeClr val="bg1"/>
                </a:solidFill>
                <a:latin typeface="+mn-lt"/>
                <a:ea typeface="+mn-ea"/>
              </a:endParaRPr>
            </a:p>
          </p:txBody>
        </p:sp>
        <p:sp>
          <p:nvSpPr>
            <p:cNvPr id="7" name="椭圆 6"/>
            <p:cNvSpPr/>
            <p:nvPr>
              <p:custDataLst>
                <p:tags r:id="rId7"/>
              </p:custDataLst>
            </p:nvPr>
          </p:nvSpPr>
          <p:spPr>
            <a:xfrm>
              <a:off x="6718" y="4218"/>
              <a:ext cx="2624" cy="2382"/>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8" name="椭圆 7"/>
            <p:cNvSpPr/>
            <p:nvPr>
              <p:custDataLst>
                <p:tags r:id="rId8"/>
              </p:custDataLst>
            </p:nvPr>
          </p:nvSpPr>
          <p:spPr>
            <a:xfrm>
              <a:off x="8611" y="4218"/>
              <a:ext cx="2624" cy="2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9" name="椭圆 8"/>
            <p:cNvSpPr/>
            <p:nvPr>
              <p:custDataLst>
                <p:tags r:id="rId9"/>
              </p:custDataLst>
            </p:nvPr>
          </p:nvSpPr>
          <p:spPr>
            <a:xfrm>
              <a:off x="8611" y="5889"/>
              <a:ext cx="2624" cy="2382"/>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grpSp>
          <p:nvGrpSpPr>
            <p:cNvPr id="10" name="组合 42"/>
            <p:cNvGrpSpPr/>
            <p:nvPr>
              <p:custDataLst>
                <p:tags r:id="rId10"/>
              </p:custDataLst>
            </p:nvPr>
          </p:nvGrpSpPr>
          <p:grpSpPr>
            <a:xfrm>
              <a:off x="7091" y="4579"/>
              <a:ext cx="3760" cy="3314"/>
              <a:chOff x="4933659" y="1528513"/>
              <a:chExt cx="3096541" cy="3006076"/>
            </a:xfrm>
            <a:solidFill>
              <a:schemeClr val="bg1"/>
            </a:solidFill>
          </p:grpSpPr>
          <p:sp>
            <p:nvSpPr>
              <p:cNvPr id="14" name="Freeform 16@|5FFC:0|FBC:0|LFC:16777215|LBC:16777215"/>
              <p:cNvSpPr/>
              <p:nvPr>
                <p:custDataLst>
                  <p:tags r:id="rId14"/>
                </p:custDataLst>
              </p:nvPr>
            </p:nvSpPr>
            <p:spPr>
              <a:xfrm>
                <a:off x="6181299" y="1528513"/>
                <a:ext cx="601263" cy="1489462"/>
              </a:xfrm>
              <a:custGeom>
                <a:avLst/>
                <a:gdLst>
                  <a:gd name="connsiteX0" fmla="*/ 300632 w 601263"/>
                  <a:gd name="connsiteY0" fmla="*/ 0 h 1489462"/>
                  <a:gd name="connsiteX1" fmla="*/ 416779 w 601263"/>
                  <a:gd name="connsiteY1" fmla="*/ 140772 h 1489462"/>
                  <a:gd name="connsiteX2" fmla="*/ 601263 w 601263"/>
                  <a:gd name="connsiteY2" fmla="*/ 744731 h 1489462"/>
                  <a:gd name="connsiteX3" fmla="*/ 416779 w 601263"/>
                  <a:gd name="connsiteY3" fmla="*/ 1348690 h 1489462"/>
                  <a:gd name="connsiteX4" fmla="*/ 300632 w 601263"/>
                  <a:gd name="connsiteY4" fmla="*/ 1489462 h 1489462"/>
                  <a:gd name="connsiteX5" fmla="*/ 184484 w 601263"/>
                  <a:gd name="connsiteY5" fmla="*/ 1348690 h 1489462"/>
                  <a:gd name="connsiteX6" fmla="*/ 0 w 601263"/>
                  <a:gd name="connsiteY6" fmla="*/ 744731 h 1489462"/>
                  <a:gd name="connsiteX7" fmla="*/ 184484 w 601263"/>
                  <a:gd name="connsiteY7" fmla="*/ 140772 h 1489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263" h="1489462">
                    <a:moveTo>
                      <a:pt x="300632" y="0"/>
                    </a:moveTo>
                    <a:lnTo>
                      <a:pt x="416779" y="140772"/>
                    </a:lnTo>
                    <a:cubicBezTo>
                      <a:pt x="533253" y="313176"/>
                      <a:pt x="601263" y="521011"/>
                      <a:pt x="601263" y="744731"/>
                    </a:cubicBezTo>
                    <a:cubicBezTo>
                      <a:pt x="601263" y="968451"/>
                      <a:pt x="533253" y="1176287"/>
                      <a:pt x="416779" y="1348690"/>
                    </a:cubicBezTo>
                    <a:lnTo>
                      <a:pt x="300632" y="1489462"/>
                    </a:lnTo>
                    <a:lnTo>
                      <a:pt x="184484" y="1348690"/>
                    </a:lnTo>
                    <a:cubicBezTo>
                      <a:pt x="68011" y="1176287"/>
                      <a:pt x="0" y="968451"/>
                      <a:pt x="0" y="744731"/>
                    </a:cubicBezTo>
                    <a:cubicBezTo>
                      <a:pt x="0" y="521011"/>
                      <a:pt x="68011" y="313176"/>
                      <a:pt x="184484" y="1407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15" name="Freeform 17@|5FFC:0|FBC:0|LFC:16777215|LBC:16777215"/>
              <p:cNvSpPr/>
              <p:nvPr>
                <p:custDataLst>
                  <p:tags r:id="rId15"/>
                </p:custDataLst>
              </p:nvPr>
            </p:nvSpPr>
            <p:spPr>
              <a:xfrm>
                <a:off x="6181299" y="3045126"/>
                <a:ext cx="601263" cy="1489463"/>
              </a:xfrm>
              <a:custGeom>
                <a:avLst/>
                <a:gdLst>
                  <a:gd name="connsiteX0" fmla="*/ 300923 w 601263"/>
                  <a:gd name="connsiteY0" fmla="*/ 0 h 1489463"/>
                  <a:gd name="connsiteX1" fmla="*/ 416779 w 601263"/>
                  <a:gd name="connsiteY1" fmla="*/ 140419 h 1489463"/>
                  <a:gd name="connsiteX2" fmla="*/ 601263 w 601263"/>
                  <a:gd name="connsiteY2" fmla="*/ 744378 h 1489463"/>
                  <a:gd name="connsiteX3" fmla="*/ 416779 w 601263"/>
                  <a:gd name="connsiteY3" fmla="*/ 1348337 h 1489463"/>
                  <a:gd name="connsiteX4" fmla="*/ 300340 w 601263"/>
                  <a:gd name="connsiteY4" fmla="*/ 1489463 h 1489463"/>
                  <a:gd name="connsiteX5" fmla="*/ 184484 w 601263"/>
                  <a:gd name="connsiteY5" fmla="*/ 1349044 h 1489463"/>
                  <a:gd name="connsiteX6" fmla="*/ 0 w 601263"/>
                  <a:gd name="connsiteY6" fmla="*/ 745085 h 1489463"/>
                  <a:gd name="connsiteX7" fmla="*/ 184484 w 601263"/>
                  <a:gd name="connsiteY7" fmla="*/ 141126 h 148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263" h="1489463">
                    <a:moveTo>
                      <a:pt x="300923" y="0"/>
                    </a:moveTo>
                    <a:lnTo>
                      <a:pt x="416779" y="140419"/>
                    </a:lnTo>
                    <a:cubicBezTo>
                      <a:pt x="533253" y="312823"/>
                      <a:pt x="601263" y="520658"/>
                      <a:pt x="601263" y="744378"/>
                    </a:cubicBezTo>
                    <a:cubicBezTo>
                      <a:pt x="601263" y="968098"/>
                      <a:pt x="533253" y="1175934"/>
                      <a:pt x="416779" y="1348337"/>
                    </a:cubicBezTo>
                    <a:lnTo>
                      <a:pt x="300340" y="1489463"/>
                    </a:lnTo>
                    <a:lnTo>
                      <a:pt x="184484" y="1349044"/>
                    </a:lnTo>
                    <a:cubicBezTo>
                      <a:pt x="68011" y="1176641"/>
                      <a:pt x="0" y="968805"/>
                      <a:pt x="0" y="745085"/>
                    </a:cubicBezTo>
                    <a:cubicBezTo>
                      <a:pt x="0" y="521365"/>
                      <a:pt x="68011" y="313530"/>
                      <a:pt x="184484" y="14112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16" name="Freeform 18@|5FFC:0|FBC:0|LFC:16777215|LBC:16777215"/>
              <p:cNvSpPr/>
              <p:nvPr>
                <p:custDataLst>
                  <p:tags r:id="rId16"/>
                </p:custDataLst>
              </p:nvPr>
            </p:nvSpPr>
            <p:spPr>
              <a:xfrm>
                <a:off x="4933659" y="2709994"/>
                <a:ext cx="1537372" cy="643466"/>
              </a:xfrm>
              <a:custGeom>
                <a:avLst/>
                <a:gdLst>
                  <a:gd name="connsiteX0" fmla="*/ 768686 w 1537372"/>
                  <a:gd name="connsiteY0" fmla="*/ 0 h 643466"/>
                  <a:gd name="connsiteX1" fmla="*/ 1532514 w 1537372"/>
                  <a:gd name="connsiteY1" fmla="*/ 316388 h 643466"/>
                  <a:gd name="connsiteX2" fmla="*/ 1537372 w 1537372"/>
                  <a:gd name="connsiteY2" fmla="*/ 321733 h 643466"/>
                  <a:gd name="connsiteX3" fmla="*/ 1532514 w 1537372"/>
                  <a:gd name="connsiteY3" fmla="*/ 327078 h 643466"/>
                  <a:gd name="connsiteX4" fmla="*/ 768686 w 1537372"/>
                  <a:gd name="connsiteY4" fmla="*/ 643466 h 643466"/>
                  <a:gd name="connsiteX5" fmla="*/ 4858 w 1537372"/>
                  <a:gd name="connsiteY5" fmla="*/ 327078 h 643466"/>
                  <a:gd name="connsiteX6" fmla="*/ 0 w 1537372"/>
                  <a:gd name="connsiteY6" fmla="*/ 321733 h 643466"/>
                  <a:gd name="connsiteX7" fmla="*/ 4858 w 1537372"/>
                  <a:gd name="connsiteY7" fmla="*/ 316388 h 643466"/>
                  <a:gd name="connsiteX8" fmla="*/ 768686 w 1537372"/>
                  <a:gd name="connsiteY8" fmla="*/ 0 h 6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7372" h="643466">
                    <a:moveTo>
                      <a:pt x="768686" y="0"/>
                    </a:moveTo>
                    <a:cubicBezTo>
                      <a:pt x="1066980" y="0"/>
                      <a:pt x="1337034" y="120907"/>
                      <a:pt x="1532514" y="316388"/>
                    </a:cubicBezTo>
                    <a:lnTo>
                      <a:pt x="1537372" y="321733"/>
                    </a:lnTo>
                    <a:lnTo>
                      <a:pt x="1532514" y="327078"/>
                    </a:lnTo>
                    <a:cubicBezTo>
                      <a:pt x="1337034" y="522559"/>
                      <a:pt x="1066980" y="643466"/>
                      <a:pt x="768686" y="643466"/>
                    </a:cubicBezTo>
                    <a:cubicBezTo>
                      <a:pt x="470393" y="643466"/>
                      <a:pt x="200339" y="522559"/>
                      <a:pt x="4858" y="327078"/>
                    </a:cubicBezTo>
                    <a:lnTo>
                      <a:pt x="0" y="321733"/>
                    </a:lnTo>
                    <a:lnTo>
                      <a:pt x="4858" y="316388"/>
                    </a:lnTo>
                    <a:cubicBezTo>
                      <a:pt x="200339" y="120907"/>
                      <a:pt x="470393" y="0"/>
                      <a:pt x="768686"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17" name="Freeform 19@|5FFC:0|FBC:0|LFC:16777215|LBC:16777215"/>
              <p:cNvSpPr/>
              <p:nvPr>
                <p:custDataLst>
                  <p:tags r:id="rId17"/>
                </p:custDataLst>
              </p:nvPr>
            </p:nvSpPr>
            <p:spPr>
              <a:xfrm>
                <a:off x="6492828" y="2708580"/>
                <a:ext cx="1537372" cy="643466"/>
              </a:xfrm>
              <a:custGeom>
                <a:avLst/>
                <a:gdLst>
                  <a:gd name="connsiteX0" fmla="*/ 768686 w 1537372"/>
                  <a:gd name="connsiteY0" fmla="*/ 0 h 643466"/>
                  <a:gd name="connsiteX1" fmla="*/ 1532514 w 1537372"/>
                  <a:gd name="connsiteY1" fmla="*/ 316388 h 643466"/>
                  <a:gd name="connsiteX2" fmla="*/ 1537372 w 1537372"/>
                  <a:gd name="connsiteY2" fmla="*/ 321733 h 643466"/>
                  <a:gd name="connsiteX3" fmla="*/ 1532514 w 1537372"/>
                  <a:gd name="connsiteY3" fmla="*/ 327078 h 643466"/>
                  <a:gd name="connsiteX4" fmla="*/ 768686 w 1537372"/>
                  <a:gd name="connsiteY4" fmla="*/ 643466 h 643466"/>
                  <a:gd name="connsiteX5" fmla="*/ 4858 w 1537372"/>
                  <a:gd name="connsiteY5" fmla="*/ 327078 h 643466"/>
                  <a:gd name="connsiteX6" fmla="*/ 0 w 1537372"/>
                  <a:gd name="connsiteY6" fmla="*/ 321733 h 643466"/>
                  <a:gd name="connsiteX7" fmla="*/ 4858 w 1537372"/>
                  <a:gd name="connsiteY7" fmla="*/ 316388 h 643466"/>
                  <a:gd name="connsiteX8" fmla="*/ 768686 w 1537372"/>
                  <a:gd name="connsiteY8" fmla="*/ 0 h 6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7372" h="643466">
                    <a:moveTo>
                      <a:pt x="768686" y="0"/>
                    </a:moveTo>
                    <a:cubicBezTo>
                      <a:pt x="1066980" y="0"/>
                      <a:pt x="1337034" y="120907"/>
                      <a:pt x="1532514" y="316388"/>
                    </a:cubicBezTo>
                    <a:lnTo>
                      <a:pt x="1537372" y="321733"/>
                    </a:lnTo>
                    <a:lnTo>
                      <a:pt x="1532514" y="327078"/>
                    </a:lnTo>
                    <a:cubicBezTo>
                      <a:pt x="1337034" y="522559"/>
                      <a:pt x="1066980" y="643466"/>
                      <a:pt x="768686" y="643466"/>
                    </a:cubicBezTo>
                    <a:cubicBezTo>
                      <a:pt x="470393" y="643466"/>
                      <a:pt x="200339" y="522559"/>
                      <a:pt x="4858" y="327078"/>
                    </a:cubicBezTo>
                    <a:lnTo>
                      <a:pt x="0" y="321733"/>
                    </a:lnTo>
                    <a:lnTo>
                      <a:pt x="4858" y="316388"/>
                    </a:lnTo>
                    <a:cubicBezTo>
                      <a:pt x="200339" y="120907"/>
                      <a:pt x="470393" y="0"/>
                      <a:pt x="768686"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grpSp>
        <p:sp>
          <p:nvSpPr>
            <p:cNvPr id="11" name="文本框 20"/>
            <p:cNvSpPr txBox="1">
              <a:spLocks noChangeArrowheads="1"/>
            </p:cNvSpPr>
            <p:nvPr>
              <p:custDataLst>
                <p:tags r:id="rId11"/>
              </p:custDataLst>
            </p:nvPr>
          </p:nvSpPr>
          <p:spPr bwMode="auto">
            <a:xfrm>
              <a:off x="7293" y="4615"/>
              <a:ext cx="878" cy="12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smtClean="0">
                  <a:solidFill>
                    <a:schemeClr val="bg1"/>
                  </a:solidFill>
                  <a:latin typeface="+mn-lt"/>
                  <a:ea typeface="+mn-ea"/>
                </a:rPr>
                <a:t>A</a:t>
              </a:r>
              <a:endParaRPr lang="zh-CN" altLang="en-US" sz="6600" b="1" dirty="0">
                <a:solidFill>
                  <a:schemeClr val="bg1"/>
                </a:solidFill>
                <a:latin typeface="+mn-lt"/>
                <a:ea typeface="+mn-ea"/>
              </a:endParaRPr>
            </a:p>
          </p:txBody>
        </p:sp>
        <p:sp>
          <p:nvSpPr>
            <p:cNvPr id="12" name="文本框 21"/>
            <p:cNvSpPr txBox="1">
              <a:spLocks noChangeArrowheads="1"/>
            </p:cNvSpPr>
            <p:nvPr>
              <p:custDataLst>
                <p:tags r:id="rId12"/>
              </p:custDataLst>
            </p:nvPr>
          </p:nvSpPr>
          <p:spPr bwMode="auto">
            <a:xfrm>
              <a:off x="9499" y="4579"/>
              <a:ext cx="876" cy="12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smtClean="0">
                  <a:solidFill>
                    <a:schemeClr val="bg1"/>
                  </a:solidFill>
                  <a:latin typeface="+mn-lt"/>
                  <a:ea typeface="+mn-ea"/>
                </a:rPr>
                <a:t>B</a:t>
              </a:r>
              <a:endParaRPr lang="zh-CN" altLang="en-US" sz="6600" b="1" dirty="0">
                <a:solidFill>
                  <a:schemeClr val="bg1"/>
                </a:solidFill>
                <a:latin typeface="+mn-lt"/>
                <a:ea typeface="+mn-ea"/>
              </a:endParaRPr>
            </a:p>
          </p:txBody>
        </p:sp>
        <p:sp>
          <p:nvSpPr>
            <p:cNvPr id="13" name="文本框 23"/>
            <p:cNvSpPr txBox="1">
              <a:spLocks noChangeArrowheads="1"/>
            </p:cNvSpPr>
            <p:nvPr>
              <p:custDataLst>
                <p:tags r:id="rId13"/>
              </p:custDataLst>
            </p:nvPr>
          </p:nvSpPr>
          <p:spPr bwMode="auto">
            <a:xfrm>
              <a:off x="9660" y="6686"/>
              <a:ext cx="876" cy="12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smtClean="0">
                  <a:solidFill>
                    <a:schemeClr val="bg1"/>
                  </a:solidFill>
                  <a:latin typeface="+mn-lt"/>
                  <a:ea typeface="+mn-ea"/>
                </a:rPr>
                <a:t>C</a:t>
              </a:r>
              <a:endParaRPr lang="zh-CN" altLang="en-US" sz="6600" b="1" dirty="0">
                <a:solidFill>
                  <a:schemeClr val="bg1"/>
                </a:solidFill>
                <a:latin typeface="+mn-lt"/>
                <a:ea typeface="+mn-ea"/>
              </a:endParaRPr>
            </a:p>
          </p:txBody>
        </p:sp>
      </p:grpSp>
      <p:sp>
        <p:nvSpPr>
          <p:cNvPr id="18" name="文本框 6"/>
          <p:cNvSpPr txBox="1"/>
          <p:nvPr>
            <p:custDataLst>
              <p:tags r:id="rId2"/>
            </p:custDataLst>
          </p:nvPr>
        </p:nvSpPr>
        <p:spPr>
          <a:xfrm>
            <a:off x="1364776" y="3166281"/>
            <a:ext cx="2858372" cy="13647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Autofit/>
          </a:bodyPr>
          <a:lstStyle>
            <a:defPPr>
              <a:defRPr lang="zh-CN"/>
            </a:defPPr>
            <a:lvl1pPr algn="just">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20000"/>
              </a:lnSpc>
            </a:pPr>
            <a:r>
              <a:rPr lang="zh-CN" altLang="en-US" sz="1600" dirty="0" smtClean="0">
                <a:latin typeface="微软雅黑" panose="020B0503020204020204" charset="-122"/>
                <a:ea typeface="微软雅黑" panose="020B0503020204020204" charset="-122"/>
                <a:sym typeface="+mn-ea"/>
              </a:rPr>
              <a:t>（</a:t>
            </a:r>
            <a:r>
              <a:rPr lang="en-US" altLang="zh-CN" sz="1600" dirty="0" smtClean="0">
                <a:latin typeface="微软雅黑" panose="020B0503020204020204" charset="-122"/>
                <a:ea typeface="微软雅黑" panose="020B0503020204020204" charset="-122"/>
                <a:sym typeface="+mn-ea"/>
              </a:rPr>
              <a:t>A</a:t>
            </a:r>
            <a:r>
              <a:rPr lang="zh-CN" altLang="en-US" sz="1600" dirty="0" smtClean="0">
                <a:latin typeface="微软雅黑" panose="020B0503020204020204" charset="-122"/>
                <a:ea typeface="微软雅黑" panose="020B0503020204020204" charset="-122"/>
                <a:sym typeface="+mn-ea"/>
              </a:rPr>
              <a:t>）创建借书记录，写读者编号、图书编号、借书日期。</a:t>
            </a:r>
          </a:p>
        </p:txBody>
      </p:sp>
      <p:sp>
        <p:nvSpPr>
          <p:cNvPr id="19" name="文本框 9"/>
          <p:cNvSpPr txBox="1"/>
          <p:nvPr>
            <p:custDataLst>
              <p:tags r:id="rId3"/>
            </p:custDataLst>
          </p:nvPr>
        </p:nvSpPr>
        <p:spPr>
          <a:xfrm>
            <a:off x="7312109" y="3059525"/>
            <a:ext cx="3647042" cy="159436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a:bodyPr>
          <a:lstStyle>
            <a:defPPr>
              <a:defRPr lang="zh-CN"/>
            </a:defPPr>
            <a:lvl1pPr algn="just">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20000"/>
              </a:lnSpc>
            </a:pPr>
            <a:r>
              <a:rPr lang="zh-CN" altLang="en-US" sz="1600" dirty="0" smtClean="0">
                <a:latin typeface="微软雅黑" panose="020B0503020204020204" charset="-122"/>
                <a:ea typeface="微软雅黑" panose="020B0503020204020204" charset="-122"/>
                <a:sym typeface="+mn-ea"/>
              </a:rPr>
              <a:t>（</a:t>
            </a:r>
            <a:r>
              <a:rPr lang="en-US" altLang="zh-CN" sz="1600" dirty="0" smtClean="0">
                <a:latin typeface="微软雅黑" panose="020B0503020204020204" charset="-122"/>
                <a:ea typeface="微软雅黑" panose="020B0503020204020204" charset="-122"/>
                <a:sym typeface="+mn-ea"/>
              </a:rPr>
              <a:t>B</a:t>
            </a:r>
            <a:r>
              <a:rPr lang="zh-CN" altLang="en-US" sz="1600" dirty="0" smtClean="0">
                <a:latin typeface="微软雅黑" panose="020B0503020204020204" charset="-122"/>
                <a:ea typeface="微软雅黑" panose="020B0503020204020204" charset="-122"/>
                <a:sym typeface="+mn-ea"/>
              </a:rPr>
              <a:t>）登记还书日期，若还书超期，则作罚款处理。</a:t>
            </a:r>
          </a:p>
        </p:txBody>
      </p:sp>
      <p:sp>
        <p:nvSpPr>
          <p:cNvPr id="20" name="文本框 12"/>
          <p:cNvSpPr txBox="1"/>
          <p:nvPr/>
        </p:nvSpPr>
        <p:spPr>
          <a:xfrm>
            <a:off x="1364774" y="4815327"/>
            <a:ext cx="2885667" cy="696986"/>
          </a:xfrm>
          <a:prstGeom prst="rect">
            <a:avLst/>
          </a:prstGeom>
          <a:noFill/>
        </p:spPr>
        <p:txBody>
          <a:bodyPr wrap="square" rtlCol="0">
            <a:spAutoFit/>
          </a:bodyPr>
          <a:lstStyle/>
          <a:p>
            <a:pPr>
              <a:lnSpc>
                <a:spcPct val="130000"/>
              </a:lnSpc>
            </a:pPr>
            <a:r>
              <a:rPr lang="zh-CN" altLang="en-US" sz="1600" dirty="0" smtClean="0">
                <a:latin typeface="微软雅黑" panose="020B0503020204020204" charset="-122"/>
                <a:ea typeface="微软雅黑" panose="020B0503020204020204" charset="-122"/>
                <a:sym typeface="+mn-ea"/>
              </a:rPr>
              <a:t>（</a:t>
            </a:r>
            <a:r>
              <a:rPr lang="en-US" altLang="zh-CN" sz="1600" dirty="0" smtClean="0">
                <a:latin typeface="微软雅黑" panose="020B0503020204020204" charset="-122"/>
                <a:ea typeface="微软雅黑" panose="020B0503020204020204" charset="-122"/>
                <a:sym typeface="+mn-ea"/>
              </a:rPr>
              <a:t>D</a:t>
            </a:r>
            <a:r>
              <a:rPr lang="zh-CN" altLang="en-US" sz="1600" dirty="0" smtClean="0">
                <a:latin typeface="微软雅黑" panose="020B0503020204020204" charset="-122"/>
                <a:ea typeface="微软雅黑" panose="020B0503020204020204" charset="-122"/>
                <a:sym typeface="+mn-ea"/>
              </a:rPr>
              <a:t>）检查预借记录，若有，则删除。</a:t>
            </a:r>
          </a:p>
        </p:txBody>
      </p:sp>
      <p:sp>
        <p:nvSpPr>
          <p:cNvPr id="21" name="文本框 9"/>
          <p:cNvSpPr txBox="1"/>
          <p:nvPr>
            <p:custDataLst>
              <p:tags r:id="rId4"/>
            </p:custDataLst>
          </p:nvPr>
        </p:nvSpPr>
        <p:spPr>
          <a:xfrm>
            <a:off x="7396270" y="4824522"/>
            <a:ext cx="3508290" cy="11122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a:bodyPr>
          <a:lstStyle>
            <a:defPPr>
              <a:defRPr lang="zh-CN"/>
            </a:defPPr>
            <a:lvl1pPr algn="just">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20000"/>
              </a:lnSpc>
            </a:pPr>
            <a:r>
              <a:rPr lang="zh-CN" altLang="en-US" sz="1600" dirty="0" smtClean="0">
                <a:latin typeface="微软雅黑" panose="020B0503020204020204" charset="-122"/>
                <a:ea typeface="微软雅黑" panose="020B0503020204020204" charset="-122"/>
                <a:sym typeface="+mn-ea"/>
              </a:rPr>
              <a:t>（</a:t>
            </a:r>
            <a:r>
              <a:rPr lang="en-US" altLang="zh-CN" sz="1600" dirty="0" smtClean="0">
                <a:latin typeface="微软雅黑" panose="020B0503020204020204" charset="-122"/>
                <a:ea typeface="微软雅黑" panose="020B0503020204020204" charset="-122"/>
                <a:sym typeface="+mn-ea"/>
              </a:rPr>
              <a:t>C</a:t>
            </a:r>
            <a:r>
              <a:rPr lang="zh-CN" altLang="en-US" sz="1600" dirty="0" smtClean="0">
                <a:latin typeface="微软雅黑" panose="020B0503020204020204" charset="-122"/>
                <a:ea typeface="微软雅黑" panose="020B0503020204020204" charset="-122"/>
                <a:sym typeface="+mn-ea"/>
              </a:rPr>
              <a:t>）读取图书信息，若是借书，则书的数量减</a:t>
            </a:r>
            <a:r>
              <a:rPr lang="en-US" altLang="zh-CN" sz="1600" dirty="0" smtClean="0">
                <a:latin typeface="微软雅黑" panose="020B0503020204020204" charset="-122"/>
                <a:ea typeface="微软雅黑" panose="020B0503020204020204" charset="-122"/>
                <a:sym typeface="+mn-ea"/>
              </a:rPr>
              <a:t>1</a:t>
            </a:r>
            <a:r>
              <a:rPr lang="zh-CN" altLang="en-US" sz="1600" dirty="0" smtClean="0">
                <a:latin typeface="微软雅黑" panose="020B0503020204020204" charset="-122"/>
                <a:ea typeface="微软雅黑" panose="020B0503020204020204" charset="-122"/>
                <a:sym typeface="+mn-ea"/>
              </a:rPr>
              <a:t>；若是还书，则书的数量加</a:t>
            </a:r>
            <a:r>
              <a:rPr lang="en-US" altLang="zh-CN" sz="1600" dirty="0" smtClean="0">
                <a:latin typeface="微软雅黑" panose="020B0503020204020204" charset="-122"/>
                <a:ea typeface="微软雅黑" panose="020B0503020204020204" charset="-122"/>
                <a:sym typeface="+mn-ea"/>
              </a:rPr>
              <a:t>1</a:t>
            </a:r>
            <a:r>
              <a:rPr lang="zh-CN" altLang="en-US" sz="1600" dirty="0" smtClean="0">
                <a:latin typeface="微软雅黑" panose="020B0503020204020204" charset="-122"/>
                <a:ea typeface="微软雅黑" panose="020B0503020204020204" charset="-122"/>
                <a:sym typeface="+mn-ea"/>
              </a:rPr>
              <a:t>。</a:t>
            </a:r>
          </a:p>
        </p:txBody>
      </p:sp>
      <p:sp>
        <p:nvSpPr>
          <p:cNvPr id="22" name="矩形 21"/>
          <p:cNvSpPr/>
          <p:nvPr/>
        </p:nvSpPr>
        <p:spPr>
          <a:xfrm>
            <a:off x="3598628" y="2234401"/>
            <a:ext cx="5214889" cy="369332"/>
          </a:xfrm>
          <a:prstGeom prst="rect">
            <a:avLst/>
          </a:prstGeom>
        </p:spPr>
        <p:txBody>
          <a:bodyPr wrap="none">
            <a:spAutoFit/>
          </a:bodyPr>
          <a:lstStyle/>
          <a:p>
            <a:pPr>
              <a:buFont typeface="Wingdings" pitchFamily="2" charset="2"/>
              <a:buChar char="Ø"/>
            </a:pPr>
            <a:r>
              <a:rPr lang="zh-CN" altLang="en-US" dirty="0" smtClean="0">
                <a:solidFill>
                  <a:srgbClr val="FF0000"/>
                </a:solidFill>
              </a:rPr>
              <a:t>借还书处理类，用来处理借书还书活动。</a:t>
            </a:r>
            <a:r>
              <a:rPr lang="zh-CN" altLang="en-US" dirty="0" smtClean="0"/>
              <a:t>包括：</a:t>
            </a:r>
            <a:endParaRPr lang="zh-CN" altLang="en-US" dirty="0"/>
          </a:p>
        </p:txBody>
      </p:sp>
    </p:spTree>
    <p:custDataLst>
      <p:tags r:id="rId1"/>
    </p:custDataLst>
  </p:cSld>
  <p:clrMapOvr>
    <a:masterClrMapping/>
  </p:clrMapOvr>
  <p:transition>
    <p:pull dir="u"/>
  </p:transition>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7.5.2 </a:t>
            </a:r>
            <a:r>
              <a:rPr lang="zh-CN" altLang="en-US" sz="2400" dirty="0" smtClean="0">
                <a:solidFill>
                  <a:schemeClr val="tx1"/>
                </a:solidFill>
              </a:rPr>
              <a:t>面向对象设计实例</a:t>
            </a:r>
            <a:r>
              <a:rPr lang="en-US" sz="2400" dirty="0" smtClean="0">
                <a:solidFill>
                  <a:schemeClr val="tx1"/>
                </a:solidFill>
              </a:rPr>
              <a:t> </a:t>
            </a:r>
          </a:p>
        </p:txBody>
      </p:sp>
      <p:grpSp>
        <p:nvGrpSpPr>
          <p:cNvPr id="4" name="组合 3"/>
          <p:cNvGrpSpPr/>
          <p:nvPr/>
        </p:nvGrpSpPr>
        <p:grpSpPr>
          <a:xfrm>
            <a:off x="4326339" y="2852381"/>
            <a:ext cx="2916896" cy="2708228"/>
            <a:chOff x="6718" y="4218"/>
            <a:chExt cx="4517" cy="4053"/>
          </a:xfrm>
        </p:grpSpPr>
        <p:sp>
          <p:nvSpPr>
            <p:cNvPr id="5" name="椭圆 4"/>
            <p:cNvSpPr/>
            <p:nvPr>
              <p:custDataLst>
                <p:tags r:id="rId5"/>
              </p:custDataLst>
            </p:nvPr>
          </p:nvSpPr>
          <p:spPr>
            <a:xfrm>
              <a:off x="6718" y="5889"/>
              <a:ext cx="2624" cy="2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6" name="文本框 22"/>
            <p:cNvSpPr txBox="1">
              <a:spLocks noChangeArrowheads="1"/>
            </p:cNvSpPr>
            <p:nvPr>
              <p:custDataLst>
                <p:tags r:id="rId6"/>
              </p:custDataLst>
            </p:nvPr>
          </p:nvSpPr>
          <p:spPr bwMode="auto">
            <a:xfrm>
              <a:off x="7293" y="6686"/>
              <a:ext cx="878" cy="12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smtClean="0">
                  <a:solidFill>
                    <a:schemeClr val="bg1"/>
                  </a:solidFill>
                  <a:latin typeface="+mn-lt"/>
                  <a:ea typeface="+mn-ea"/>
                </a:rPr>
                <a:t>D</a:t>
              </a:r>
              <a:endParaRPr lang="zh-CN" altLang="en-US" sz="6600" b="1" dirty="0">
                <a:solidFill>
                  <a:schemeClr val="bg1"/>
                </a:solidFill>
                <a:latin typeface="+mn-lt"/>
                <a:ea typeface="+mn-ea"/>
              </a:endParaRPr>
            </a:p>
          </p:txBody>
        </p:sp>
        <p:sp>
          <p:nvSpPr>
            <p:cNvPr id="7" name="椭圆 6"/>
            <p:cNvSpPr/>
            <p:nvPr>
              <p:custDataLst>
                <p:tags r:id="rId7"/>
              </p:custDataLst>
            </p:nvPr>
          </p:nvSpPr>
          <p:spPr>
            <a:xfrm>
              <a:off x="6718" y="4218"/>
              <a:ext cx="2624" cy="2382"/>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8" name="椭圆 7"/>
            <p:cNvSpPr/>
            <p:nvPr>
              <p:custDataLst>
                <p:tags r:id="rId8"/>
              </p:custDataLst>
            </p:nvPr>
          </p:nvSpPr>
          <p:spPr>
            <a:xfrm>
              <a:off x="8611" y="4218"/>
              <a:ext cx="2624" cy="2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9" name="椭圆 8"/>
            <p:cNvSpPr/>
            <p:nvPr>
              <p:custDataLst>
                <p:tags r:id="rId9"/>
              </p:custDataLst>
            </p:nvPr>
          </p:nvSpPr>
          <p:spPr>
            <a:xfrm>
              <a:off x="8611" y="5889"/>
              <a:ext cx="2624" cy="2382"/>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grpSp>
          <p:nvGrpSpPr>
            <p:cNvPr id="10" name="组合 42"/>
            <p:cNvGrpSpPr/>
            <p:nvPr>
              <p:custDataLst>
                <p:tags r:id="rId10"/>
              </p:custDataLst>
            </p:nvPr>
          </p:nvGrpSpPr>
          <p:grpSpPr>
            <a:xfrm>
              <a:off x="7091" y="4579"/>
              <a:ext cx="3760" cy="3314"/>
              <a:chOff x="4933659" y="1528513"/>
              <a:chExt cx="3096541" cy="3006076"/>
            </a:xfrm>
            <a:solidFill>
              <a:schemeClr val="bg1"/>
            </a:solidFill>
          </p:grpSpPr>
          <p:sp>
            <p:nvSpPr>
              <p:cNvPr id="14" name="Freeform 16@|5FFC:0|FBC:0|LFC:16777215|LBC:16777215"/>
              <p:cNvSpPr/>
              <p:nvPr>
                <p:custDataLst>
                  <p:tags r:id="rId14"/>
                </p:custDataLst>
              </p:nvPr>
            </p:nvSpPr>
            <p:spPr>
              <a:xfrm>
                <a:off x="6181299" y="1528513"/>
                <a:ext cx="601263" cy="1489462"/>
              </a:xfrm>
              <a:custGeom>
                <a:avLst/>
                <a:gdLst>
                  <a:gd name="connsiteX0" fmla="*/ 300632 w 601263"/>
                  <a:gd name="connsiteY0" fmla="*/ 0 h 1489462"/>
                  <a:gd name="connsiteX1" fmla="*/ 416779 w 601263"/>
                  <a:gd name="connsiteY1" fmla="*/ 140772 h 1489462"/>
                  <a:gd name="connsiteX2" fmla="*/ 601263 w 601263"/>
                  <a:gd name="connsiteY2" fmla="*/ 744731 h 1489462"/>
                  <a:gd name="connsiteX3" fmla="*/ 416779 w 601263"/>
                  <a:gd name="connsiteY3" fmla="*/ 1348690 h 1489462"/>
                  <a:gd name="connsiteX4" fmla="*/ 300632 w 601263"/>
                  <a:gd name="connsiteY4" fmla="*/ 1489462 h 1489462"/>
                  <a:gd name="connsiteX5" fmla="*/ 184484 w 601263"/>
                  <a:gd name="connsiteY5" fmla="*/ 1348690 h 1489462"/>
                  <a:gd name="connsiteX6" fmla="*/ 0 w 601263"/>
                  <a:gd name="connsiteY6" fmla="*/ 744731 h 1489462"/>
                  <a:gd name="connsiteX7" fmla="*/ 184484 w 601263"/>
                  <a:gd name="connsiteY7" fmla="*/ 140772 h 1489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263" h="1489462">
                    <a:moveTo>
                      <a:pt x="300632" y="0"/>
                    </a:moveTo>
                    <a:lnTo>
                      <a:pt x="416779" y="140772"/>
                    </a:lnTo>
                    <a:cubicBezTo>
                      <a:pt x="533253" y="313176"/>
                      <a:pt x="601263" y="521011"/>
                      <a:pt x="601263" y="744731"/>
                    </a:cubicBezTo>
                    <a:cubicBezTo>
                      <a:pt x="601263" y="968451"/>
                      <a:pt x="533253" y="1176287"/>
                      <a:pt x="416779" y="1348690"/>
                    </a:cubicBezTo>
                    <a:lnTo>
                      <a:pt x="300632" y="1489462"/>
                    </a:lnTo>
                    <a:lnTo>
                      <a:pt x="184484" y="1348690"/>
                    </a:lnTo>
                    <a:cubicBezTo>
                      <a:pt x="68011" y="1176287"/>
                      <a:pt x="0" y="968451"/>
                      <a:pt x="0" y="744731"/>
                    </a:cubicBezTo>
                    <a:cubicBezTo>
                      <a:pt x="0" y="521011"/>
                      <a:pt x="68011" y="313176"/>
                      <a:pt x="184484" y="1407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15" name="Freeform 17@|5FFC:0|FBC:0|LFC:16777215|LBC:16777215"/>
              <p:cNvSpPr/>
              <p:nvPr>
                <p:custDataLst>
                  <p:tags r:id="rId15"/>
                </p:custDataLst>
              </p:nvPr>
            </p:nvSpPr>
            <p:spPr>
              <a:xfrm>
                <a:off x="6181299" y="3045126"/>
                <a:ext cx="601263" cy="1489463"/>
              </a:xfrm>
              <a:custGeom>
                <a:avLst/>
                <a:gdLst>
                  <a:gd name="connsiteX0" fmla="*/ 300923 w 601263"/>
                  <a:gd name="connsiteY0" fmla="*/ 0 h 1489463"/>
                  <a:gd name="connsiteX1" fmla="*/ 416779 w 601263"/>
                  <a:gd name="connsiteY1" fmla="*/ 140419 h 1489463"/>
                  <a:gd name="connsiteX2" fmla="*/ 601263 w 601263"/>
                  <a:gd name="connsiteY2" fmla="*/ 744378 h 1489463"/>
                  <a:gd name="connsiteX3" fmla="*/ 416779 w 601263"/>
                  <a:gd name="connsiteY3" fmla="*/ 1348337 h 1489463"/>
                  <a:gd name="connsiteX4" fmla="*/ 300340 w 601263"/>
                  <a:gd name="connsiteY4" fmla="*/ 1489463 h 1489463"/>
                  <a:gd name="connsiteX5" fmla="*/ 184484 w 601263"/>
                  <a:gd name="connsiteY5" fmla="*/ 1349044 h 1489463"/>
                  <a:gd name="connsiteX6" fmla="*/ 0 w 601263"/>
                  <a:gd name="connsiteY6" fmla="*/ 745085 h 1489463"/>
                  <a:gd name="connsiteX7" fmla="*/ 184484 w 601263"/>
                  <a:gd name="connsiteY7" fmla="*/ 141126 h 148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263" h="1489463">
                    <a:moveTo>
                      <a:pt x="300923" y="0"/>
                    </a:moveTo>
                    <a:lnTo>
                      <a:pt x="416779" y="140419"/>
                    </a:lnTo>
                    <a:cubicBezTo>
                      <a:pt x="533253" y="312823"/>
                      <a:pt x="601263" y="520658"/>
                      <a:pt x="601263" y="744378"/>
                    </a:cubicBezTo>
                    <a:cubicBezTo>
                      <a:pt x="601263" y="968098"/>
                      <a:pt x="533253" y="1175934"/>
                      <a:pt x="416779" y="1348337"/>
                    </a:cubicBezTo>
                    <a:lnTo>
                      <a:pt x="300340" y="1489463"/>
                    </a:lnTo>
                    <a:lnTo>
                      <a:pt x="184484" y="1349044"/>
                    </a:lnTo>
                    <a:cubicBezTo>
                      <a:pt x="68011" y="1176641"/>
                      <a:pt x="0" y="968805"/>
                      <a:pt x="0" y="745085"/>
                    </a:cubicBezTo>
                    <a:cubicBezTo>
                      <a:pt x="0" y="521365"/>
                      <a:pt x="68011" y="313530"/>
                      <a:pt x="184484" y="14112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16" name="Freeform 18@|5FFC:0|FBC:0|LFC:16777215|LBC:16777215"/>
              <p:cNvSpPr/>
              <p:nvPr>
                <p:custDataLst>
                  <p:tags r:id="rId16"/>
                </p:custDataLst>
              </p:nvPr>
            </p:nvSpPr>
            <p:spPr>
              <a:xfrm>
                <a:off x="4933659" y="2709994"/>
                <a:ext cx="1537372" cy="643466"/>
              </a:xfrm>
              <a:custGeom>
                <a:avLst/>
                <a:gdLst>
                  <a:gd name="connsiteX0" fmla="*/ 768686 w 1537372"/>
                  <a:gd name="connsiteY0" fmla="*/ 0 h 643466"/>
                  <a:gd name="connsiteX1" fmla="*/ 1532514 w 1537372"/>
                  <a:gd name="connsiteY1" fmla="*/ 316388 h 643466"/>
                  <a:gd name="connsiteX2" fmla="*/ 1537372 w 1537372"/>
                  <a:gd name="connsiteY2" fmla="*/ 321733 h 643466"/>
                  <a:gd name="connsiteX3" fmla="*/ 1532514 w 1537372"/>
                  <a:gd name="connsiteY3" fmla="*/ 327078 h 643466"/>
                  <a:gd name="connsiteX4" fmla="*/ 768686 w 1537372"/>
                  <a:gd name="connsiteY4" fmla="*/ 643466 h 643466"/>
                  <a:gd name="connsiteX5" fmla="*/ 4858 w 1537372"/>
                  <a:gd name="connsiteY5" fmla="*/ 327078 h 643466"/>
                  <a:gd name="connsiteX6" fmla="*/ 0 w 1537372"/>
                  <a:gd name="connsiteY6" fmla="*/ 321733 h 643466"/>
                  <a:gd name="connsiteX7" fmla="*/ 4858 w 1537372"/>
                  <a:gd name="connsiteY7" fmla="*/ 316388 h 643466"/>
                  <a:gd name="connsiteX8" fmla="*/ 768686 w 1537372"/>
                  <a:gd name="connsiteY8" fmla="*/ 0 h 6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7372" h="643466">
                    <a:moveTo>
                      <a:pt x="768686" y="0"/>
                    </a:moveTo>
                    <a:cubicBezTo>
                      <a:pt x="1066980" y="0"/>
                      <a:pt x="1337034" y="120907"/>
                      <a:pt x="1532514" y="316388"/>
                    </a:cubicBezTo>
                    <a:lnTo>
                      <a:pt x="1537372" y="321733"/>
                    </a:lnTo>
                    <a:lnTo>
                      <a:pt x="1532514" y="327078"/>
                    </a:lnTo>
                    <a:cubicBezTo>
                      <a:pt x="1337034" y="522559"/>
                      <a:pt x="1066980" y="643466"/>
                      <a:pt x="768686" y="643466"/>
                    </a:cubicBezTo>
                    <a:cubicBezTo>
                      <a:pt x="470393" y="643466"/>
                      <a:pt x="200339" y="522559"/>
                      <a:pt x="4858" y="327078"/>
                    </a:cubicBezTo>
                    <a:lnTo>
                      <a:pt x="0" y="321733"/>
                    </a:lnTo>
                    <a:lnTo>
                      <a:pt x="4858" y="316388"/>
                    </a:lnTo>
                    <a:cubicBezTo>
                      <a:pt x="200339" y="120907"/>
                      <a:pt x="470393" y="0"/>
                      <a:pt x="768686"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17" name="Freeform 19@|5FFC:0|FBC:0|LFC:16777215|LBC:16777215"/>
              <p:cNvSpPr/>
              <p:nvPr>
                <p:custDataLst>
                  <p:tags r:id="rId17"/>
                </p:custDataLst>
              </p:nvPr>
            </p:nvSpPr>
            <p:spPr>
              <a:xfrm>
                <a:off x="6492828" y="2708580"/>
                <a:ext cx="1537372" cy="643466"/>
              </a:xfrm>
              <a:custGeom>
                <a:avLst/>
                <a:gdLst>
                  <a:gd name="connsiteX0" fmla="*/ 768686 w 1537372"/>
                  <a:gd name="connsiteY0" fmla="*/ 0 h 643466"/>
                  <a:gd name="connsiteX1" fmla="*/ 1532514 w 1537372"/>
                  <a:gd name="connsiteY1" fmla="*/ 316388 h 643466"/>
                  <a:gd name="connsiteX2" fmla="*/ 1537372 w 1537372"/>
                  <a:gd name="connsiteY2" fmla="*/ 321733 h 643466"/>
                  <a:gd name="connsiteX3" fmla="*/ 1532514 w 1537372"/>
                  <a:gd name="connsiteY3" fmla="*/ 327078 h 643466"/>
                  <a:gd name="connsiteX4" fmla="*/ 768686 w 1537372"/>
                  <a:gd name="connsiteY4" fmla="*/ 643466 h 643466"/>
                  <a:gd name="connsiteX5" fmla="*/ 4858 w 1537372"/>
                  <a:gd name="connsiteY5" fmla="*/ 327078 h 643466"/>
                  <a:gd name="connsiteX6" fmla="*/ 0 w 1537372"/>
                  <a:gd name="connsiteY6" fmla="*/ 321733 h 643466"/>
                  <a:gd name="connsiteX7" fmla="*/ 4858 w 1537372"/>
                  <a:gd name="connsiteY7" fmla="*/ 316388 h 643466"/>
                  <a:gd name="connsiteX8" fmla="*/ 768686 w 1537372"/>
                  <a:gd name="connsiteY8" fmla="*/ 0 h 6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7372" h="643466">
                    <a:moveTo>
                      <a:pt x="768686" y="0"/>
                    </a:moveTo>
                    <a:cubicBezTo>
                      <a:pt x="1066980" y="0"/>
                      <a:pt x="1337034" y="120907"/>
                      <a:pt x="1532514" y="316388"/>
                    </a:cubicBezTo>
                    <a:lnTo>
                      <a:pt x="1537372" y="321733"/>
                    </a:lnTo>
                    <a:lnTo>
                      <a:pt x="1532514" y="327078"/>
                    </a:lnTo>
                    <a:cubicBezTo>
                      <a:pt x="1337034" y="522559"/>
                      <a:pt x="1066980" y="643466"/>
                      <a:pt x="768686" y="643466"/>
                    </a:cubicBezTo>
                    <a:cubicBezTo>
                      <a:pt x="470393" y="643466"/>
                      <a:pt x="200339" y="522559"/>
                      <a:pt x="4858" y="327078"/>
                    </a:cubicBezTo>
                    <a:lnTo>
                      <a:pt x="0" y="321733"/>
                    </a:lnTo>
                    <a:lnTo>
                      <a:pt x="4858" y="316388"/>
                    </a:lnTo>
                    <a:cubicBezTo>
                      <a:pt x="200339" y="120907"/>
                      <a:pt x="470393" y="0"/>
                      <a:pt x="768686"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grpSp>
        <p:sp>
          <p:nvSpPr>
            <p:cNvPr id="11" name="文本框 20"/>
            <p:cNvSpPr txBox="1">
              <a:spLocks noChangeArrowheads="1"/>
            </p:cNvSpPr>
            <p:nvPr>
              <p:custDataLst>
                <p:tags r:id="rId11"/>
              </p:custDataLst>
            </p:nvPr>
          </p:nvSpPr>
          <p:spPr bwMode="auto">
            <a:xfrm>
              <a:off x="7293" y="4615"/>
              <a:ext cx="878" cy="12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smtClean="0">
                  <a:solidFill>
                    <a:schemeClr val="bg1"/>
                  </a:solidFill>
                  <a:latin typeface="+mn-lt"/>
                  <a:ea typeface="+mn-ea"/>
                </a:rPr>
                <a:t>A</a:t>
              </a:r>
              <a:endParaRPr lang="zh-CN" altLang="en-US" sz="6600" b="1" dirty="0">
                <a:solidFill>
                  <a:schemeClr val="bg1"/>
                </a:solidFill>
                <a:latin typeface="+mn-lt"/>
                <a:ea typeface="+mn-ea"/>
              </a:endParaRPr>
            </a:p>
          </p:txBody>
        </p:sp>
        <p:sp>
          <p:nvSpPr>
            <p:cNvPr id="12" name="文本框 21"/>
            <p:cNvSpPr txBox="1">
              <a:spLocks noChangeArrowheads="1"/>
            </p:cNvSpPr>
            <p:nvPr>
              <p:custDataLst>
                <p:tags r:id="rId12"/>
              </p:custDataLst>
            </p:nvPr>
          </p:nvSpPr>
          <p:spPr bwMode="auto">
            <a:xfrm>
              <a:off x="9499" y="4579"/>
              <a:ext cx="876" cy="12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smtClean="0">
                  <a:solidFill>
                    <a:schemeClr val="bg1"/>
                  </a:solidFill>
                  <a:latin typeface="+mn-lt"/>
                  <a:ea typeface="+mn-ea"/>
                </a:rPr>
                <a:t>B</a:t>
              </a:r>
              <a:endParaRPr lang="zh-CN" altLang="en-US" sz="6600" b="1" dirty="0">
                <a:solidFill>
                  <a:schemeClr val="bg1"/>
                </a:solidFill>
                <a:latin typeface="+mn-lt"/>
                <a:ea typeface="+mn-ea"/>
              </a:endParaRPr>
            </a:p>
          </p:txBody>
        </p:sp>
        <p:sp>
          <p:nvSpPr>
            <p:cNvPr id="13" name="文本框 23"/>
            <p:cNvSpPr txBox="1">
              <a:spLocks noChangeArrowheads="1"/>
            </p:cNvSpPr>
            <p:nvPr>
              <p:custDataLst>
                <p:tags r:id="rId13"/>
              </p:custDataLst>
            </p:nvPr>
          </p:nvSpPr>
          <p:spPr bwMode="auto">
            <a:xfrm>
              <a:off x="9660" y="6686"/>
              <a:ext cx="876" cy="12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smtClean="0">
                  <a:solidFill>
                    <a:schemeClr val="bg1"/>
                  </a:solidFill>
                  <a:latin typeface="+mn-lt"/>
                  <a:ea typeface="+mn-ea"/>
                </a:rPr>
                <a:t>C</a:t>
              </a:r>
              <a:endParaRPr lang="zh-CN" altLang="en-US" sz="6600" b="1" dirty="0">
                <a:solidFill>
                  <a:schemeClr val="bg1"/>
                </a:solidFill>
                <a:latin typeface="+mn-lt"/>
                <a:ea typeface="+mn-ea"/>
              </a:endParaRPr>
            </a:p>
          </p:txBody>
        </p:sp>
      </p:grpSp>
      <p:sp>
        <p:nvSpPr>
          <p:cNvPr id="18" name="文本框 6"/>
          <p:cNvSpPr txBox="1"/>
          <p:nvPr>
            <p:custDataLst>
              <p:tags r:id="rId2"/>
            </p:custDataLst>
          </p:nvPr>
        </p:nvSpPr>
        <p:spPr>
          <a:xfrm>
            <a:off x="1364776" y="3166281"/>
            <a:ext cx="2858372" cy="13647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Autofit/>
          </a:bodyPr>
          <a:lstStyle>
            <a:defPPr>
              <a:defRPr lang="zh-CN"/>
            </a:defPPr>
            <a:lvl1pPr algn="just">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20000"/>
              </a:lnSpc>
            </a:pPr>
            <a:r>
              <a:rPr lang="zh-CN" altLang="en-US" sz="1600" dirty="0" smtClean="0">
                <a:latin typeface="微软雅黑" panose="020B0503020204020204" charset="-122"/>
                <a:ea typeface="微软雅黑" panose="020B0503020204020204" charset="-122"/>
                <a:sym typeface="+mn-ea"/>
              </a:rPr>
              <a:t>（</a:t>
            </a:r>
            <a:r>
              <a:rPr lang="en-US" altLang="en-US" sz="1600" dirty="0" smtClean="0">
                <a:latin typeface="微软雅黑" panose="020B0503020204020204" charset="-122"/>
                <a:ea typeface="微软雅黑" panose="020B0503020204020204" charset="-122"/>
                <a:sym typeface="+mn-ea"/>
              </a:rPr>
              <a:t>A</a:t>
            </a:r>
            <a:r>
              <a:rPr lang="zh-CN" altLang="en-US" sz="1600" dirty="0" smtClean="0">
                <a:latin typeface="微软雅黑" panose="020B0503020204020204" charset="-122"/>
                <a:ea typeface="微软雅黑" panose="020B0503020204020204" charset="-122"/>
                <a:sym typeface="+mn-ea"/>
              </a:rPr>
              <a:t>）创建预订图书记录，写读者编号、图书编号、预借日期、通知状态</a:t>
            </a:r>
            <a:r>
              <a:rPr lang="en-US" altLang="en-US" sz="1600" dirty="0" smtClean="0">
                <a:latin typeface="微软雅黑" panose="020B0503020204020204" charset="-122"/>
                <a:ea typeface="微软雅黑" panose="020B0503020204020204" charset="-122"/>
                <a:sym typeface="+mn-ea"/>
              </a:rPr>
              <a:t>=</a:t>
            </a:r>
            <a:r>
              <a:rPr lang="zh-CN" altLang="en-US" sz="1600" dirty="0" smtClean="0">
                <a:latin typeface="微软雅黑" panose="020B0503020204020204" charset="-122"/>
                <a:ea typeface="微软雅黑" panose="020B0503020204020204" charset="-122"/>
                <a:sym typeface="+mn-ea"/>
              </a:rPr>
              <a:t>“未通知”。</a:t>
            </a:r>
          </a:p>
        </p:txBody>
      </p:sp>
      <p:sp>
        <p:nvSpPr>
          <p:cNvPr id="19" name="文本框 9"/>
          <p:cNvSpPr txBox="1"/>
          <p:nvPr>
            <p:custDataLst>
              <p:tags r:id="rId3"/>
            </p:custDataLst>
          </p:nvPr>
        </p:nvSpPr>
        <p:spPr>
          <a:xfrm>
            <a:off x="7312109" y="3059525"/>
            <a:ext cx="3647042" cy="159436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a:bodyPr>
          <a:lstStyle>
            <a:defPPr>
              <a:defRPr lang="zh-CN"/>
            </a:defPPr>
            <a:lvl1pPr algn="just">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20000"/>
              </a:lnSpc>
            </a:pPr>
            <a:r>
              <a:rPr lang="zh-CN" altLang="en-US" sz="1600" dirty="0" smtClean="0">
                <a:latin typeface="微软雅黑" panose="020B0503020204020204" charset="-122"/>
                <a:ea typeface="微软雅黑" panose="020B0503020204020204" charset="-122"/>
                <a:sym typeface="+mn-ea"/>
              </a:rPr>
              <a:t>（</a:t>
            </a:r>
            <a:r>
              <a:rPr lang="en-US" altLang="zh-CN" sz="1600" dirty="0" smtClean="0">
                <a:latin typeface="微软雅黑" panose="020B0503020204020204" charset="-122"/>
                <a:ea typeface="微软雅黑" panose="020B0503020204020204" charset="-122"/>
                <a:sym typeface="+mn-ea"/>
              </a:rPr>
              <a:t>B</a:t>
            </a:r>
            <a:r>
              <a:rPr lang="zh-CN" altLang="en-US" sz="1600" dirty="0" smtClean="0">
                <a:latin typeface="微软雅黑" panose="020B0503020204020204" charset="-122"/>
                <a:ea typeface="微软雅黑" panose="020B0503020204020204" charset="-122"/>
                <a:sym typeface="+mn-ea"/>
              </a:rPr>
              <a:t>）当读者预借的图书被归还后，调通知类，并且通知状态</a:t>
            </a:r>
            <a:r>
              <a:rPr lang="en-US" altLang="zh-CN" sz="1600" dirty="0" smtClean="0">
                <a:latin typeface="微软雅黑" panose="020B0503020204020204" charset="-122"/>
                <a:ea typeface="微软雅黑" panose="020B0503020204020204" charset="-122"/>
                <a:sym typeface="+mn-ea"/>
              </a:rPr>
              <a:t>=“</a:t>
            </a:r>
            <a:r>
              <a:rPr lang="zh-CN" altLang="en-US" sz="1600" dirty="0" smtClean="0">
                <a:latin typeface="微软雅黑" panose="020B0503020204020204" charset="-122"/>
                <a:ea typeface="微软雅黑" panose="020B0503020204020204" charset="-122"/>
                <a:sym typeface="+mn-ea"/>
              </a:rPr>
              <a:t>已通知”，预借日期改为</a:t>
            </a:r>
            <a:r>
              <a:rPr lang="en-US" altLang="zh-CN" sz="1600" dirty="0" smtClean="0">
                <a:latin typeface="微软雅黑" panose="020B0503020204020204" charset="-122"/>
                <a:ea typeface="微软雅黑" panose="020B0503020204020204" charset="-122"/>
                <a:sym typeface="+mn-ea"/>
              </a:rPr>
              <a:t>=</a:t>
            </a:r>
            <a:r>
              <a:rPr lang="zh-CN" altLang="en-US" sz="1600" dirty="0" smtClean="0">
                <a:latin typeface="微软雅黑" panose="020B0503020204020204" charset="-122"/>
                <a:ea typeface="微软雅黑" panose="020B0503020204020204" charset="-122"/>
                <a:sym typeface="+mn-ea"/>
              </a:rPr>
              <a:t>通知日期。</a:t>
            </a:r>
          </a:p>
        </p:txBody>
      </p:sp>
      <p:sp>
        <p:nvSpPr>
          <p:cNvPr id="20" name="文本框 12"/>
          <p:cNvSpPr txBox="1"/>
          <p:nvPr/>
        </p:nvSpPr>
        <p:spPr>
          <a:xfrm>
            <a:off x="1364774" y="4815327"/>
            <a:ext cx="2885667" cy="701346"/>
          </a:xfrm>
          <a:prstGeom prst="rect">
            <a:avLst/>
          </a:prstGeom>
          <a:noFill/>
        </p:spPr>
        <p:txBody>
          <a:bodyPr wrap="square" rtlCol="0">
            <a:spAutoFit/>
          </a:bodyPr>
          <a:lstStyle/>
          <a:p>
            <a:pPr>
              <a:lnSpc>
                <a:spcPct val="130000"/>
              </a:lnSpc>
            </a:pPr>
            <a:r>
              <a:rPr lang="zh-CN" altLang="en-US" sz="1600" dirty="0" smtClean="0">
                <a:latin typeface="微软雅黑" panose="020B0503020204020204" charset="-122"/>
                <a:ea typeface="微软雅黑" panose="020B0503020204020204" charset="-122"/>
                <a:sym typeface="+mn-ea"/>
              </a:rPr>
              <a:t>（</a:t>
            </a:r>
            <a:r>
              <a:rPr lang="en-US" altLang="en-US" sz="1600" dirty="0" smtClean="0">
                <a:latin typeface="微软雅黑" panose="020B0503020204020204" charset="-122"/>
                <a:ea typeface="微软雅黑" panose="020B0503020204020204" charset="-122"/>
                <a:sym typeface="+mn-ea"/>
              </a:rPr>
              <a:t>D</a:t>
            </a:r>
            <a:r>
              <a:rPr lang="zh-CN" altLang="en-US" sz="1600" dirty="0" smtClean="0">
                <a:latin typeface="微软雅黑" panose="020B0503020204020204" charset="-122"/>
                <a:ea typeface="微软雅黑" panose="020B0503020204020204" charset="-122"/>
                <a:sym typeface="+mn-ea"/>
              </a:rPr>
              <a:t>）如果读者前来借出预借的图书，则删除预借记录。</a:t>
            </a:r>
          </a:p>
        </p:txBody>
      </p:sp>
      <p:sp>
        <p:nvSpPr>
          <p:cNvPr id="39" name="文本框 9"/>
          <p:cNvSpPr txBox="1"/>
          <p:nvPr>
            <p:custDataLst>
              <p:tags r:id="rId4"/>
            </p:custDataLst>
          </p:nvPr>
        </p:nvSpPr>
        <p:spPr>
          <a:xfrm>
            <a:off x="7396270" y="4824522"/>
            <a:ext cx="3508290" cy="11122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a:bodyPr>
          <a:lstStyle>
            <a:defPPr>
              <a:defRPr lang="zh-CN"/>
            </a:defPPr>
            <a:lvl1pPr algn="just">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20000"/>
              </a:lnSpc>
            </a:pPr>
            <a:r>
              <a:rPr lang="zh-CN" altLang="en-US" sz="1600" dirty="0" smtClean="0">
                <a:latin typeface="微软雅黑" panose="020B0503020204020204" charset="-122"/>
                <a:ea typeface="微软雅黑" panose="020B0503020204020204" charset="-122"/>
                <a:sym typeface="+mn-ea"/>
              </a:rPr>
              <a:t>（</a:t>
            </a:r>
            <a:r>
              <a:rPr lang="en-US" altLang="zh-CN" sz="1600" dirty="0" smtClean="0">
                <a:latin typeface="微软雅黑" panose="020B0503020204020204" charset="-122"/>
                <a:ea typeface="微软雅黑" panose="020B0503020204020204" charset="-122"/>
                <a:sym typeface="+mn-ea"/>
              </a:rPr>
              <a:t>C</a:t>
            </a:r>
            <a:r>
              <a:rPr lang="zh-CN" altLang="en-US" sz="1600" dirty="0" smtClean="0">
                <a:latin typeface="微软雅黑" panose="020B0503020204020204" charset="-122"/>
                <a:ea typeface="微软雅黑" panose="020B0503020204020204" charset="-122"/>
                <a:sym typeface="+mn-ea"/>
              </a:rPr>
              <a:t>）当通知日期超出</a:t>
            </a:r>
            <a:r>
              <a:rPr lang="en-US" altLang="zh-CN" sz="1600" dirty="0" smtClean="0">
                <a:latin typeface="微软雅黑" panose="020B0503020204020204" charset="-122"/>
                <a:ea typeface="微软雅黑" panose="020B0503020204020204" charset="-122"/>
                <a:sym typeface="+mn-ea"/>
              </a:rPr>
              <a:t>3</a:t>
            </a:r>
            <a:r>
              <a:rPr lang="zh-CN" altLang="en-US" sz="1600" dirty="0" smtClean="0">
                <a:latin typeface="微软雅黑" panose="020B0503020204020204" charset="-122"/>
                <a:ea typeface="微软雅黑" panose="020B0503020204020204" charset="-122"/>
                <a:sym typeface="+mn-ea"/>
              </a:rPr>
              <a:t>天，则自动删除预借记录。</a:t>
            </a:r>
          </a:p>
        </p:txBody>
      </p:sp>
      <p:sp>
        <p:nvSpPr>
          <p:cNvPr id="40" name="矩形 39"/>
          <p:cNvSpPr/>
          <p:nvPr/>
        </p:nvSpPr>
        <p:spPr>
          <a:xfrm>
            <a:off x="3598628" y="2234401"/>
            <a:ext cx="4522392" cy="369332"/>
          </a:xfrm>
          <a:prstGeom prst="rect">
            <a:avLst/>
          </a:prstGeom>
        </p:spPr>
        <p:txBody>
          <a:bodyPr wrap="none">
            <a:spAutoFit/>
          </a:bodyPr>
          <a:lstStyle/>
          <a:p>
            <a:pPr>
              <a:buFont typeface="Wingdings" pitchFamily="2" charset="2"/>
              <a:buChar char="Ø"/>
            </a:pPr>
            <a:r>
              <a:rPr lang="zh-CN" altLang="en-US" dirty="0" smtClean="0">
                <a:solidFill>
                  <a:srgbClr val="FF0000"/>
                </a:solidFill>
              </a:rPr>
              <a:t>预订图书处理类，用来预订图书。</a:t>
            </a:r>
            <a:r>
              <a:rPr lang="zh-CN" altLang="en-US" dirty="0" smtClean="0"/>
              <a:t>包括：</a:t>
            </a:r>
            <a:endParaRPr lang="zh-CN" altLang="en-US" dirty="0"/>
          </a:p>
        </p:txBody>
      </p:sp>
    </p:spTree>
    <p:custDataLst>
      <p:tags r:id="rId1"/>
    </p:custDataLst>
  </p:cSld>
  <p:clrMapOvr>
    <a:masterClrMapping/>
  </p:clrMapOvr>
  <p:transition>
    <p:pull dir="u"/>
  </p:transition>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3"/>
          <p:cNvGrpSpPr/>
          <p:nvPr/>
        </p:nvGrpSpPr>
        <p:grpSpPr>
          <a:xfrm>
            <a:off x="1787857" y="2419909"/>
            <a:ext cx="9307772" cy="3230264"/>
            <a:chOff x="972764" y="2264433"/>
            <a:chExt cx="10522423" cy="3803473"/>
          </a:xfrm>
        </p:grpSpPr>
        <p:sp>
          <p:nvSpPr>
            <p:cNvPr id="4" name="MH_Text_1"/>
            <p:cNvSpPr/>
            <p:nvPr>
              <p:custDataLst>
                <p:tags r:id="rId1"/>
              </p:custDataLst>
            </p:nvPr>
          </p:nvSpPr>
          <p:spPr>
            <a:xfrm>
              <a:off x="972764" y="2825138"/>
              <a:ext cx="10522423" cy="3242768"/>
            </a:xfrm>
            <a:prstGeom prst="rect">
              <a:avLst/>
            </a:prstGeom>
            <a:noFill/>
            <a:ln w="12700" cap="flat" cmpd="sng" algn="ctr">
              <a:solidFill>
                <a:srgbClr val="CC0066"/>
              </a:solidFill>
              <a:prstDash val="solid"/>
              <a:miter lim="800000"/>
            </a:ln>
            <a:effectLst/>
          </p:spPr>
          <p:txBody>
            <a:bodyPr anchor="ctr">
              <a:normAutofit/>
            </a:bodyPr>
            <a:lstStyle/>
            <a:p>
              <a:r>
                <a:rPr lang="zh-CN" altLang="en-US" sz="2000" dirty="0" smtClean="0">
                  <a:latin typeface="+mn-ea"/>
                </a:rPr>
                <a:t>    图书馆信息管理系统划分为</a:t>
              </a:r>
              <a:r>
                <a:rPr lang="en-US" sz="2000" dirty="0" smtClean="0">
                  <a:latin typeface="+mn-ea"/>
                </a:rPr>
                <a:t>5</a:t>
              </a:r>
              <a:r>
                <a:rPr lang="zh-CN" altLang="en-US" sz="2000" dirty="0" smtClean="0">
                  <a:latin typeface="+mn-ea"/>
                </a:rPr>
                <a:t>个层次：用户界面层、专用应用软件层、通用应用软件层、中间层和数据层。图书馆信息管理系统的层次图，如图</a:t>
              </a:r>
              <a:r>
                <a:rPr lang="en-US" sz="2000" dirty="0" smtClean="0">
                  <a:latin typeface="+mn-ea"/>
                </a:rPr>
                <a:t>7-25</a:t>
              </a:r>
              <a:r>
                <a:rPr lang="zh-CN" altLang="en-US" sz="2000" dirty="0" smtClean="0">
                  <a:latin typeface="+mn-ea"/>
                </a:rPr>
                <a:t>所示。</a:t>
              </a:r>
              <a:endParaRPr lang="en-US" altLang="zh-CN" sz="2000" dirty="0" smtClean="0">
                <a:latin typeface="+mn-ea"/>
              </a:endParaRPr>
            </a:p>
            <a:p>
              <a:endParaRPr lang="en-US" altLang="zh-CN" sz="2000" dirty="0" smtClean="0">
                <a:latin typeface="+mn-ea"/>
              </a:endParaRPr>
            </a:p>
            <a:p>
              <a:r>
                <a:rPr lang="zh-CN" altLang="en-US" sz="2000" dirty="0" smtClean="0">
                  <a:latin typeface="+mn-ea"/>
                </a:rPr>
                <a:t>    值得注意的是，还有一些与系统设计相关的内容，如设计目的、意义、关键词定义、参考资料等等，也是系统设计文档中不可缺少的部分，软件人员应该在具体的案例中，根据实际情况进行编写。</a:t>
              </a:r>
            </a:p>
          </p:txBody>
        </p:sp>
        <p:sp>
          <p:nvSpPr>
            <p:cNvPr id="5" name="MH_SubTitle_1"/>
            <p:cNvSpPr/>
            <p:nvPr>
              <p:custDataLst>
                <p:tags r:id="rId2"/>
              </p:custDataLst>
            </p:nvPr>
          </p:nvSpPr>
          <p:spPr>
            <a:xfrm>
              <a:off x="1105325" y="2264433"/>
              <a:ext cx="6343649"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a:defRPr/>
              </a:pPr>
              <a:r>
                <a:rPr lang="en-US" altLang="zh-CN" sz="2400" b="1" kern="0" dirty="0" smtClean="0">
                  <a:solidFill>
                    <a:srgbClr val="FFFFFF"/>
                  </a:solidFill>
                  <a:latin typeface="微软雅黑" panose="020B0503020204020204" charset="-122"/>
                  <a:ea typeface="微软雅黑" panose="020B0503020204020204" charset="-122"/>
                  <a:cs typeface="Arial" panose="020B0604020202020204" pitchFamily="34" charset="0"/>
                </a:rPr>
                <a:t>5  </a:t>
              </a:r>
              <a:r>
                <a:rPr lang="zh-CN" altLang="en-US" sz="2400" b="1" kern="0" dirty="0" smtClean="0">
                  <a:solidFill>
                    <a:srgbClr val="FFFFFF"/>
                  </a:solidFill>
                  <a:latin typeface="微软雅黑" panose="020B0503020204020204" charset="-122"/>
                  <a:ea typeface="微软雅黑" panose="020B0503020204020204" charset="-122"/>
                  <a:cs typeface="Arial" panose="020B0604020202020204" pitchFamily="34" charset="0"/>
                </a:rPr>
                <a:t> 系统层次划分</a:t>
              </a:r>
            </a:p>
          </p:txBody>
        </p:sp>
      </p:grpSp>
      <p:sp>
        <p:nvSpPr>
          <p:cNvPr id="6" name="标题 1"/>
          <p:cNvSpPr>
            <a:spLocks noGrp="1"/>
          </p:cNvSpPr>
          <p:nvPr>
            <p:ph type="title"/>
          </p:nvPr>
        </p:nvSpPr>
        <p:spPr>
          <a:xfrm>
            <a:off x="754063" y="261258"/>
            <a:ext cx="8415337" cy="855290"/>
          </a:xfrm>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7"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7.5.2 </a:t>
            </a:r>
            <a:r>
              <a:rPr lang="zh-CN" altLang="en-US" sz="2400" dirty="0" smtClean="0">
                <a:solidFill>
                  <a:schemeClr val="tx1"/>
                </a:solidFill>
              </a:rPr>
              <a:t>面向对象设计实例</a:t>
            </a:r>
            <a:r>
              <a:rPr lang="en-US" sz="2400" dirty="0" smtClean="0">
                <a:solidFill>
                  <a:schemeClr val="tx1"/>
                </a:solidFill>
              </a:rPr>
              <a:t> </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7.5 </a:t>
            </a:r>
            <a:r>
              <a:rPr lang="zh-CN" altLang="en-US" dirty="0" smtClean="0">
                <a:solidFill>
                  <a:srgbClr val="FF0000"/>
                </a:solidFill>
                <a:sym typeface="+mn-ea"/>
              </a:rPr>
              <a:t>面向对象方法实例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7.5.2 </a:t>
            </a:r>
            <a:r>
              <a:rPr lang="zh-CN" altLang="en-US" sz="2400" dirty="0" smtClean="0">
                <a:solidFill>
                  <a:schemeClr val="tx1"/>
                </a:solidFill>
              </a:rPr>
              <a:t>面向对象设计实例</a:t>
            </a:r>
            <a:r>
              <a:rPr lang="en-US" sz="2400" dirty="0" smtClean="0">
                <a:solidFill>
                  <a:schemeClr val="tx1"/>
                </a:solidFill>
              </a:rPr>
              <a:t> </a:t>
            </a:r>
          </a:p>
        </p:txBody>
      </p:sp>
      <p:sp>
        <p:nvSpPr>
          <p:cNvPr id="75827" name="Rectangle 5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75777" name="组合 9013"/>
          <p:cNvGrpSpPr>
            <a:grpSpLocks/>
          </p:cNvGrpSpPr>
          <p:nvPr/>
        </p:nvGrpSpPr>
        <p:grpSpPr bwMode="auto">
          <a:xfrm>
            <a:off x="1624084" y="1842448"/>
            <a:ext cx="9184943" cy="4244453"/>
            <a:chOff x="1553" y="3227"/>
            <a:chExt cx="7997" cy="6448"/>
          </a:xfrm>
        </p:grpSpPr>
        <p:sp>
          <p:nvSpPr>
            <p:cNvPr id="75826" name="Text Box 7234"/>
            <p:cNvSpPr txBox="1">
              <a:spLocks noChangeArrowheads="1"/>
            </p:cNvSpPr>
            <p:nvPr/>
          </p:nvSpPr>
          <p:spPr bwMode="auto">
            <a:xfrm>
              <a:off x="1810" y="3482"/>
              <a:ext cx="1259" cy="4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用户界面层</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75825" name="Line 7244"/>
            <p:cNvSpPr>
              <a:spLocks noChangeShapeType="1"/>
            </p:cNvSpPr>
            <p:nvPr/>
          </p:nvSpPr>
          <p:spPr bwMode="auto">
            <a:xfrm>
              <a:off x="5230" y="3861"/>
              <a:ext cx="0" cy="1043"/>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75824" name="Text Box 7249"/>
            <p:cNvSpPr txBox="1">
              <a:spLocks noChangeArrowheads="1"/>
            </p:cNvSpPr>
            <p:nvPr/>
          </p:nvSpPr>
          <p:spPr bwMode="auto">
            <a:xfrm>
              <a:off x="1810" y="4865"/>
              <a:ext cx="1259" cy="4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专用软件层</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75823" name="Text Box 7253"/>
            <p:cNvSpPr txBox="1">
              <a:spLocks noChangeArrowheads="1"/>
            </p:cNvSpPr>
            <p:nvPr/>
          </p:nvSpPr>
          <p:spPr bwMode="auto">
            <a:xfrm>
              <a:off x="1810" y="6299"/>
              <a:ext cx="1259" cy="4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通用软件层</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75822" name="Line 7254"/>
            <p:cNvSpPr>
              <a:spLocks noChangeShapeType="1"/>
            </p:cNvSpPr>
            <p:nvPr/>
          </p:nvSpPr>
          <p:spPr bwMode="auto">
            <a:xfrm>
              <a:off x="9010" y="3851"/>
              <a:ext cx="0" cy="1043"/>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75821" name="Text Box 7264"/>
            <p:cNvSpPr txBox="1">
              <a:spLocks noChangeArrowheads="1"/>
            </p:cNvSpPr>
            <p:nvPr/>
          </p:nvSpPr>
          <p:spPr bwMode="auto">
            <a:xfrm>
              <a:off x="1811" y="7668"/>
              <a:ext cx="1258" cy="41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中间层</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75820" name="Text Box 7265"/>
            <p:cNvSpPr txBox="1">
              <a:spLocks noChangeArrowheads="1"/>
            </p:cNvSpPr>
            <p:nvPr/>
          </p:nvSpPr>
          <p:spPr bwMode="auto">
            <a:xfrm>
              <a:off x="1811" y="9023"/>
              <a:ext cx="1258" cy="4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数据层</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75819" name="Line 7272"/>
            <p:cNvSpPr>
              <a:spLocks noChangeShapeType="1"/>
            </p:cNvSpPr>
            <p:nvPr/>
          </p:nvSpPr>
          <p:spPr bwMode="auto">
            <a:xfrm flipH="1">
              <a:off x="5230" y="5297"/>
              <a:ext cx="0" cy="1163"/>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75818" name="Line 7273"/>
            <p:cNvSpPr>
              <a:spLocks noChangeShapeType="1"/>
            </p:cNvSpPr>
            <p:nvPr/>
          </p:nvSpPr>
          <p:spPr bwMode="auto">
            <a:xfrm>
              <a:off x="7030" y="5305"/>
              <a:ext cx="0" cy="2398"/>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75817" name="Line 7274"/>
            <p:cNvSpPr>
              <a:spLocks noChangeShapeType="1"/>
            </p:cNvSpPr>
            <p:nvPr/>
          </p:nvSpPr>
          <p:spPr bwMode="auto">
            <a:xfrm flipH="1">
              <a:off x="8040" y="5300"/>
              <a:ext cx="613" cy="1089"/>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75816" name="Line 7275"/>
            <p:cNvSpPr>
              <a:spLocks noChangeShapeType="1"/>
            </p:cNvSpPr>
            <p:nvPr/>
          </p:nvSpPr>
          <p:spPr bwMode="auto">
            <a:xfrm>
              <a:off x="5100" y="6890"/>
              <a:ext cx="1390" cy="2154"/>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75815" name="Line 7276"/>
            <p:cNvSpPr>
              <a:spLocks noChangeShapeType="1"/>
            </p:cNvSpPr>
            <p:nvPr/>
          </p:nvSpPr>
          <p:spPr bwMode="auto">
            <a:xfrm>
              <a:off x="5345" y="6867"/>
              <a:ext cx="965" cy="1085"/>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75814" name="Line 7277"/>
            <p:cNvSpPr>
              <a:spLocks noChangeShapeType="1"/>
            </p:cNvSpPr>
            <p:nvPr/>
          </p:nvSpPr>
          <p:spPr bwMode="auto">
            <a:xfrm>
              <a:off x="7030" y="8125"/>
              <a:ext cx="0" cy="1134"/>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75813" name="Line 7278"/>
            <p:cNvSpPr>
              <a:spLocks noChangeShapeType="1"/>
            </p:cNvSpPr>
            <p:nvPr/>
          </p:nvSpPr>
          <p:spPr bwMode="auto">
            <a:xfrm>
              <a:off x="1553" y="4286"/>
              <a:ext cx="7994"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75812" name="Line 7279"/>
            <p:cNvSpPr>
              <a:spLocks noChangeShapeType="1"/>
            </p:cNvSpPr>
            <p:nvPr/>
          </p:nvSpPr>
          <p:spPr bwMode="auto">
            <a:xfrm>
              <a:off x="1553" y="5771"/>
              <a:ext cx="7994"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75811" name="Line 7280"/>
            <p:cNvSpPr>
              <a:spLocks noChangeShapeType="1"/>
            </p:cNvSpPr>
            <p:nvPr/>
          </p:nvSpPr>
          <p:spPr bwMode="auto">
            <a:xfrm>
              <a:off x="1553" y="7172"/>
              <a:ext cx="7994"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75810" name="Line 7281"/>
            <p:cNvSpPr>
              <a:spLocks noChangeShapeType="1"/>
            </p:cNvSpPr>
            <p:nvPr/>
          </p:nvSpPr>
          <p:spPr bwMode="auto">
            <a:xfrm>
              <a:off x="1553" y="8576"/>
              <a:ext cx="7994"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grpSp>
          <p:nvGrpSpPr>
            <p:cNvPr id="75807" name="组合 9031"/>
            <p:cNvGrpSpPr>
              <a:grpSpLocks/>
            </p:cNvGrpSpPr>
            <p:nvPr/>
          </p:nvGrpSpPr>
          <p:grpSpPr bwMode="auto">
            <a:xfrm>
              <a:off x="4560" y="6236"/>
              <a:ext cx="1080" cy="631"/>
              <a:chOff x="4560" y="6236"/>
              <a:chExt cx="1080" cy="631"/>
            </a:xfrm>
          </p:grpSpPr>
          <p:sp>
            <p:nvSpPr>
              <p:cNvPr id="75809" name="Text Box 7259"/>
              <p:cNvSpPr txBox="1">
                <a:spLocks noChangeArrowheads="1"/>
              </p:cNvSpPr>
              <p:nvPr/>
            </p:nvSpPr>
            <p:spPr bwMode="auto">
              <a:xfrm>
                <a:off x="4560" y="6459"/>
                <a:ext cx="1080" cy="4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通用查询</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75808" name="Rectangle 7260"/>
              <p:cNvSpPr>
                <a:spLocks noChangeArrowheads="1"/>
              </p:cNvSpPr>
              <p:nvPr/>
            </p:nvSpPr>
            <p:spPr bwMode="auto">
              <a:xfrm>
                <a:off x="4560" y="6236"/>
                <a:ext cx="540" cy="22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grpSp>
        <p:grpSp>
          <p:nvGrpSpPr>
            <p:cNvPr id="75804" name="组合 9034"/>
            <p:cNvGrpSpPr>
              <a:grpSpLocks/>
            </p:cNvGrpSpPr>
            <p:nvPr/>
          </p:nvGrpSpPr>
          <p:grpSpPr bwMode="auto">
            <a:xfrm>
              <a:off x="6310" y="7484"/>
              <a:ext cx="1080" cy="631"/>
              <a:chOff x="6310" y="7484"/>
              <a:chExt cx="1080" cy="631"/>
            </a:xfrm>
          </p:grpSpPr>
          <p:sp>
            <p:nvSpPr>
              <p:cNvPr id="75806" name="Text Box 7267"/>
              <p:cNvSpPr txBox="1">
                <a:spLocks noChangeArrowheads="1"/>
              </p:cNvSpPr>
              <p:nvPr/>
            </p:nvSpPr>
            <p:spPr bwMode="auto">
              <a:xfrm>
                <a:off x="6310" y="7707"/>
                <a:ext cx="1080" cy="4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事务处理</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75805" name="Rectangle 7268"/>
              <p:cNvSpPr>
                <a:spLocks noChangeArrowheads="1"/>
              </p:cNvSpPr>
              <p:nvPr/>
            </p:nvSpPr>
            <p:spPr bwMode="auto">
              <a:xfrm>
                <a:off x="6310" y="7484"/>
                <a:ext cx="540" cy="22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grpSp>
        <p:grpSp>
          <p:nvGrpSpPr>
            <p:cNvPr id="75801" name="组合 9037"/>
            <p:cNvGrpSpPr>
              <a:grpSpLocks/>
            </p:cNvGrpSpPr>
            <p:nvPr/>
          </p:nvGrpSpPr>
          <p:grpSpPr bwMode="auto">
            <a:xfrm>
              <a:off x="6400" y="4721"/>
              <a:ext cx="900" cy="586"/>
              <a:chOff x="6310" y="4676"/>
              <a:chExt cx="900" cy="586"/>
            </a:xfrm>
          </p:grpSpPr>
          <p:sp>
            <p:nvSpPr>
              <p:cNvPr id="75803" name="Text Box 7251"/>
              <p:cNvSpPr txBox="1">
                <a:spLocks noChangeArrowheads="1"/>
              </p:cNvSpPr>
              <p:nvPr/>
            </p:nvSpPr>
            <p:spPr bwMode="auto">
              <a:xfrm>
                <a:off x="6310" y="4854"/>
                <a:ext cx="900" cy="4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借书</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75802" name="Rectangle 7252"/>
              <p:cNvSpPr>
                <a:spLocks noChangeArrowheads="1"/>
              </p:cNvSpPr>
              <p:nvPr/>
            </p:nvSpPr>
            <p:spPr bwMode="auto">
              <a:xfrm>
                <a:off x="6310" y="4676"/>
                <a:ext cx="450" cy="17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grpSp>
        <p:grpSp>
          <p:nvGrpSpPr>
            <p:cNvPr id="75798" name="组合 9040"/>
            <p:cNvGrpSpPr>
              <a:grpSpLocks/>
            </p:cNvGrpSpPr>
            <p:nvPr/>
          </p:nvGrpSpPr>
          <p:grpSpPr bwMode="auto">
            <a:xfrm>
              <a:off x="8360" y="4721"/>
              <a:ext cx="900" cy="586"/>
              <a:chOff x="8290" y="4676"/>
              <a:chExt cx="900" cy="586"/>
            </a:xfrm>
          </p:grpSpPr>
          <p:sp>
            <p:nvSpPr>
              <p:cNvPr id="75800" name="Text Box 7256"/>
              <p:cNvSpPr txBox="1">
                <a:spLocks noChangeArrowheads="1"/>
              </p:cNvSpPr>
              <p:nvPr/>
            </p:nvSpPr>
            <p:spPr bwMode="auto">
              <a:xfrm>
                <a:off x="8290" y="4854"/>
                <a:ext cx="900" cy="4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还书</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75799" name="Rectangle 7257"/>
              <p:cNvSpPr>
                <a:spLocks noChangeArrowheads="1"/>
              </p:cNvSpPr>
              <p:nvPr/>
            </p:nvSpPr>
            <p:spPr bwMode="auto">
              <a:xfrm>
                <a:off x="8290" y="4676"/>
                <a:ext cx="450" cy="17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grpSp>
        <p:grpSp>
          <p:nvGrpSpPr>
            <p:cNvPr id="75795" name="组合 9043"/>
            <p:cNvGrpSpPr>
              <a:grpSpLocks/>
            </p:cNvGrpSpPr>
            <p:nvPr/>
          </p:nvGrpSpPr>
          <p:grpSpPr bwMode="auto">
            <a:xfrm>
              <a:off x="6310" y="9044"/>
              <a:ext cx="1080" cy="631"/>
              <a:chOff x="6310" y="9044"/>
              <a:chExt cx="1080" cy="631"/>
            </a:xfrm>
          </p:grpSpPr>
          <p:sp>
            <p:nvSpPr>
              <p:cNvPr id="75797" name="Text Box 7270"/>
              <p:cNvSpPr txBox="1">
                <a:spLocks noChangeArrowheads="1"/>
              </p:cNvSpPr>
              <p:nvPr/>
            </p:nvSpPr>
            <p:spPr bwMode="auto">
              <a:xfrm>
                <a:off x="6310" y="9267"/>
                <a:ext cx="1080" cy="4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数据库</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75796" name="Rectangle 7271"/>
              <p:cNvSpPr>
                <a:spLocks noChangeArrowheads="1"/>
              </p:cNvSpPr>
              <p:nvPr/>
            </p:nvSpPr>
            <p:spPr bwMode="auto">
              <a:xfrm>
                <a:off x="6310" y="9044"/>
                <a:ext cx="540" cy="22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grpSp>
        <p:grpSp>
          <p:nvGrpSpPr>
            <p:cNvPr id="75792" name="组合 9046"/>
            <p:cNvGrpSpPr>
              <a:grpSpLocks/>
            </p:cNvGrpSpPr>
            <p:nvPr/>
          </p:nvGrpSpPr>
          <p:grpSpPr bwMode="auto">
            <a:xfrm>
              <a:off x="4509" y="3230"/>
              <a:ext cx="1415" cy="631"/>
              <a:chOff x="4455" y="3199"/>
              <a:chExt cx="1415" cy="631"/>
            </a:xfrm>
          </p:grpSpPr>
          <p:sp>
            <p:nvSpPr>
              <p:cNvPr id="75794" name="Text Box 7236"/>
              <p:cNvSpPr txBox="1">
                <a:spLocks noChangeArrowheads="1"/>
              </p:cNvSpPr>
              <p:nvPr/>
            </p:nvSpPr>
            <p:spPr bwMode="auto">
              <a:xfrm>
                <a:off x="4455" y="3422"/>
                <a:ext cx="1415" cy="4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图书查询界面</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75793" name="Rectangle 7240"/>
              <p:cNvSpPr>
                <a:spLocks noChangeArrowheads="1"/>
              </p:cNvSpPr>
              <p:nvPr/>
            </p:nvSpPr>
            <p:spPr bwMode="auto">
              <a:xfrm>
                <a:off x="4455" y="3199"/>
                <a:ext cx="540" cy="22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grpSp>
        <p:sp>
          <p:nvSpPr>
            <p:cNvPr id="75791" name="Line 7274"/>
            <p:cNvSpPr>
              <a:spLocks noChangeShapeType="1"/>
            </p:cNvSpPr>
            <p:nvPr/>
          </p:nvSpPr>
          <p:spPr bwMode="auto">
            <a:xfrm flipH="1">
              <a:off x="7300" y="6779"/>
              <a:ext cx="530" cy="933"/>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grpSp>
          <p:nvGrpSpPr>
            <p:cNvPr id="75788" name="组合 9050"/>
            <p:cNvGrpSpPr>
              <a:grpSpLocks/>
            </p:cNvGrpSpPr>
            <p:nvPr/>
          </p:nvGrpSpPr>
          <p:grpSpPr bwMode="auto">
            <a:xfrm>
              <a:off x="7370" y="6164"/>
              <a:ext cx="1440" cy="633"/>
              <a:chOff x="8110" y="6234"/>
              <a:chExt cx="1440" cy="633"/>
            </a:xfrm>
          </p:grpSpPr>
          <p:sp>
            <p:nvSpPr>
              <p:cNvPr id="75790" name="Text Box 7262"/>
              <p:cNvSpPr txBox="1">
                <a:spLocks noChangeArrowheads="1"/>
              </p:cNvSpPr>
              <p:nvPr/>
            </p:nvSpPr>
            <p:spPr bwMode="auto">
              <a:xfrm>
                <a:off x="8110" y="6459"/>
                <a:ext cx="1440" cy="4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操作权限分配</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75789" name="Rectangle 7240"/>
              <p:cNvSpPr>
                <a:spLocks noChangeArrowheads="1"/>
              </p:cNvSpPr>
              <p:nvPr/>
            </p:nvSpPr>
            <p:spPr bwMode="auto">
              <a:xfrm>
                <a:off x="8110" y="6234"/>
                <a:ext cx="540" cy="22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grpSp>
        <p:sp>
          <p:nvSpPr>
            <p:cNvPr id="75787" name="Line 7244"/>
            <p:cNvSpPr>
              <a:spLocks noChangeShapeType="1"/>
            </p:cNvSpPr>
            <p:nvPr/>
          </p:nvSpPr>
          <p:spPr bwMode="auto">
            <a:xfrm>
              <a:off x="7030" y="3861"/>
              <a:ext cx="0" cy="1043"/>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grpSp>
          <p:nvGrpSpPr>
            <p:cNvPr id="75784" name="组合 9054"/>
            <p:cNvGrpSpPr>
              <a:grpSpLocks/>
            </p:cNvGrpSpPr>
            <p:nvPr/>
          </p:nvGrpSpPr>
          <p:grpSpPr bwMode="auto">
            <a:xfrm>
              <a:off x="6490" y="3227"/>
              <a:ext cx="1080" cy="634"/>
              <a:chOff x="6490" y="3256"/>
              <a:chExt cx="1080" cy="634"/>
            </a:xfrm>
          </p:grpSpPr>
          <p:sp>
            <p:nvSpPr>
              <p:cNvPr id="75786" name="Text Box 7239"/>
              <p:cNvSpPr txBox="1">
                <a:spLocks noChangeArrowheads="1"/>
              </p:cNvSpPr>
              <p:nvPr/>
            </p:nvSpPr>
            <p:spPr bwMode="auto">
              <a:xfrm>
                <a:off x="6490" y="3479"/>
                <a:ext cx="1080" cy="411"/>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借书界面</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75785" name="Rectangle 7240"/>
              <p:cNvSpPr>
                <a:spLocks noChangeArrowheads="1"/>
              </p:cNvSpPr>
              <p:nvPr/>
            </p:nvSpPr>
            <p:spPr bwMode="auto">
              <a:xfrm>
                <a:off x="6490" y="3256"/>
                <a:ext cx="540" cy="22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grpSp>
        <p:grpSp>
          <p:nvGrpSpPr>
            <p:cNvPr id="75781" name="组合 9057"/>
            <p:cNvGrpSpPr>
              <a:grpSpLocks/>
            </p:cNvGrpSpPr>
            <p:nvPr/>
          </p:nvGrpSpPr>
          <p:grpSpPr bwMode="auto">
            <a:xfrm>
              <a:off x="8470" y="3230"/>
              <a:ext cx="1080" cy="631"/>
              <a:chOff x="8470" y="3260"/>
              <a:chExt cx="1080" cy="631"/>
            </a:xfrm>
          </p:grpSpPr>
          <p:sp>
            <p:nvSpPr>
              <p:cNvPr id="75783" name="Text Box 7242"/>
              <p:cNvSpPr txBox="1">
                <a:spLocks noChangeArrowheads="1"/>
              </p:cNvSpPr>
              <p:nvPr/>
            </p:nvSpPr>
            <p:spPr bwMode="auto">
              <a:xfrm>
                <a:off x="8470" y="3483"/>
                <a:ext cx="1080" cy="4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还书界面</a:t>
                </a:r>
                <a:endParaRPr kumimoji="0" lang="zh-CN" sz="16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75782" name="Rectangle 7243"/>
              <p:cNvSpPr>
                <a:spLocks noChangeArrowheads="1"/>
              </p:cNvSpPr>
              <p:nvPr/>
            </p:nvSpPr>
            <p:spPr bwMode="auto">
              <a:xfrm>
                <a:off x="8470" y="3260"/>
                <a:ext cx="540" cy="22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grpSp>
        <p:grpSp>
          <p:nvGrpSpPr>
            <p:cNvPr id="75778" name="组合 9060"/>
            <p:cNvGrpSpPr>
              <a:grpSpLocks/>
            </p:cNvGrpSpPr>
            <p:nvPr/>
          </p:nvGrpSpPr>
          <p:grpSpPr bwMode="auto">
            <a:xfrm>
              <a:off x="4510" y="4676"/>
              <a:ext cx="1080" cy="631"/>
              <a:chOff x="4510" y="4676"/>
              <a:chExt cx="1080" cy="631"/>
            </a:xfrm>
          </p:grpSpPr>
          <p:sp>
            <p:nvSpPr>
              <p:cNvPr id="75780" name="Text Box 7247"/>
              <p:cNvSpPr txBox="1">
                <a:spLocks noChangeArrowheads="1"/>
              </p:cNvSpPr>
              <p:nvPr/>
            </p:nvSpPr>
            <p:spPr bwMode="auto">
              <a:xfrm>
                <a:off x="4510" y="4899"/>
                <a:ext cx="1080" cy="4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图书查询</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75779" name="Rectangle 7248"/>
              <p:cNvSpPr>
                <a:spLocks noChangeArrowheads="1"/>
              </p:cNvSpPr>
              <p:nvPr/>
            </p:nvSpPr>
            <p:spPr bwMode="auto">
              <a:xfrm>
                <a:off x="4510" y="4676"/>
                <a:ext cx="540" cy="22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grpSp>
      </p:grpSp>
      <p:sp>
        <p:nvSpPr>
          <p:cNvPr id="55" name="矩形 54"/>
          <p:cNvSpPr/>
          <p:nvPr/>
        </p:nvSpPr>
        <p:spPr>
          <a:xfrm>
            <a:off x="3942762" y="6069421"/>
            <a:ext cx="4006225" cy="369332"/>
          </a:xfrm>
          <a:prstGeom prst="rect">
            <a:avLst/>
          </a:prstGeom>
        </p:spPr>
        <p:txBody>
          <a:bodyPr wrap="none">
            <a:spAutoFit/>
          </a:bodyPr>
          <a:lstStyle/>
          <a:p>
            <a:r>
              <a:rPr lang="zh-CN" altLang="en-US" dirty="0" smtClean="0"/>
              <a:t>图</a:t>
            </a:r>
            <a:r>
              <a:rPr lang="en-US" dirty="0" smtClean="0"/>
              <a:t>7-25  </a:t>
            </a:r>
            <a:r>
              <a:rPr lang="zh-CN" altLang="en-US" dirty="0" smtClean="0"/>
              <a:t>图书馆信息管理系统的层次图</a:t>
            </a:r>
            <a:endParaRPr lang="zh-CN" altLang="en-US" dirty="0"/>
          </a:p>
        </p:txBody>
      </p:sp>
    </p:spTree>
    <p:custDataLst>
      <p:tags r:id="rId1"/>
    </p:custDataLst>
  </p:cSld>
  <p:clrMapOvr>
    <a:masterClrMapping/>
  </p:clrMapOvr>
  <p:transition>
    <p:pull dir="u"/>
  </p:transition>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solidFill>
                  <a:srgbClr val="FF0000"/>
                </a:solidFill>
              </a:rPr>
              <a:t>本章小结</a:t>
            </a:r>
            <a:endParaRPr lang="zh-CN" altLang="en-US" dirty="0">
              <a:solidFill>
                <a:srgbClr val="FF0000"/>
              </a:solidFill>
            </a:endParaRP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本章小结</a:t>
            </a:r>
          </a:p>
        </p:txBody>
      </p:sp>
      <p:sp>
        <p:nvSpPr>
          <p:cNvPr id="100" name="文本框 99"/>
          <p:cNvSpPr txBox="1"/>
          <p:nvPr/>
        </p:nvSpPr>
        <p:spPr>
          <a:xfrm>
            <a:off x="1529080" y="2416810"/>
            <a:ext cx="9427210" cy="2613023"/>
          </a:xfrm>
          <a:prstGeom prst="rect">
            <a:avLst/>
          </a:prstGeom>
          <a:noFill/>
          <a:ln w="9525">
            <a:noFill/>
          </a:ln>
        </p:spPr>
        <p:txBody>
          <a:bodyPr wrap="square">
            <a:spAutoFit/>
          </a:bodyPr>
          <a:lstStyle/>
          <a:p>
            <a:pPr marL="285750" indent="-285750" algn="l" fontAlgn="auto">
              <a:lnSpc>
                <a:spcPct val="130000"/>
              </a:lnSpc>
              <a:buFont typeface="Wingdings" panose="05000000000000000000" charset="0"/>
              <a:buChar char="Ø"/>
            </a:pPr>
            <a:r>
              <a:rPr lang="zh-CN" altLang="en-US" dirty="0">
                <a:latin typeface="微软雅黑" panose="020B0503020204020204" charset="-122"/>
                <a:ea typeface="微软雅黑" panose="020B0503020204020204" charset="-122"/>
                <a:sym typeface="+mn-ea"/>
              </a:rPr>
              <a:t>面向对象方法是一种将数据和处理相结合的方法。面向对象设计分为系统设计和对象设计两个阶段。面向对象方法不强调分析与设计之间的严格区分。从面向对象分析（OOA）到面向对象设计（OOD），是一个反复多次迭代的过程。</a:t>
            </a:r>
          </a:p>
          <a:p>
            <a:pPr marL="285750" indent="-285750" algn="l" fontAlgn="auto">
              <a:lnSpc>
                <a:spcPct val="130000"/>
              </a:lnSpc>
              <a:buFont typeface="Wingdings" panose="05000000000000000000" charset="0"/>
              <a:buChar char="Ø"/>
            </a:pPr>
            <a:r>
              <a:rPr lang="zh-CN" altLang="en-US" dirty="0">
                <a:latin typeface="微软雅黑" panose="020B0503020204020204" charset="-122"/>
                <a:ea typeface="微软雅黑" panose="020B0503020204020204" charset="-122"/>
                <a:sym typeface="+mn-ea"/>
              </a:rPr>
              <a:t>面向对象的分析要建立</a:t>
            </a:r>
            <a:r>
              <a:rPr lang="zh-CN" altLang="en-US" dirty="0">
                <a:solidFill>
                  <a:srgbClr val="C00000"/>
                </a:solidFill>
                <a:latin typeface="微软雅黑" panose="020B0503020204020204" charset="-122"/>
                <a:ea typeface="微软雅黑" panose="020B0503020204020204" charset="-122"/>
                <a:sym typeface="+mn-ea"/>
              </a:rPr>
              <a:t>对象模型、动态模型和功能模型。</a:t>
            </a:r>
          </a:p>
          <a:p>
            <a:pPr marL="285750" indent="-285750" algn="l" fontAlgn="auto">
              <a:lnSpc>
                <a:spcPct val="130000"/>
              </a:lnSpc>
              <a:buFont typeface="Wingdings" panose="05000000000000000000" charset="0"/>
              <a:buChar char="Ø"/>
            </a:pPr>
            <a:r>
              <a:rPr lang="zh-CN" altLang="en-US" dirty="0">
                <a:latin typeface="微软雅黑" panose="020B0503020204020204" charset="-122"/>
                <a:ea typeface="微软雅黑" panose="020B0503020204020204" charset="-122"/>
                <a:sym typeface="+mn-ea"/>
              </a:rPr>
              <a:t>对象模型用</a:t>
            </a:r>
            <a:r>
              <a:rPr lang="zh-CN" altLang="en-US" dirty="0">
                <a:solidFill>
                  <a:srgbClr val="00B050"/>
                </a:solidFill>
                <a:latin typeface="微软雅黑" panose="020B0503020204020204" charset="-122"/>
                <a:ea typeface="微软雅黑" panose="020B0503020204020204" charset="-122"/>
                <a:sym typeface="+mn-ea"/>
              </a:rPr>
              <a:t>类符号、类实例符号、类的关联关系、继承关系、组合关系</a:t>
            </a:r>
            <a:r>
              <a:rPr lang="zh-CN" altLang="en-US" dirty="0">
                <a:latin typeface="微软雅黑" panose="020B0503020204020204" charset="-122"/>
                <a:ea typeface="微软雅黑" panose="020B0503020204020204" charset="-122"/>
                <a:sym typeface="+mn-ea"/>
              </a:rPr>
              <a:t>等表示。</a:t>
            </a:r>
          </a:p>
          <a:p>
            <a:pPr marL="285750" indent="-285750" algn="l" fontAlgn="auto">
              <a:lnSpc>
                <a:spcPct val="130000"/>
              </a:lnSpc>
              <a:buFont typeface="Wingdings" panose="05000000000000000000" charset="0"/>
              <a:buChar char="Ø"/>
            </a:pPr>
            <a:r>
              <a:rPr lang="zh-CN" altLang="en-US" dirty="0">
                <a:latin typeface="微软雅黑" panose="020B0503020204020204" charset="-122"/>
                <a:ea typeface="微软雅黑" panose="020B0503020204020204" charset="-122"/>
                <a:sym typeface="+mn-ea"/>
              </a:rPr>
              <a:t>主题是把一组具有较强联系的类组织在一起而得到的类的集合。</a:t>
            </a:r>
          </a:p>
          <a:p>
            <a:pPr marL="285750" indent="-285750" algn="l" fontAlgn="auto">
              <a:lnSpc>
                <a:spcPct val="130000"/>
              </a:lnSpc>
              <a:buFont typeface="Wingdings" panose="05000000000000000000" charset="0"/>
              <a:buChar char="Ø"/>
            </a:pPr>
            <a:r>
              <a:rPr lang="zh-CN" altLang="en-US" dirty="0">
                <a:solidFill>
                  <a:srgbClr val="0070C0"/>
                </a:solidFill>
                <a:latin typeface="微软雅黑" panose="020B0503020204020204" charset="-122"/>
                <a:ea typeface="微软雅黑" panose="020B0503020204020204" charset="-122"/>
                <a:sym typeface="+mn-ea"/>
              </a:rPr>
              <a:t>建立动态模型时，首先编写脚本，从脚本中提取事件，画事件的顺序图，再画状态转换图</a:t>
            </a:r>
            <a:r>
              <a:rPr lang="zh-CN" altLang="en-US" dirty="0">
                <a:latin typeface="微软雅黑" panose="020B0503020204020204" charset="-122"/>
                <a:ea typeface="微软雅黑" panose="020B0503020204020204" charset="-122"/>
                <a:sym typeface="+mn-ea"/>
              </a:rPr>
              <a:t>。</a:t>
            </a:r>
          </a:p>
        </p:txBody>
      </p:sp>
      <p:sp>
        <p:nvSpPr>
          <p:cNvPr id="7" name="文本框 6"/>
          <p:cNvSpPr txBox="1"/>
          <p:nvPr/>
        </p:nvSpPr>
        <p:spPr>
          <a:xfrm>
            <a:off x="754380" y="3343910"/>
            <a:ext cx="476250" cy="108712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本章小结</a:t>
            </a:r>
          </a:p>
        </p:txBody>
      </p:sp>
    </p:spTree>
    <p:custDataLst>
      <p:tags r:id="rId1"/>
    </p:custDataLst>
  </p:cSld>
  <p:clrMapOvr>
    <a:masterClrMapping/>
  </p:clrMapOvr>
  <p:transition>
    <p:wedge/>
  </p:transition>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solidFill>
                  <a:srgbClr val="FF0000"/>
                </a:solidFill>
              </a:rPr>
              <a:t>本章小结</a:t>
            </a:r>
            <a:endParaRPr lang="zh-CN" altLang="en-US" dirty="0">
              <a:solidFill>
                <a:srgbClr val="FF0000"/>
              </a:solidFill>
            </a:endParaRP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本章小结</a:t>
            </a:r>
          </a:p>
        </p:txBody>
      </p:sp>
      <p:sp>
        <p:nvSpPr>
          <p:cNvPr id="100" name="文本框 99"/>
          <p:cNvSpPr txBox="1"/>
          <p:nvPr/>
        </p:nvSpPr>
        <p:spPr>
          <a:xfrm>
            <a:off x="1542728" y="2595624"/>
            <a:ext cx="9648825" cy="2252924"/>
          </a:xfrm>
          <a:prstGeom prst="rect">
            <a:avLst/>
          </a:prstGeom>
          <a:noFill/>
          <a:ln w="9525">
            <a:noFill/>
          </a:ln>
        </p:spPr>
        <p:txBody>
          <a:bodyPr wrap="square">
            <a:spAutoFit/>
          </a:bodyPr>
          <a:lstStyle/>
          <a:p>
            <a:pPr marL="285750" indent="-285750" algn="l" fontAlgn="auto">
              <a:lnSpc>
                <a:spcPct val="130000"/>
              </a:lnSpc>
              <a:buFont typeface="Wingdings" panose="05000000000000000000" charset="0"/>
              <a:buChar char="Ø"/>
            </a:pPr>
            <a:r>
              <a:rPr lang="zh-CN" altLang="en-US" dirty="0">
                <a:latin typeface="微软雅黑" panose="020B0503020204020204" charset="-122"/>
                <a:ea typeface="微软雅黑" panose="020B0503020204020204" charset="-122"/>
                <a:sym typeface="+mn-ea"/>
              </a:rPr>
              <a:t>功能模型可用</a:t>
            </a:r>
            <a:r>
              <a:rPr lang="zh-CN" altLang="en-US" dirty="0">
                <a:solidFill>
                  <a:srgbClr val="0070C0"/>
                </a:solidFill>
                <a:latin typeface="微软雅黑" panose="020B0503020204020204" charset="-122"/>
                <a:ea typeface="微软雅黑" panose="020B0503020204020204" charset="-122"/>
                <a:sym typeface="+mn-ea"/>
              </a:rPr>
              <a:t>数据流图、程序流程图</a:t>
            </a:r>
            <a:r>
              <a:rPr lang="zh-CN" altLang="en-US" dirty="0">
                <a:latin typeface="微软雅黑" panose="020B0503020204020204" charset="-122"/>
                <a:ea typeface="微软雅黑" panose="020B0503020204020204" charset="-122"/>
                <a:sym typeface="+mn-ea"/>
              </a:rPr>
              <a:t>等来表示。</a:t>
            </a:r>
          </a:p>
          <a:p>
            <a:pPr marL="285750" indent="-285750" algn="l" fontAlgn="auto">
              <a:lnSpc>
                <a:spcPct val="130000"/>
              </a:lnSpc>
              <a:buFont typeface="Wingdings" panose="05000000000000000000" charset="0"/>
              <a:buChar char="Ø"/>
            </a:pPr>
            <a:r>
              <a:rPr lang="zh-CN" altLang="en-US" dirty="0">
                <a:latin typeface="微软雅黑" panose="020B0503020204020204" charset="-122"/>
                <a:ea typeface="微软雅黑" panose="020B0503020204020204" charset="-122"/>
                <a:sym typeface="+mn-ea"/>
              </a:rPr>
              <a:t>软件架构的最基本的元素是软件构件、连接件和配置。</a:t>
            </a:r>
          </a:p>
          <a:p>
            <a:pPr marL="285750" indent="-285750" algn="l" fontAlgn="auto">
              <a:lnSpc>
                <a:spcPct val="130000"/>
              </a:lnSpc>
              <a:buFont typeface="Wingdings" panose="05000000000000000000" charset="0"/>
              <a:buChar char="Ø"/>
            </a:pPr>
            <a:r>
              <a:rPr lang="zh-CN" altLang="en-US" dirty="0">
                <a:latin typeface="微软雅黑" panose="020B0503020204020204" charset="-122"/>
                <a:ea typeface="微软雅黑" panose="020B0503020204020204" charset="-122"/>
                <a:sym typeface="+mn-ea"/>
              </a:rPr>
              <a:t>选择面向对象编程语言的关键因素：</a:t>
            </a:r>
            <a:r>
              <a:rPr lang="zh-CN" altLang="en-US" dirty="0">
                <a:solidFill>
                  <a:srgbClr val="00B050"/>
                </a:solidFill>
                <a:latin typeface="微软雅黑" panose="020B0503020204020204" charset="-122"/>
                <a:ea typeface="微软雅黑" panose="020B0503020204020204" charset="-122"/>
                <a:sym typeface="+mn-ea"/>
              </a:rPr>
              <a:t>与OOA和OOD有一致的表示方法（类、继承、封装、消息、多态性等）、可重用性、可维护性。</a:t>
            </a:r>
          </a:p>
          <a:p>
            <a:pPr marL="285750" indent="-285750" algn="l" fontAlgn="auto">
              <a:lnSpc>
                <a:spcPct val="130000"/>
              </a:lnSpc>
              <a:buFont typeface="Wingdings" panose="05000000000000000000" charset="0"/>
              <a:buChar char="Ø"/>
            </a:pPr>
            <a:r>
              <a:rPr lang="zh-CN" altLang="en-US" dirty="0">
                <a:latin typeface="微软雅黑" panose="020B0503020204020204" charset="-122"/>
                <a:ea typeface="微软雅黑" panose="020B0503020204020204" charset="-122"/>
                <a:sym typeface="+mn-ea"/>
              </a:rPr>
              <a:t> 在面向对象系统实现阶段，进行面向对象的程序设计和测试时，除了遵循传统程序设计的准则以外，还有一些特有的准则，包括提高软件的可重用性、可扩展性和健壮性。</a:t>
            </a:r>
          </a:p>
        </p:txBody>
      </p:sp>
      <p:sp>
        <p:nvSpPr>
          <p:cNvPr id="7" name="文本框 6"/>
          <p:cNvSpPr txBox="1"/>
          <p:nvPr/>
        </p:nvSpPr>
        <p:spPr>
          <a:xfrm>
            <a:off x="754380" y="3343910"/>
            <a:ext cx="476250" cy="108712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本章小结</a:t>
            </a:r>
          </a:p>
        </p:txBody>
      </p:sp>
    </p:spTree>
    <p:custDataLst>
      <p:tags r:id="rId1"/>
    </p:custDataLst>
  </p:cSld>
  <p:clrMapOvr>
    <a:masterClrMapping/>
  </p:clrMapOvr>
  <p:transition>
    <p:wedge/>
  </p:transition>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randomBar dir="vert"/>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H" val="20150911154116"/>
  <p:tag name="MH_LIBRARY" val="GRAPHIC"/>
  <p:tag name="MH_ORDER" val="矩形 2"/>
</p:tagLst>
</file>

<file path=ppt/tags/tag2.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2"/>
</p:tagLst>
</file>

<file path=ppt/tags/tag3.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3"/>
</p:tagLst>
</file>

<file path=ppt/tags/tag4.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4"/>
</p:tagLst>
</file>

<file path=ppt/tags/tag5.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6"/>
</p:tagLst>
</file>

<file path=ppt/tags/tag6.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7"/>
</p:tagLst>
</file>

<file path=ppt/tags/tag7.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8"/>
</p:tagLst>
</file>

<file path=ppt/tags/tag8.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9"/>
</p:tagLst>
</file>

<file path=ppt/tags/tag9.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0"/>
</p:tagLst>
</file>

<file path=ppt/tags/tag10.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1"/>
</p:tagLst>
</file>

<file path=ppt/tags/tag11.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2"/>
</p:tagLst>
</file>

<file path=ppt/tags/tag12.xml><?xml version="1.0" encoding="utf-8"?>
<p:tagLst xmlns:a="http://schemas.openxmlformats.org/drawingml/2006/main" xmlns:r="http://schemas.openxmlformats.org/officeDocument/2006/relationships" xmlns:p="http://schemas.openxmlformats.org/presentationml/2006/main">
  <p:tag name="MH_TYPE" val="#NeiR#"/>
  <p:tag name="MH_NUMBER" val="1"/>
  <p:tag name="MH_CATEGORY" val="#TuWHP#"/>
  <p:tag name="MH_LAYOUT" val="SubTitleText"/>
  <p:tag name="MH" val="20161213152808"/>
  <p:tag name="MH_LIBRARY" val="GRAPHIC"/>
</p:tagLst>
</file>

<file path=ppt/tags/tag13.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Picture"/>
  <p:tag name="MH_ORDER" val="1"/>
</p:tagLst>
</file>

<file path=ppt/tags/tag14.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Text"/>
  <p:tag name="MH_ORDER" val="1"/>
</p:tagLst>
</file>

<file path=ppt/tags/tag15.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2"/>
</p:tagLst>
</file>

<file path=ppt/tags/tag16.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3"/>
</p:tagLst>
</file>

<file path=ppt/tags/tag1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9.xml><?xml version="1.0" encoding="utf-8"?>
<p:tagLst xmlns:a="http://schemas.openxmlformats.org/drawingml/2006/main" xmlns:r="http://schemas.openxmlformats.org/officeDocument/2006/relationships" xmlns:p="http://schemas.openxmlformats.org/presentationml/2006/main">
  <p:tag name="MH" val="20161213153337"/>
  <p:tag name="MH_LIBRARY" val="GRAPHIC"/>
</p:tagLst>
</file>

<file path=ppt/tags/tag20.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1.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Text Box 20"/>
</p:tagLst>
</file>

<file path=ppt/tags/tag22.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文本框 20"/>
</p:tagLst>
</file>

<file path=ppt/tags/tag23.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2"/>
</p:tagLst>
</file>

<file path=ppt/tags/tag24.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4"/>
</p:tagLst>
</file>

<file path=ppt/tags/tag25.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7*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7*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7*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7*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7*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7*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7*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7*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7*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7*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7*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7*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7*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7*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7*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7.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1"/>
</p:tagLst>
</file>

<file path=ppt/tags/tag48.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2"/>
</p:tagLst>
</file>

<file path=ppt/tags/tag4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1.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1"/>
</p:tagLst>
</file>

<file path=ppt/tags/tag5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3.xml><?xml version="1.0" encoding="utf-8"?>
<p:tagLst xmlns:a="http://schemas.openxmlformats.org/drawingml/2006/main" xmlns:r="http://schemas.openxmlformats.org/officeDocument/2006/relationships" xmlns:p="http://schemas.openxmlformats.org/presentationml/2006/main">
  <p:tag name="MH" val="20170104192538"/>
  <p:tag name="MH_LIBRARY" val="GRAPHIC"/>
  <p:tag name="MH_TYPE" val="Picture"/>
  <p:tag name="MH_ORDER" val="1"/>
</p:tagLst>
</file>

<file path=ppt/tags/tag54.xml><?xml version="1.0" encoding="utf-8"?>
<p:tagLst xmlns:a="http://schemas.openxmlformats.org/drawingml/2006/main" xmlns:r="http://schemas.openxmlformats.org/officeDocument/2006/relationships" xmlns:p="http://schemas.openxmlformats.org/presentationml/2006/main">
  <p:tag name="MH" val="20161215102852"/>
  <p:tag name="MH_LIBRARY" val="GRAPHIC"/>
  <p:tag name="MH_TYPE" val="SubTitle"/>
  <p:tag name="MH_ORDER" val="1"/>
</p:tagLst>
</file>

<file path=ppt/tags/tag55.xml><?xml version="1.0" encoding="utf-8"?>
<p:tagLst xmlns:a="http://schemas.openxmlformats.org/drawingml/2006/main" xmlns:r="http://schemas.openxmlformats.org/officeDocument/2006/relationships" xmlns:p="http://schemas.openxmlformats.org/presentationml/2006/main">
  <p:tag name="MH" val="20161215102852"/>
  <p:tag name="MH_LIBRARY" val="GRAPHIC"/>
  <p:tag name="MH_TYPE" val="Text"/>
  <p:tag name="MH_ORDER" val="1"/>
</p:tagLst>
</file>

<file path=ppt/tags/tag5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9.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60.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61.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62.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63.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64.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65.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1"/>
</p:tagLst>
</file>

<file path=ppt/tags/tag66.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3"/>
</p:tagLst>
</file>

<file path=ppt/tags/tag67.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1"/>
</p:tagLst>
</file>

<file path=ppt/tags/tag68.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Title"/>
  <p:tag name="MH_ORDER" val="1"/>
</p:tagLst>
</file>

<file path=ppt/tags/tag69.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2"/>
</p:tagLst>
</file>

<file path=ppt/tags/tag70.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2"/>
</p:tagLst>
</file>

<file path=ppt/tags/tag71.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3"/>
</p:tagLst>
</file>

<file path=ppt/tags/tag7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7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8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8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8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8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8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8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9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9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9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9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9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9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9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9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9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9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10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0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0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0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0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0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06.xml><?xml version="1.0" encoding="utf-8"?>
<p:tagLst xmlns:a="http://schemas.openxmlformats.org/drawingml/2006/main" xmlns:r="http://schemas.openxmlformats.org/officeDocument/2006/relationships" xmlns:p="http://schemas.openxmlformats.org/presentationml/2006/main">
  <p:tag name="MH" val="20170104182228"/>
  <p:tag name="MH_LIBRARY" val="GRAPHIC"/>
  <p:tag name="MH_TYPE" val="Desc"/>
  <p:tag name="MH_ORDER" val="1"/>
</p:tagLst>
</file>

<file path=ppt/tags/tag10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08.xml><?xml version="1.0" encoding="utf-8"?>
<p:tagLst xmlns:a="http://schemas.openxmlformats.org/drawingml/2006/main" xmlns:r="http://schemas.openxmlformats.org/officeDocument/2006/relationships" xmlns:p="http://schemas.openxmlformats.org/presentationml/2006/main">
  <p:tag name="MH" val="20170104182228"/>
  <p:tag name="MH_LIBRARY" val="GRAPHIC"/>
  <p:tag name="MH_TYPE" val="Desc"/>
  <p:tag name="MH_ORDER" val="1"/>
</p:tagLst>
</file>

<file path=ppt/tags/tag10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10.xml><?xml version="1.0" encoding="utf-8"?>
<p:tagLst xmlns:a="http://schemas.openxmlformats.org/drawingml/2006/main" xmlns:r="http://schemas.openxmlformats.org/officeDocument/2006/relationships" xmlns:p="http://schemas.openxmlformats.org/presentationml/2006/main">
  <p:tag name="MH" val="20170104182228"/>
  <p:tag name="MH_LIBRARY" val="GRAPHIC"/>
  <p:tag name="MH_TYPE" val="Desc"/>
  <p:tag name="MH_ORDER" val="1"/>
</p:tagLst>
</file>

<file path=ppt/tags/tag11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1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1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1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11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11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11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11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11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12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12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12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12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12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12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12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12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12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12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13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13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13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13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13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3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3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2_1"/>
  <p:tag name="KSO_WM_UNIT_ID" val="custom160596_24*l_h_f*1_2_1"/>
  <p:tag name="KSO_WM_UNIT_LAYERLEVEL" val="1_1_1"/>
  <p:tag name="KSO_WM_UNIT_VALUE" val="16"/>
  <p:tag name="KSO_WM_UNIT_HIGHLIGHT" val="0"/>
  <p:tag name="KSO_WM_UNIT_COMPATIBLE" val="0"/>
  <p:tag name="KSO_WM_UNIT_CLEAR" val="0"/>
  <p:tag name="KSO_WM_UNIT_PRESET_TEXT_INDEX" val="2"/>
  <p:tag name="KSO_WM_UNIT_PRESET_TEXT_LEN" val="10"/>
  <p:tag name="KSO_WM_DIAGRAM_GROUP_CODE" val="l1-8"/>
  <p:tag name="KSO_WM_UNIT_TEXT_FILL_FORE_SCHEMECOLOR_INDEX" val="13"/>
  <p:tag name="KSO_WM_UNIT_TEXT_FILL_TYPE" val="1"/>
  <p:tag name="KSO_WM_UNIT_USESOURCEFORMAT_APPLY" val="1"/>
</p:tagLst>
</file>

<file path=ppt/tags/tag1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24*l_h_f*1_1_1"/>
  <p:tag name="KSO_WM_UNIT_LAYERLEVEL" val="1_1_1"/>
  <p:tag name="KSO_WM_UNIT_VALUE" val="16"/>
  <p:tag name="KSO_WM_UNIT_HIGHLIGHT" val="0"/>
  <p:tag name="KSO_WM_UNIT_COMPATIBLE" val="0"/>
  <p:tag name="KSO_WM_UNIT_CLEAR" val="0"/>
  <p:tag name="KSO_WM_UNIT_PRESET_TEXT_INDEX" val="2"/>
  <p:tag name="KSO_WM_UNIT_PRESET_TEXT_LEN" val="10"/>
  <p:tag name="KSO_WM_DIAGRAM_GROUP_CODE" val="l1-8"/>
  <p:tag name="KSO_WM_UNIT_TEXT_FILL_FORE_SCHEMECOLOR_INDEX" val="13"/>
  <p:tag name="KSO_WM_UNIT_TEXT_FILL_TYPE" val="1"/>
  <p:tag name="KSO_WM_UNIT_USESOURCEFORMAT_APPLY" val="1"/>
</p:tagLst>
</file>

<file path=ppt/tags/tag1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3_1"/>
  <p:tag name="KSO_WM_UNIT_ID" val="custom160596_24*l_h_f*1_3_1"/>
  <p:tag name="KSO_WM_UNIT_LAYERLEVEL" val="1_1_1"/>
  <p:tag name="KSO_WM_UNIT_VALUE" val="16"/>
  <p:tag name="KSO_WM_UNIT_HIGHLIGHT" val="0"/>
  <p:tag name="KSO_WM_UNIT_COMPATIBLE" val="0"/>
  <p:tag name="KSO_WM_UNIT_CLEAR" val="0"/>
  <p:tag name="KSO_WM_UNIT_PRESET_TEXT_INDEX" val="2"/>
  <p:tag name="KSO_WM_UNIT_PRESET_TEXT_LEN" val="10"/>
  <p:tag name="KSO_WM_DIAGRAM_GROUP_CODE" val="l1-8"/>
  <p:tag name="KSO_WM_UNIT_TEXT_FILL_FORE_SCHEMECOLOR_INDEX" val="13"/>
  <p:tag name="KSO_WM_UNIT_TEXT_FILL_TYPE" val="1"/>
  <p:tag name="KSO_WM_UNIT_USESOURCEFORMAT_APPLY" val="1"/>
</p:tagLst>
</file>

<file path=ppt/tags/tag14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41.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1"/>
</p:tagLst>
</file>

<file path=ppt/tags/tag142.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2"/>
</p:tagLst>
</file>

<file path=ppt/tags/tag143.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3"/>
</p:tagLst>
</file>

<file path=ppt/tags/tag14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4"/>
</p:tagLst>
</file>

<file path=ppt/tags/tag14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6"/>
</p:tagLst>
</file>

<file path=ppt/tags/tag146.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2"/>
</p:tagLst>
</file>

<file path=ppt/tags/tag147.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2"/>
</p:tagLst>
</file>

<file path=ppt/tags/tag148.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7"/>
</p:tagLst>
</file>

<file path=ppt/tags/tag149.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1"/>
</p:tagLst>
</file>

<file path=ppt/tags/tag150.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1"/>
</p:tagLst>
</file>

<file path=ppt/tags/tag151.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8"/>
</p:tagLst>
</file>

<file path=ppt/tags/tag152.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5"/>
</p:tagLst>
</file>

<file path=ppt/tags/tag15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5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15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15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15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15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15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16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16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16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16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16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16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16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16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16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16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7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7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7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7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7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7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7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7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7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79.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Other"/>
  <p:tag name="MH_ORDER" val="1"/>
</p:tagLst>
</file>

<file path=ppt/tags/tag180.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Picture"/>
  <p:tag name="MH_ORDER" val="1"/>
</p:tagLst>
</file>

<file path=ppt/tags/tag181.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Other"/>
  <p:tag name="MH_ORDER" val="2"/>
</p:tagLst>
</file>

<file path=ppt/tags/tag182.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Other"/>
  <p:tag name="MH_ORDER" val="3"/>
</p:tagLst>
</file>

<file path=ppt/tags/tag183.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Desc"/>
  <p:tag name="MH_ORDER" val="1"/>
</p:tagLst>
</file>

<file path=ppt/tags/tag184.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Other"/>
  <p:tag name="MH_ORDER" val="4"/>
</p:tagLst>
</file>

<file path=ppt/tags/tag18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8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8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8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8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9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9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9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9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9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9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9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9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9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9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0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0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0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0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0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0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20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0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0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0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1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21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1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1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1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1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1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17.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1"/>
</p:tagLst>
</file>

<file path=ppt/tags/tag21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1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
</p:tagLst>
</file>

<file path=ppt/tags/tag22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2"/>
</p:tagLst>
</file>

<file path=ppt/tags/tag22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3"/>
</p:tagLst>
</file>

<file path=ppt/tags/tag22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4"/>
</p:tagLst>
</file>

<file path=ppt/tags/tag22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5"/>
</p:tagLst>
</file>

<file path=ppt/tags/tag22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2"/>
</p:tagLst>
</file>

<file path=ppt/tags/tag22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2"/>
</p:tagLst>
</file>

<file path=ppt/tags/tag22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22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22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22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23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23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23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23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3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6"/>
</p:tagLst>
</file>

<file path=ppt/tags/tag23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7"/>
</p:tagLst>
</file>

<file path=ppt/tags/tag23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8"/>
</p:tagLst>
</file>

<file path=ppt/tags/tag23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9"/>
</p:tagLst>
</file>

<file path=ppt/tags/tag23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0"/>
</p:tagLst>
</file>

<file path=ppt/tags/tag23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3"/>
</p:tagLst>
</file>

<file path=ppt/tags/tag24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3"/>
</p:tagLst>
</file>

<file path=ppt/tags/tag24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2_1"/>
  <p:tag name="KSO_WM_UNIT_ID" val="custom160596_94*l_h_f*1_2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2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2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7"/>
  <p:tag name="KSO_WM_UNIT_ID" val="custom160596_94*l_i*1_7"/>
  <p:tag name="KSO_WM_UNIT_LAYERLEVEL" val="1_1"/>
  <p:tag name="KSO_WM_DIAGRAM_GROUP_CODE" val="l1-19"/>
  <p:tag name="KSO_WM_UNIT_FILL_FORE_SCHEMECOLOR_INDEX" val="9"/>
  <p:tag name="KSO_WM_UNIT_FILL_TYPE" val="1"/>
  <p:tag name="KSO_WM_UNIT_TEXT_FILL_FORE_SCHEMECOLOR_INDEX" val="13"/>
  <p:tag name="KSO_WM_UNIT_TEXT_FILL_TYPE" val="1"/>
  <p:tag name="KSO_WM_UNIT_USESOURCEFORMAT_APPLY" val="1"/>
</p:tagLst>
</file>

<file path=ppt/tags/tag2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94*l_h_a*1_2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2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2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7"/>
  <p:tag name="KSO_WM_UNIT_ID" val="custom160596_94*l_i*1_7"/>
  <p:tag name="KSO_WM_UNIT_LAYERLEVEL" val="1_1"/>
  <p:tag name="KSO_WM_DIAGRAM_GROUP_CODE" val="l1-19"/>
  <p:tag name="KSO_WM_UNIT_FILL_FORE_SCHEMECOLOR_INDEX" val="9"/>
  <p:tag name="KSO_WM_UNIT_FILL_TYPE" val="1"/>
  <p:tag name="KSO_WM_UNIT_TEXT_FILL_FORE_SCHEMECOLOR_INDEX" val="13"/>
  <p:tag name="KSO_WM_UNIT_TEXT_FILL_TYPE" val="1"/>
  <p:tag name="KSO_WM_UNIT_USESOURCEFORMAT_APPLY" val="1"/>
</p:tagLst>
</file>

<file path=ppt/tags/tag2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94*l_h_a*1_2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2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2_1"/>
  <p:tag name="KSO_WM_UNIT_ID" val="custom160596_94*l_h_f*1_2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2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2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7"/>
  <p:tag name="KSO_WM_UNIT_ID" val="custom160596_94*l_i*1_7"/>
  <p:tag name="KSO_WM_UNIT_LAYERLEVEL" val="1_1"/>
  <p:tag name="KSO_WM_DIAGRAM_GROUP_CODE" val="l1-19"/>
  <p:tag name="KSO_WM_UNIT_FILL_FORE_SCHEMECOLOR_INDEX" val="9"/>
  <p:tag name="KSO_WM_UNIT_FILL_TYPE" val="1"/>
  <p:tag name="KSO_WM_UNIT_TEXT_FILL_FORE_SCHEMECOLOR_INDEX" val="13"/>
  <p:tag name="KSO_WM_UNIT_TEXT_FILL_TYPE" val="1"/>
  <p:tag name="KSO_WM_UNIT_USESOURCEFORMAT_APPLY" val="1"/>
</p:tagLst>
</file>

<file path=ppt/tags/tag2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94*l_h_a*1_2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2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2_1"/>
  <p:tag name="KSO_WM_UNIT_ID" val="custom160596_94*l_h_f*1_2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2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2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7"/>
  <p:tag name="KSO_WM_UNIT_ID" val="custom160596_94*l_i*1_7"/>
  <p:tag name="KSO_WM_UNIT_LAYERLEVEL" val="1_1"/>
  <p:tag name="KSO_WM_DIAGRAM_GROUP_CODE" val="l1-19"/>
  <p:tag name="KSO_WM_UNIT_FILL_FORE_SCHEMECOLOR_INDEX" val="9"/>
  <p:tag name="KSO_WM_UNIT_FILL_TYPE" val="1"/>
  <p:tag name="KSO_WM_UNIT_TEXT_FILL_FORE_SCHEMECOLOR_INDEX" val="13"/>
  <p:tag name="KSO_WM_UNIT_TEXT_FILL_TYPE" val="1"/>
  <p:tag name="KSO_WM_UNIT_USESOURCEFORMAT_APPLY" val="1"/>
</p:tagLst>
</file>

<file path=ppt/tags/tag2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94*l_h_a*1_2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2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2_1"/>
  <p:tag name="KSO_WM_UNIT_ID" val="custom160596_94*l_h_f*1_2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25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5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60.xml><?xml version="1.0" encoding="utf-8"?>
<p:tagLst xmlns:a="http://schemas.openxmlformats.org/drawingml/2006/main" xmlns:r="http://schemas.openxmlformats.org/officeDocument/2006/relationships" xmlns:p="http://schemas.openxmlformats.org/presentationml/2006/main">
  <p:tag name="MH" val="20170104170807"/>
  <p:tag name="MH_LIBRARY" val="GRAPHIC"/>
  <p:tag name="MH_TYPE" val="Other"/>
  <p:tag name="MH_ORDER" val="1"/>
</p:tagLst>
</file>

<file path=ppt/tags/tag261.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6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6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6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6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6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6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6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6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7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7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7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7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7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7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7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7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7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7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8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8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8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8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28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
</p:tagLst>
</file>

<file path=ppt/tags/tag28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2"/>
</p:tagLst>
</file>

<file path=ppt/tags/tag28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3"/>
</p:tagLst>
</file>

<file path=ppt/tags/tag28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4"/>
</p:tagLst>
</file>

<file path=ppt/tags/tag28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5"/>
</p:tagLst>
</file>

<file path=ppt/tags/tag28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2"/>
</p:tagLst>
</file>

<file path=ppt/tags/tag29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2"/>
</p:tagLst>
</file>

<file path=ppt/tags/tag29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29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29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29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29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29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29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29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9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00.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1"/>
</p:tagLst>
</file>

<file path=ppt/tags/tag301.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2"/>
</p:tagLst>
</file>

<file path=ppt/tags/tag302.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3"/>
</p:tagLst>
</file>

<file path=ppt/tags/tag303.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4"/>
</p:tagLst>
</file>

<file path=ppt/tags/tag30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6"/>
</p:tagLst>
</file>

<file path=ppt/tags/tag30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2"/>
</p:tagLst>
</file>

<file path=ppt/tags/tag306.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2"/>
</p:tagLst>
</file>

<file path=ppt/tags/tag307.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7"/>
</p:tagLst>
</file>

<file path=ppt/tags/tag308.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1"/>
</p:tagLst>
</file>

<file path=ppt/tags/tag309.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1"/>
</p:tagLst>
</file>

<file path=ppt/tags/tag310.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8"/>
</p:tagLst>
</file>

<file path=ppt/tags/tag311.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5"/>
</p:tagLst>
</file>

<file path=ppt/tags/tag31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1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1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1"/>
</p:tagLst>
</file>

<file path=ppt/tags/tag31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2"/>
</p:tagLst>
</file>

<file path=ppt/tags/tag316.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3"/>
</p:tagLst>
</file>

<file path=ppt/tags/tag317.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4"/>
</p:tagLst>
</file>

<file path=ppt/tags/tag318.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6"/>
</p:tagLst>
</file>

<file path=ppt/tags/tag319.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2"/>
</p:tagLst>
</file>

<file path=ppt/tags/tag320.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2"/>
</p:tagLst>
</file>

<file path=ppt/tags/tag321.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7"/>
</p:tagLst>
</file>

<file path=ppt/tags/tag322.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1"/>
</p:tagLst>
</file>

<file path=ppt/tags/tag323.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1"/>
</p:tagLst>
</file>

<file path=ppt/tags/tag32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8"/>
</p:tagLst>
</file>

<file path=ppt/tags/tag32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5"/>
</p:tagLst>
</file>

<file path=ppt/tags/tag32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2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2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2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3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3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3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3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3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3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3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3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3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3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4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4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6*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6*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6*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6*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6*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3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6*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3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6*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6*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6*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6*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6*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6*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6*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6*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5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5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5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5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5*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5*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5*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5*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5*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3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5*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3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5*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5*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5*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5*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5*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5*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7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6*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6*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6*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6*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6*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3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6*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3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6*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6*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6*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6*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8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6*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6*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8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6*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6*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8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88.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1"/>
</p:tagLst>
</file>

<file path=ppt/tags/tag389.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2"/>
</p:tagLst>
</file>

<file path=ppt/tags/tag390.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3"/>
</p:tagLst>
</file>

<file path=ppt/tags/tag391.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4"/>
</p:tagLst>
</file>

<file path=ppt/tags/tag392.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5"/>
</p:tagLst>
</file>

<file path=ppt/tags/tag393.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6"/>
</p:tagLst>
</file>

<file path=ppt/tags/tag394.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7"/>
</p:tagLst>
</file>

<file path=ppt/tags/tag395.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8"/>
</p:tagLst>
</file>

<file path=ppt/tags/tag396.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9"/>
</p:tagLst>
</file>

<file path=ppt/tags/tag397.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10"/>
</p:tagLst>
</file>

<file path=ppt/tags/tag398.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11"/>
</p:tagLst>
</file>

<file path=ppt/tags/tag399.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Desc"/>
  <p:tag name="MH_ORDER" val="1"/>
</p:tagLst>
</file>

<file path=ppt/tags/tag40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01.xml><?xml version="1.0" encoding="utf-8"?>
<p:tagLst xmlns:a="http://schemas.openxmlformats.org/drawingml/2006/main" xmlns:r="http://schemas.openxmlformats.org/officeDocument/2006/relationships" xmlns:p="http://schemas.openxmlformats.org/presentationml/2006/main">
  <p:tag name="MH" val="20170104170807"/>
  <p:tag name="MH_LIBRARY" val="GRAPHIC"/>
  <p:tag name="MH_TYPE" val="Other"/>
  <p:tag name="MH_ORDER" val="1"/>
</p:tagLst>
</file>

<file path=ppt/tags/tag402.xml><?xml version="1.0" encoding="utf-8"?>
<p:tagLst xmlns:a="http://schemas.openxmlformats.org/drawingml/2006/main" xmlns:r="http://schemas.openxmlformats.org/officeDocument/2006/relationships" xmlns:p="http://schemas.openxmlformats.org/presentationml/2006/main">
  <p:tag name="MH" val="20170104170807"/>
  <p:tag name="MH_LIBRARY" val="GRAPHIC"/>
  <p:tag name="MH_TYPE" val="Picture"/>
  <p:tag name="MH_ORDER" val="1"/>
</p:tagLst>
</file>

<file path=ppt/tags/tag40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0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0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0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0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0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0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10.xml><?xml version="1.0" encoding="utf-8"?>
<p:tagLst xmlns:a="http://schemas.openxmlformats.org/drawingml/2006/main" xmlns:r="http://schemas.openxmlformats.org/officeDocument/2006/relationships" xmlns:p="http://schemas.openxmlformats.org/presentationml/2006/main">
  <p:tag name="MH" val="20170104162547"/>
  <p:tag name="MH_LIBRARY" val="GRAPHIC"/>
  <p:tag name="MH_TYPE" val="Picture"/>
  <p:tag name="MH_ORDER" val="1"/>
</p:tagLst>
</file>

<file path=ppt/tags/tag41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12.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1"/>
</p:tagLst>
</file>

<file path=ppt/tags/tag413.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2"/>
</p:tagLst>
</file>

<file path=ppt/tags/tag41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3"/>
</p:tagLst>
</file>

<file path=ppt/tags/tag41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4"/>
</p:tagLst>
</file>

<file path=ppt/tags/tag416.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6"/>
</p:tagLst>
</file>

<file path=ppt/tags/tag417.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2"/>
</p:tagLst>
</file>

<file path=ppt/tags/tag418.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2"/>
</p:tagLst>
</file>

<file path=ppt/tags/tag419.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7"/>
</p:tagLst>
</file>

<file path=ppt/tags/tag420.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1"/>
</p:tagLst>
</file>

<file path=ppt/tags/tag421.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1"/>
</p:tagLst>
</file>

<file path=ppt/tags/tag422.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8"/>
</p:tagLst>
</file>

<file path=ppt/tags/tag423.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5"/>
</p:tagLst>
</file>

<file path=ppt/tags/tag42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2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1"/>
</p:tagLst>
</file>

<file path=ppt/tags/tag426.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2"/>
</p:tagLst>
</file>

<file path=ppt/tags/tag427.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3"/>
</p:tagLst>
</file>

<file path=ppt/tags/tag428.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4"/>
</p:tagLst>
</file>

<file path=ppt/tags/tag429.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6"/>
</p:tagLst>
</file>

<file path=ppt/tags/tag430.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2"/>
</p:tagLst>
</file>

<file path=ppt/tags/tag431.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2"/>
</p:tagLst>
</file>

<file path=ppt/tags/tag432.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7"/>
</p:tagLst>
</file>

<file path=ppt/tags/tag433.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1"/>
</p:tagLst>
</file>

<file path=ppt/tags/tag43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1"/>
</p:tagLst>
</file>

<file path=ppt/tags/tag43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8"/>
</p:tagLst>
</file>

<file path=ppt/tags/tag436.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5"/>
</p:tagLst>
</file>

<file path=ppt/tags/tag43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38.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439.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44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41.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442.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44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44.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445.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44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4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4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4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45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45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45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45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45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45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45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45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45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45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46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46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46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46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46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6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46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46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46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46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47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47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47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47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47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47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47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47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47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47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480.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48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82.xml><?xml version="1.0" encoding="utf-8"?>
<p:tagLst xmlns:a="http://schemas.openxmlformats.org/drawingml/2006/main" xmlns:r="http://schemas.openxmlformats.org/officeDocument/2006/relationships" xmlns:p="http://schemas.openxmlformats.org/presentationml/2006/main">
  <p:tag name="MH" val="20170104161912"/>
  <p:tag name="MH_LIBRARY" val="GRAPHIC"/>
  <p:tag name="MH_TYPE" val="Other"/>
  <p:tag name="MH_ORDER" val="1"/>
</p:tagLst>
</file>

<file path=ppt/tags/tag483.xml><?xml version="1.0" encoding="utf-8"?>
<p:tagLst xmlns:a="http://schemas.openxmlformats.org/drawingml/2006/main" xmlns:r="http://schemas.openxmlformats.org/officeDocument/2006/relationships" xmlns:p="http://schemas.openxmlformats.org/presentationml/2006/main">
  <p:tag name="MH" val="20170104161120"/>
  <p:tag name="MH_LIBRARY" val="GRAPHIC"/>
  <p:tag name="MH_TYPE" val="Picture"/>
  <p:tag name="MH_ORDER" val="2"/>
</p:tagLst>
</file>

<file path=ppt/tags/tag484.xml><?xml version="1.0" encoding="utf-8"?>
<p:tagLst xmlns:a="http://schemas.openxmlformats.org/drawingml/2006/main" xmlns:r="http://schemas.openxmlformats.org/officeDocument/2006/relationships" xmlns:p="http://schemas.openxmlformats.org/presentationml/2006/main">
  <p:tag name="MH" val="20170104161120"/>
  <p:tag name="MH_LIBRARY" val="GRAPHIC"/>
  <p:tag name="MH_TYPE" val="Picture"/>
  <p:tag name="MH_ORDER" val="1"/>
</p:tagLst>
</file>

<file path=ppt/tags/tag48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8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8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48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48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4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49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4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4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4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49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4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49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4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49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50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50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50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50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50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50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50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50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0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10.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1"/>
</p:tagLst>
</file>

<file path=ppt/tags/tag511.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Other"/>
  <p:tag name="MH_ORDER" val="1"/>
</p:tagLst>
</file>

<file path=ppt/tags/tag512.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2"/>
</p:tagLst>
</file>

<file path=ppt/tags/tag513.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Other"/>
  <p:tag name="MH_ORDER" val="2"/>
</p:tagLst>
</file>

<file path=ppt/tags/tag51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1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51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51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51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51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52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52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52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52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525.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1"/>
</p:tagLst>
</file>

<file path=ppt/tags/tag526.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2"/>
</p:tagLst>
</file>

<file path=ppt/tags/tag527.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3"/>
</p:tagLst>
</file>

<file path=ppt/tags/tag528.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4"/>
</p:tagLst>
</file>

<file path=ppt/tags/tag529.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5"/>
</p:tagLst>
</file>

<file path=ppt/tags/tag530.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2"/>
</p:tagLst>
</file>

<file path=ppt/tags/tag531.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1"/>
</p:tagLst>
</file>

<file path=ppt/tags/tag53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7*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5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7*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5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7*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5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7*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5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7*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5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7*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5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7*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5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7*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5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5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7*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5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7*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5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7*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5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7*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5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7*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5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7*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5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7*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5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5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55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55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5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55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5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25*l_i*1_1"/>
  <p:tag name="KSO_WM_UNIT_LAYERLEVEL" val="1_1"/>
  <p:tag name="KSO_WM_DIAGRAM_GROUP_CODE" val="l1-8"/>
  <p:tag name="KSO_WM_UNIT_FILL_FORE_SCHEMECOLOR_INDEX" val="5"/>
  <p:tag name="KSO_WM_UNIT_FILL_TYPE" val="1"/>
  <p:tag name="KSO_WM_UNIT_TEXT_FILL_FORE_SCHEMECOLOR_INDEX" val="13"/>
  <p:tag name="KSO_WM_UNIT_TEXT_FILL_TYPE" val="1"/>
  <p:tag name="KSO_WM_UNIT_USESOURCEFORMAT_APPLY" val="1"/>
</p:tagLst>
</file>

<file path=ppt/tags/tag55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25*l_i*1_2"/>
  <p:tag name="KSO_WM_UNIT_LAYERLEVEL" val="1_1"/>
  <p:tag name="KSO_WM_DIAGRAM_GROUP_CODE" val="l1-8"/>
  <p:tag name="KSO_WM_UNIT_FILL_FORE_SCHEMECOLOR_INDEX" val="5"/>
  <p:tag name="KSO_WM_UNIT_FILL_TYPE" val="1"/>
  <p:tag name="KSO_WM_UNIT_TEXT_FILL_FORE_SCHEMECOLOR_INDEX" val="13"/>
  <p:tag name="KSO_WM_UNIT_TEXT_FILL_TYPE" val="1"/>
  <p:tag name="KSO_WM_UNIT_USESOURCEFORMAT_APPLY" val="1"/>
</p:tagLst>
</file>

<file path=ppt/tags/tag5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3"/>
  <p:tag name="KSO_WM_UNIT_ID" val="custom160596_25*l_i*1_3"/>
  <p:tag name="KSO_WM_UNIT_LAYERLEVEL" val="1_1"/>
  <p:tag name="KSO_WM_DIAGRAM_GROUP_CODE" val="l1-8"/>
  <p:tag name="KSO_WM_UNIT_FILL_FORE_SCHEMECOLOR_INDEX" val="6"/>
  <p:tag name="KSO_WM_UNIT_FILL_TYPE" val="1"/>
  <p:tag name="KSO_WM_UNIT_TEXT_FILL_FORE_SCHEMECOLOR_INDEX" val="13"/>
  <p:tag name="KSO_WM_UNIT_TEXT_FILL_TYPE" val="1"/>
  <p:tag name="KSO_WM_UNIT_USESOURCEFORMAT_APPLY" val="1"/>
</p:tagLst>
</file>

<file path=ppt/tags/tag5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4"/>
  <p:tag name="KSO_WM_UNIT_ID" val="custom160596_25*l_i*1_4"/>
  <p:tag name="KSO_WM_UNIT_LAYERLEVEL" val="1_1"/>
  <p:tag name="KSO_WM_DIAGRAM_GROUP_CODE" val="l1-8"/>
  <p:tag name="KSO_WM_UNIT_FILL_FORE_SCHEMECOLOR_INDEX" val="6"/>
  <p:tag name="KSO_WM_UNIT_FILL_TYPE" val="1"/>
  <p:tag name="KSO_WM_UNIT_TEXT_FILL_FORE_SCHEMECOLOR_INDEX" val="13"/>
  <p:tag name="KSO_WM_UNIT_TEXT_FILL_TYPE" val="1"/>
  <p:tag name="KSO_WM_UNIT_USESOURCEFORMAT_APPLY" val="1"/>
</p:tagLst>
</file>

<file path=ppt/tags/tag5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5"/>
  <p:tag name="KSO_WM_UNIT_ID" val="custom160596_25*l_i*1_5"/>
  <p:tag name="KSO_WM_UNIT_LAYERLEVEL" val="1_1"/>
  <p:tag name="KSO_WM_DIAGRAM_GROUP_CODE" val="l1-8"/>
  <p:tag name="KSO_WM_UNIT_FILL_FORE_SCHEMECOLOR_INDEX" val="7"/>
  <p:tag name="KSO_WM_UNIT_FILL_TYPE" val="1"/>
  <p:tag name="KSO_WM_UNIT_TEXT_FILL_FORE_SCHEMECOLOR_INDEX" val="13"/>
  <p:tag name="KSO_WM_UNIT_TEXT_FILL_TYPE" val="1"/>
  <p:tag name="KSO_WM_UNIT_USESOURCEFORMAT_APPLY" val="1"/>
</p:tagLst>
</file>

<file path=ppt/tags/tag5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6"/>
  <p:tag name="KSO_WM_UNIT_ID" val="custom160596_25*l_i*1_6"/>
  <p:tag name="KSO_WM_UNIT_LAYERLEVEL" val="1_1"/>
  <p:tag name="KSO_WM_DIAGRAM_GROUP_CODE" val="l1-8"/>
  <p:tag name="KSO_WM_UNIT_FILL_FORE_SCHEMECOLOR_INDEX" val="7"/>
  <p:tag name="KSO_WM_UNIT_FILL_TYPE" val="1"/>
  <p:tag name="KSO_WM_UNIT_TEXT_FILL_FORE_SCHEMECOLOR_INDEX" val="13"/>
  <p:tag name="KSO_WM_UNIT_TEXT_FILL_TYPE" val="1"/>
  <p:tag name="KSO_WM_UNIT_USESOURCEFORMAT_APPLY" val="1"/>
</p:tagLst>
</file>

<file path=ppt/tags/tag5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7"/>
  <p:tag name="KSO_WM_UNIT_ID" val="custom160596_25*l_i*1_7"/>
  <p:tag name="KSO_WM_UNIT_LAYERLEVEL" val="1_1"/>
  <p:tag name="KSO_WM_DIAGRAM_GROUP_CODE" val="l1-8"/>
  <p:tag name="KSO_WM_UNIT_FILL_FORE_SCHEMECOLOR_INDEX" val="9"/>
  <p:tag name="KSO_WM_UNIT_FILL_TYPE" val="1"/>
  <p:tag name="KSO_WM_UNIT_TEXT_FILL_FORE_SCHEMECOLOR_INDEX" val="13"/>
  <p:tag name="KSO_WM_UNIT_TEXT_FILL_TYPE" val="1"/>
  <p:tag name="KSO_WM_UNIT_USESOURCEFORMAT_APPLY" val="1"/>
</p:tagLst>
</file>

<file path=ppt/tags/tag5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8"/>
  <p:tag name="KSO_WM_UNIT_ID" val="custom160596_25*l_i*1_8"/>
  <p:tag name="KSO_WM_UNIT_LAYERLEVEL" val="1_1"/>
  <p:tag name="KSO_WM_DIAGRAM_GROUP_CODE" val="l1-8"/>
  <p:tag name="KSO_WM_UNIT_FILL_FORE_SCHEMECOLOR_INDEX" val="9"/>
  <p:tag name="KSO_WM_UNIT_FILL_TYPE" val="1"/>
  <p:tag name="KSO_WM_UNIT_TEXT_FILL_FORE_SCHEMECOLOR_INDEX" val="13"/>
  <p:tag name="KSO_WM_UNIT_TEXT_FILL_TYPE" val="1"/>
  <p:tag name="KSO_WM_UNIT_USESOURCEFORMAT_APPLY" val="1"/>
</p:tagLst>
</file>

<file path=ppt/tags/tag5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9"/>
  <p:tag name="KSO_WM_UNIT_ID" val="custom160596_25*l_i*1_9"/>
  <p:tag name="KSO_WM_UNIT_LAYERLEVEL" val="1_1"/>
  <p:tag name="KSO_WM_DIAGRAM_GROUP_CODE" val="l1-8"/>
  <p:tag name="KSO_WM_UNIT_FILL_FORE_SCHEMECOLOR_INDEX" val="5"/>
  <p:tag name="KSO_WM_UNIT_FILL_TYPE" val="1"/>
  <p:tag name="KSO_WM_UNIT_TEXT_FILL_FORE_SCHEMECOLOR_INDEX" val="13"/>
  <p:tag name="KSO_WM_UNIT_TEXT_FILL_TYPE" val="1"/>
  <p:tag name="KSO_WM_UNIT_USESOURCEFORMAT_APPLY" val="1"/>
</p:tagLst>
</file>

<file path=ppt/tags/tag5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0"/>
  <p:tag name="KSO_WM_UNIT_ID" val="custom160596_25*l_i*1_10"/>
  <p:tag name="KSO_WM_UNIT_LAYERLEVEL" val="1_1"/>
  <p:tag name="KSO_WM_DIAGRAM_GROUP_CODE" val="l1-8"/>
  <p:tag name="KSO_WM_UNIT_FILL_FORE_SCHEMECOLOR_INDEX" val="5"/>
  <p:tag name="KSO_WM_UNIT_FILL_TYPE" val="1"/>
  <p:tag name="KSO_WM_UNIT_TEXT_FILL_FORE_SCHEMECOLOR_INDEX" val="13"/>
  <p:tag name="KSO_WM_UNIT_TEXT_FILL_TYPE" val="1"/>
  <p:tag name="KSO_WM_UNIT_USESOURCEFORMAT_APPLY" val="1"/>
</p:tagLst>
</file>

<file path=ppt/tags/tag5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25*l_i*1_11"/>
  <p:tag name="KSO_WM_UNIT_LAYERLEVEL" val="1_1"/>
  <p:tag name="KSO_WM_DIAGRAM_GROUP_CODE" val="l1-8"/>
  <p:tag name="KSO_WM_UNIT_FILL_FORE_SCHEMECOLOR_INDEX" val="6"/>
  <p:tag name="KSO_WM_UNIT_FILL_TYPE" val="1"/>
  <p:tag name="KSO_WM_UNIT_TEXT_FILL_FORE_SCHEMECOLOR_INDEX" val="13"/>
  <p:tag name="KSO_WM_UNIT_TEXT_FILL_TYPE" val="1"/>
  <p:tag name="KSO_WM_UNIT_USESOURCEFORMAT_APPLY" val="1"/>
</p:tagLst>
</file>

<file path=ppt/tags/tag5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25*l_i*1_12"/>
  <p:tag name="KSO_WM_UNIT_LAYERLEVEL" val="1_1"/>
  <p:tag name="KSO_WM_DIAGRAM_GROUP_CODE" val="l1-8"/>
  <p:tag name="KSO_WM_UNIT_FILL_FORE_SCHEMECOLOR_INDEX" val="6"/>
  <p:tag name="KSO_WM_UNIT_FILL_TYPE" val="1"/>
  <p:tag name="KSO_WM_UNIT_TEXT_FILL_FORE_SCHEMECOLOR_INDEX" val="13"/>
  <p:tag name="KSO_WM_UNIT_TEXT_FILL_TYPE" val="1"/>
  <p:tag name="KSO_WM_UNIT_USESOURCEFORMAT_APPLY" val="1"/>
</p:tagLst>
</file>

<file path=ppt/tags/tag5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3"/>
  <p:tag name="KSO_WM_UNIT_ID" val="custom160596_25*l_i*1_13"/>
  <p:tag name="KSO_WM_UNIT_LAYERLEVEL" val="1_1"/>
  <p:tag name="KSO_WM_DIAGRAM_GROUP_CODE" val="l1-8"/>
  <p:tag name="KSO_WM_UNIT_FILL_FORE_SCHEMECOLOR_INDEX" val="7"/>
  <p:tag name="KSO_WM_UNIT_FILL_TYPE" val="1"/>
  <p:tag name="KSO_WM_UNIT_TEXT_FILL_FORE_SCHEMECOLOR_INDEX" val="13"/>
  <p:tag name="KSO_WM_UNIT_TEXT_FILL_TYPE" val="1"/>
  <p:tag name="KSO_WM_UNIT_USESOURCEFORMAT_APPLY" val="1"/>
</p:tagLst>
</file>

<file path=ppt/tags/tag5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4"/>
  <p:tag name="KSO_WM_UNIT_ID" val="custom160596_25*l_i*1_14"/>
  <p:tag name="KSO_WM_UNIT_LAYERLEVEL" val="1_1"/>
  <p:tag name="KSO_WM_DIAGRAM_GROUP_CODE" val="l1-8"/>
  <p:tag name="KSO_WM_UNIT_FILL_FORE_SCHEMECOLOR_INDEX" val="7"/>
  <p:tag name="KSO_WM_UNIT_FILL_TYPE" val="1"/>
  <p:tag name="KSO_WM_UNIT_TEXT_FILL_FORE_SCHEMECOLOR_INDEX" val="13"/>
  <p:tag name="KSO_WM_UNIT_TEXT_FILL_TYPE" val="1"/>
  <p:tag name="KSO_WM_UNIT_USESOURCEFORMAT_APPLY" val="1"/>
</p:tagLst>
</file>

<file path=ppt/tags/tag5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5"/>
  <p:tag name="KSO_WM_UNIT_ID" val="custom160596_25*l_i*1_15"/>
  <p:tag name="KSO_WM_UNIT_LAYERLEVEL" val="1_1"/>
  <p:tag name="KSO_WM_DIAGRAM_GROUP_CODE" val="l1-8"/>
  <p:tag name="KSO_WM_UNIT_FILL_FORE_SCHEMECOLOR_INDEX" val="9"/>
  <p:tag name="KSO_WM_UNIT_FILL_TYPE" val="1"/>
  <p:tag name="KSO_WM_UNIT_TEXT_FILL_FORE_SCHEMECOLOR_INDEX" val="13"/>
  <p:tag name="KSO_WM_UNIT_TEXT_FILL_TYPE" val="1"/>
  <p:tag name="KSO_WM_UNIT_USESOURCEFORMAT_APPLY" val="1"/>
</p:tagLst>
</file>

<file path=ppt/tags/tag5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6"/>
  <p:tag name="KSO_WM_UNIT_ID" val="custom160596_25*l_i*1_16"/>
  <p:tag name="KSO_WM_UNIT_LAYERLEVEL" val="1_1"/>
  <p:tag name="KSO_WM_DIAGRAM_GROUP_CODE" val="l1-8"/>
  <p:tag name="KSO_WM_UNIT_FILL_FORE_SCHEMECOLOR_INDEX" val="9"/>
  <p:tag name="KSO_WM_UNIT_FILL_TYPE" val="1"/>
  <p:tag name="KSO_WM_UNIT_TEXT_FILL_FORE_SCHEMECOLOR_INDEX" val="13"/>
  <p:tag name="KSO_WM_UNIT_TEXT_FILL_TYPE" val="1"/>
  <p:tag name="KSO_WM_UNIT_USESOURCEFORMAT_APPLY" val="1"/>
</p:tagLst>
</file>

<file path=ppt/tags/tag5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4_1"/>
  <p:tag name="KSO_WM_UNIT_ID" val="custom160596_25*l_h_a*1_4_1"/>
  <p:tag name="KSO_WM_UNIT_LAYERLEVEL" val="1_1_1"/>
  <p:tag name="KSO_WM_UNIT_VALUE" val="6"/>
  <p:tag name="KSO_WM_UNIT_HIGHLIGHT" val="0"/>
  <p:tag name="KSO_WM_UNIT_COMPATIBLE" val="0"/>
  <p:tag name="KSO_WM_UNIT_CLEAR" val="0"/>
  <p:tag name="KSO_WM_DIAGRAM_GROUP_CODE" val="l1-8"/>
  <p:tag name="KSO_WM_UNIT_PRESET_TEXT" val="添加您的文字"/>
  <p:tag name="KSO_WM_UNIT_TEXT_FILL_FORE_SCHEMECOLOR_INDEX" val="13"/>
  <p:tag name="KSO_WM_UNIT_TEXT_FILL_TYPE" val="1"/>
  <p:tag name="KSO_WM_UNIT_USESOURCEFORMAT_APPLY" val="1"/>
</p:tagLst>
</file>

<file path=ppt/tags/tag5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3_1"/>
  <p:tag name="KSO_WM_UNIT_ID" val="custom160596_25*l_h_a*1_3_1"/>
  <p:tag name="KSO_WM_UNIT_LAYERLEVEL" val="1_1_1"/>
  <p:tag name="KSO_WM_UNIT_VALUE" val="6"/>
  <p:tag name="KSO_WM_UNIT_HIGHLIGHT" val="0"/>
  <p:tag name="KSO_WM_UNIT_COMPATIBLE" val="0"/>
  <p:tag name="KSO_WM_UNIT_CLEAR" val="0"/>
  <p:tag name="KSO_WM_DIAGRAM_GROUP_CODE" val="l1-8"/>
  <p:tag name="KSO_WM_UNIT_PRESET_TEXT" val="添加您的文字"/>
  <p:tag name="KSO_WM_UNIT_TEXT_FILL_FORE_SCHEMECOLOR_INDEX" val="13"/>
  <p:tag name="KSO_WM_UNIT_TEXT_FILL_TYPE" val="1"/>
  <p:tag name="KSO_WM_UNIT_USESOURCEFORMAT_APPLY" val="1"/>
</p:tagLst>
</file>

<file path=ppt/tags/tag5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25*l_h_a*1_1_1"/>
  <p:tag name="KSO_WM_UNIT_LAYERLEVEL" val="1_1_1"/>
  <p:tag name="KSO_WM_UNIT_VALUE" val="6"/>
  <p:tag name="KSO_WM_UNIT_HIGHLIGHT" val="0"/>
  <p:tag name="KSO_WM_UNIT_COMPATIBLE" val="0"/>
  <p:tag name="KSO_WM_UNIT_CLEAR" val="0"/>
  <p:tag name="KSO_WM_DIAGRAM_GROUP_CODE" val="l1-8"/>
  <p:tag name="KSO_WM_UNIT_PRESET_TEXT" val="添加您的文字"/>
  <p:tag name="KSO_WM_UNIT_TEXT_FILL_FORE_SCHEMECOLOR_INDEX" val="13"/>
  <p:tag name="KSO_WM_UNIT_TEXT_FILL_TYPE" val="1"/>
  <p:tag name="KSO_WM_UNIT_USESOURCEFORMAT_APPLY" val="1"/>
</p:tagLst>
</file>

<file path=ppt/tags/tag5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25*l_h_a*1_2_1"/>
  <p:tag name="KSO_WM_UNIT_LAYERLEVEL" val="1_1_1"/>
  <p:tag name="KSO_WM_UNIT_VALUE" val="6"/>
  <p:tag name="KSO_WM_UNIT_HIGHLIGHT" val="0"/>
  <p:tag name="KSO_WM_UNIT_COMPATIBLE" val="0"/>
  <p:tag name="KSO_WM_UNIT_CLEAR" val="0"/>
  <p:tag name="KSO_WM_DIAGRAM_GROUP_CODE" val="l1-8"/>
  <p:tag name="KSO_WM_UNIT_PRESET_TEXT" val="添加您的文字"/>
  <p:tag name="KSO_WM_UNIT_TEXT_FILL_FORE_SCHEMECOLOR_INDEX" val="13"/>
  <p:tag name="KSO_WM_UNIT_TEXT_FILL_TYPE" val="1"/>
  <p:tag name="KSO_WM_UNIT_USESOURCEFORMAT_APPLY" val="1"/>
</p:tagLst>
</file>

<file path=ppt/tags/tag57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7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8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81.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58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8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8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8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58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58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58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58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59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59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59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59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59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59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59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59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59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59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60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60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60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60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60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60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60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0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0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609.xml><?xml version="1.0" encoding="utf-8"?>
<p:tagLst xmlns:a="http://schemas.openxmlformats.org/drawingml/2006/main" xmlns:r="http://schemas.openxmlformats.org/officeDocument/2006/relationships" xmlns:p="http://schemas.openxmlformats.org/presentationml/2006/main">
  <p:tag name="MH" val="20161215102852"/>
  <p:tag name="MH_LIBRARY" val="GRAPHIC"/>
  <p:tag name="MH_TYPE" val="SubTitle"/>
  <p:tag name="MH_ORDER" val="1"/>
</p:tagLst>
</file>

<file path=ppt/tags/tag610.xml><?xml version="1.0" encoding="utf-8"?>
<p:tagLst xmlns:a="http://schemas.openxmlformats.org/drawingml/2006/main" xmlns:r="http://schemas.openxmlformats.org/officeDocument/2006/relationships" xmlns:p="http://schemas.openxmlformats.org/presentationml/2006/main">
  <p:tag name="MH" val="20161215102852"/>
  <p:tag name="MH_LIBRARY" val="GRAPHIC"/>
  <p:tag name="MH_TYPE" val="Text"/>
  <p:tag name="MH_ORDER" val="1"/>
</p:tagLst>
</file>

<file path=ppt/tags/tag61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12.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Other"/>
  <p:tag name="MH_ORDER" val="1"/>
</p:tagLst>
</file>

<file path=ppt/tags/tag613.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Title"/>
  <p:tag name="MH_ORDER" val="1"/>
</p:tagLst>
</file>

<file path=ppt/tags/tag614.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SubTitle"/>
  <p:tag name="MH_ORDER" val="1"/>
</p:tagLst>
</file>

<file path=ppt/tags/tag615.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Text"/>
  <p:tag name="MH_ORDER" val="1"/>
</p:tagLst>
</file>

<file path=ppt/tags/tag616.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SubTitle"/>
  <p:tag name="MH_ORDER" val="1"/>
</p:tagLst>
</file>

<file path=ppt/tags/tag617.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Text"/>
  <p:tag name="MH_ORDER" val="1"/>
</p:tagLst>
</file>

<file path=ppt/tags/tag61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620.xml><?xml version="1.0" encoding="utf-8"?>
<p:tagLst xmlns:a="http://schemas.openxmlformats.org/drawingml/2006/main" xmlns:r="http://schemas.openxmlformats.org/officeDocument/2006/relationships" xmlns:p="http://schemas.openxmlformats.org/presentationml/2006/main">
  <p:tag name="MH" val="20150917150422"/>
  <p:tag name="MH_LIBRARY" val="GRAPHIC"/>
  <p:tag name="MH_TYPE" val="Text"/>
  <p:tag name="MH_ORDER" val="1"/>
</p:tagLst>
</file>

<file path=ppt/tags/tag621.xml><?xml version="1.0" encoding="utf-8"?>
<p:tagLst xmlns:a="http://schemas.openxmlformats.org/drawingml/2006/main" xmlns:r="http://schemas.openxmlformats.org/officeDocument/2006/relationships" xmlns:p="http://schemas.openxmlformats.org/presentationml/2006/main">
  <p:tag name="MH" val="20150917150422"/>
  <p:tag name="MH_LIBRARY" val="GRAPHIC"/>
  <p:tag name="MH_TYPE" val="Other"/>
  <p:tag name="MH_ORDER" val="1"/>
</p:tagLst>
</file>

<file path=ppt/tags/tag622.xml><?xml version="1.0" encoding="utf-8"?>
<p:tagLst xmlns:a="http://schemas.openxmlformats.org/drawingml/2006/main" xmlns:r="http://schemas.openxmlformats.org/officeDocument/2006/relationships" xmlns:p="http://schemas.openxmlformats.org/presentationml/2006/main">
  <p:tag name="MH" val="20150917150422"/>
  <p:tag name="MH_LIBRARY" val="GRAPHIC"/>
  <p:tag name="MH_TYPE" val="Other"/>
  <p:tag name="MH_ORDER" val="2"/>
</p:tagLst>
</file>

<file path=ppt/tags/tag623.xml><?xml version="1.0" encoding="utf-8"?>
<p:tagLst xmlns:a="http://schemas.openxmlformats.org/drawingml/2006/main" xmlns:r="http://schemas.openxmlformats.org/officeDocument/2006/relationships" xmlns:p="http://schemas.openxmlformats.org/presentationml/2006/main">
  <p:tag name="MH" val="20150917150422"/>
  <p:tag name="MH_LIBRARY" val="GRAPHIC"/>
  <p:tag name="MH_TYPE" val="Text"/>
  <p:tag name="MH_ORDER" val="2"/>
</p:tagLst>
</file>

<file path=ppt/tags/tag624.xml><?xml version="1.0" encoding="utf-8"?>
<p:tagLst xmlns:a="http://schemas.openxmlformats.org/drawingml/2006/main" xmlns:r="http://schemas.openxmlformats.org/officeDocument/2006/relationships" xmlns:p="http://schemas.openxmlformats.org/presentationml/2006/main">
  <p:tag name="MH" val="20150917151636"/>
  <p:tag name="MH_LIBRARY" val="GRAPHIC"/>
  <p:tag name="MH_TYPE" val="Text"/>
  <p:tag name="MH_ORDER" val="1"/>
</p:tagLst>
</file>

<file path=ppt/tags/tag625.xml><?xml version="1.0" encoding="utf-8"?>
<p:tagLst xmlns:a="http://schemas.openxmlformats.org/drawingml/2006/main" xmlns:r="http://schemas.openxmlformats.org/officeDocument/2006/relationships" xmlns:p="http://schemas.openxmlformats.org/presentationml/2006/main">
  <p:tag name="MH" val="20150917151636"/>
  <p:tag name="MH_LIBRARY" val="GRAPHIC"/>
  <p:tag name="MH_TYPE" val="Other"/>
  <p:tag name="MH_ORDER" val="1"/>
</p:tagLst>
</file>

<file path=ppt/tags/tag626.xml><?xml version="1.0" encoding="utf-8"?>
<p:tagLst xmlns:a="http://schemas.openxmlformats.org/drawingml/2006/main" xmlns:r="http://schemas.openxmlformats.org/officeDocument/2006/relationships" xmlns:p="http://schemas.openxmlformats.org/presentationml/2006/main">
  <p:tag name="MH" val="20150917151636"/>
  <p:tag name="MH_LIBRARY" val="GRAPHIC"/>
  <p:tag name="MH_TYPE" val="Text"/>
  <p:tag name="MH_ORDER" val="2"/>
</p:tagLst>
</file>

<file path=ppt/tags/tag627.xml><?xml version="1.0" encoding="utf-8"?>
<p:tagLst xmlns:a="http://schemas.openxmlformats.org/drawingml/2006/main" xmlns:r="http://schemas.openxmlformats.org/officeDocument/2006/relationships" xmlns:p="http://schemas.openxmlformats.org/presentationml/2006/main">
  <p:tag name="MH" val="20150917151636"/>
  <p:tag name="MH_LIBRARY" val="GRAPHIC"/>
  <p:tag name="MH_TYPE" val="Other"/>
  <p:tag name="MH_ORDER" val="3"/>
</p:tagLst>
</file>

<file path=ppt/tags/tag628.xml><?xml version="1.0" encoding="utf-8"?>
<p:tagLst xmlns:a="http://schemas.openxmlformats.org/drawingml/2006/main" xmlns:r="http://schemas.openxmlformats.org/officeDocument/2006/relationships" xmlns:p="http://schemas.openxmlformats.org/presentationml/2006/main">
  <p:tag name="MH" val="20150917151636"/>
  <p:tag name="MH_LIBRARY" val="GRAPHIC"/>
  <p:tag name="MH_TYPE" val="Other"/>
  <p:tag name="MH_ORDER" val="5"/>
</p:tagLst>
</file>

<file path=ppt/tags/tag62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3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63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63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63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63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63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63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63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63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64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64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64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64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64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64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64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64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64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65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65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65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65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65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65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65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65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65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66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6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6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6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66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66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66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66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6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6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7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7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7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67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67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67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67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7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7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7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68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68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68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68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8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68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68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68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68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8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9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9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92.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69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9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9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8*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69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8*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6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8*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69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8*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7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8*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70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8*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70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8*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70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8*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70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8*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70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8*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70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8*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70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8*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70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8*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70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8*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7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8*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7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8*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7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1"/>
  <p:tag name="KSO_WM_UNIT_ID" val="custom160418_28*n_i*1_11"/>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7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6"/>
  <p:tag name="KSO_WM_UNIT_ID" val="custom160418_28*n_h_f*1_2_6"/>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71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1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1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71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71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71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72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72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72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72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72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72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72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72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72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72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73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73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32.xml><?xml version="1.0" encoding="utf-8"?>
<p:tagLst xmlns:a="http://schemas.openxmlformats.org/drawingml/2006/main" xmlns:r="http://schemas.openxmlformats.org/officeDocument/2006/relationships" xmlns:p="http://schemas.openxmlformats.org/presentationml/2006/main">
  <p:tag name="MH" val="20170104193507"/>
  <p:tag name="MH_LIBRARY" val="GRAPHIC"/>
  <p:tag name="MH_TYPE" val="Text"/>
  <p:tag name="MH_ORDER" val="1"/>
</p:tagLst>
</file>

<file path=ppt/tags/tag733.xml><?xml version="1.0" encoding="utf-8"?>
<p:tagLst xmlns:a="http://schemas.openxmlformats.org/drawingml/2006/main" xmlns:r="http://schemas.openxmlformats.org/officeDocument/2006/relationships" xmlns:p="http://schemas.openxmlformats.org/presentationml/2006/main">
  <p:tag name="MH" val="20170104193507"/>
  <p:tag name="MH_LIBRARY" val="GRAPHIC"/>
  <p:tag name="MH_TYPE" val="Picture"/>
  <p:tag name="MH_ORDER" val="1"/>
</p:tagLst>
</file>

<file path=ppt/tags/tag734.xml><?xml version="1.0" encoding="utf-8"?>
<p:tagLst xmlns:a="http://schemas.openxmlformats.org/drawingml/2006/main" xmlns:r="http://schemas.openxmlformats.org/officeDocument/2006/relationships" xmlns:p="http://schemas.openxmlformats.org/presentationml/2006/main">
  <p:tag name="MH" val="20170104193507"/>
  <p:tag name="MH_LIBRARY" val="GRAPHIC"/>
  <p:tag name="MH_TYPE" val="Picture"/>
  <p:tag name="MH_ORDER" val="2"/>
</p:tagLst>
</file>

<file path=ppt/tags/tag735.xml><?xml version="1.0" encoding="utf-8"?>
<p:tagLst xmlns:a="http://schemas.openxmlformats.org/drawingml/2006/main" xmlns:r="http://schemas.openxmlformats.org/officeDocument/2006/relationships" xmlns:p="http://schemas.openxmlformats.org/presentationml/2006/main">
  <p:tag name="MH" val="20170104193507"/>
  <p:tag name="MH_LIBRARY" val="GRAPHIC"/>
  <p:tag name="MH_TYPE" val="Picture"/>
  <p:tag name="MH_ORDER" val="3"/>
</p:tagLst>
</file>

<file path=ppt/tags/tag736.xml><?xml version="1.0" encoding="utf-8"?>
<p:tagLst xmlns:a="http://schemas.openxmlformats.org/drawingml/2006/main" xmlns:r="http://schemas.openxmlformats.org/officeDocument/2006/relationships" xmlns:p="http://schemas.openxmlformats.org/presentationml/2006/main">
  <p:tag name="MH" val="20170104193507"/>
  <p:tag name="MH_LIBRARY" val="GRAPHIC"/>
  <p:tag name="MH_TYPE" val="Picture"/>
  <p:tag name="MH_ORDER" val="4"/>
</p:tagLst>
</file>

<file path=ppt/tags/tag73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3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73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74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74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74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4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74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74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74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74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4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4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75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75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75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5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75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75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75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75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5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5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6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6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76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76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76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76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76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76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76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76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77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77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77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7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77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77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77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77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77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77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78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78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78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78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78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8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78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78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78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78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79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79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79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79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79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79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79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9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9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79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80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80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80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03.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804.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80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06.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807.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80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80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81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81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81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81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81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81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81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81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81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81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82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82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82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82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82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82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82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82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82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29.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830.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83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32.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833.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83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35.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836.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83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3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3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4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41.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842.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84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1_1"/>
  <p:tag name="KSO_WM_UNIT_ID" val="custom160596_80*q_h_f*1_1_1"/>
  <p:tag name="KSO_WM_UNIT_LAYERLEVEL" val="1_1_1"/>
  <p:tag name="KSO_WM_UNIT_VALUE" val="77"/>
  <p:tag name="KSO_WM_UNIT_HIGHLIGHT" val="0"/>
  <p:tag name="KSO_WM_UNIT_COMPATIBLE" val="0"/>
  <p:tag name="KSO_WM_UNIT_CLEAR" val="0"/>
  <p:tag name="KSO_WM_UNIT_PRESET_TEXT_INDEX" val="2"/>
  <p:tag name="KSO_WM_UNIT_PRESET_TEXT_LEN" val="50"/>
  <p:tag name="KSO_WM_DIAGRAM_GROUP_CODE" val="q1-2"/>
  <p:tag name="KSO_WM_UNIT_USESOURCEFORMAT_APPLY" val="1"/>
</p:tagLst>
</file>

<file path=ppt/tags/tag8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2_1"/>
  <p:tag name="KSO_WM_UNIT_ID" val="custom160596_80*q_h_f*1_2_1"/>
  <p:tag name="KSO_WM_UNIT_LAYERLEVEL" val="1_1_1"/>
  <p:tag name="KSO_WM_UNIT_VALUE" val="77"/>
  <p:tag name="KSO_WM_UNIT_HIGHLIGHT" val="0"/>
  <p:tag name="KSO_WM_UNIT_COMPATIBLE" val="0"/>
  <p:tag name="KSO_WM_UNIT_CLEAR" val="0"/>
  <p:tag name="KSO_WM_UNIT_PRESET_TEXT_INDEX" val="2"/>
  <p:tag name="KSO_WM_UNIT_PRESET_TEXT_LEN" val="50"/>
  <p:tag name="KSO_WM_DIAGRAM_GROUP_CODE" val="q1-2"/>
  <p:tag name="KSO_WM_UNIT_USESOURCEFORMAT_APPLY" val="1"/>
</p:tagLst>
</file>

<file path=ppt/tags/tag8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2_1"/>
  <p:tag name="KSO_WM_UNIT_ID" val="custom160596_80*q_h_f*1_2_1"/>
  <p:tag name="KSO_WM_UNIT_LAYERLEVEL" val="1_1_1"/>
  <p:tag name="KSO_WM_UNIT_VALUE" val="77"/>
  <p:tag name="KSO_WM_UNIT_HIGHLIGHT" val="0"/>
  <p:tag name="KSO_WM_UNIT_COMPATIBLE" val="0"/>
  <p:tag name="KSO_WM_UNIT_CLEAR" val="0"/>
  <p:tag name="KSO_WM_UNIT_PRESET_TEXT_INDEX" val="2"/>
  <p:tag name="KSO_WM_UNIT_PRESET_TEXT_LEN" val="50"/>
  <p:tag name="KSO_WM_DIAGRAM_GROUP_CODE" val="q1-2"/>
  <p:tag name="KSO_WM_UNIT_USESOURCEFORMAT_APPLY" val="1"/>
</p:tagLst>
</file>

<file path=ppt/tags/tag8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3"/>
  <p:tag name="KSO_WM_UNIT_ID" val="custom160596_80*q_i*1_3"/>
  <p:tag name="KSO_WM_UNIT_LAYERLEVEL" val="1_1"/>
  <p:tag name="KSO_WM_DIAGRAM_GROUP_CODE" val="q1-2"/>
  <p:tag name="KSO_WM_UNIT_USESOURCEFORMAT_APPLY" val="1"/>
</p:tagLst>
</file>

<file path=ppt/tags/tag8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1"/>
  <p:tag name="KSO_WM_UNIT_ID" val="custom160596_80*q_i*1_11"/>
  <p:tag name="KSO_WM_UNIT_LAYERLEVEL" val="1_1"/>
  <p:tag name="KSO_WM_DIAGRAM_GROUP_CODE" val="q1-2"/>
  <p:tag name="KSO_WM_UNIT_USESOURCEFORMAT_APPLY" val="1"/>
</p:tagLst>
</file>

<file path=ppt/tags/tag8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
  <p:tag name="KSO_WM_UNIT_ID" val="custom160596_80*q_i*1_1"/>
  <p:tag name="KSO_WM_UNIT_LAYERLEVEL" val="1_1"/>
  <p:tag name="KSO_WM_DIAGRAM_GROUP_CODE" val="q1-2"/>
  <p:tag name="KSO_WM_UNIT_USESOURCEFORMAT_APPLY" val="1"/>
</p:tagLst>
</file>

<file path=ppt/tags/tag8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2"/>
  <p:tag name="KSO_WM_UNIT_ID" val="custom160596_80*q_i*1_2"/>
  <p:tag name="KSO_WM_UNIT_LAYERLEVEL" val="1_1"/>
  <p:tag name="KSO_WM_DIAGRAM_GROUP_CODE" val="q1-2"/>
  <p:tag name="KSO_WM_UNIT_USESOURCEFORMAT_APPLY" val="1"/>
</p:tagLst>
</file>

<file path=ppt/tags/tag8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4"/>
  <p:tag name="KSO_WM_UNIT_ID" val="custom160596_80*q_i*1_4"/>
  <p:tag name="KSO_WM_UNIT_LAYERLEVEL" val="1_1"/>
  <p:tag name="KSO_WM_DIAGRAM_GROUP_CODE" val="q1-2"/>
  <p:tag name="KSO_WM_UNIT_USESOURCEFORMAT_APPLY" val="1"/>
</p:tagLst>
</file>

<file path=ppt/tags/tag8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80*i*5"/>
  <p:tag name="KSO_WM_TEMPLATE_CATEGORY" val="custom"/>
  <p:tag name="KSO_WM_TEMPLATE_INDEX" val="160596"/>
  <p:tag name="KSO_WM_UNIT_INDEX" val="5"/>
</p:tagLst>
</file>

<file path=ppt/tags/tag8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9"/>
  <p:tag name="KSO_WM_UNIT_ID" val="custom160596_80*q_i*1_9"/>
  <p:tag name="KSO_WM_UNIT_LAYERLEVEL" val="1_1"/>
  <p:tag name="KSO_WM_DIAGRAM_GROUP_CODE" val="q1-2"/>
  <p:tag name="KSO_WM_UNIT_USESOURCEFORMAT_APPLY" val="1"/>
</p:tagLst>
</file>

<file path=ppt/tags/tag8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0"/>
  <p:tag name="KSO_WM_UNIT_ID" val="custom160596_80*q_i*1_10"/>
  <p:tag name="KSO_WM_UNIT_LAYERLEVEL" val="1_1"/>
  <p:tag name="KSO_WM_DIAGRAM_GROUP_CODE" val="q1-2"/>
  <p:tag name="KSO_WM_UNIT_USESOURCEFORMAT_APPLY" val="1"/>
</p:tagLst>
</file>

<file path=ppt/tags/tag8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2"/>
  <p:tag name="KSO_WM_UNIT_ID" val="custom160596_80*q_i*1_12"/>
  <p:tag name="KSO_WM_UNIT_LAYERLEVEL" val="1_1"/>
  <p:tag name="KSO_WM_DIAGRAM_GROUP_CODE" val="q1-2"/>
  <p:tag name="KSO_WM_UNIT_USESOURCEFORMAT_APPLY" val="1"/>
</p:tagLst>
</file>

<file path=ppt/tags/tag8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5"/>
  <p:tag name="KSO_WM_UNIT_ID" val="custom160596_80*q_i*1_5"/>
  <p:tag name="KSO_WM_UNIT_LAYERLEVEL" val="1_1"/>
  <p:tag name="KSO_WM_DIAGRAM_GROUP_CODE" val="q1-2"/>
  <p:tag name="KSO_WM_UNIT_USESOURCEFORMAT_APPLY" val="1"/>
</p:tagLst>
</file>

<file path=ppt/tags/tag8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6"/>
  <p:tag name="KSO_WM_UNIT_ID" val="custom160596_80*q_i*1_6"/>
  <p:tag name="KSO_WM_UNIT_LAYERLEVEL" val="1_1"/>
  <p:tag name="KSO_WM_DIAGRAM_GROUP_CODE" val="q1-2"/>
  <p:tag name="KSO_WM_UNIT_USESOURCEFORMAT_APPLY" val="1"/>
</p:tagLst>
</file>

<file path=ppt/tags/tag8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7"/>
  <p:tag name="KSO_WM_UNIT_ID" val="custom160596_80*q_i*1_7"/>
  <p:tag name="KSO_WM_UNIT_LAYERLEVEL" val="1_1"/>
  <p:tag name="KSO_WM_DIAGRAM_GROUP_CODE" val="q1-2"/>
  <p:tag name="KSO_WM_UNIT_USESOURCEFORMAT_APPLY" val="1"/>
</p:tagLst>
</file>

<file path=ppt/tags/tag85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8"/>
  <p:tag name="KSO_WM_UNIT_ID" val="custom160596_80*q_i*1_8"/>
  <p:tag name="KSO_WM_UNIT_LAYERLEVEL" val="1_1"/>
  <p:tag name="KSO_WM_DIAGRAM_GROUP_CODE" val="q1-2"/>
  <p:tag name="KSO_WM_UNIT_USESOURCEFORMAT_APPLY" val="1"/>
</p:tagLst>
</file>

<file path=ppt/tags/tag86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1_1"/>
  <p:tag name="KSO_WM_UNIT_ID" val="custom160596_80*q_h_f*1_1_1"/>
  <p:tag name="KSO_WM_UNIT_LAYERLEVEL" val="1_1_1"/>
  <p:tag name="KSO_WM_UNIT_VALUE" val="77"/>
  <p:tag name="KSO_WM_UNIT_HIGHLIGHT" val="0"/>
  <p:tag name="KSO_WM_UNIT_COMPATIBLE" val="0"/>
  <p:tag name="KSO_WM_UNIT_CLEAR" val="0"/>
  <p:tag name="KSO_WM_UNIT_PRESET_TEXT_INDEX" val="2"/>
  <p:tag name="KSO_WM_UNIT_PRESET_TEXT_LEN" val="50"/>
  <p:tag name="KSO_WM_DIAGRAM_GROUP_CODE" val="q1-2"/>
  <p:tag name="KSO_WM_UNIT_USESOURCEFORMAT_APPLY" val="1"/>
</p:tagLst>
</file>

<file path=ppt/tags/tag8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2_1"/>
  <p:tag name="KSO_WM_UNIT_ID" val="custom160596_80*q_h_f*1_2_1"/>
  <p:tag name="KSO_WM_UNIT_LAYERLEVEL" val="1_1_1"/>
  <p:tag name="KSO_WM_UNIT_VALUE" val="77"/>
  <p:tag name="KSO_WM_UNIT_HIGHLIGHT" val="0"/>
  <p:tag name="KSO_WM_UNIT_COMPATIBLE" val="0"/>
  <p:tag name="KSO_WM_UNIT_CLEAR" val="0"/>
  <p:tag name="KSO_WM_UNIT_PRESET_TEXT_INDEX" val="2"/>
  <p:tag name="KSO_WM_UNIT_PRESET_TEXT_LEN" val="50"/>
  <p:tag name="KSO_WM_DIAGRAM_GROUP_CODE" val="q1-2"/>
  <p:tag name="KSO_WM_UNIT_USESOURCEFORMAT_APPLY" val="1"/>
</p:tagLst>
</file>

<file path=ppt/tags/tag8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2_1"/>
  <p:tag name="KSO_WM_UNIT_ID" val="custom160596_80*q_h_f*1_2_1"/>
  <p:tag name="KSO_WM_UNIT_LAYERLEVEL" val="1_1_1"/>
  <p:tag name="KSO_WM_UNIT_VALUE" val="77"/>
  <p:tag name="KSO_WM_UNIT_HIGHLIGHT" val="0"/>
  <p:tag name="KSO_WM_UNIT_COMPATIBLE" val="0"/>
  <p:tag name="KSO_WM_UNIT_CLEAR" val="0"/>
  <p:tag name="KSO_WM_UNIT_PRESET_TEXT_INDEX" val="2"/>
  <p:tag name="KSO_WM_UNIT_PRESET_TEXT_LEN" val="50"/>
  <p:tag name="KSO_WM_DIAGRAM_GROUP_CODE" val="q1-2"/>
  <p:tag name="KSO_WM_UNIT_USESOURCEFORMAT_APPLY" val="1"/>
</p:tagLst>
</file>

<file path=ppt/tags/tag8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3"/>
  <p:tag name="KSO_WM_UNIT_ID" val="custom160596_80*q_i*1_3"/>
  <p:tag name="KSO_WM_UNIT_LAYERLEVEL" val="1_1"/>
  <p:tag name="KSO_WM_DIAGRAM_GROUP_CODE" val="q1-2"/>
  <p:tag name="KSO_WM_UNIT_USESOURCEFORMAT_APPLY" val="1"/>
</p:tagLst>
</file>

<file path=ppt/tags/tag8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1"/>
  <p:tag name="KSO_WM_UNIT_ID" val="custom160596_80*q_i*1_11"/>
  <p:tag name="KSO_WM_UNIT_LAYERLEVEL" val="1_1"/>
  <p:tag name="KSO_WM_DIAGRAM_GROUP_CODE" val="q1-2"/>
  <p:tag name="KSO_WM_UNIT_USESOURCEFORMAT_APPLY" val="1"/>
</p:tagLst>
</file>

<file path=ppt/tags/tag8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
  <p:tag name="KSO_WM_UNIT_ID" val="custom160596_80*q_i*1_1"/>
  <p:tag name="KSO_WM_UNIT_LAYERLEVEL" val="1_1"/>
  <p:tag name="KSO_WM_DIAGRAM_GROUP_CODE" val="q1-2"/>
  <p:tag name="KSO_WM_UNIT_USESOURCEFORMAT_APPLY" val="1"/>
</p:tagLst>
</file>

<file path=ppt/tags/tag8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2"/>
  <p:tag name="KSO_WM_UNIT_ID" val="custom160596_80*q_i*1_2"/>
  <p:tag name="KSO_WM_UNIT_LAYERLEVEL" val="1_1"/>
  <p:tag name="KSO_WM_DIAGRAM_GROUP_CODE" val="q1-2"/>
  <p:tag name="KSO_WM_UNIT_USESOURCEFORMAT_APPLY" val="1"/>
</p:tagLst>
</file>

<file path=ppt/tags/tag8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4"/>
  <p:tag name="KSO_WM_UNIT_ID" val="custom160596_80*q_i*1_4"/>
  <p:tag name="KSO_WM_UNIT_LAYERLEVEL" val="1_1"/>
  <p:tag name="KSO_WM_DIAGRAM_GROUP_CODE" val="q1-2"/>
  <p:tag name="KSO_WM_UNIT_USESOURCEFORMAT_APPLY" val="1"/>
</p:tagLst>
</file>

<file path=ppt/tags/tag8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80*i*5"/>
  <p:tag name="KSO_WM_TEMPLATE_CATEGORY" val="custom"/>
  <p:tag name="KSO_WM_TEMPLATE_INDEX" val="160596"/>
  <p:tag name="KSO_WM_UNIT_INDEX" val="5"/>
</p:tagLst>
</file>

<file path=ppt/tags/tag8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9"/>
  <p:tag name="KSO_WM_UNIT_ID" val="custom160596_80*q_i*1_9"/>
  <p:tag name="KSO_WM_UNIT_LAYERLEVEL" val="1_1"/>
  <p:tag name="KSO_WM_DIAGRAM_GROUP_CODE" val="q1-2"/>
  <p:tag name="KSO_WM_UNIT_USESOURCEFORMAT_APPLY" val="1"/>
</p:tagLst>
</file>

<file path=ppt/tags/tag8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0"/>
  <p:tag name="KSO_WM_UNIT_ID" val="custom160596_80*q_i*1_10"/>
  <p:tag name="KSO_WM_UNIT_LAYERLEVEL" val="1_1"/>
  <p:tag name="KSO_WM_DIAGRAM_GROUP_CODE" val="q1-2"/>
  <p:tag name="KSO_WM_UNIT_USESOURCEFORMAT_APPLY" val="1"/>
</p:tagLst>
</file>

<file path=ppt/tags/tag8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2"/>
  <p:tag name="KSO_WM_UNIT_ID" val="custom160596_80*q_i*1_12"/>
  <p:tag name="KSO_WM_UNIT_LAYERLEVEL" val="1_1"/>
  <p:tag name="KSO_WM_DIAGRAM_GROUP_CODE" val="q1-2"/>
  <p:tag name="KSO_WM_UNIT_USESOURCEFORMAT_APPLY" val="1"/>
</p:tagLst>
</file>

<file path=ppt/tags/tag8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5"/>
  <p:tag name="KSO_WM_UNIT_ID" val="custom160596_80*q_i*1_5"/>
  <p:tag name="KSO_WM_UNIT_LAYERLEVEL" val="1_1"/>
  <p:tag name="KSO_WM_DIAGRAM_GROUP_CODE" val="q1-2"/>
  <p:tag name="KSO_WM_UNIT_USESOURCEFORMAT_APPLY" val="1"/>
</p:tagLst>
</file>

<file path=ppt/tags/tag8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6"/>
  <p:tag name="KSO_WM_UNIT_ID" val="custom160596_80*q_i*1_6"/>
  <p:tag name="KSO_WM_UNIT_LAYERLEVEL" val="1_1"/>
  <p:tag name="KSO_WM_DIAGRAM_GROUP_CODE" val="q1-2"/>
  <p:tag name="KSO_WM_UNIT_USESOURCEFORMAT_APPLY" val="1"/>
</p:tagLst>
</file>

<file path=ppt/tags/tag8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7"/>
  <p:tag name="KSO_WM_UNIT_ID" val="custom160596_80*q_i*1_7"/>
  <p:tag name="KSO_WM_UNIT_LAYERLEVEL" val="1_1"/>
  <p:tag name="KSO_WM_DIAGRAM_GROUP_CODE" val="q1-2"/>
  <p:tag name="KSO_WM_UNIT_USESOURCEFORMAT_APPLY" val="1"/>
</p:tagLst>
</file>

<file path=ppt/tags/tag8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8"/>
  <p:tag name="KSO_WM_UNIT_ID" val="custom160596_80*q_i*1_8"/>
  <p:tag name="KSO_WM_UNIT_LAYERLEVEL" val="1_1"/>
  <p:tag name="KSO_WM_DIAGRAM_GROUP_CODE" val="q1-2"/>
  <p:tag name="KSO_WM_UNIT_USESOURCEFORMAT_APPLY" val="1"/>
</p:tagLst>
</file>

<file path=ppt/tags/tag87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1_1"/>
  <p:tag name="KSO_WM_UNIT_ID" val="custom160596_80*q_h_f*1_1_1"/>
  <p:tag name="KSO_WM_UNIT_LAYERLEVEL" val="1_1_1"/>
  <p:tag name="KSO_WM_UNIT_VALUE" val="77"/>
  <p:tag name="KSO_WM_UNIT_HIGHLIGHT" val="0"/>
  <p:tag name="KSO_WM_UNIT_COMPATIBLE" val="0"/>
  <p:tag name="KSO_WM_UNIT_CLEAR" val="0"/>
  <p:tag name="KSO_WM_UNIT_PRESET_TEXT_INDEX" val="2"/>
  <p:tag name="KSO_WM_UNIT_PRESET_TEXT_LEN" val="50"/>
  <p:tag name="KSO_WM_DIAGRAM_GROUP_CODE" val="q1-2"/>
  <p:tag name="KSO_WM_UNIT_USESOURCEFORMAT_APPLY" val="1"/>
</p:tagLst>
</file>

<file path=ppt/tags/tag8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2_1"/>
  <p:tag name="KSO_WM_UNIT_ID" val="custom160596_80*q_h_f*1_2_1"/>
  <p:tag name="KSO_WM_UNIT_LAYERLEVEL" val="1_1_1"/>
  <p:tag name="KSO_WM_UNIT_VALUE" val="77"/>
  <p:tag name="KSO_WM_UNIT_HIGHLIGHT" val="0"/>
  <p:tag name="KSO_WM_UNIT_COMPATIBLE" val="0"/>
  <p:tag name="KSO_WM_UNIT_CLEAR" val="0"/>
  <p:tag name="KSO_WM_UNIT_PRESET_TEXT_INDEX" val="2"/>
  <p:tag name="KSO_WM_UNIT_PRESET_TEXT_LEN" val="50"/>
  <p:tag name="KSO_WM_DIAGRAM_GROUP_CODE" val="q1-2"/>
  <p:tag name="KSO_WM_UNIT_USESOURCEFORMAT_APPLY" val="1"/>
</p:tagLst>
</file>

<file path=ppt/tags/tag8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2_1"/>
  <p:tag name="KSO_WM_UNIT_ID" val="custom160596_80*q_h_f*1_2_1"/>
  <p:tag name="KSO_WM_UNIT_LAYERLEVEL" val="1_1_1"/>
  <p:tag name="KSO_WM_UNIT_VALUE" val="77"/>
  <p:tag name="KSO_WM_UNIT_HIGHLIGHT" val="0"/>
  <p:tag name="KSO_WM_UNIT_COMPATIBLE" val="0"/>
  <p:tag name="KSO_WM_UNIT_CLEAR" val="0"/>
  <p:tag name="KSO_WM_UNIT_PRESET_TEXT_INDEX" val="2"/>
  <p:tag name="KSO_WM_UNIT_PRESET_TEXT_LEN" val="50"/>
  <p:tag name="KSO_WM_DIAGRAM_GROUP_CODE" val="q1-2"/>
  <p:tag name="KSO_WM_UNIT_USESOURCEFORMAT_APPLY" val="1"/>
</p:tagLst>
</file>

<file path=ppt/tags/tag8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3"/>
  <p:tag name="KSO_WM_UNIT_ID" val="custom160596_80*q_i*1_3"/>
  <p:tag name="KSO_WM_UNIT_LAYERLEVEL" val="1_1"/>
  <p:tag name="KSO_WM_DIAGRAM_GROUP_CODE" val="q1-2"/>
  <p:tag name="KSO_WM_UNIT_USESOURCEFORMAT_APPLY" val="1"/>
</p:tagLst>
</file>

<file path=ppt/tags/tag8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1"/>
  <p:tag name="KSO_WM_UNIT_ID" val="custom160596_80*q_i*1_11"/>
  <p:tag name="KSO_WM_UNIT_LAYERLEVEL" val="1_1"/>
  <p:tag name="KSO_WM_DIAGRAM_GROUP_CODE" val="q1-2"/>
  <p:tag name="KSO_WM_UNIT_USESOURCEFORMAT_APPLY" val="1"/>
</p:tagLst>
</file>

<file path=ppt/tags/tag88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
  <p:tag name="KSO_WM_UNIT_ID" val="custom160596_80*q_i*1_1"/>
  <p:tag name="KSO_WM_UNIT_LAYERLEVEL" val="1_1"/>
  <p:tag name="KSO_WM_DIAGRAM_GROUP_CODE" val="q1-2"/>
  <p:tag name="KSO_WM_UNIT_USESOURCEFORMAT_APPLY" val="1"/>
</p:tagLst>
</file>

<file path=ppt/tags/tag8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2"/>
  <p:tag name="KSO_WM_UNIT_ID" val="custom160596_80*q_i*1_2"/>
  <p:tag name="KSO_WM_UNIT_LAYERLEVEL" val="1_1"/>
  <p:tag name="KSO_WM_DIAGRAM_GROUP_CODE" val="q1-2"/>
  <p:tag name="KSO_WM_UNIT_USESOURCEFORMAT_APPLY" val="1"/>
</p:tagLst>
</file>

<file path=ppt/tags/tag88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4"/>
  <p:tag name="KSO_WM_UNIT_ID" val="custom160596_80*q_i*1_4"/>
  <p:tag name="KSO_WM_UNIT_LAYERLEVEL" val="1_1"/>
  <p:tag name="KSO_WM_DIAGRAM_GROUP_CODE" val="q1-2"/>
  <p:tag name="KSO_WM_UNIT_USESOURCEFORMAT_APPLY" val="1"/>
</p:tagLst>
</file>

<file path=ppt/tags/tag8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80*i*5"/>
  <p:tag name="KSO_WM_TEMPLATE_CATEGORY" val="custom"/>
  <p:tag name="KSO_WM_TEMPLATE_INDEX" val="160596"/>
  <p:tag name="KSO_WM_UNIT_INDEX" val="5"/>
</p:tagLst>
</file>

<file path=ppt/tags/tag88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9"/>
  <p:tag name="KSO_WM_UNIT_ID" val="custom160596_80*q_i*1_9"/>
  <p:tag name="KSO_WM_UNIT_LAYERLEVEL" val="1_1"/>
  <p:tag name="KSO_WM_DIAGRAM_GROUP_CODE" val="q1-2"/>
  <p:tag name="KSO_WM_UNIT_USESOURCEFORMAT_APPLY" val="1"/>
</p:tagLst>
</file>

<file path=ppt/tags/tag88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0"/>
  <p:tag name="KSO_WM_UNIT_ID" val="custom160596_80*q_i*1_10"/>
  <p:tag name="KSO_WM_UNIT_LAYERLEVEL" val="1_1"/>
  <p:tag name="KSO_WM_DIAGRAM_GROUP_CODE" val="q1-2"/>
  <p:tag name="KSO_WM_UNIT_USESOURCEFORMAT_APPLY" val="1"/>
</p:tagLst>
</file>

<file path=ppt/tags/tag88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2"/>
  <p:tag name="KSO_WM_UNIT_ID" val="custom160596_80*q_i*1_12"/>
  <p:tag name="KSO_WM_UNIT_LAYERLEVEL" val="1_1"/>
  <p:tag name="KSO_WM_DIAGRAM_GROUP_CODE" val="q1-2"/>
  <p:tag name="KSO_WM_UNIT_USESOURCEFORMAT_APPLY" val="1"/>
</p:tagLst>
</file>

<file path=ppt/tags/tag8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5"/>
  <p:tag name="KSO_WM_UNIT_ID" val="custom160596_80*q_i*1_5"/>
  <p:tag name="KSO_WM_UNIT_LAYERLEVEL" val="1_1"/>
  <p:tag name="KSO_WM_DIAGRAM_GROUP_CODE" val="q1-2"/>
  <p:tag name="KSO_WM_UNIT_USESOURCEFORMAT_APPLY" val="1"/>
</p:tagLst>
</file>

<file path=ppt/tags/tag89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6"/>
  <p:tag name="KSO_WM_UNIT_ID" val="custom160596_80*q_i*1_6"/>
  <p:tag name="KSO_WM_UNIT_LAYERLEVEL" val="1_1"/>
  <p:tag name="KSO_WM_DIAGRAM_GROUP_CODE" val="q1-2"/>
  <p:tag name="KSO_WM_UNIT_USESOURCEFORMAT_APPLY" val="1"/>
</p:tagLst>
</file>

<file path=ppt/tags/tag8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7"/>
  <p:tag name="KSO_WM_UNIT_ID" val="custom160596_80*q_i*1_7"/>
  <p:tag name="KSO_WM_UNIT_LAYERLEVEL" val="1_1"/>
  <p:tag name="KSO_WM_DIAGRAM_GROUP_CODE" val="q1-2"/>
  <p:tag name="KSO_WM_UNIT_USESOURCEFORMAT_APPLY" val="1"/>
</p:tagLst>
</file>

<file path=ppt/tags/tag8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8"/>
  <p:tag name="KSO_WM_UNIT_ID" val="custom160596_80*q_i*1_8"/>
  <p:tag name="KSO_WM_UNIT_LAYERLEVEL" val="1_1"/>
  <p:tag name="KSO_WM_DIAGRAM_GROUP_CODE" val="q1-2"/>
  <p:tag name="KSO_WM_UNIT_USESOURCEFORMAT_APPLY" val="1"/>
</p:tagLst>
</file>

<file path=ppt/tags/tag894.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895.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89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9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9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1_A000120141119A01PPBG">
  <a:themeElements>
    <a:clrScheme name="自定义 49">
      <a:dk1>
        <a:srgbClr val="4D4D4D"/>
      </a:dk1>
      <a:lt1>
        <a:srgbClr val="FFFFFF"/>
      </a:lt1>
      <a:dk2>
        <a:srgbClr val="4D4D4D"/>
      </a:dk2>
      <a:lt2>
        <a:srgbClr val="FFFFFF"/>
      </a:lt2>
      <a:accent1>
        <a:srgbClr val="EF4150"/>
      </a:accent1>
      <a:accent2>
        <a:srgbClr val="FBAD24"/>
      </a:accent2>
      <a:accent3>
        <a:srgbClr val="58BDA8"/>
      </a:accent3>
      <a:accent4>
        <a:srgbClr val="E8766A"/>
      </a:accent4>
      <a:accent5>
        <a:srgbClr val="CCD373"/>
      </a:accent5>
      <a:accent6>
        <a:srgbClr val="E86ABB"/>
      </a:accent6>
      <a:hlink>
        <a:srgbClr val="447195"/>
      </a:hlink>
      <a:folHlink>
        <a:srgbClr val="7F7F7F"/>
      </a:folHlink>
    </a:clrScheme>
    <a:fontScheme name="自定义 3">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636</TotalTime>
  <Words>14709</Words>
  <Application>WPS 演示</Application>
  <PresentationFormat>自定义</PresentationFormat>
  <Paragraphs>1658</Paragraphs>
  <Slides>189</Slides>
  <Notes>174</Notes>
  <HiddenSlides>0</HiddenSlides>
  <MMClips>0</MMClips>
  <ScaleCrop>false</ScaleCrop>
  <HeadingPairs>
    <vt:vector size="6" baseType="variant">
      <vt:variant>
        <vt:lpstr>主题</vt:lpstr>
      </vt:variant>
      <vt:variant>
        <vt:i4>2</vt:i4>
      </vt:variant>
      <vt:variant>
        <vt:lpstr>嵌入 OLE 服务器</vt:lpstr>
      </vt:variant>
      <vt:variant>
        <vt:i4>1</vt:i4>
      </vt:variant>
      <vt:variant>
        <vt:lpstr>幻灯片标题</vt:lpstr>
      </vt:variant>
      <vt:variant>
        <vt:i4>189</vt:i4>
      </vt:variant>
    </vt:vector>
  </HeadingPairs>
  <TitlesOfParts>
    <vt:vector size="192" baseType="lpstr">
      <vt:lpstr>Office 主题</vt:lpstr>
      <vt:lpstr>1_A000120141119A01PPBG</vt:lpstr>
      <vt:lpstr>Microsoft Office Word 文档</vt:lpstr>
      <vt:lpstr>幻灯片 1</vt:lpstr>
      <vt:lpstr>7 面向对象软件设计与实现</vt:lpstr>
      <vt:lpstr>7 面向对象软件设计与实现</vt:lpstr>
      <vt:lpstr>幻灯片 4</vt:lpstr>
      <vt:lpstr>幻灯片 5</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幻灯片 63</vt:lpstr>
      <vt:lpstr>7.2 软件架构设计和对象设计 </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幻灯片 104</vt:lpstr>
      <vt:lpstr>7.3 面向对象系统的实现</vt:lpstr>
      <vt:lpstr>7.3 面向对象系统的实现</vt:lpstr>
      <vt:lpstr>7.3 面向对象系统的实现</vt:lpstr>
      <vt:lpstr>7.3 面向对象系统的实现</vt:lpstr>
      <vt:lpstr>7.3 面向对象系统的实现</vt:lpstr>
      <vt:lpstr>7.3 面向对象系统的实现</vt:lpstr>
      <vt:lpstr>7.3 面向对象系统的实现</vt:lpstr>
      <vt:lpstr>7.3 面向对象系统的实现</vt:lpstr>
      <vt:lpstr>7.3 面向对象系统的实现</vt:lpstr>
      <vt:lpstr>7.3 面向对象系统的实现</vt:lpstr>
      <vt:lpstr>7.3 面向对象系统的实现</vt:lpstr>
      <vt:lpstr>7.3 面向对象系统的实现</vt:lpstr>
      <vt:lpstr>7.3 面向对象系统的实现</vt:lpstr>
      <vt:lpstr>7.3 面向对象系统的实现</vt:lpstr>
      <vt:lpstr>7.3 面向对象系统的实现</vt:lpstr>
      <vt:lpstr>7.3 面向对象系统的实现</vt:lpstr>
      <vt:lpstr>7.3 面向对象系统的实现</vt:lpstr>
      <vt:lpstr>幻灯片 122</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幻灯片 150</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本章小结</vt:lpstr>
      <vt:lpstr>本章小结</vt:lpstr>
      <vt:lpstr>幻灯片 189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ZYK</dc:creator>
  <cp:lastModifiedBy>Wu</cp:lastModifiedBy>
  <cp:revision>68</cp:revision>
  <dcterms:created xsi:type="dcterms:W3CDTF">2017-02-01T15:42:00Z</dcterms:created>
  <dcterms:modified xsi:type="dcterms:W3CDTF">2017-03-30T00:39:35Z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2052-10.1.0.6206</vt:lpwstr>
  </property>
</Properties>
</file>